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36c194aabb4135" /><Relationship Type="http://schemas.openxmlformats.org/officeDocument/2006/relationships/extended-properties" Target="/docProps/app.xml" Id="R730230afe6704479" /><Relationship Type="http://schemas.openxmlformats.org/officeDocument/2006/relationships/officeDocument" Target="/ppt/presentation.xml" Id="R892a20d77d7c434e" /></Relationships>
</file>

<file path=ppt/presentation.xml><?xml version="1.0" encoding="utf-8"?>
<p:presentation xmlns:p="http://schemas.openxmlformats.org/presentationml/2006/main">
  <p:sldMasterIdLst>
    <p:sldMasterId xmlns:r="http://schemas.openxmlformats.org/officeDocument/2006/relationships" id="2147483648" r:id="Rf2fd4ad16b244ec3"/>
  </p:sldMasterIdLst>
  <p:notesMasterIdLst>
    <p:notesMasterId xmlns:r="http://schemas.openxmlformats.org/officeDocument/2006/relationships" r:id="R391bafd4eec14b33"/>
  </p:notesMasterIdLst>
  <p:sldIdLst>
    <p:sldId xmlns:r="http://schemas.openxmlformats.org/officeDocument/2006/relationships" id="256" r:id="R38832cfbdc164140"/>
  </p:sldIdLst>
  <p:sldSz cx="13916025" cy="27717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85612b2e3a4fb3" /><Relationship Type="http://schemas.openxmlformats.org/officeDocument/2006/relationships/slideMaster" Target="/ppt/slideMasters/slideMaster1.xml" Id="Rf2fd4ad16b244ec3" /><Relationship Type="http://schemas.openxmlformats.org/officeDocument/2006/relationships/notesMaster" Target="/ppt/notesMasters/notesMaster1.xml" Id="R391bafd4eec14b33" /><Relationship Type="http://schemas.openxmlformats.org/officeDocument/2006/relationships/presProps" Target="/ppt/presProps.xml" Id="Rc780972ff0594124" /><Relationship Type="http://schemas.openxmlformats.org/officeDocument/2006/relationships/tableStyles" Target="/ppt/tableStyles.xml" Id="R17edd68e5d8c4170" /><Relationship Type="http://schemas.openxmlformats.org/officeDocument/2006/relationships/slide" Target="/ppt/slides/slide1.xml" Id="R38832cfbdc1641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1c1d50c4aa46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4bbc1962ee4f9a" /><Relationship Type="http://schemas.openxmlformats.org/officeDocument/2006/relationships/notesMaster" Target="/ppt/notesMasters/notesMaster1.xml" Id="Rdcd7c6a7205a4b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"COLLIE: Guiding Skill Discovery in Semantically Coherent Latent Space",</a:t>
            </a:r>
          </a:p>
          <a:p xmlns:a="http://schemas.openxmlformats.org/drawingml/2006/main">
            <a:r>
              <a:t>  "paper_url": "https://arxiv.org/abs/2606.00950v1",</a:t>
            </a:r>
          </a:p>
          <a:p xmlns:a="http://schemas.openxmlformats.org/drawingml/2006/main">
            <a:r>
              <a:t>  "figure": "Figure 1",</a:t>
            </a:r>
          </a:p>
          <a:p xmlns:a="http://schemas.openxmlformats.org/drawingml/2006/main">
            <a:r>
              <a:t>  "license": "CC BY-SA4.0; https://creativecommons.org/licenses/by-sa/4.0/",</a:t>
            </a:r>
          </a:p>
          <a:p xmlns:a="http://schemas.openxmlformats.org/drawingml/2006/main">
            <a:r>
              <a:t>  "notes": "Native geometry and typeable ordinary labels preserve the original COLLIE illustration. Source math glyphs remain editable outline paths. Individual robot/person/flag images, clipped latent gradient dots, surface plots and original transparent shadows remain isolated rasters with original affine transformations; no full-figure backdrop.",</a:t>
            </a:r>
          </a:p>
          <a:p xmlns:a="http://schemas.openxmlformats.org/drawingml/2006/main">
            <a:r>
              <a:t>  "page": 2,</a:t>
            </a:r>
          </a:p>
          <a:p xmlns:a="http://schemas.openxmlformats.org/drawingml/2006/main">
            <a:r>
              <a:t>  "status": "figure_recreation",</a:t>
            </a:r>
          </a:p>
          <a:p xmlns:a="http://schemas.openxmlformats.org/drawingml/2006/main">
            <a:r>
              <a:t>  "source_sha256": "13a3473f2efa2b3f69e68be5c825bda3fac6970df3334d61cea5ce00a8225ffe",</a:t>
            </a:r>
          </a:p>
          <a:p xmlns:a="http://schemas.openxmlformats.org/drawingml/2006/main">
            <a:r>
              <a:t>  "source_crop_pdf_points": [</a:t>
            </a:r>
          </a:p>
          <a:p xmlns:a="http://schemas.openxmlformats.org/drawingml/2006/main">
            <a:r>
              <a:t>    55,</a:t>
            </a:r>
          </a:p>
          <a:p xmlns:a="http://schemas.openxmlformats.org/drawingml/2006/main">
            <a:r>
              <a:t>    67,</a:t>
            </a:r>
          </a:p>
          <a:p xmlns:a="http://schemas.openxmlformats.org/drawingml/2006/main">
            <a:r>
              <a:t>    542,</a:t>
            </a:r>
          </a:p>
          <a:p xmlns:a="http://schemas.openxmlformats.org/drawingml/2006/main">
            <a:r>
              <a:t>    164</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"Source Calibri ordinary labels use Arial with original weight/italic/color and source-baseline alignment.",</a:t>
            </a:r>
          </a:p>
          <a:p xmlns:a="http://schemas.openxmlformats.org/drawingml/2006/main">
            <a:r>
              <a:t>  "outlined_font_families": [</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"180 source clipping groups intersect crop; extracted paths require explicit clipping review",</a:t>
            </a:r>
          </a:p>
          <a:p xmlns:a="http://schemas.openxmlformats.org/drawingml/2006/main">
            <a:r>
              <a:t>    "path crosses crop boundary: 2",</a:t>
            </a:r>
          </a:p>
          <a:p xmlns:a="http://schemas.openxmlformats.org/drawingml/2006/main">
            <a:r>
              <a:t>    "path crosses crop boundary: 40",</a:t>
            </a:r>
          </a:p>
          <a:p xmlns:a="http://schemas.openxmlformats.org/drawingml/2006/main">
            <a:r>
              <a:t>    "path crosses crop boundary: 48",</a:t>
            </a:r>
          </a:p>
          <a:p xmlns:a="http://schemas.openxmlformats.org/drawingml/2006/main">
            <a:r>
              <a:t>    "unhandled image/shading at seq 4: [73.43815612792969, 90.67024230957031, 199.40798950195312, 124.50872802734375]; requires reviewed raster region",</a:t>
            </a:r>
          </a:p>
          <a:p xmlns:a="http://schemas.openxmlformats.org/drawingml/2006/main">
            <a:r>
              <a:t>    "unhandled image/shading at seq 7: [74.39247131347656, 128.1669464111328, 198.2548370361328, 161.32945251464844]; requires reviewed raster region",</a:t>
            </a:r>
          </a:p>
          <a:p xmlns:a="http://schemas.openxmlformats.org/drawingml/2006/main">
            <a:r>
              <a:t>    "unhandled image/shading at seq 12: [88.70721435546875, 95.5213623046875, 107.5748519897461, 128.14706420898438]; requires reviewed raster region",</a:t>
            </a:r>
          </a:p>
          <a:p xmlns:a="http://schemas.openxmlformats.org/drawingml/2006/main">
            <a:r>
              <a:t>    "unhandled image/shading at seq 14: [129.90188598632812, 108.20582580566406, 169.64520263671875, 139.40005493164062]; requires reviewed raster region",</a:t>
            </a:r>
          </a:p>
          <a:p xmlns:a="http://schemas.openxmlformats.org/drawingml/2006/main">
            <a:r>
              <a:t>    "unhandled image/shading at seq 16: [110.89508056640625, 104.94523620605469, 144.6341552734375, 141.8256072998047]; requires reviewed raster region",</a:t>
            </a:r>
          </a:p>
          <a:p xmlns:a="http://schemas.openxmlformats.org/drawingml/2006/main">
            <a:r>
              <a:t>    "unhandled image/shading at seq 18: [163.78013610839844, 108.00700378417969, 184.3575897216797, 143.29684448242188]; requires reviewed raster region",</a:t>
            </a:r>
          </a:p>
          <a:p xmlns:a="http://schemas.openxmlformats.org/drawingml/2006/main">
            <a:r>
              <a:t>    "unhandled image/shading at seq 37: [169.54580688476562, 94.32747650146484, 210.3428497314453, 103.67282104492188]; requires reviewed raster region",</a:t>
            </a:r>
          </a:p>
          <a:p xmlns:a="http://schemas.openxmlformats.org/drawingml/2006/main">
            <a:r>
              <a:t>    "unhandled image/shading at seq 60: [318.6346130371094, 123.13690185546875, 351.86669921875, 158.9005889892578]; requires reviewed raster region",</a:t>
            </a:r>
          </a:p>
          <a:p xmlns:a="http://schemas.openxmlformats.org/drawingml/2006/main">
            <a:r>
              <a:t>    "unhandled image/shading at seq 62: [110.85533142089844, 129.1606903076172, 135.8262939453125, 152.3429718017578]; requires reviewed raster region",</a:t>
            </a:r>
          </a:p>
          <a:p xmlns:a="http://schemas.openxmlformats.org/drawingml/2006/main">
            <a:r>
              <a:t>    "unhandled image/shading at seq 63: [111.53793334960938, 129.83799743652344, 133.8457489013672, 150.35780334472656]; requires reviewed raster region",</a:t>
            </a:r>
          </a:p>
          <a:p xmlns:a="http://schemas.openxmlformats.org/drawingml/2006/main">
            <a:r>
              <a:t>    "unhandled image/shading at seq 64: [95.78506469726562, 125.62242889404297, 116.42216491699219, 142.72027587890625]; requires reviewed raster region",</a:t>
            </a:r>
          </a:p>
          <a:p xmlns:a="http://schemas.openxmlformats.org/drawingml/2006/main">
            <a:r>
              <a:t>    "unhandled image/shading at seq 65: [96.46568298339844, 126.31828308105469, 114.44395446777344, 140.73873901367188]; requires reviewed raster region",</a:t>
            </a:r>
          </a:p>
          <a:p xmlns:a="http://schemas.openxmlformats.org/drawingml/2006/main">
            <a:r>
              <a:t>    "unhandled image/shading at seq 66: [138.96791076660156, 138.58489990234375, 159.60501098632812, 155.643310546875]; requires reviewed raster region",</a:t>
            </a:r>
          </a:p>
          <a:p xmlns:a="http://schemas.openxmlformats.org/drawingml/2006/main">
            <a:r>
              <a:t>    "unhandled image/shading at seq 67: [139.65182495117188, 139.26783752441406, 157.63009643554688, 153.68829345703125]; requires reviewed raster region",</a:t>
            </a:r>
          </a:p>
          <a:p xmlns:a="http://schemas.openxmlformats.org/drawingml/2006/main">
            <a:r>
              <a:t>    "unhandled image/shading at seq 68: [155.27081298828125, 135.52313232421875, 177.77711486816406, 154.96734619140625]; requires reviewed raster region",</a:t>
            </a:r>
          </a:p>
          <a:p xmlns:a="http://schemas.openxmlformats.org/drawingml/2006/main">
            <a:r>
              <a:t>    "unhandled image/shading at seq 69: [155.96336364746094, 136.1947784423828, 175.78515625, 152.9921112060547]; requires reviewed raster region",</a:t>
            </a:r>
          </a:p>
          <a:p xmlns:a="http://schemas.openxmlformats.org/drawingml/2006/main">
            <a:r>
              <a:t>    "unhandled image/shading at seq 71: [207.91729736328125, 76.39525604248047, 282.35400390625, 128.08741760253906]; requires reviewed raster region",</a:t>
            </a:r>
          </a:p>
          <a:p xmlns:a="http://schemas.openxmlformats.org/drawingml/2006/main">
            <a:r>
              <a:t>    "unhandled image/shading at seq 81: [225.3733367919922, 103.07635498046875, 278.3975830078125, 119.27986145019531]; requires reviewed raster region",</a:t>
            </a:r>
          </a:p>
          <a:p xmlns:a="http://schemas.openxmlformats.org/drawingml/2006/main">
            <a:r>
              <a:t>    "unhandled image/shading at seq 83: [268.7550048828125, 103.07635498046875, 280.62432861328125, 119.27986145019531]; requires reviewed raster region",</a:t>
            </a:r>
          </a:p>
          <a:p xmlns:a="http://schemas.openxmlformats.org/drawingml/2006/main">
            <a:r>
              <a:t>    "unhandled image/shading at seq 85: [209.54757690429688, 111.38687133789062, 252.82981872558594, 127.59037780761719]; requires reviewed raster region",</a:t>
            </a:r>
          </a:p>
          <a:p xmlns:a="http://schemas.openxmlformats.org/drawingml/2006/main">
            <a:r>
              <a:t>    "unhandled image/shading at seq 91: [204.29884338378906, 143.27696228027344, 221.47720336914062, 159.61964416503906]; requires reviewed raster region",</a:t>
            </a:r>
          </a:p>
          <a:p xmlns:a="http://schemas.openxmlformats.org/drawingml/2006/main">
            <a:r>
              <a:t>    "unhandled image/shading at seq 92: [205.00132751464844, 143.96022033691406, 219.49435424804688, 157.6424102783203]; requires reviewed raster region",</a:t>
            </a:r>
          </a:p>
          <a:p xmlns:a="http://schemas.openxmlformats.org/drawingml/2006/main">
            <a:r>
              <a:t>    "unhandled image/shading at seq 93: [206.28700256347656, 134.44985961914062, 220.36416625976562, 146.29896545410156]; requires reviewed raster region",</a:t>
            </a:r>
          </a:p>
          <a:p xmlns:a="http://schemas.openxmlformats.org/drawingml/2006/main">
            <a:r>
              <a:t>    "unhandled image/shading at seq 94: [206.96263122558594, 135.156982421875, 218.39157104492188, 144.3240509033203]; requires reviewed raster region",</a:t>
            </a:r>
          </a:p>
          <a:p xmlns:a="http://schemas.openxmlformats.org/drawingml/2006/main">
            <a:r>
              <a:t>    "unhandled image/shading at seq 105: [379.05810546875, 131.70587158203125, 507.4932556152344, 161.60780334472656]; requires reviewed raster region",</a:t>
            </a:r>
          </a:p>
          <a:p xmlns:a="http://schemas.openxmlformats.org/drawingml/2006/main">
            <a:r>
              <a:t>    "unhandled image/shading at seq 109: [407.6876220703125, 135.8011474609375, 425.58172607421875, 150.67291259765625]; requires reviewed raster region",</a:t>
            </a:r>
          </a:p>
          <a:p xmlns:a="http://schemas.openxmlformats.org/drawingml/2006/main">
            <a:r>
              <a:t>    "unhandled image/shading at seq 110: [408.38812255859375, 136.50363159179688, 423.6160888671875, 148.7178955078125]; requires reviewed raster region",</a:t>
            </a:r>
          </a:p>
          <a:p xmlns:a="http://schemas.openxmlformats.org/drawingml/2006/main">
            <a:r>
              <a:t>    "unhandled image/shading at seq 111: [421.24688720703125, 133.53431701660156, 440.25335693359375, 149.79812622070312]; requires reviewed raster region",</a:t>
            </a:r>
          </a:p>
          <a:p xmlns:a="http://schemas.openxmlformats.org/drawingml/2006/main">
            <a:r>
              <a:t>    "unhandled image/shading at seq 112: [421.9446716308594, 134.20697021484375, 438.27215576171875, 147.82321166992188]; requires reviewed raster region",</a:t>
            </a:r>
          </a:p>
          <a:p xmlns:a="http://schemas.openxmlformats.org/drawingml/2006/main">
            <a:r>
              <a:t>    "unhandled image/shading at seq 113: [436.95330810546875, 133.77322387695312, 454.847412109375, 148.64498901367188]; requires reviewed raster region",</a:t>
            </a:r>
          </a:p>
          <a:p xmlns:a="http://schemas.openxmlformats.org/drawingml/2006/main">
            <a:r>
              <a:t>    "unhandled image/shading at seq 114: [437.64385986328125, 134.44918823242188, 452.8718566894531, 146.6634521484375]; requires reviewed raster region",</a:t>
            </a:r>
          </a:p>
          <a:p xmlns:a="http://schemas.openxmlformats.org/drawingml/2006/main">
            <a:r>
              <a:t>    "unhandled image/shading at seq 115: [450.98974609375, 132.85867309570312, 468.88385009765625, 147.73043823242188]; requires reviewed raster region",</a:t>
            </a:r>
          </a:p>
          <a:p xmlns:a="http://schemas.openxmlformats.org/drawingml/2006/main">
            <a:r>
              <a:t>    "unhandled image/shading at seq 116: [451.67364501953125, 133.52801513671875, 466.9016418457031, 145.74227905273438]; requires reviewed raster region",</a:t>
            </a:r>
          </a:p>
          <a:p xmlns:a="http://schemas.openxmlformats.org/drawingml/2006/main">
            <a:r>
              <a:t>    "unhandled image/shading at seq 117: [404.6656188964844, 119.37928009033203, 468.2867431640625, 133.81332397460938]; requires reviewed raster region",</a:t>
            </a:r>
          </a:p>
          <a:p xmlns:a="http://schemas.openxmlformats.org/drawingml/2006/main">
            <a:r>
              <a:t>    "unhandled image/shading at seq 119: [376.725341796875, 69.41018676757812, 506.09503173828125, 124.34503173828125]; requires reviewed raster region",</a:t>
            </a:r>
          </a:p>
          <a:p xmlns:a="http://schemas.openxmlformats.org/drawingml/2006/main">
            <a:r>
              <a:t>    "unhandled image/shading at seq 120: [428.921142578125, 94.05010986328125, 441.56683349609375, 136.5172119140625]; requires reviewed raster region",</a:t>
            </a:r>
          </a:p>
          <a:p xmlns:a="http://schemas.openxmlformats.org/drawingml/2006/main">
            <a:r>
              <a:t>    "unhandled image/shading at seq 122: [425.93890380859375, 91.75213623046875, 504.9500732421875, 124.1240234375]; requires reviewed raster region",</a:t>
            </a:r>
          </a:p>
          <a:p xmlns:a="http://schemas.openxmlformats.org/drawingml/2006/main">
            <a:r>
              <a:t>    "unhandled image/shading at seq 123: [438.5438537597656, 95.20258331298828, 455.0064697265625, 111.70497131347656]; requires reviewed raster region",</a:t>
            </a:r>
          </a:p>
          <a:p xmlns:a="http://schemas.openxmlformats.org/drawingml/2006/main">
            <a:r>
              <a:t>    "unhandled image/shading at seq 124: [441.2808837890625, 97.95785522460938, 452.3689880371094, 109.04595947265625]; requires reviewed raster region",</a:t>
            </a:r>
          </a:p>
          <a:p xmlns:a="http://schemas.openxmlformats.org/drawingml/2006/main">
            <a:r>
              <a:t>    "unhandled image/shading at seq 125: [462.9187316894531, 87.92559051513672, 479.38134765625, 104.3885498046875]; requires reviewed raster region",</a:t>
            </a:r>
          </a:p>
          <a:p xmlns:a="http://schemas.openxmlformats.org/drawingml/2006/main">
            <a:r>
              <a:t>    "unhandled image/shading at seq 126: [465.662353515625, 90.66793823242188, 476.7504577636719, 101.7560043334961]; requires reviewed raster region",</a:t>
            </a:r>
          </a:p>
          <a:p xmlns:a="http://schemas.openxmlformats.org/drawingml/2006/main">
            <a:r>
              <a:t>    "unhandled image/shading at seq 127: [414.00994873046875, 68.64078521728516, 430.4725646972656, 85.14317321777344]; requires reviewed raster region",</a:t>
            </a:r>
          </a:p>
          <a:p xmlns:a="http://schemas.openxmlformats.org/drawingml/2006/main">
            <a:r>
              <a:t>    "unhandled image/shading at seq 128: [416.7370910644531, 71.39933776855469, 427.8251953125, 82.48744201660156]; requires reviewed raster region",</a:t>
            </a:r>
          </a:p>
          <a:p xmlns:a="http://schemas.openxmlformats.org/drawingml/2006/main">
            <a:r>
              <a:t>    "unhandled image/shading at seq 129: [445.8205261230469, 66.45345306396484, 462.3229064941406, 82.91641235351562]; requires reviewed raster region",</a:t>
            </a:r>
          </a:p>
          <a:p xmlns:a="http://schemas.openxmlformats.org/drawingml/2006/main">
            <a:r>
              <a:t>    "unhandled image/shading at seq 130: [448.5807800292969, 69.18254089355469, 459.66888427734375, 80.2706069946289]; requires reviewed raster region",</a:t>
            </a:r>
          </a:p>
          <a:p xmlns:a="http://schemas.openxmlformats.org/drawingml/2006/main">
            <a:r>
              <a:t>    "unhandled image/shading at seq 131: [482.5219421386719, 110.59127807617188, 496.7568359375, 133.7735595703125]; requires reviewed raster region",</a:t>
            </a:r>
          </a:p>
          <a:p xmlns:a="http://schemas.openxmlformats.org/drawingml/2006/main">
            <a:r>
              <a:t>    "unhandled image/shading at seq 135: [366.89056396484375, 94.52628326416016, 391.5043029785156, 103.87162780761719]; requires reviewed raster region",</a:t>
            </a:r>
          </a:p>
          <a:p xmlns:a="http://schemas.openxmlformats.org/drawingml/2006/main">
            <a:r>
              <a:t>    "unhandled image/shading at seq 139: [401.1962890625, 83.07778930664062, 428.44818115234375, 94.83619689941406]; requires reviewed raster region",</a:t>
            </a:r>
          </a:p>
          <a:p xmlns:a="http://schemas.openxmlformats.org/drawingml/2006/main">
            <a:r>
              <a:t>    "unhandled image/shading at seq 140: [424.54058837890625, 79.62901306152344, 465.3060302734375, 97.7852554321289]; requires reviewed raster region",</a:t>
            </a:r>
          </a:p>
          <a:p xmlns:a="http://schemas.openxmlformats.org/drawingml/2006/main">
            <a:r>
              <a:t>    "unhandled image/shading at seq 141: [413.13519287109375, 79.49712371826172, 461.2486572265625, 98.98075866699219]; requires reviewed raster region",</a:t>
            </a:r>
          </a:p>
          <a:p xmlns:a="http://schemas.openxmlformats.org/drawingml/2006/main">
            <a:r>
              <a:t>    "unhandled image/shading at seq 143: [306.8879089355469, 76.39527130126953, 370.2306823730469, 118.46473693847656]; requires reviewed raster region",</a:t>
            </a:r>
          </a:p>
          <a:p xmlns:a="http://schemas.openxmlformats.org/drawingml/2006/main">
            <a:r>
              <a:t>    "unhandled image/shading at seq 146: [334.4438171386719, 115.60210418701172, 348.1226806640625, 125.54257202148438]; requires reviewed raster region",</a:t>
            </a:r>
          </a:p>
          <a:p xmlns:a="http://schemas.openxmlformats.org/drawingml/2006/main">
            <a:r>
              <a:t>    "unhandled image/shading at seq 152: [334.9607238769531, 85.62031555175781, 360.8266906738281, 101.82382202148438]; requires reviewed raster region",</a:t>
            </a:r>
          </a:p>
          <a:p xmlns:a="http://schemas.openxmlformats.org/drawingml/2006/main">
            <a:r>
              <a:t>    "unhandled image/shading at seq 156: [324.1451416015625, 93.93083190917969, 345.5973815917969, 110.13433837890625]; requires reviewed raster region",</a:t>
            </a:r>
          </a:p>
          <a:p xmlns:a="http://schemas.openxmlformats.org/drawingml/2006/main">
            <a:r>
              <a:t>    "unhandled image/shading at seq 160: [341.4023742675781, 95.04452514648438, 354.6829528808594, 108.80226135253906]; requires reviewed raster region",</a:t>
            </a:r>
          </a:p>
          <a:p xmlns:a="http://schemas.openxmlformats.org/drawingml/2006/main">
            <a:r>
              <a:t>    "unhandled image/shading at seq 161: [344.1592712402344, 97.80641174316406, 352.0334777832031, 106.19966125488281]; requires reviewed raster region",</a:t>
            </a:r>
          </a:p>
          <a:p xmlns:a="http://schemas.openxmlformats.org/drawingml/2006/main">
            <a:r>
              <a:t>    "unhandled image/shading at seq 162: [356.19427490234375, 87.25094604492188, 369.4354248046875, 101.00868225097656]; requires reviewed raster region",</a:t>
            </a:r>
          </a:p>
          <a:p xmlns:a="http://schemas.openxmlformats.org/drawingml/2006/main">
            <a:r>
              <a:t>    "unhandled image/shading at seq 163: [358.93463134765625, 89.986328125, 366.8088684082031, 98.37957763671875]; requires reviewed raster region"</a:t>
            </a:r>
          </a:p>
          <a:p xmlns:a="http://schemas.openxmlformats.org/drawingml/2006/main">
            <a:r>
              <a:t>  ],</a:t>
            </a:r>
          </a:p>
          <a:p xmlns:a="http://schemas.openxmlformats.org/drawingml/2006/main">
            <a:r>
              <a:t>  "text_editability": "Ordinary labels are native typeable text. Mathematical expressions are editable source glyph paths, not live equations.",</a:t>
            </a:r>
          </a:p>
          <a:p xmlns:a="http://schemas.openxmlformats.org/drawingml/2006/main">
            <a:r>
              <a:t>  "image_reconstruction": "70 separate original raster components retain source SVG alpha masks, affine transforms, inverse clips and global figure crop. The 17 gradient dots keep their cubic clips. Five raster shadows of words are omitted so typeable labels leave no old lettering when edited. PDF soft-mask Matte premultiplication is reversed before mask compositing, matching source plot colors. Surface plots remain isolated original images without invented data.",</a:t>
            </a:r>
          </a:p>
          <a:p xmlns:a="http://schemas.openxmlformats.org/drawingml/2006/main">
            <a:r>
              <a:t>  "extraction_warnings_reviewed": [</a:t>
            </a:r>
          </a:p>
          <a:p xmlns:a="http://schemas.openxmlformats.org/drawingml/2006/main">
            <a:r>
              <a:t>    "Source images/shadings are reconstructed individually in source paint order. Native crop-crossing paths are white canvas or zero-opacity framing boxes. Clipping was reviewed in the source and reconstruction; the dots use exact source cubic clips. Raster word shadows are intentionally omitted."</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9d28ebdf9049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2d8009dc9743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98386003ee49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9d070812f44d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46399b38774a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9fe918006e4b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22B00D-9777-4123-A941-6FD491528D90}"/>
              </a:ext>
            </a:extLst>
          </p:cNvPr>
          <p:cNvSpPr>
            <a:spLocks xmlns:a="http://schemas.openxmlformats.org/drawingml/2006/main" noGrp="1"/>
          </p:cNvSpPr>
          <p:nvPr>
            <p:ph type="title" idx="0"/>
          </p:nvPr>
        </p:nvSpPr>
        <p:spPr>
          <a:xfrm xmlns:a="http://schemas.openxmlformats.org/drawingml/2006/main">
            <a:off x="1391603" y="1047115"/>
            <a:ext cx="11132820" cy="400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1E7CCA-A302-41ED-950A-CE86FD85A1F3}"/>
              </a:ext>
            </a:extLst>
          </p:cNvPr>
          <p:cNvSpPr>
            <a:spLocks xmlns:a="http://schemas.openxmlformats.org/drawingml/2006/main" noGrp="1"/>
          </p:cNvSpPr>
          <p:nvPr>
            <p:ph type="subTitle" idx="1"/>
          </p:nvPr>
        </p:nvSpPr>
        <p:spPr>
          <a:xfrm xmlns:a="http://schemas.openxmlformats.org/drawingml/2006/main">
            <a:off x="2087404" y="1524476"/>
            <a:ext cx="9741218" cy="307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849"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67CC13-5CB1-411D-BF21-A50F957AE9E4}"/>
              </a:ext>
            </a:extLst>
          </p:cNvPr>
          <p:cNvSpPr>
            <a:spLocks xmlns:a="http://schemas.openxmlformats.org/drawingml/2006/main" noGrp="1"/>
          </p:cNvSpPr>
          <p:nvPr>
            <p:ph type="title" idx="0"/>
          </p:nvPr>
        </p:nvSpPr>
        <p:spPr>
          <a:xfrm xmlns:a="http://schemas.openxmlformats.org/drawingml/2006/main">
            <a:off x="1391603" y="1154906"/>
            <a:ext cx="11132820" cy="4619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97"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7C9D4F-45F9-48AF-9833-C4FA9197E582}"/>
              </a:ext>
            </a:extLst>
          </p:cNvPr>
          <p:cNvSpPr>
            <a:spLocks xmlns:a="http://schemas.openxmlformats.org/drawingml/2006/main" noGrp="1"/>
          </p:cNvSpPr>
          <p:nvPr>
            <p:ph type="title" idx="0"/>
          </p:nvPr>
        </p:nvSpPr>
        <p:spPr>
          <a:xfrm xmlns:a="http://schemas.openxmlformats.org/drawingml/2006/main">
            <a:off x="782776" y="215583"/>
            <a:ext cx="12350472" cy="3387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6C1D37-F3B0-4BEE-8437-559B71AFE3C0}"/>
              </a:ext>
            </a:extLst>
          </p:cNvPr>
          <p:cNvSpPr>
            <a:spLocks xmlns:a="http://schemas.openxmlformats.org/drawingml/2006/main" noGrp="1"/>
          </p:cNvSpPr>
          <p:nvPr>
            <p:ph type="body" idx="1"/>
          </p:nvPr>
        </p:nvSpPr>
        <p:spPr>
          <a:xfrm xmlns:a="http://schemas.openxmlformats.org/drawingml/2006/main">
            <a:off x="782776" y="769938"/>
            <a:ext cx="12350472" cy="1724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09" b="0">
                <a:solidFill>
                  <a:schemeClr val="tx1"/>
                </a:solidFill>
                <a:latin typeface="+mn-lt"/>
                <a:ea typeface="+mn-lt"/>
                <a:cs typeface="+mn-lt"/>
              </a:defRPr>
            </a:defPPr>
            <a:lvl1pPr marL="92393" indent="-92392">
              <a:lnSpc>
                <a:spcPct val="110000"/>
              </a:lnSpc>
              <a:spcBef>
                <a:spcPts val="0"/>
              </a:spcBef>
              <a:spcAft>
                <a:spcPts val="485"/>
              </a:spcAft>
              <a:buChar char="•"/>
            </a:lvl1pPr>
            <a:lvl2pPr marL="215583" indent="-92392">
              <a:lnSpc>
                <a:spcPct val="110000"/>
              </a:lnSpc>
              <a:spcBef>
                <a:spcPts val="0"/>
              </a:spcBef>
              <a:spcAft>
                <a:spcPts val="485"/>
              </a:spcAft>
              <a:buChar char="•"/>
            </a:lvl2pPr>
            <a:lvl3pPr marL="338773" indent="-92392">
              <a:lnSpc>
                <a:spcPct val="110000"/>
              </a:lnSpc>
              <a:spcBef>
                <a:spcPts val="0"/>
              </a:spcBef>
              <a:spcAft>
                <a:spcPts val="485"/>
              </a:spcAft>
              <a:buChar char="•"/>
            </a:lvl3pPr>
            <a:lvl4pPr marL="461963" indent="-92392">
              <a:lnSpc>
                <a:spcPct val="110000"/>
              </a:lnSpc>
              <a:spcBef>
                <a:spcPts val="0"/>
              </a:spcBef>
              <a:spcAft>
                <a:spcPts val="485"/>
              </a:spcAft>
              <a:buChar char="•"/>
            </a:lvl4pPr>
            <a:lvl5pPr marL="585153" indent="-92392">
              <a:lnSpc>
                <a:spcPct val="110000"/>
              </a:lnSpc>
              <a:spcBef>
                <a:spcPts val="0"/>
              </a:spcBef>
              <a:spcAft>
                <a:spcPts val="485"/>
              </a:spcAft>
              <a:buChar char="•"/>
            </a:lvl5pPr>
            <a:lvl6pPr marL="708343" indent="-92392">
              <a:lnSpc>
                <a:spcPct val="110000"/>
              </a:lnSpc>
              <a:spcBef>
                <a:spcPts val="0"/>
              </a:spcBef>
              <a:spcAft>
                <a:spcPts val="485"/>
              </a:spcAft>
              <a:buChar char="•"/>
            </a:lvl6pPr>
            <a:lvl7pPr marL="831533" indent="-92392">
              <a:lnSpc>
                <a:spcPct val="110000"/>
              </a:lnSpc>
              <a:spcBef>
                <a:spcPts val="0"/>
              </a:spcBef>
              <a:spcAft>
                <a:spcPts val="485"/>
              </a:spcAft>
              <a:buChar char="•"/>
            </a:lvl7pPr>
            <a:lvl8pPr marL="954723" indent="-92392">
              <a:lnSpc>
                <a:spcPct val="110000"/>
              </a:lnSpc>
              <a:spcBef>
                <a:spcPts val="0"/>
              </a:spcBef>
              <a:spcAft>
                <a:spcPts val="485"/>
              </a:spcAft>
              <a:buChar char="•"/>
            </a:lvl8pPr>
            <a:lvl9pPr marL="1077913" indent="-92392">
              <a:lnSpc>
                <a:spcPct val="110000"/>
              </a:lnSpc>
              <a:spcBef>
                <a:spcPts val="0"/>
              </a:spcBef>
              <a:spcAft>
                <a:spcPts val="48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9A1629-8CCB-430E-B7C1-466D51065D92}"/>
              </a:ext>
            </a:extLst>
          </p:cNvPr>
          <p:cNvSpPr>
            <a:spLocks xmlns:a="http://schemas.openxmlformats.org/drawingml/2006/main" noGrp="1"/>
          </p:cNvSpPr>
          <p:nvPr>
            <p:ph type="title" idx="0"/>
          </p:nvPr>
        </p:nvSpPr>
        <p:spPr>
          <a:xfrm xmlns:a="http://schemas.openxmlformats.org/drawingml/2006/main">
            <a:off x="782776" y="215583"/>
            <a:ext cx="12350472" cy="3387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99D0A6-8869-40A7-8F99-BB824996A6D1}"/>
              </a:ext>
            </a:extLst>
          </p:cNvPr>
          <p:cNvSpPr>
            <a:spLocks xmlns:a="http://schemas.openxmlformats.org/drawingml/2006/main" noGrp="1"/>
          </p:cNvSpPr>
          <p:nvPr>
            <p:ph type="body" idx="1"/>
          </p:nvPr>
        </p:nvSpPr>
        <p:spPr>
          <a:xfrm xmlns:a="http://schemas.openxmlformats.org/drawingml/2006/main">
            <a:off x="782776" y="769938"/>
            <a:ext cx="5740360" cy="1724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49" b="0">
                <a:solidFill>
                  <a:schemeClr val="tx1"/>
                </a:solidFill>
                <a:latin typeface="+mn-lt"/>
                <a:ea typeface="+mn-lt"/>
                <a:cs typeface="+mn-lt"/>
              </a:defRPr>
            </a:defPPr>
            <a:lvl1pPr marL="92393" indent="-92392">
              <a:lnSpc>
                <a:spcPct val="110000"/>
              </a:lnSpc>
              <a:spcBef>
                <a:spcPts val="0"/>
              </a:spcBef>
              <a:spcAft>
                <a:spcPts val="485"/>
              </a:spcAft>
              <a:buChar char="•"/>
            </a:lvl1pPr>
            <a:lvl2pPr marL="215583" indent="-92392">
              <a:lnSpc>
                <a:spcPct val="110000"/>
              </a:lnSpc>
              <a:spcBef>
                <a:spcPts val="0"/>
              </a:spcBef>
              <a:spcAft>
                <a:spcPts val="485"/>
              </a:spcAft>
              <a:buChar char="•"/>
            </a:lvl2pPr>
            <a:lvl3pPr marL="338773" indent="-92392">
              <a:lnSpc>
                <a:spcPct val="110000"/>
              </a:lnSpc>
              <a:spcBef>
                <a:spcPts val="0"/>
              </a:spcBef>
              <a:spcAft>
                <a:spcPts val="485"/>
              </a:spcAft>
              <a:buChar char="•"/>
            </a:lvl3pPr>
            <a:lvl4pPr marL="461963" indent="-92392">
              <a:lnSpc>
                <a:spcPct val="110000"/>
              </a:lnSpc>
              <a:spcBef>
                <a:spcPts val="0"/>
              </a:spcBef>
              <a:spcAft>
                <a:spcPts val="485"/>
              </a:spcAft>
              <a:buChar char="•"/>
            </a:lvl4pPr>
            <a:lvl5pPr marL="585153" indent="-92392">
              <a:lnSpc>
                <a:spcPct val="110000"/>
              </a:lnSpc>
              <a:spcBef>
                <a:spcPts val="0"/>
              </a:spcBef>
              <a:spcAft>
                <a:spcPts val="485"/>
              </a:spcAft>
              <a:buChar char="•"/>
            </a:lvl5pPr>
            <a:lvl6pPr marL="708343" indent="-92392">
              <a:lnSpc>
                <a:spcPct val="110000"/>
              </a:lnSpc>
              <a:spcBef>
                <a:spcPts val="0"/>
              </a:spcBef>
              <a:spcAft>
                <a:spcPts val="485"/>
              </a:spcAft>
              <a:buChar char="•"/>
            </a:lvl6pPr>
            <a:lvl7pPr marL="831533" indent="-92392">
              <a:lnSpc>
                <a:spcPct val="110000"/>
              </a:lnSpc>
              <a:spcBef>
                <a:spcPts val="0"/>
              </a:spcBef>
              <a:spcAft>
                <a:spcPts val="485"/>
              </a:spcAft>
              <a:buChar char="•"/>
            </a:lvl7pPr>
            <a:lvl8pPr marL="954723" indent="-92392">
              <a:lnSpc>
                <a:spcPct val="110000"/>
              </a:lnSpc>
              <a:spcBef>
                <a:spcPts val="0"/>
              </a:spcBef>
              <a:spcAft>
                <a:spcPts val="485"/>
              </a:spcAft>
              <a:buChar char="•"/>
            </a:lvl8pPr>
            <a:lvl9pPr marL="1077913" indent="-92392">
              <a:lnSpc>
                <a:spcPct val="110000"/>
              </a:lnSpc>
              <a:spcBef>
                <a:spcPts val="0"/>
              </a:spcBef>
              <a:spcAft>
                <a:spcPts val="48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48CDE2-D28A-4B0F-B561-76C06B712607}"/>
              </a:ext>
            </a:extLst>
          </p:cNvPr>
          <p:cNvSpPr>
            <a:spLocks xmlns:a="http://schemas.openxmlformats.org/drawingml/2006/main" noGrp="1"/>
          </p:cNvSpPr>
          <p:nvPr>
            <p:ph type="body" idx="2"/>
          </p:nvPr>
        </p:nvSpPr>
        <p:spPr>
          <a:xfrm xmlns:a="http://schemas.openxmlformats.org/drawingml/2006/main">
            <a:off x="7392888" y="769938"/>
            <a:ext cx="5740360" cy="1724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49" b="0">
                <a:solidFill>
                  <a:schemeClr val="tx1"/>
                </a:solidFill>
                <a:latin typeface="+mn-lt"/>
                <a:ea typeface="+mn-lt"/>
                <a:cs typeface="+mn-lt"/>
              </a:defRPr>
            </a:defPPr>
            <a:lvl1pPr marL="92393" indent="-92392">
              <a:lnSpc>
                <a:spcPct val="110000"/>
              </a:lnSpc>
              <a:spcBef>
                <a:spcPts val="0"/>
              </a:spcBef>
              <a:spcAft>
                <a:spcPts val="485"/>
              </a:spcAft>
              <a:buChar char="•"/>
            </a:lvl1pPr>
            <a:lvl2pPr marL="215583" indent="-92392">
              <a:lnSpc>
                <a:spcPct val="110000"/>
              </a:lnSpc>
              <a:spcBef>
                <a:spcPts val="0"/>
              </a:spcBef>
              <a:spcAft>
                <a:spcPts val="485"/>
              </a:spcAft>
              <a:buChar char="•"/>
            </a:lvl2pPr>
            <a:lvl3pPr marL="338773" indent="-92392">
              <a:lnSpc>
                <a:spcPct val="110000"/>
              </a:lnSpc>
              <a:spcBef>
                <a:spcPts val="0"/>
              </a:spcBef>
              <a:spcAft>
                <a:spcPts val="485"/>
              </a:spcAft>
              <a:buChar char="•"/>
            </a:lvl3pPr>
            <a:lvl4pPr marL="461963" indent="-92392">
              <a:lnSpc>
                <a:spcPct val="110000"/>
              </a:lnSpc>
              <a:spcBef>
                <a:spcPts val="0"/>
              </a:spcBef>
              <a:spcAft>
                <a:spcPts val="485"/>
              </a:spcAft>
              <a:buChar char="•"/>
            </a:lvl4pPr>
            <a:lvl5pPr marL="585153" indent="-92392">
              <a:lnSpc>
                <a:spcPct val="110000"/>
              </a:lnSpc>
              <a:spcBef>
                <a:spcPts val="0"/>
              </a:spcBef>
              <a:spcAft>
                <a:spcPts val="485"/>
              </a:spcAft>
              <a:buChar char="•"/>
            </a:lvl5pPr>
            <a:lvl6pPr marL="708343" indent="-92392">
              <a:lnSpc>
                <a:spcPct val="110000"/>
              </a:lnSpc>
              <a:spcBef>
                <a:spcPts val="0"/>
              </a:spcBef>
              <a:spcAft>
                <a:spcPts val="485"/>
              </a:spcAft>
              <a:buChar char="•"/>
            </a:lvl6pPr>
            <a:lvl7pPr marL="831533" indent="-92392">
              <a:lnSpc>
                <a:spcPct val="110000"/>
              </a:lnSpc>
              <a:spcBef>
                <a:spcPts val="0"/>
              </a:spcBef>
              <a:spcAft>
                <a:spcPts val="485"/>
              </a:spcAft>
              <a:buChar char="•"/>
            </a:lvl7pPr>
            <a:lvl8pPr marL="954723" indent="-92392">
              <a:lnSpc>
                <a:spcPct val="110000"/>
              </a:lnSpc>
              <a:spcBef>
                <a:spcPts val="0"/>
              </a:spcBef>
              <a:spcAft>
                <a:spcPts val="485"/>
              </a:spcAft>
              <a:buChar char="•"/>
            </a:lvl8pPr>
            <a:lvl9pPr marL="1077913" indent="-92392">
              <a:lnSpc>
                <a:spcPct val="110000"/>
              </a:lnSpc>
              <a:spcBef>
                <a:spcPts val="0"/>
              </a:spcBef>
              <a:spcAft>
                <a:spcPts val="48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A0E6C-3FB6-4983-9449-A25E569E2379}"/>
              </a:ext>
            </a:extLst>
          </p:cNvPr>
          <p:cNvSpPr>
            <a:spLocks xmlns:a="http://schemas.openxmlformats.org/drawingml/2006/main" noGrp="1"/>
          </p:cNvSpPr>
          <p:nvPr>
            <p:ph type="title" idx="0"/>
          </p:nvPr>
        </p:nvSpPr>
        <p:spPr>
          <a:xfrm xmlns:a="http://schemas.openxmlformats.org/drawingml/2006/main">
            <a:off x="782776" y="215583"/>
            <a:ext cx="12350472" cy="3387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1A45C9-D0EF-44C4-9F5F-42348106CE27}"/>
              </a:ext>
            </a:extLst>
          </p:cNvPr>
          <p:cNvSpPr>
            <a:spLocks xmlns:a="http://schemas.openxmlformats.org/drawingml/2006/main" noGrp="1"/>
          </p:cNvSpPr>
          <p:nvPr>
            <p:ph type="body" idx="1"/>
          </p:nvPr>
        </p:nvSpPr>
        <p:spPr>
          <a:xfrm xmlns:a="http://schemas.openxmlformats.org/drawingml/2006/main">
            <a:off x="782776" y="769938"/>
            <a:ext cx="5740360" cy="17246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09" b="0">
                <a:solidFill>
                  <a:schemeClr val="tx1"/>
                </a:solidFill>
                <a:latin typeface="+mn-lt"/>
                <a:ea typeface="+mn-lt"/>
                <a:cs typeface="+mn-lt"/>
              </a:defRPr>
            </a:defPPr>
            <a:lvl1pPr marL="92393" indent="-92392">
              <a:lnSpc>
                <a:spcPct val="110000"/>
              </a:lnSpc>
              <a:spcBef>
                <a:spcPts val="0"/>
              </a:spcBef>
              <a:spcAft>
                <a:spcPts val="485"/>
              </a:spcAft>
              <a:buChar char="•"/>
            </a:lvl1pPr>
            <a:lvl2pPr marL="215583" indent="-92392">
              <a:lnSpc>
                <a:spcPct val="110000"/>
              </a:lnSpc>
              <a:spcBef>
                <a:spcPts val="0"/>
              </a:spcBef>
              <a:spcAft>
                <a:spcPts val="485"/>
              </a:spcAft>
              <a:buChar char="•"/>
            </a:lvl2pPr>
            <a:lvl3pPr marL="338773" indent="-92392">
              <a:lnSpc>
                <a:spcPct val="110000"/>
              </a:lnSpc>
              <a:spcBef>
                <a:spcPts val="0"/>
              </a:spcBef>
              <a:spcAft>
                <a:spcPts val="485"/>
              </a:spcAft>
              <a:buChar char="•"/>
            </a:lvl3pPr>
            <a:lvl4pPr marL="461963" indent="-92392">
              <a:lnSpc>
                <a:spcPct val="110000"/>
              </a:lnSpc>
              <a:spcBef>
                <a:spcPts val="0"/>
              </a:spcBef>
              <a:spcAft>
                <a:spcPts val="485"/>
              </a:spcAft>
              <a:buChar char="•"/>
            </a:lvl4pPr>
            <a:lvl5pPr marL="585153" indent="-92392">
              <a:lnSpc>
                <a:spcPct val="110000"/>
              </a:lnSpc>
              <a:spcBef>
                <a:spcPts val="0"/>
              </a:spcBef>
              <a:spcAft>
                <a:spcPts val="485"/>
              </a:spcAft>
              <a:buChar char="•"/>
            </a:lvl5pPr>
            <a:lvl6pPr marL="708343" indent="-92392">
              <a:lnSpc>
                <a:spcPct val="110000"/>
              </a:lnSpc>
              <a:spcBef>
                <a:spcPts val="0"/>
              </a:spcBef>
              <a:spcAft>
                <a:spcPts val="485"/>
              </a:spcAft>
              <a:buChar char="•"/>
            </a:lvl6pPr>
            <a:lvl7pPr marL="831533" indent="-92392">
              <a:lnSpc>
                <a:spcPct val="110000"/>
              </a:lnSpc>
              <a:spcBef>
                <a:spcPts val="0"/>
              </a:spcBef>
              <a:spcAft>
                <a:spcPts val="485"/>
              </a:spcAft>
              <a:buChar char="•"/>
            </a:lvl7pPr>
            <a:lvl8pPr marL="954723" indent="-92392">
              <a:lnSpc>
                <a:spcPct val="110000"/>
              </a:lnSpc>
              <a:spcBef>
                <a:spcPts val="0"/>
              </a:spcBef>
              <a:spcAft>
                <a:spcPts val="485"/>
              </a:spcAft>
              <a:buChar char="•"/>
            </a:lvl8pPr>
            <a:lvl9pPr marL="1077913" indent="-92392">
              <a:lnSpc>
                <a:spcPct val="110000"/>
              </a:lnSpc>
              <a:spcBef>
                <a:spcPts val="0"/>
              </a:spcBef>
              <a:spcAft>
                <a:spcPts val="48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8bb3924d154975" /><Relationship Type="http://schemas.openxmlformats.org/officeDocument/2006/relationships/slideLayout" Target="/ppt/slideLayouts/slideLayout1.xml" Id="Re3d4d44c908e4d22" /><Relationship Type="http://schemas.openxmlformats.org/officeDocument/2006/relationships/slideLayout" Target="/ppt/slideLayouts/slideLayout2.xml" Id="R73ae48c0fbc249e3" /><Relationship Type="http://schemas.openxmlformats.org/officeDocument/2006/relationships/slideLayout" Target="/ppt/slideLayouts/slideLayout3.xml" Id="R8c5174096d12472b" /><Relationship Type="http://schemas.openxmlformats.org/officeDocument/2006/relationships/slideLayout" Target="/ppt/slideLayouts/slideLayout4.xml" Id="R476efb652762472d" /><Relationship Type="http://schemas.openxmlformats.org/officeDocument/2006/relationships/slideLayout" Target="/ppt/slideLayouts/slideLayout5.xml" Id="R9808e122b4a64199" /><Relationship Type="http://schemas.openxmlformats.org/officeDocument/2006/relationships/slideLayout" Target="/ppt/slideLayouts/slideLayout6.xml" Id="R13cd0240999e4a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d4d44c908e4d22"/>
    <p:sldLayoutId xmlns:r="http://schemas.openxmlformats.org/officeDocument/2006/relationships" id="2147483650" r:id="R73ae48c0fbc249e3"/>
    <p:sldLayoutId xmlns:r="http://schemas.openxmlformats.org/officeDocument/2006/relationships" id="2147483651" r:id="R8c5174096d12472b"/>
    <p:sldLayoutId xmlns:r="http://schemas.openxmlformats.org/officeDocument/2006/relationships" id="2147483652" r:id="R476efb652762472d"/>
    <p:sldLayoutId xmlns:r="http://schemas.openxmlformats.org/officeDocument/2006/relationships" id="2147483653" r:id="R9808e122b4a64199"/>
    <p:sldLayoutId xmlns:r="http://schemas.openxmlformats.org/officeDocument/2006/relationships" id="2147483654" r:id="R13cd0240999e4a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0dd0b7b3ab4149" /><Relationship Type="http://schemas.openxmlformats.org/officeDocument/2006/relationships/image" Target="/ppt/media/image.png" Id="Rcdbab57f2ccd4700" /><Relationship Type="http://schemas.openxmlformats.org/officeDocument/2006/relationships/image" Target="/ppt/media/image2.png" Id="R0ec58ca673b444dc" /><Relationship Type="http://schemas.openxmlformats.org/officeDocument/2006/relationships/image" Target="/ppt/media/image3.png" Id="R87d6b31b6b9d48a2" /><Relationship Type="http://schemas.openxmlformats.org/officeDocument/2006/relationships/image" Target="/ppt/media/image4.png" Id="R85674fe496294c71" /><Relationship Type="http://schemas.openxmlformats.org/officeDocument/2006/relationships/image" Target="/ppt/media/image5.png" Id="Rf872013c53b34557" /><Relationship Type="http://schemas.openxmlformats.org/officeDocument/2006/relationships/image" Target="/ppt/media/image6.png" Id="R01e4a7033b924992" /><Relationship Type="http://schemas.openxmlformats.org/officeDocument/2006/relationships/image" Target="/ppt/media/image7.png" Id="R34aa9f8e2fb64bcf" /><Relationship Type="http://schemas.openxmlformats.org/officeDocument/2006/relationships/image" Target="/ppt/media/image8.png" Id="Rbd78d8d4675a40fe" /><Relationship Type="http://schemas.openxmlformats.org/officeDocument/2006/relationships/image" Target="/ppt/media/image9.png" Id="R1a77a1a2e56247dc" /><Relationship Type="http://schemas.openxmlformats.org/officeDocument/2006/relationships/image" Target="/ppt/media/image10.png" Id="R88452c64e9ac479d" /><Relationship Type="http://schemas.openxmlformats.org/officeDocument/2006/relationships/image" Target="/ppt/media/image11.png" Id="Rac76d5dc6cd34bee" /><Relationship Type="http://schemas.openxmlformats.org/officeDocument/2006/relationships/image" Target="/ppt/media/image12.png" Id="Re8005f4223034332" /><Relationship Type="http://schemas.openxmlformats.org/officeDocument/2006/relationships/image" Target="/ppt/media/image13.png" Id="R45661567b5014cea" /><Relationship Type="http://schemas.openxmlformats.org/officeDocument/2006/relationships/image" Target="/ppt/media/image14.png" Id="R604713cc33b44996" /><Relationship Type="http://schemas.openxmlformats.org/officeDocument/2006/relationships/image" Target="/ppt/media/image15.png" Id="R685e8b4dc8a14483" /><Relationship Type="http://schemas.openxmlformats.org/officeDocument/2006/relationships/image" Target="/ppt/media/image16.png" Id="R4d3c6f5111b24d81" /><Relationship Type="http://schemas.openxmlformats.org/officeDocument/2006/relationships/image" Target="/ppt/media/image17.png" Id="R0adae2ca5363498b" /><Relationship Type="http://schemas.openxmlformats.org/officeDocument/2006/relationships/image" Target="/ppt/media/image18.png" Id="Rc91b9aab74214145" /><Relationship Type="http://schemas.openxmlformats.org/officeDocument/2006/relationships/image" Target="/ppt/media/image19.png" Id="R45a45ae384034b04" /><Relationship Type="http://schemas.openxmlformats.org/officeDocument/2006/relationships/image" Target="/ppt/media/image20.png" Id="Rcf2f1bd29d854402" /><Relationship Type="http://schemas.openxmlformats.org/officeDocument/2006/relationships/image" Target="/ppt/media/image21.png" Id="Rd936688cb98541f0" /><Relationship Type="http://schemas.openxmlformats.org/officeDocument/2006/relationships/image" Target="/ppt/media/image22.png" Id="R7e5cc932740c409f" /><Relationship Type="http://schemas.openxmlformats.org/officeDocument/2006/relationships/image" Target="/ppt/media/image23.png" Id="R1f44f2d5c17f4369" /><Relationship Type="http://schemas.openxmlformats.org/officeDocument/2006/relationships/image" Target="/ppt/media/image24.png" Id="R61be47ee23bd4b19" /><Relationship Type="http://schemas.openxmlformats.org/officeDocument/2006/relationships/image" Target="/ppt/media/image25.png" Id="R4ca6cd6a17d549bb" /><Relationship Type="http://schemas.openxmlformats.org/officeDocument/2006/relationships/image" Target="/ppt/media/image26.png" Id="R451b24c8eb414cc2" /><Relationship Type="http://schemas.openxmlformats.org/officeDocument/2006/relationships/image" Target="/ppt/media/image27.png" Id="R03b893bfa96f4628" /><Relationship Type="http://schemas.openxmlformats.org/officeDocument/2006/relationships/image" Target="/ppt/media/image28.png" Id="R472914c207e44758" /><Relationship Type="http://schemas.openxmlformats.org/officeDocument/2006/relationships/image" Target="/ppt/media/image29.png" Id="R395234ed0ae44c01" /><Relationship Type="http://schemas.openxmlformats.org/officeDocument/2006/relationships/image" Target="/ppt/media/image30.png" Id="Rde9490bfafbf4ce3" /><Relationship Type="http://schemas.openxmlformats.org/officeDocument/2006/relationships/image" Target="/ppt/media/image31.png" Id="Rd48808a7958b4531" /><Relationship Type="http://schemas.openxmlformats.org/officeDocument/2006/relationships/image" Target="/ppt/media/image32.png" Id="Rf932b5e1d6dc47cc" /><Relationship Type="http://schemas.openxmlformats.org/officeDocument/2006/relationships/image" Target="/ppt/media/image33.png" Id="R415a938ccdfc4d8d" /><Relationship Type="http://schemas.openxmlformats.org/officeDocument/2006/relationships/image" Target="/ppt/media/image34.png" Id="Rbfaf918209434c32" /><Relationship Type="http://schemas.openxmlformats.org/officeDocument/2006/relationships/image" Target="/ppt/media/image35.png" Id="R8d1341a690c146cc" /><Relationship Type="http://schemas.openxmlformats.org/officeDocument/2006/relationships/image" Target="/ppt/media/image36.png" Id="R72c7377452784e9f" /><Relationship Type="http://schemas.openxmlformats.org/officeDocument/2006/relationships/image" Target="/ppt/media/image37.png" Id="Radb907f8321f488d" /><Relationship Type="http://schemas.openxmlformats.org/officeDocument/2006/relationships/image" Target="/ppt/media/image38.png" Id="Rf8243daa15454f77" /><Relationship Type="http://schemas.openxmlformats.org/officeDocument/2006/relationships/image" Target="/ppt/media/image39.png" Id="R2cf4ec34c8b24042" /><Relationship Type="http://schemas.openxmlformats.org/officeDocument/2006/relationships/image" Target="/ppt/media/image40.png" Id="R24175cc4601a47ec" /><Relationship Type="http://schemas.openxmlformats.org/officeDocument/2006/relationships/image" Target="/ppt/media/image41.png" Id="R2a4ab67abb544f3b" /><Relationship Type="http://schemas.openxmlformats.org/officeDocument/2006/relationships/image" Target="/ppt/media/image42.png" Id="R220524824526481c" /><Relationship Type="http://schemas.openxmlformats.org/officeDocument/2006/relationships/image" Target="/ppt/media/image43.png" Id="R9526030813fc4215" /><Relationship Type="http://schemas.openxmlformats.org/officeDocument/2006/relationships/image" Target="/ppt/media/image44.png" Id="R57ae4bf3bca54e9c" /><Relationship Type="http://schemas.openxmlformats.org/officeDocument/2006/relationships/image" Target="/ppt/media/image45.png" Id="Rcbc5d13670374d27" /><Relationship Type="http://schemas.openxmlformats.org/officeDocument/2006/relationships/image" Target="/ppt/media/image46.png" Id="Re9dd8d1db49e4bca" /><Relationship Type="http://schemas.openxmlformats.org/officeDocument/2006/relationships/image" Target="/ppt/media/image47.png" Id="R39e89a8542304578" /><Relationship Type="http://schemas.openxmlformats.org/officeDocument/2006/relationships/image" Target="/ppt/media/image48.png" Id="R7819a21f52e4454a" /><Relationship Type="http://schemas.openxmlformats.org/officeDocument/2006/relationships/image" Target="/ppt/media/image49.png" Id="Rb7c69dc28d154001" /><Relationship Type="http://schemas.openxmlformats.org/officeDocument/2006/relationships/image" Target="/ppt/media/image50.png" Id="R494b22761f6545a2" /><Relationship Type="http://schemas.openxmlformats.org/officeDocument/2006/relationships/image" Target="/ppt/media/image51.png" Id="R1b0e555c375d48c9" /><Relationship Type="http://schemas.openxmlformats.org/officeDocument/2006/relationships/image" Target="/ppt/media/image52.png" Id="R48842f4a4d474f2a" /><Relationship Type="http://schemas.openxmlformats.org/officeDocument/2006/relationships/image" Target="/ppt/media/image53.png" Id="R15e5354284794b14" /><Relationship Type="http://schemas.openxmlformats.org/officeDocument/2006/relationships/image" Target="/ppt/media/image54.png" Id="R6da853b4935a464b" /><Relationship Type="http://schemas.openxmlformats.org/officeDocument/2006/relationships/image" Target="/ppt/media/image55.png" Id="Re4a076a2fa7d420a" /><Relationship Type="http://schemas.openxmlformats.org/officeDocument/2006/relationships/image" Target="/ppt/media/image56.png" Id="Rf72163e6c5c84822" /><Relationship Type="http://schemas.openxmlformats.org/officeDocument/2006/relationships/image" Target="/ppt/media/image57.png" Id="R336cccf672e840b9" /><Relationship Type="http://schemas.openxmlformats.org/officeDocument/2006/relationships/image" Target="/ppt/media/image58.png" Id="Ra58b016c511b4960" /><Relationship Type="http://schemas.openxmlformats.org/officeDocument/2006/relationships/image" Target="/ppt/media/image59.png" Id="Rba6430c853eb4281" /><Relationship Type="http://schemas.openxmlformats.org/officeDocument/2006/relationships/image" Target="/ppt/media/image60.png" Id="Rbc38b0801e88455d" /><Relationship Type="http://schemas.openxmlformats.org/officeDocument/2006/relationships/image" Target="/ppt/media/image61.png" Id="Rafc14fc48eab4fbb" /><Relationship Type="http://schemas.openxmlformats.org/officeDocument/2006/relationships/image" Target="/ppt/media/image62.png" Id="Rd176e76b9413423c" /><Relationship Type="http://schemas.openxmlformats.org/officeDocument/2006/relationships/image" Target="/ppt/media/image63.png" Id="Re86bf47945a84620" /><Relationship Type="http://schemas.openxmlformats.org/officeDocument/2006/relationships/image" Target="/ppt/media/image64.png" Id="Rcf7016a2d9244ed2" /><Relationship Type="http://schemas.openxmlformats.org/officeDocument/2006/relationships/image" Target="/ppt/media/image65.png" Id="Rdd7afde41c9e46ba" /><Relationship Type="http://schemas.openxmlformats.org/officeDocument/2006/relationships/image" Target="/ppt/media/image66.png" Id="R699cd8edb4b84367" /><Relationship Type="http://schemas.openxmlformats.org/officeDocument/2006/relationships/image" Target="/ppt/media/image67.png" Id="R0dd72846b64a4ebe" /><Relationship Type="http://schemas.openxmlformats.org/officeDocument/2006/relationships/image" Target="/ppt/media/image68.png" Id="R194c2a00180e4a3e" /><Relationship Type="http://schemas.openxmlformats.org/officeDocument/2006/relationships/image" Target="/ppt/media/image69.png" Id="R4e97200a4ee14e16" /><Relationship Type="http://schemas.openxmlformats.org/officeDocument/2006/relationships/image" Target="/ppt/media/image70.png" Id="R462d9c1d14924f04" /><Relationship Type="http://schemas.openxmlformats.org/officeDocument/2006/relationships/notesSlide" Target="/ppt/notesSlides/notesSlide1.xml" Id="Rf11586975228494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 name="pdf-path-3">
            <a:extLst xmlns:a="http://schemas.openxmlformats.org/drawingml/2006/main">
              <a:ext uri="{FF2B5EF4-FFF2-40B4-BE49-F238E27FC236}">
                <a16:creationId xmlns:a16="http://schemas.microsoft.com/office/drawing/2014/main" id="{80B3400C-4A54-4FEE-8A97-03689BD60F92}"/>
              </a:ext>
            </a:extLst>
          </p:cNvPr>
          <p:cNvSpPr>
            <a:spLocks xmlns:a="http://schemas.openxmlformats.org/drawingml/2006/main" noGrp="1"/>
          </p:cNvSpPr>
          <p:nvPr/>
        </p:nvSpPr>
        <p:spPr>
          <a:xfrm xmlns:a="http://schemas.openxmlformats.org/drawingml/2006/main" rot="0">
            <a:off x="2693573" y="714535"/>
            <a:ext cx="5397" cy="1056129"/>
          </a:xfrm>
          <a:custGeom xmlns:a="http://schemas.openxmlformats.org/drawingml/2006/main">
            <a:pathLst>
              <a:path w="5397" h="1056129">
                <a:moveTo>
                  <a:pt x="0" y="1056129"/>
                </a:moveTo>
                <a:lnTo>
                  <a:pt x="5397" y="0"/>
                </a:lnTo>
              </a:path>
            </a:pathLst>
          </a:custGeom>
          <a:noFill xmlns:a="http://schemas.openxmlformats.org/drawingml/2006/main"/>
          <a:ln xmlns:a="http://schemas.openxmlformats.org/drawingml/2006/main" w="14203">
            <a:solidFill>
              <a:srgbClr val="A6A6A6"/>
            </a:solidFill>
            <a:prstDash val="dash"/>
          </a:ln>
        </p:spPr>
      </p:sp>
      <p:pic>
        <p:nvPicPr>
          <p:cNvPr id="2" name="">
            <a:extLst xmlns:a="http://schemas.openxmlformats.org/drawingml/2006/main">
              <a:ext uri="{FF2B5EF4-FFF2-40B4-BE49-F238E27FC236}">
                <a16:creationId xmlns:a16="http://schemas.microsoft.com/office/drawing/2014/main" id="{C48B5D1E-52F8-4625-BAAA-2FBC4B8F40FE}"/>
              </a:ext>
            </a:extLst>
          </p:cNvPr>
          <p:cNvPicPr>
            <a:picLocks xmlns:a="http://schemas.openxmlformats.org/drawingml/2006/main" noChangeAspect="1"/>
          </p:cNvPicPr>
          <p:nvPr/>
        </p:nvPicPr>
        <p:blipFill>
          <a:blip xmlns:r="http://schemas.openxmlformats.org/officeDocument/2006/relationships" xmlns:a="http://schemas.openxmlformats.org/drawingml/2006/main" r:embed="Rcdbab57f2ccd4700"/>
          <a:srcRect xmlns:a="http://schemas.openxmlformats.org/drawingml/2006/main" l="0" t="226" r="0" b="226"/>
          <a:stretch xmlns:a="http://schemas.openxmlformats.org/drawingml/2006/main">
            <a:fillRect l="0" t="0" r="0" b="0"/>
          </a:stretch>
        </p:blipFill>
        <p:spPr>
          <a:xfrm xmlns:a="http://schemas.openxmlformats.org/drawingml/2006/main">
            <a:off x="526870" y="676377"/>
            <a:ext cx="3599588" cy="966935"/>
          </a:xfrm>
          <a:prstGeom xmlns:a="http://schemas.openxmlformats.org/drawingml/2006/main" prst="rect">
            <a:avLst/>
          </a:prstGeom>
        </p:spPr>
      </p:pic>
      <p:sp>
        <p:nvSpPr>
          <p:cNvPr id="3" name="collie-source-component-0">
            <a:extLst xmlns:a="http://schemas.openxmlformats.org/drawingml/2006/main">
              <a:ext uri="{FF2B5EF4-FFF2-40B4-BE49-F238E27FC236}">
                <a16:creationId xmlns:a16="http://schemas.microsoft.com/office/drawing/2014/main" id="{1DABE3F5-F1DB-4A91-A5F0-A3826A7B6F65}"/>
              </a:ext>
            </a:extLst>
          </p:cNvPr>
          <p:cNvSpPr>
            <a:spLocks xmlns:a="http://schemas.openxmlformats.org/drawingml/2006/main" noGrp="1"/>
          </p:cNvSpPr>
          <p:nvPr/>
        </p:nvSpPr>
        <p:spPr>
          <a:xfrm xmlns:a="http://schemas.openxmlformats.org/drawingml/2006/main" rot="0">
            <a:off x="526870" y="676377"/>
            <a:ext cx="3599588" cy="966935"/>
          </a:xfrm>
          <a:prstGeom xmlns:a="http://schemas.openxmlformats.org/drawingml/2006/main" prst="rect">
            <a:avLst/>
          </a:prstGeom>
          <a:noFill xmlns:a="http://schemas.openxmlformats.org/drawingml/2006/main"/>
          <a:ln xmlns:a="http://schemas.openxmlformats.org/drawingml/2006/main" w="0">
            <a:noFill/>
          </a:ln>
        </p:spPr>
      </p:sp>
      <p:sp>
        <p:nvSpPr>
          <p:cNvPr id="4" name="pdf-path-5">
            <a:extLst xmlns:a="http://schemas.openxmlformats.org/drawingml/2006/main">
              <a:ext uri="{FF2B5EF4-FFF2-40B4-BE49-F238E27FC236}">
                <a16:creationId xmlns:a16="http://schemas.microsoft.com/office/drawing/2014/main" id="{6B5B3947-1046-4A23-838F-1FF9FF5DA5F8}"/>
              </a:ext>
            </a:extLst>
          </p:cNvPr>
          <p:cNvSpPr>
            <a:spLocks xmlns:a="http://schemas.openxmlformats.org/drawingml/2006/main" noGrp="1"/>
          </p:cNvSpPr>
          <p:nvPr/>
        </p:nvSpPr>
        <p:spPr>
          <a:xfrm xmlns:a="http://schemas.openxmlformats.org/drawingml/2006/main" rot="0">
            <a:off x="604324" y="713305"/>
            <a:ext cx="3407848" cy="856720"/>
          </a:xfrm>
          <a:custGeom xmlns:a="http://schemas.openxmlformats.org/drawingml/2006/main">
            <a:pathLst>
              <a:path w="3407848" h="856720">
                <a:moveTo>
                  <a:pt x="3407848" y="720751"/>
                </a:moveTo>
                <a:lnTo>
                  <a:pt x="2090858" y="0"/>
                </a:lnTo>
                <a:lnTo>
                  <a:pt x="0" y="135970"/>
                </a:lnTo>
                <a:lnTo>
                  <a:pt x="1316989" y="856720"/>
                </a:lnTo>
                <a:lnTo>
                  <a:pt x="3407848" y="720751"/>
                </a:lnTo>
              </a:path>
            </a:pathLst>
          </a:custGeom>
          <a:solidFill xmlns:a="http://schemas.openxmlformats.org/drawingml/2006/main">
            <a:srgbClr val="FFFFFF"/>
          </a:solidFill>
          <a:ln xmlns:a="http://schemas.openxmlformats.org/drawingml/2006/main" w="33140">
            <a:solidFill>
              <a:srgbClr val="7030A0">
                <a:alpha val="50000"/>
              </a:srgbClr>
            </a:solidFill>
            <a:prstDash val="solid"/>
          </a:ln>
        </p:spPr>
      </p:sp>
      <p:pic>
        <p:nvPicPr>
          <p:cNvPr id="5" name="">
            <a:extLst xmlns:a="http://schemas.openxmlformats.org/drawingml/2006/main">
              <a:ext uri="{FF2B5EF4-FFF2-40B4-BE49-F238E27FC236}">
                <a16:creationId xmlns:a16="http://schemas.microsoft.com/office/drawing/2014/main" id="{2A1CE338-429E-426E-BAC2-6EFC6F021AA8}"/>
              </a:ext>
            </a:extLst>
          </p:cNvPr>
          <p:cNvPicPr>
            <a:picLocks xmlns:a="http://schemas.openxmlformats.org/drawingml/2006/main" noChangeAspect="1"/>
          </p:cNvPicPr>
          <p:nvPr/>
        </p:nvPicPr>
        <p:blipFill>
          <a:blip xmlns:r="http://schemas.openxmlformats.org/officeDocument/2006/relationships" xmlns:a="http://schemas.openxmlformats.org/drawingml/2006/main" r:embed="R0ec58ca673b444dc"/>
          <a:srcRect xmlns:a="http://schemas.openxmlformats.org/drawingml/2006/main" l="300" t="0" r="300" b="0"/>
          <a:stretch xmlns:a="http://schemas.openxmlformats.org/drawingml/2006/main">
            <a:fillRect l="0" t="0" r="0" b="0"/>
          </a:stretch>
        </p:blipFill>
        <p:spPr>
          <a:xfrm xmlns:a="http://schemas.openxmlformats.org/drawingml/2006/main">
            <a:off x="554140" y="1747845"/>
            <a:ext cx="3539367" cy="947619"/>
          </a:xfrm>
          <a:prstGeom xmlns:a="http://schemas.openxmlformats.org/drawingml/2006/main" prst="rect">
            <a:avLst/>
          </a:prstGeom>
        </p:spPr>
      </p:pic>
      <p:sp>
        <p:nvSpPr>
          <p:cNvPr id="6" name="collie-source-component-1">
            <a:extLst xmlns:a="http://schemas.openxmlformats.org/drawingml/2006/main">
              <a:ext uri="{FF2B5EF4-FFF2-40B4-BE49-F238E27FC236}">
                <a16:creationId xmlns:a16="http://schemas.microsoft.com/office/drawing/2014/main" id="{BA1E2F49-1371-4568-92F1-D33BE2BB25D0}"/>
              </a:ext>
            </a:extLst>
          </p:cNvPr>
          <p:cNvSpPr>
            <a:spLocks xmlns:a="http://schemas.openxmlformats.org/drawingml/2006/main" noGrp="1"/>
          </p:cNvSpPr>
          <p:nvPr/>
        </p:nvSpPr>
        <p:spPr>
          <a:xfrm xmlns:a="http://schemas.openxmlformats.org/drawingml/2006/main" rot="0">
            <a:off x="554140" y="1747845"/>
            <a:ext cx="3539367" cy="947619"/>
          </a:xfrm>
          <a:prstGeom xmlns:a="http://schemas.openxmlformats.org/drawingml/2006/main" prst="rect">
            <a:avLst/>
          </a:prstGeom>
          <a:noFill xmlns:a="http://schemas.openxmlformats.org/drawingml/2006/main"/>
          <a:ln xmlns:a="http://schemas.openxmlformats.org/drawingml/2006/main" w="0">
            <a:noFill/>
          </a:ln>
        </p:spPr>
      </p:sp>
      <p:sp>
        <p:nvSpPr>
          <p:cNvPr id="7" name="pdf-path-8">
            <a:extLst xmlns:a="http://schemas.openxmlformats.org/drawingml/2006/main">
              <a:ext uri="{FF2B5EF4-FFF2-40B4-BE49-F238E27FC236}">
                <a16:creationId xmlns:a16="http://schemas.microsoft.com/office/drawing/2014/main" id="{1B247B85-70E2-44E2-A4A0-03052698E496}"/>
              </a:ext>
            </a:extLst>
          </p:cNvPr>
          <p:cNvSpPr>
            <a:spLocks xmlns:a="http://schemas.openxmlformats.org/drawingml/2006/main" noGrp="1"/>
          </p:cNvSpPr>
          <p:nvPr/>
        </p:nvSpPr>
        <p:spPr>
          <a:xfrm xmlns:a="http://schemas.openxmlformats.org/drawingml/2006/main" rot="0">
            <a:off x="598642" y="1774452"/>
            <a:ext cx="3413624" cy="857099"/>
          </a:xfrm>
          <a:custGeom xmlns:a="http://schemas.openxmlformats.org/drawingml/2006/main">
            <a:pathLst>
              <a:path w="3413624" h="857099">
                <a:moveTo>
                  <a:pt x="3413624" y="720751"/>
                </a:moveTo>
                <a:lnTo>
                  <a:pt x="2096635" y="0"/>
                </a:lnTo>
                <a:lnTo>
                  <a:pt x="0" y="136348"/>
                </a:lnTo>
                <a:lnTo>
                  <a:pt x="1316989" y="857099"/>
                </a:lnTo>
                <a:lnTo>
                  <a:pt x="3413624" y="720751"/>
                </a:lnTo>
              </a:path>
            </a:pathLst>
          </a:custGeom>
          <a:solidFill xmlns:a="http://schemas.openxmlformats.org/drawingml/2006/main">
            <a:srgbClr val="F2F2F2"/>
          </a:solidFill>
          <a:ln xmlns:a="http://schemas.openxmlformats.org/drawingml/2006/main" w="14203">
            <a:solidFill>
              <a:srgbClr val="000000"/>
            </a:solidFill>
            <a:prstDash val="solid"/>
          </a:ln>
        </p:spPr>
      </p:sp>
      <p:sp>
        <p:nvSpPr>
          <p:cNvPr id="8" name="pdf-path-10">
            <a:extLst xmlns:a="http://schemas.openxmlformats.org/drawingml/2006/main">
              <a:ext uri="{FF2B5EF4-FFF2-40B4-BE49-F238E27FC236}">
                <a16:creationId xmlns:a16="http://schemas.microsoft.com/office/drawing/2014/main" id="{0EBC5B40-00C2-4329-BA55-A9676C4FEFC9}"/>
              </a:ext>
            </a:extLst>
          </p:cNvPr>
          <p:cNvSpPr>
            <a:spLocks xmlns:a="http://schemas.openxmlformats.org/drawingml/2006/main" noGrp="1"/>
          </p:cNvSpPr>
          <p:nvPr/>
        </p:nvSpPr>
        <p:spPr>
          <a:xfrm xmlns:a="http://schemas.openxmlformats.org/drawingml/2006/main" rot="0">
            <a:off x="598642" y="849558"/>
            <a:ext cx="95" cy="1054141"/>
          </a:xfrm>
          <a:custGeom xmlns:a="http://schemas.openxmlformats.org/drawingml/2006/main">
            <a:pathLst>
              <a:path w="95" h="1054141">
                <a:moveTo>
                  <a:pt x="0" y="1054141"/>
                </a:moveTo>
                <a:lnTo>
                  <a:pt x="0" y="0"/>
                </a:lnTo>
              </a:path>
            </a:pathLst>
          </a:custGeom>
          <a:noFill xmlns:a="http://schemas.openxmlformats.org/drawingml/2006/main"/>
          <a:ln xmlns:a="http://schemas.openxmlformats.org/drawingml/2006/main" w="14203">
            <a:solidFill>
              <a:srgbClr val="A6A6A6"/>
            </a:solidFill>
            <a:prstDash val="dash"/>
          </a:ln>
        </p:spPr>
      </p:sp>
      <p:sp>
        <p:nvSpPr>
          <p:cNvPr id="9" name="pdf-path-11">
            <a:extLst xmlns:a="http://schemas.openxmlformats.org/drawingml/2006/main">
              <a:ext uri="{FF2B5EF4-FFF2-40B4-BE49-F238E27FC236}">
                <a16:creationId xmlns:a16="http://schemas.microsoft.com/office/drawing/2014/main" id="{E3604537-394F-45DB-9B94-7B3467653C74}"/>
              </a:ext>
            </a:extLst>
          </p:cNvPr>
          <p:cNvSpPr>
            <a:spLocks xmlns:a="http://schemas.openxmlformats.org/drawingml/2006/main" noGrp="1"/>
          </p:cNvSpPr>
          <p:nvPr/>
        </p:nvSpPr>
        <p:spPr>
          <a:xfrm xmlns:a="http://schemas.openxmlformats.org/drawingml/2006/main" rot="0">
            <a:off x="4012361" y="1452993"/>
            <a:ext cx="10983" cy="1041926"/>
          </a:xfrm>
          <a:custGeom xmlns:a="http://schemas.openxmlformats.org/drawingml/2006/main">
            <a:pathLst>
              <a:path w="10983" h="1041926">
                <a:moveTo>
                  <a:pt x="0" y="1041926"/>
                </a:moveTo>
                <a:lnTo>
                  <a:pt x="10983" y="0"/>
                </a:lnTo>
              </a:path>
            </a:pathLst>
          </a:custGeom>
          <a:noFill xmlns:a="http://schemas.openxmlformats.org/drawingml/2006/main"/>
          <a:ln xmlns:a="http://schemas.openxmlformats.org/drawingml/2006/main" w="14203">
            <a:solidFill>
              <a:srgbClr val="A6A6A6"/>
            </a:solidFill>
            <a:prstDash val="dash"/>
          </a:ln>
        </p:spPr>
      </p:sp>
      <p:pic>
        <p:nvPicPr>
          <p:cNvPr id="10" name="">
            <a:extLst xmlns:a="http://schemas.openxmlformats.org/drawingml/2006/main">
              <a:ext uri="{FF2B5EF4-FFF2-40B4-BE49-F238E27FC236}">
                <a16:creationId xmlns:a16="http://schemas.microsoft.com/office/drawing/2014/main" id="{1FE72DDF-69B0-4A73-93AC-C1FFAC66FCF1}"/>
              </a:ext>
            </a:extLst>
          </p:cNvPr>
          <p:cNvPicPr>
            <a:picLocks xmlns:a="http://schemas.openxmlformats.org/drawingml/2006/main" noChangeAspect="1"/>
          </p:cNvPicPr>
          <p:nvPr/>
        </p:nvPicPr>
        <p:blipFill>
          <a:blip xmlns:r="http://schemas.openxmlformats.org/officeDocument/2006/relationships" xmlns:a="http://schemas.openxmlformats.org/drawingml/2006/main" r:embed="R87d6b31b6b9d48a2"/>
          <a:srcRect xmlns:a="http://schemas.openxmlformats.org/drawingml/2006/main" l="286" t="0" r="286" b="0"/>
          <a:stretch xmlns:a="http://schemas.openxmlformats.org/drawingml/2006/main">
            <a:fillRect l="0" t="0" r="0" b="0"/>
          </a:stretch>
        </p:blipFill>
        <p:spPr>
          <a:xfrm xmlns:a="http://schemas.openxmlformats.org/drawingml/2006/main">
            <a:off x="963184" y="814998"/>
            <a:ext cx="539143" cy="932279"/>
          </a:xfrm>
          <a:prstGeom xmlns:a="http://schemas.openxmlformats.org/drawingml/2006/main" prst="rect">
            <a:avLst/>
          </a:prstGeom>
        </p:spPr>
      </p:pic>
      <p:sp>
        <p:nvSpPr>
          <p:cNvPr id="11" name="collie-source-component-2">
            <a:extLst xmlns:a="http://schemas.openxmlformats.org/drawingml/2006/main">
              <a:ext uri="{FF2B5EF4-FFF2-40B4-BE49-F238E27FC236}">
                <a16:creationId xmlns:a16="http://schemas.microsoft.com/office/drawing/2014/main" id="{E6831A12-CCE7-45F9-927B-D116D70A44C1}"/>
              </a:ext>
            </a:extLst>
          </p:cNvPr>
          <p:cNvSpPr>
            <a:spLocks xmlns:a="http://schemas.openxmlformats.org/drawingml/2006/main" noGrp="1"/>
          </p:cNvSpPr>
          <p:nvPr/>
        </p:nvSpPr>
        <p:spPr>
          <a:xfrm xmlns:a="http://schemas.openxmlformats.org/drawingml/2006/main" rot="0">
            <a:off x="963184" y="814998"/>
            <a:ext cx="539143" cy="932279"/>
          </a:xfrm>
          <a:prstGeom xmlns:a="http://schemas.openxmlformats.org/drawingml/2006/main" prst="rect">
            <a:avLst/>
          </a:prstGeom>
          <a:noFill xmlns:a="http://schemas.openxmlformats.org/drawingml/2006/main"/>
          <a:ln xmlns:a="http://schemas.openxmlformats.org/drawingml/2006/main" w="0">
            <a:noFill/>
          </a:ln>
        </p:spPr>
      </p:sp>
      <p:sp>
        <p:nvSpPr>
          <p:cNvPr id="12" name="pdf-path-13">
            <a:extLst xmlns:a="http://schemas.openxmlformats.org/drawingml/2006/main">
              <a:ext uri="{FF2B5EF4-FFF2-40B4-BE49-F238E27FC236}">
                <a16:creationId xmlns:a16="http://schemas.microsoft.com/office/drawing/2014/main" id="{3D266B50-42DF-4524-B418-D136EDC5E8CB}"/>
              </a:ext>
            </a:extLst>
          </p:cNvPr>
          <p:cNvSpPr>
            <a:spLocks xmlns:a="http://schemas.openxmlformats.org/drawingml/2006/main" noGrp="1"/>
          </p:cNvSpPr>
          <p:nvPr/>
        </p:nvSpPr>
        <p:spPr>
          <a:xfrm xmlns:a="http://schemas.openxmlformats.org/drawingml/2006/main" rot="0">
            <a:off x="1143940" y="1006832"/>
            <a:ext cx="310949" cy="693671"/>
          </a:xfrm>
          <a:custGeom xmlns:a="http://schemas.openxmlformats.org/drawingml/2006/main">
            <a:pathLst>
              <a:path w="310949" h="693671">
                <a:moveTo>
                  <a:pt x="284721" y="693671"/>
                </a:moveTo>
                <a:lnTo>
                  <a:pt x="251960" y="614986"/>
                </a:lnTo>
                <a:lnTo>
                  <a:pt x="278093" y="604097"/>
                </a:lnTo>
                <a:lnTo>
                  <a:pt x="310949" y="682687"/>
                </a:lnTo>
                <a:lnTo>
                  <a:pt x="284721" y="693671"/>
                </a:lnTo>
                <a:moveTo>
                  <a:pt x="240976" y="588758"/>
                </a:moveTo>
                <a:lnTo>
                  <a:pt x="208215" y="510169"/>
                </a:lnTo>
                <a:lnTo>
                  <a:pt x="234443" y="499185"/>
                </a:lnTo>
                <a:lnTo>
                  <a:pt x="267204" y="577869"/>
                </a:lnTo>
                <a:lnTo>
                  <a:pt x="240976" y="588758"/>
                </a:lnTo>
                <a:moveTo>
                  <a:pt x="197231" y="483941"/>
                </a:moveTo>
                <a:lnTo>
                  <a:pt x="164470" y="405257"/>
                </a:lnTo>
                <a:lnTo>
                  <a:pt x="190698" y="394368"/>
                </a:lnTo>
                <a:lnTo>
                  <a:pt x="223459" y="472957"/>
                </a:lnTo>
                <a:lnTo>
                  <a:pt x="197231" y="483941"/>
                </a:lnTo>
                <a:moveTo>
                  <a:pt x="153581" y="379029"/>
                </a:moveTo>
                <a:lnTo>
                  <a:pt x="120725" y="300344"/>
                </a:lnTo>
                <a:lnTo>
                  <a:pt x="146953" y="289455"/>
                </a:lnTo>
                <a:lnTo>
                  <a:pt x="179714" y="368139"/>
                </a:lnTo>
                <a:lnTo>
                  <a:pt x="153581" y="379029"/>
                </a:lnTo>
                <a:moveTo>
                  <a:pt x="109836" y="274116"/>
                </a:moveTo>
                <a:lnTo>
                  <a:pt x="76980" y="195527"/>
                </a:lnTo>
                <a:lnTo>
                  <a:pt x="103208" y="184544"/>
                </a:lnTo>
                <a:lnTo>
                  <a:pt x="136064" y="263228"/>
                </a:lnTo>
                <a:lnTo>
                  <a:pt x="109836" y="274116"/>
                </a:lnTo>
                <a:moveTo>
                  <a:pt x="66091" y="169299"/>
                </a:moveTo>
                <a:lnTo>
                  <a:pt x="33329" y="90615"/>
                </a:lnTo>
                <a:lnTo>
                  <a:pt x="59557" y="79726"/>
                </a:lnTo>
                <a:lnTo>
                  <a:pt x="92319" y="158315"/>
                </a:lnTo>
                <a:lnTo>
                  <a:pt x="66091" y="169299"/>
                </a:lnTo>
                <a:moveTo>
                  <a:pt x="43650" y="78684"/>
                </a:moveTo>
                <a:lnTo>
                  <a:pt x="0" y="158410"/>
                </a:lnTo>
                <a:lnTo>
                  <a:pt x="10889" y="0"/>
                </a:lnTo>
                <a:lnTo>
                  <a:pt x="131140" y="103776"/>
                </a:lnTo>
                <a:lnTo>
                  <a:pt x="43650" y="78684"/>
                </a:lnTo>
              </a:path>
            </a:pathLst>
          </a:custGeom>
          <a:solidFill xmlns:a="http://schemas.openxmlformats.org/drawingml/2006/main">
            <a:srgbClr val="4472C4"/>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16E10A45-4018-42E8-BF36-5A625C9883D2}"/>
              </a:ext>
            </a:extLst>
          </p:cNvPr>
          <p:cNvPicPr>
            <a:picLocks xmlns:a="http://schemas.openxmlformats.org/drawingml/2006/main" noChangeAspect="1"/>
          </p:cNvPicPr>
          <p:nvPr/>
        </p:nvPicPr>
        <p:blipFill>
          <a:blip xmlns:r="http://schemas.openxmlformats.org/officeDocument/2006/relationships" xmlns:a="http://schemas.openxmlformats.org/drawingml/2006/main" r:embed="R85674fe496294c71"/>
          <a:srcRect xmlns:a="http://schemas.openxmlformats.org/drawingml/2006/main" l="0" t="318" r="0" b="318"/>
          <a:stretch xmlns:a="http://schemas.openxmlformats.org/drawingml/2006/main">
            <a:fillRect l="0" t="0" r="0" b="0"/>
          </a:stretch>
        </p:blipFill>
        <p:spPr>
          <a:xfrm xmlns:a="http://schemas.openxmlformats.org/drawingml/2006/main">
            <a:off x="2140321" y="1177456"/>
            <a:ext cx="1135665" cy="891375"/>
          </a:xfrm>
          <a:prstGeom xmlns:a="http://schemas.openxmlformats.org/drawingml/2006/main" prst="rect">
            <a:avLst/>
          </a:prstGeom>
        </p:spPr>
      </p:pic>
      <p:sp>
        <p:nvSpPr>
          <p:cNvPr id="14" name="collie-source-component-3">
            <a:extLst xmlns:a="http://schemas.openxmlformats.org/drawingml/2006/main">
              <a:ext uri="{FF2B5EF4-FFF2-40B4-BE49-F238E27FC236}">
                <a16:creationId xmlns:a16="http://schemas.microsoft.com/office/drawing/2014/main" id="{577B612D-ACAE-4CCB-AAE4-9E8AC4BAA58A}"/>
              </a:ext>
            </a:extLst>
          </p:cNvPr>
          <p:cNvSpPr>
            <a:spLocks xmlns:a="http://schemas.openxmlformats.org/drawingml/2006/main" noGrp="1"/>
          </p:cNvSpPr>
          <p:nvPr/>
        </p:nvSpPr>
        <p:spPr>
          <a:xfrm xmlns:a="http://schemas.openxmlformats.org/drawingml/2006/main" rot="0">
            <a:off x="2140321" y="1177456"/>
            <a:ext cx="1135665" cy="891375"/>
          </a:xfrm>
          <a:prstGeom xmlns:a="http://schemas.openxmlformats.org/drawingml/2006/main" prst="rect">
            <a:avLst/>
          </a:prstGeom>
          <a:noFill xmlns:a="http://schemas.openxmlformats.org/drawingml/2006/main"/>
          <a:ln xmlns:a="http://schemas.openxmlformats.org/drawingml/2006/main" w="0">
            <a:noFill/>
          </a:ln>
        </p:spPr>
      </p:sp>
      <p:sp>
        <p:nvSpPr>
          <p:cNvPr id="15" name="pdf-path-15">
            <a:extLst xmlns:a="http://schemas.openxmlformats.org/drawingml/2006/main">
              <a:ext uri="{FF2B5EF4-FFF2-40B4-BE49-F238E27FC236}">
                <a16:creationId xmlns:a16="http://schemas.microsoft.com/office/drawing/2014/main" id="{AB9659FA-93B9-4E70-888A-8BC89EF2EE37}"/>
              </a:ext>
            </a:extLst>
          </p:cNvPr>
          <p:cNvSpPr>
            <a:spLocks xmlns:a="http://schemas.openxmlformats.org/drawingml/2006/main" noGrp="1"/>
          </p:cNvSpPr>
          <p:nvPr/>
        </p:nvSpPr>
        <p:spPr>
          <a:xfrm xmlns:a="http://schemas.openxmlformats.org/drawingml/2006/main" rot="0">
            <a:off x="2189559" y="1369764"/>
            <a:ext cx="896299" cy="652387"/>
          </a:xfrm>
          <a:custGeom xmlns:a="http://schemas.openxmlformats.org/drawingml/2006/main">
            <a:pathLst>
              <a:path w="896299" h="652387">
                <a:moveTo>
                  <a:pt x="16570" y="652387"/>
                </a:moveTo>
                <a:lnTo>
                  <a:pt x="85691" y="602583"/>
                </a:lnTo>
                <a:lnTo>
                  <a:pt x="69026" y="579479"/>
                </a:lnTo>
                <a:lnTo>
                  <a:pt x="0" y="629379"/>
                </a:lnTo>
                <a:lnTo>
                  <a:pt x="16570" y="652387"/>
                </a:lnTo>
                <a:moveTo>
                  <a:pt x="108700" y="585917"/>
                </a:moveTo>
                <a:lnTo>
                  <a:pt x="177820" y="536018"/>
                </a:lnTo>
                <a:lnTo>
                  <a:pt x="161250" y="513009"/>
                </a:lnTo>
                <a:lnTo>
                  <a:pt x="92130" y="562909"/>
                </a:lnTo>
                <a:lnTo>
                  <a:pt x="108700" y="585917"/>
                </a:lnTo>
                <a:moveTo>
                  <a:pt x="200829" y="519448"/>
                </a:moveTo>
                <a:lnTo>
                  <a:pt x="269950" y="469548"/>
                </a:lnTo>
                <a:lnTo>
                  <a:pt x="253380" y="446540"/>
                </a:lnTo>
                <a:lnTo>
                  <a:pt x="184259" y="496439"/>
                </a:lnTo>
                <a:lnTo>
                  <a:pt x="200829" y="519448"/>
                </a:lnTo>
                <a:moveTo>
                  <a:pt x="292959" y="452978"/>
                </a:moveTo>
                <a:lnTo>
                  <a:pt x="362080" y="403079"/>
                </a:lnTo>
                <a:lnTo>
                  <a:pt x="345510" y="380070"/>
                </a:lnTo>
                <a:lnTo>
                  <a:pt x="276389" y="429875"/>
                </a:lnTo>
                <a:lnTo>
                  <a:pt x="292959" y="452978"/>
                </a:lnTo>
                <a:moveTo>
                  <a:pt x="385088" y="386414"/>
                </a:moveTo>
                <a:lnTo>
                  <a:pt x="454209" y="336609"/>
                </a:lnTo>
                <a:lnTo>
                  <a:pt x="437639" y="313506"/>
                </a:lnTo>
                <a:lnTo>
                  <a:pt x="368518" y="363405"/>
                </a:lnTo>
                <a:lnTo>
                  <a:pt x="385088" y="386414"/>
                </a:lnTo>
                <a:moveTo>
                  <a:pt x="477218" y="319944"/>
                </a:moveTo>
                <a:lnTo>
                  <a:pt x="546339" y="270045"/>
                </a:lnTo>
                <a:lnTo>
                  <a:pt x="529769" y="247036"/>
                </a:lnTo>
                <a:lnTo>
                  <a:pt x="460648" y="296936"/>
                </a:lnTo>
                <a:lnTo>
                  <a:pt x="477218" y="319944"/>
                </a:lnTo>
                <a:moveTo>
                  <a:pt x="569347" y="253475"/>
                </a:moveTo>
                <a:lnTo>
                  <a:pt x="638468" y="203575"/>
                </a:lnTo>
                <a:lnTo>
                  <a:pt x="621898" y="180566"/>
                </a:lnTo>
                <a:lnTo>
                  <a:pt x="552777" y="230371"/>
                </a:lnTo>
                <a:lnTo>
                  <a:pt x="569347" y="253475"/>
                </a:lnTo>
                <a:moveTo>
                  <a:pt x="661572" y="186910"/>
                </a:moveTo>
                <a:lnTo>
                  <a:pt x="730598" y="137105"/>
                </a:lnTo>
                <a:lnTo>
                  <a:pt x="714028" y="114002"/>
                </a:lnTo>
                <a:lnTo>
                  <a:pt x="644907" y="163902"/>
                </a:lnTo>
                <a:lnTo>
                  <a:pt x="661572" y="186910"/>
                </a:lnTo>
                <a:moveTo>
                  <a:pt x="753701" y="120441"/>
                </a:moveTo>
                <a:lnTo>
                  <a:pt x="822728" y="70541"/>
                </a:lnTo>
                <a:lnTo>
                  <a:pt x="806158" y="47532"/>
                </a:lnTo>
                <a:lnTo>
                  <a:pt x="737037" y="97432"/>
                </a:lnTo>
                <a:lnTo>
                  <a:pt x="753701" y="120441"/>
                </a:lnTo>
                <a:moveTo>
                  <a:pt x="827178" y="49899"/>
                </a:moveTo>
                <a:lnTo>
                  <a:pt x="822728" y="140703"/>
                </a:lnTo>
                <a:lnTo>
                  <a:pt x="896299" y="0"/>
                </a:lnTo>
                <a:lnTo>
                  <a:pt x="739593" y="25565"/>
                </a:lnTo>
                <a:lnTo>
                  <a:pt x="827178" y="49899"/>
                </a:lnTo>
              </a:path>
            </a:pathLst>
          </a:custGeom>
          <a:solidFill xmlns:a="http://schemas.openxmlformats.org/drawingml/2006/main">
            <a:srgbClr val="C55A11"/>
          </a:solidFill>
          <a:ln xmlns:a="http://schemas.openxmlformats.org/drawingml/2006/main" w="0">
            <a:noFill/>
            <a:prstDash val="solid"/>
          </a:ln>
        </p:spPr>
      </p:sp>
      <p:pic>
        <p:nvPicPr>
          <p:cNvPr id="16" name="">
            <a:extLst xmlns:a="http://schemas.openxmlformats.org/drawingml/2006/main">
              <a:ext uri="{FF2B5EF4-FFF2-40B4-BE49-F238E27FC236}">
                <a16:creationId xmlns:a16="http://schemas.microsoft.com/office/drawing/2014/main" id="{4053BCB0-C6EF-423E-8154-01F2EDE5A71B}"/>
              </a:ext>
            </a:extLst>
          </p:cNvPr>
          <p:cNvPicPr>
            <a:picLocks xmlns:a="http://schemas.openxmlformats.org/drawingml/2006/main" noChangeAspect="1"/>
          </p:cNvPicPr>
          <p:nvPr/>
        </p:nvPicPr>
        <p:blipFill>
          <a:blip xmlns:r="http://schemas.openxmlformats.org/officeDocument/2006/relationships" xmlns:a="http://schemas.openxmlformats.org/drawingml/2006/main" r:embed="Rf872013c53b34557"/>
          <a:srcRect xmlns:a="http://schemas.openxmlformats.org/drawingml/2006/main" l="0" t="269" r="0" b="269"/>
          <a:stretch xmlns:a="http://schemas.openxmlformats.org/drawingml/2006/main">
            <a:fillRect l="0" t="0" r="0" b="0"/>
          </a:stretch>
        </p:blipFill>
        <p:spPr>
          <a:xfrm xmlns:a="http://schemas.openxmlformats.org/drawingml/2006/main">
            <a:off x="1597202" y="1084285"/>
            <a:ext cx="964094" cy="1053857"/>
          </a:xfrm>
          <a:prstGeom xmlns:a="http://schemas.openxmlformats.org/drawingml/2006/main" prst="rect">
            <a:avLst/>
          </a:prstGeom>
        </p:spPr>
      </p:pic>
      <p:sp>
        <p:nvSpPr>
          <p:cNvPr id="17" name="collie-source-component-4">
            <a:extLst xmlns:a="http://schemas.openxmlformats.org/drawingml/2006/main">
              <a:ext uri="{FF2B5EF4-FFF2-40B4-BE49-F238E27FC236}">
                <a16:creationId xmlns:a16="http://schemas.microsoft.com/office/drawing/2014/main" id="{09495136-0F56-4F7A-B895-4E5C65005162}"/>
              </a:ext>
            </a:extLst>
          </p:cNvPr>
          <p:cNvSpPr>
            <a:spLocks xmlns:a="http://schemas.openxmlformats.org/drawingml/2006/main" noGrp="1"/>
          </p:cNvSpPr>
          <p:nvPr/>
        </p:nvSpPr>
        <p:spPr>
          <a:xfrm xmlns:a="http://schemas.openxmlformats.org/drawingml/2006/main" rot="0">
            <a:off x="1597202" y="1084285"/>
            <a:ext cx="964094" cy="1053857"/>
          </a:xfrm>
          <a:prstGeom xmlns:a="http://schemas.openxmlformats.org/drawingml/2006/main" prst="rect">
            <a:avLst/>
          </a:prstGeom>
          <a:noFill xmlns:a="http://schemas.openxmlformats.org/drawingml/2006/main"/>
          <a:ln xmlns:a="http://schemas.openxmlformats.org/drawingml/2006/main" w="0">
            <a:noFill/>
          </a:ln>
        </p:spPr>
      </p:sp>
      <p:sp>
        <p:nvSpPr>
          <p:cNvPr id="18" name="pdf-path-17">
            <a:extLst xmlns:a="http://schemas.openxmlformats.org/drawingml/2006/main">
              <a:ext uri="{FF2B5EF4-FFF2-40B4-BE49-F238E27FC236}">
                <a16:creationId xmlns:a16="http://schemas.microsoft.com/office/drawing/2014/main" id="{2C7AFE3F-28C7-4692-9A1F-942384FDF76E}"/>
              </a:ext>
            </a:extLst>
          </p:cNvPr>
          <p:cNvSpPr>
            <a:spLocks xmlns:a="http://schemas.openxmlformats.org/drawingml/2006/main" noGrp="1"/>
          </p:cNvSpPr>
          <p:nvPr/>
        </p:nvSpPr>
        <p:spPr>
          <a:xfrm xmlns:a="http://schemas.openxmlformats.org/drawingml/2006/main" rot="0">
            <a:off x="1789226" y="1275930"/>
            <a:ext cx="725201" cy="815532"/>
          </a:xfrm>
          <a:custGeom xmlns:a="http://schemas.openxmlformats.org/drawingml/2006/main">
            <a:pathLst>
              <a:path w="725201" h="815532">
                <a:moveTo>
                  <a:pt x="703991" y="815532"/>
                </a:moveTo>
                <a:lnTo>
                  <a:pt x="647464" y="751808"/>
                </a:lnTo>
                <a:lnTo>
                  <a:pt x="668673" y="732965"/>
                </a:lnTo>
                <a:lnTo>
                  <a:pt x="725201" y="796689"/>
                </a:lnTo>
                <a:lnTo>
                  <a:pt x="703991" y="815532"/>
                </a:lnTo>
                <a:moveTo>
                  <a:pt x="628621" y="730503"/>
                </a:moveTo>
                <a:lnTo>
                  <a:pt x="572093" y="666780"/>
                </a:lnTo>
                <a:lnTo>
                  <a:pt x="593303" y="647937"/>
                </a:lnTo>
                <a:lnTo>
                  <a:pt x="649831" y="711661"/>
                </a:lnTo>
                <a:lnTo>
                  <a:pt x="628621" y="730503"/>
                </a:lnTo>
                <a:moveTo>
                  <a:pt x="553251" y="645475"/>
                </a:moveTo>
                <a:lnTo>
                  <a:pt x="496723" y="581751"/>
                </a:lnTo>
                <a:lnTo>
                  <a:pt x="517933" y="562909"/>
                </a:lnTo>
                <a:lnTo>
                  <a:pt x="574461" y="626633"/>
                </a:lnTo>
                <a:lnTo>
                  <a:pt x="553251" y="645475"/>
                </a:lnTo>
                <a:moveTo>
                  <a:pt x="477881" y="560542"/>
                </a:moveTo>
                <a:lnTo>
                  <a:pt x="421353" y="496723"/>
                </a:lnTo>
                <a:lnTo>
                  <a:pt x="442563" y="477881"/>
                </a:lnTo>
                <a:lnTo>
                  <a:pt x="499091" y="541699"/>
                </a:lnTo>
                <a:lnTo>
                  <a:pt x="477881" y="560542"/>
                </a:lnTo>
                <a:moveTo>
                  <a:pt x="402511" y="475514"/>
                </a:moveTo>
                <a:lnTo>
                  <a:pt x="345983" y="411695"/>
                </a:lnTo>
                <a:lnTo>
                  <a:pt x="367193" y="392853"/>
                </a:lnTo>
                <a:lnTo>
                  <a:pt x="423721" y="456671"/>
                </a:lnTo>
                <a:lnTo>
                  <a:pt x="402511" y="475514"/>
                </a:lnTo>
                <a:moveTo>
                  <a:pt x="327140" y="390485"/>
                </a:moveTo>
                <a:lnTo>
                  <a:pt x="270613" y="326667"/>
                </a:lnTo>
                <a:lnTo>
                  <a:pt x="291823" y="307824"/>
                </a:lnTo>
                <a:lnTo>
                  <a:pt x="348350" y="371643"/>
                </a:lnTo>
                <a:lnTo>
                  <a:pt x="327140" y="390485"/>
                </a:lnTo>
                <a:moveTo>
                  <a:pt x="251771" y="305457"/>
                </a:moveTo>
                <a:lnTo>
                  <a:pt x="195243" y="241639"/>
                </a:lnTo>
                <a:lnTo>
                  <a:pt x="216452" y="222796"/>
                </a:lnTo>
                <a:lnTo>
                  <a:pt x="272980" y="286615"/>
                </a:lnTo>
                <a:lnTo>
                  <a:pt x="251771" y="305457"/>
                </a:lnTo>
                <a:moveTo>
                  <a:pt x="176400" y="220429"/>
                </a:moveTo>
                <a:lnTo>
                  <a:pt x="119873" y="156611"/>
                </a:lnTo>
                <a:lnTo>
                  <a:pt x="141082" y="137768"/>
                </a:lnTo>
                <a:lnTo>
                  <a:pt x="197610" y="201587"/>
                </a:lnTo>
                <a:lnTo>
                  <a:pt x="176400" y="220429"/>
                </a:lnTo>
                <a:moveTo>
                  <a:pt x="101030" y="135401"/>
                </a:moveTo>
                <a:lnTo>
                  <a:pt x="45923" y="73192"/>
                </a:lnTo>
                <a:lnTo>
                  <a:pt x="67133" y="54350"/>
                </a:lnTo>
                <a:lnTo>
                  <a:pt x="122240" y="116559"/>
                </a:lnTo>
                <a:lnTo>
                  <a:pt x="101030" y="135401"/>
                </a:lnTo>
                <a:moveTo>
                  <a:pt x="56528" y="63818"/>
                </a:moveTo>
                <a:lnTo>
                  <a:pt x="41094" y="153391"/>
                </a:lnTo>
                <a:lnTo>
                  <a:pt x="0" y="0"/>
                </a:lnTo>
                <a:lnTo>
                  <a:pt x="147332" y="59179"/>
                </a:lnTo>
                <a:lnTo>
                  <a:pt x="56528" y="63818"/>
                </a:lnTo>
              </a:path>
            </a:pathLst>
          </a:custGeom>
          <a:solidFill xmlns:a="http://schemas.openxmlformats.org/drawingml/2006/main">
            <a:srgbClr val="4472C4"/>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52E6A541-D3BC-449B-A123-50A64BB4CDB0}"/>
              </a:ext>
            </a:extLst>
          </p:cNvPr>
          <p:cNvPicPr>
            <a:picLocks xmlns:a="http://schemas.openxmlformats.org/drawingml/2006/main" noChangeAspect="1"/>
          </p:cNvPicPr>
          <p:nvPr/>
        </p:nvPicPr>
        <p:blipFill>
          <a:blip xmlns:r="http://schemas.openxmlformats.org/officeDocument/2006/relationships" xmlns:a="http://schemas.openxmlformats.org/drawingml/2006/main" r:embed="R01e4a7033b924992"/>
          <a:srcRect xmlns:a="http://schemas.openxmlformats.org/drawingml/2006/main" l="154" t="0" r="154" b="0"/>
          <a:stretch xmlns:a="http://schemas.openxmlformats.org/drawingml/2006/main">
            <a:fillRect l="0" t="0" r="0" b="0"/>
          </a:stretch>
        </p:blipFill>
        <p:spPr>
          <a:xfrm xmlns:a="http://schemas.openxmlformats.org/drawingml/2006/main">
            <a:off x="3108392" y="1171775"/>
            <a:ext cx="588001" cy="1008407"/>
          </a:xfrm>
          <a:prstGeom xmlns:a="http://schemas.openxmlformats.org/drawingml/2006/main" prst="rect">
            <a:avLst/>
          </a:prstGeom>
        </p:spPr>
      </p:pic>
      <p:sp>
        <p:nvSpPr>
          <p:cNvPr id="20" name="collie-source-component-5">
            <a:extLst xmlns:a="http://schemas.openxmlformats.org/drawingml/2006/main">
              <a:ext uri="{FF2B5EF4-FFF2-40B4-BE49-F238E27FC236}">
                <a16:creationId xmlns:a16="http://schemas.microsoft.com/office/drawing/2014/main" id="{207DD49A-D826-47EC-9746-D57D3C08FC1E}"/>
              </a:ext>
            </a:extLst>
          </p:cNvPr>
          <p:cNvSpPr>
            <a:spLocks xmlns:a="http://schemas.openxmlformats.org/drawingml/2006/main" noGrp="1"/>
          </p:cNvSpPr>
          <p:nvPr/>
        </p:nvSpPr>
        <p:spPr>
          <a:xfrm xmlns:a="http://schemas.openxmlformats.org/drawingml/2006/main" rot="0">
            <a:off x="3108392" y="1171775"/>
            <a:ext cx="588001" cy="1008407"/>
          </a:xfrm>
          <a:prstGeom xmlns:a="http://schemas.openxmlformats.org/drawingml/2006/main" prst="rect">
            <a:avLst/>
          </a:prstGeom>
          <a:noFill xmlns:a="http://schemas.openxmlformats.org/drawingml/2006/main"/>
          <a:ln xmlns:a="http://schemas.openxmlformats.org/drawingml/2006/main" w="0">
            <a:noFill/>
          </a:ln>
        </p:spPr>
      </p:sp>
      <p:sp>
        <p:nvSpPr>
          <p:cNvPr id="21" name="pdf-path-19">
            <a:extLst xmlns:a="http://schemas.openxmlformats.org/drawingml/2006/main">
              <a:ext uri="{FF2B5EF4-FFF2-40B4-BE49-F238E27FC236}">
                <a16:creationId xmlns:a16="http://schemas.microsoft.com/office/drawing/2014/main" id="{8B387ACF-9936-4950-9E4F-8B3292B4BE01}"/>
              </a:ext>
            </a:extLst>
          </p:cNvPr>
          <p:cNvSpPr>
            <a:spLocks xmlns:a="http://schemas.openxmlformats.org/drawingml/2006/main" noGrp="1"/>
          </p:cNvSpPr>
          <p:nvPr/>
        </p:nvSpPr>
        <p:spPr>
          <a:xfrm xmlns:a="http://schemas.openxmlformats.org/drawingml/2006/main" rot="0">
            <a:off x="3157440" y="1363609"/>
            <a:ext cx="356778" cy="769893"/>
          </a:xfrm>
          <a:custGeom xmlns:a="http://schemas.openxmlformats.org/drawingml/2006/main">
            <a:pathLst>
              <a:path w="356778" h="769893">
                <a:moveTo>
                  <a:pt x="26039" y="769893"/>
                </a:moveTo>
                <a:lnTo>
                  <a:pt x="60315" y="691871"/>
                </a:lnTo>
                <a:lnTo>
                  <a:pt x="34371" y="680414"/>
                </a:lnTo>
                <a:lnTo>
                  <a:pt x="0" y="758436"/>
                </a:lnTo>
                <a:lnTo>
                  <a:pt x="26039" y="769893"/>
                </a:lnTo>
                <a:moveTo>
                  <a:pt x="71772" y="665832"/>
                </a:moveTo>
                <a:lnTo>
                  <a:pt x="106049" y="587811"/>
                </a:lnTo>
                <a:lnTo>
                  <a:pt x="80010" y="576449"/>
                </a:lnTo>
                <a:lnTo>
                  <a:pt x="45733" y="654376"/>
                </a:lnTo>
                <a:lnTo>
                  <a:pt x="71772" y="665832"/>
                </a:lnTo>
                <a:moveTo>
                  <a:pt x="117506" y="561867"/>
                </a:moveTo>
                <a:lnTo>
                  <a:pt x="151782" y="483846"/>
                </a:lnTo>
                <a:lnTo>
                  <a:pt x="125743" y="472389"/>
                </a:lnTo>
                <a:lnTo>
                  <a:pt x="91467" y="550410"/>
                </a:lnTo>
                <a:lnTo>
                  <a:pt x="117506" y="561867"/>
                </a:lnTo>
                <a:moveTo>
                  <a:pt x="163239" y="457807"/>
                </a:moveTo>
                <a:lnTo>
                  <a:pt x="197515" y="379786"/>
                </a:lnTo>
                <a:lnTo>
                  <a:pt x="171477" y="368423"/>
                </a:lnTo>
                <a:lnTo>
                  <a:pt x="137200" y="446350"/>
                </a:lnTo>
                <a:lnTo>
                  <a:pt x="163239" y="457807"/>
                </a:lnTo>
                <a:moveTo>
                  <a:pt x="208973" y="353841"/>
                </a:moveTo>
                <a:lnTo>
                  <a:pt x="243249" y="275821"/>
                </a:lnTo>
                <a:lnTo>
                  <a:pt x="217210" y="264364"/>
                </a:lnTo>
                <a:lnTo>
                  <a:pt x="182934" y="342385"/>
                </a:lnTo>
                <a:lnTo>
                  <a:pt x="208973" y="353841"/>
                </a:lnTo>
                <a:moveTo>
                  <a:pt x="254706" y="249782"/>
                </a:moveTo>
                <a:lnTo>
                  <a:pt x="288982" y="171760"/>
                </a:lnTo>
                <a:lnTo>
                  <a:pt x="262944" y="160304"/>
                </a:lnTo>
                <a:lnTo>
                  <a:pt x="228667" y="238325"/>
                </a:lnTo>
                <a:lnTo>
                  <a:pt x="254706" y="249782"/>
                </a:lnTo>
                <a:moveTo>
                  <a:pt x="300439" y="145816"/>
                </a:moveTo>
                <a:lnTo>
                  <a:pt x="327614" y="83797"/>
                </a:lnTo>
                <a:lnTo>
                  <a:pt x="301670" y="72340"/>
                </a:lnTo>
                <a:lnTo>
                  <a:pt x="274400" y="134359"/>
                </a:lnTo>
                <a:lnTo>
                  <a:pt x="300439" y="145816"/>
                </a:lnTo>
                <a:moveTo>
                  <a:pt x="314642" y="78021"/>
                </a:moveTo>
                <a:lnTo>
                  <a:pt x="356778" y="158599"/>
                </a:lnTo>
                <a:lnTo>
                  <a:pt x="348918" y="0"/>
                </a:lnTo>
                <a:lnTo>
                  <a:pt x="226774" y="101503"/>
                </a:lnTo>
                <a:lnTo>
                  <a:pt x="314642" y="78021"/>
                </a:lnTo>
              </a:path>
            </a:pathLst>
          </a:custGeom>
          <a:solidFill xmlns:a="http://schemas.openxmlformats.org/drawingml/2006/main">
            <a:srgbClr val="C55A11"/>
          </a:solidFill>
          <a:ln xmlns:a="http://schemas.openxmlformats.org/drawingml/2006/main" w="0">
            <a:noFill/>
            <a:prstDash val="solid"/>
          </a:ln>
        </p:spPr>
      </p:sp>
      <p:pic>
        <p:nvPicPr>
          <p:cNvPr id="22" name="">
            <a:extLst xmlns:a="http://schemas.openxmlformats.org/drawingml/2006/main">
              <a:ext uri="{FF2B5EF4-FFF2-40B4-BE49-F238E27FC236}">
                <a16:creationId xmlns:a16="http://schemas.microsoft.com/office/drawing/2014/main" id="{AEE858E3-2FE3-4ECD-A378-238E6F635AB5}"/>
              </a:ext>
            </a:extLst>
          </p:cNvPr>
          <p:cNvPicPr>
            <a:picLocks xmlns:a="http://schemas.openxmlformats.org/drawingml/2006/main" noChangeAspect="1"/>
          </p:cNvPicPr>
          <p:nvPr/>
        </p:nvPicPr>
        <p:blipFill>
          <a:blip xmlns:r="http://schemas.openxmlformats.org/officeDocument/2006/relationships" xmlns:a="http://schemas.openxmlformats.org/drawingml/2006/main" r:embed="R34aa9f8e2fb64bcf"/>
          <a:srcRect xmlns:a="http://schemas.openxmlformats.org/drawingml/2006/main" l="0" t="0" r="0" b="0"/>
          <a:stretch xmlns:a="http://schemas.openxmlformats.org/drawingml/2006/main">
            <a:fillRect l="0" t="0" r="0" b="0"/>
          </a:stretch>
        </p:blipFill>
        <p:spPr>
          <a:xfrm xmlns:a="http://schemas.openxmlformats.org/drawingml/2006/main">
            <a:off x="1371600" y="1028700"/>
            <a:ext cx="200025" cy="171450"/>
          </a:xfrm>
          <a:prstGeom xmlns:a="http://schemas.openxmlformats.org/drawingml/2006/main" prst="rect">
            <a:avLst/>
          </a:prstGeom>
        </p:spPr>
      </p:pic>
      <p:sp>
        <p:nvSpPr>
          <p:cNvPr id="23" name="collie-source-component-6">
            <a:extLst xmlns:a="http://schemas.openxmlformats.org/drawingml/2006/main">
              <a:ext uri="{FF2B5EF4-FFF2-40B4-BE49-F238E27FC236}">
                <a16:creationId xmlns:a16="http://schemas.microsoft.com/office/drawing/2014/main" id="{682AF350-140A-49D3-A1B7-ACD1055BCCAC}"/>
              </a:ext>
            </a:extLst>
          </p:cNvPr>
          <p:cNvSpPr>
            <a:spLocks xmlns:a="http://schemas.openxmlformats.org/drawingml/2006/main" noGrp="1"/>
          </p:cNvSpPr>
          <p:nvPr/>
        </p:nvSpPr>
        <p:spPr>
          <a:xfrm xmlns:a="http://schemas.openxmlformats.org/drawingml/2006/main" rot="0">
            <a:off x="1371600" y="10287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24" name="">
            <a:extLst xmlns:a="http://schemas.openxmlformats.org/drawingml/2006/main">
              <a:ext uri="{FF2B5EF4-FFF2-40B4-BE49-F238E27FC236}">
                <a16:creationId xmlns:a16="http://schemas.microsoft.com/office/drawing/2014/main" id="{8EAFA04B-599B-4410-A6BF-1BAB90D95ED2}"/>
              </a:ext>
            </a:extLst>
          </p:cNvPr>
          <p:cNvPicPr>
            <a:picLocks xmlns:a="http://schemas.openxmlformats.org/drawingml/2006/main" noChangeAspect="1"/>
          </p:cNvPicPr>
          <p:nvPr/>
        </p:nvPicPr>
        <p:blipFill>
          <a:blip xmlns:r="http://schemas.openxmlformats.org/officeDocument/2006/relationships" xmlns:a="http://schemas.openxmlformats.org/drawingml/2006/main" r:embed="Rbd78d8d4675a40fe"/>
          <a:srcRect xmlns:a="http://schemas.openxmlformats.org/drawingml/2006/main" l="0" t="0" r="0" b="0"/>
          <a:stretch xmlns:a="http://schemas.openxmlformats.org/drawingml/2006/main">
            <a:fillRect l="0" t="0" r="0" b="0"/>
          </a:stretch>
        </p:blipFill>
        <p:spPr>
          <a:xfrm xmlns:a="http://schemas.openxmlformats.org/drawingml/2006/main">
            <a:off x="1400175" y="828675"/>
            <a:ext cx="200025" cy="171450"/>
          </a:xfrm>
          <a:prstGeom xmlns:a="http://schemas.openxmlformats.org/drawingml/2006/main" prst="rect">
            <a:avLst/>
          </a:prstGeom>
        </p:spPr>
      </p:pic>
      <p:sp>
        <p:nvSpPr>
          <p:cNvPr id="25" name="collie-source-component-7">
            <a:extLst xmlns:a="http://schemas.openxmlformats.org/drawingml/2006/main">
              <a:ext uri="{FF2B5EF4-FFF2-40B4-BE49-F238E27FC236}">
                <a16:creationId xmlns:a16="http://schemas.microsoft.com/office/drawing/2014/main" id="{1A450FE7-4F82-45F3-B74F-0413CF3A85A9}"/>
              </a:ext>
            </a:extLst>
          </p:cNvPr>
          <p:cNvSpPr>
            <a:spLocks xmlns:a="http://schemas.openxmlformats.org/drawingml/2006/main" noGrp="1"/>
          </p:cNvSpPr>
          <p:nvPr/>
        </p:nvSpPr>
        <p:spPr>
          <a:xfrm xmlns:a="http://schemas.openxmlformats.org/drawingml/2006/main" rot="0">
            <a:off x="1400175" y="828675"/>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9A29EC72-7CE6-4534-8E0D-F256BB1F4E1A}"/>
              </a:ext>
            </a:extLst>
          </p:cNvPr>
          <p:cNvPicPr>
            <a:picLocks xmlns:a="http://schemas.openxmlformats.org/drawingml/2006/main" noChangeAspect="1"/>
          </p:cNvPicPr>
          <p:nvPr/>
        </p:nvPicPr>
        <p:blipFill>
          <a:blip xmlns:r="http://schemas.openxmlformats.org/officeDocument/2006/relationships" xmlns:a="http://schemas.openxmlformats.org/drawingml/2006/main" r:embed="R1a77a1a2e56247dc"/>
          <a:srcRect xmlns:a="http://schemas.openxmlformats.org/drawingml/2006/main" l="0" t="0" r="0" b="0"/>
          <a:stretch xmlns:a="http://schemas.openxmlformats.org/drawingml/2006/main">
            <a:fillRect l="0" t="0" r="0" b="0"/>
          </a:stretch>
        </p:blipFill>
        <p:spPr>
          <a:xfrm xmlns:a="http://schemas.openxmlformats.org/drawingml/2006/main">
            <a:off x="1057275" y="857250"/>
            <a:ext cx="200025" cy="171450"/>
          </a:xfrm>
          <a:prstGeom xmlns:a="http://schemas.openxmlformats.org/drawingml/2006/main" prst="rect">
            <a:avLst/>
          </a:prstGeom>
        </p:spPr>
      </p:pic>
      <p:sp>
        <p:nvSpPr>
          <p:cNvPr id="27" name="collie-source-component-8">
            <a:extLst xmlns:a="http://schemas.openxmlformats.org/drawingml/2006/main">
              <a:ext uri="{FF2B5EF4-FFF2-40B4-BE49-F238E27FC236}">
                <a16:creationId xmlns:a16="http://schemas.microsoft.com/office/drawing/2014/main" id="{AC527168-F02A-436E-A2AE-6AA88F335F22}"/>
              </a:ext>
            </a:extLst>
          </p:cNvPr>
          <p:cNvSpPr>
            <a:spLocks xmlns:a="http://schemas.openxmlformats.org/drawingml/2006/main" noGrp="1"/>
          </p:cNvSpPr>
          <p:nvPr/>
        </p:nvSpPr>
        <p:spPr>
          <a:xfrm xmlns:a="http://schemas.openxmlformats.org/drawingml/2006/main" rot="0">
            <a:off x="1057275" y="85725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A13CB368-D656-4BD0-9D92-88CD04DCA4FF}"/>
              </a:ext>
            </a:extLst>
          </p:cNvPr>
          <p:cNvPicPr>
            <a:picLocks xmlns:a="http://schemas.openxmlformats.org/drawingml/2006/main" noChangeAspect="1"/>
          </p:cNvPicPr>
          <p:nvPr/>
        </p:nvPicPr>
        <p:blipFill>
          <a:blip xmlns:r="http://schemas.openxmlformats.org/officeDocument/2006/relationships" xmlns:a="http://schemas.openxmlformats.org/drawingml/2006/main" r:embed="R88452c64e9ac479d"/>
          <a:srcRect xmlns:a="http://schemas.openxmlformats.org/drawingml/2006/main" l="0" t="0" r="0" b="0"/>
          <a:stretch xmlns:a="http://schemas.openxmlformats.org/drawingml/2006/main">
            <a:fillRect l="0" t="0" r="0" b="0"/>
          </a:stretch>
        </p:blipFill>
        <p:spPr>
          <a:xfrm xmlns:a="http://schemas.openxmlformats.org/drawingml/2006/main">
            <a:off x="1685925" y="828675"/>
            <a:ext cx="200025" cy="171450"/>
          </a:xfrm>
          <a:prstGeom xmlns:a="http://schemas.openxmlformats.org/drawingml/2006/main" prst="rect">
            <a:avLst/>
          </a:prstGeom>
        </p:spPr>
      </p:pic>
      <p:sp>
        <p:nvSpPr>
          <p:cNvPr id="29" name="collie-source-component-9">
            <a:extLst xmlns:a="http://schemas.openxmlformats.org/drawingml/2006/main">
              <a:ext uri="{FF2B5EF4-FFF2-40B4-BE49-F238E27FC236}">
                <a16:creationId xmlns:a16="http://schemas.microsoft.com/office/drawing/2014/main" id="{D6FE6603-FAEC-4C9B-8CC9-1D6AB63B127A}"/>
              </a:ext>
            </a:extLst>
          </p:cNvPr>
          <p:cNvSpPr>
            <a:spLocks xmlns:a="http://schemas.openxmlformats.org/drawingml/2006/main" noGrp="1"/>
          </p:cNvSpPr>
          <p:nvPr/>
        </p:nvSpPr>
        <p:spPr>
          <a:xfrm xmlns:a="http://schemas.openxmlformats.org/drawingml/2006/main" rot="0">
            <a:off x="1685925" y="828675"/>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2EC9C75A-4D6E-4D5E-9C36-E054F73019D7}"/>
              </a:ext>
            </a:extLst>
          </p:cNvPr>
          <p:cNvPicPr>
            <a:picLocks xmlns:a="http://schemas.openxmlformats.org/drawingml/2006/main" noChangeAspect="1"/>
          </p:cNvPicPr>
          <p:nvPr/>
        </p:nvPicPr>
        <p:blipFill>
          <a:blip xmlns:r="http://schemas.openxmlformats.org/officeDocument/2006/relationships" xmlns:a="http://schemas.openxmlformats.org/drawingml/2006/main" r:embed="Rac76d5dc6cd34bee"/>
          <a:srcRect xmlns:a="http://schemas.openxmlformats.org/drawingml/2006/main" l="0" t="0" r="0" b="0"/>
          <a:stretch xmlns:a="http://schemas.openxmlformats.org/drawingml/2006/main">
            <a:fillRect l="0" t="0" r="0" b="0"/>
          </a:stretch>
        </p:blipFill>
        <p:spPr>
          <a:xfrm xmlns:a="http://schemas.openxmlformats.org/drawingml/2006/main">
            <a:off x="2057400" y="800100"/>
            <a:ext cx="200025" cy="200025"/>
          </a:xfrm>
          <a:prstGeom xmlns:a="http://schemas.openxmlformats.org/drawingml/2006/main" prst="rect">
            <a:avLst/>
          </a:prstGeom>
        </p:spPr>
      </p:pic>
      <p:sp>
        <p:nvSpPr>
          <p:cNvPr id="31" name="collie-source-component-10">
            <a:extLst xmlns:a="http://schemas.openxmlformats.org/drawingml/2006/main">
              <a:ext uri="{FF2B5EF4-FFF2-40B4-BE49-F238E27FC236}">
                <a16:creationId xmlns:a16="http://schemas.microsoft.com/office/drawing/2014/main" id="{06AE4675-9F7A-4C5C-AB78-23CB87B58C98}"/>
              </a:ext>
            </a:extLst>
          </p:cNvPr>
          <p:cNvSpPr>
            <a:spLocks xmlns:a="http://schemas.openxmlformats.org/drawingml/2006/main" noGrp="1"/>
          </p:cNvSpPr>
          <p:nvPr/>
        </p:nvSpPr>
        <p:spPr>
          <a:xfrm xmlns:a="http://schemas.openxmlformats.org/drawingml/2006/main" rot="0">
            <a:off x="2057400" y="800100"/>
            <a:ext cx="200025" cy="200025"/>
          </a:xfrm>
          <a:prstGeom xmlns:a="http://schemas.openxmlformats.org/drawingml/2006/main" prst="rect">
            <a:avLst/>
          </a:prstGeom>
          <a:noFill xmlns:a="http://schemas.openxmlformats.org/drawingml/2006/main"/>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EC14C65B-4D05-4062-BBFF-FCA8AEE2EA26}"/>
              </a:ext>
            </a:extLst>
          </p:cNvPr>
          <p:cNvPicPr>
            <a:picLocks xmlns:a="http://schemas.openxmlformats.org/drawingml/2006/main" noChangeAspect="1"/>
          </p:cNvPicPr>
          <p:nvPr/>
        </p:nvPicPr>
        <p:blipFill>
          <a:blip xmlns:r="http://schemas.openxmlformats.org/officeDocument/2006/relationships" xmlns:a="http://schemas.openxmlformats.org/drawingml/2006/main" r:embed="Re8005f4223034332"/>
          <a:srcRect xmlns:a="http://schemas.openxmlformats.org/drawingml/2006/main" l="0" t="0" r="0" b="0"/>
          <a:stretch xmlns:a="http://schemas.openxmlformats.org/drawingml/2006/main">
            <a:fillRect l="0" t="0" r="0" b="0"/>
          </a:stretch>
        </p:blipFill>
        <p:spPr>
          <a:xfrm xmlns:a="http://schemas.openxmlformats.org/drawingml/2006/main">
            <a:off x="2371725" y="800100"/>
            <a:ext cx="200025" cy="171450"/>
          </a:xfrm>
          <a:prstGeom xmlns:a="http://schemas.openxmlformats.org/drawingml/2006/main" prst="rect">
            <a:avLst/>
          </a:prstGeom>
        </p:spPr>
      </p:pic>
      <p:sp>
        <p:nvSpPr>
          <p:cNvPr id="33" name="collie-source-component-11">
            <a:extLst xmlns:a="http://schemas.openxmlformats.org/drawingml/2006/main">
              <a:ext uri="{FF2B5EF4-FFF2-40B4-BE49-F238E27FC236}">
                <a16:creationId xmlns:a16="http://schemas.microsoft.com/office/drawing/2014/main" id="{B18FE4B0-40F2-405F-AA95-80A33E3F7FA7}"/>
              </a:ext>
            </a:extLst>
          </p:cNvPr>
          <p:cNvSpPr>
            <a:spLocks xmlns:a="http://schemas.openxmlformats.org/drawingml/2006/main" noGrp="1"/>
          </p:cNvSpPr>
          <p:nvPr/>
        </p:nvSpPr>
        <p:spPr>
          <a:xfrm xmlns:a="http://schemas.openxmlformats.org/drawingml/2006/main" rot="0">
            <a:off x="2371725" y="8001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7BBF06AE-F726-4F9C-BC18-0B3D89C27A96}"/>
              </a:ext>
            </a:extLst>
          </p:cNvPr>
          <p:cNvPicPr>
            <a:picLocks xmlns:a="http://schemas.openxmlformats.org/drawingml/2006/main" noChangeAspect="1"/>
          </p:cNvPicPr>
          <p:nvPr/>
        </p:nvPicPr>
        <p:blipFill>
          <a:blip xmlns:r="http://schemas.openxmlformats.org/officeDocument/2006/relationships" xmlns:a="http://schemas.openxmlformats.org/drawingml/2006/main" r:embed="R45661567b5014cea"/>
          <a:srcRect xmlns:a="http://schemas.openxmlformats.org/drawingml/2006/main" l="0" t="0" r="0" b="0"/>
          <a:stretch xmlns:a="http://schemas.openxmlformats.org/drawingml/2006/main">
            <a:fillRect l="0" t="0" r="0" b="0"/>
          </a:stretch>
        </p:blipFill>
        <p:spPr>
          <a:xfrm xmlns:a="http://schemas.openxmlformats.org/drawingml/2006/main">
            <a:off x="2657475" y="771525"/>
            <a:ext cx="200025" cy="200025"/>
          </a:xfrm>
          <a:prstGeom xmlns:a="http://schemas.openxmlformats.org/drawingml/2006/main" prst="rect">
            <a:avLst/>
          </a:prstGeom>
        </p:spPr>
      </p:pic>
      <p:sp>
        <p:nvSpPr>
          <p:cNvPr id="35" name="collie-source-component-12">
            <a:extLst xmlns:a="http://schemas.openxmlformats.org/drawingml/2006/main">
              <a:ext uri="{FF2B5EF4-FFF2-40B4-BE49-F238E27FC236}">
                <a16:creationId xmlns:a16="http://schemas.microsoft.com/office/drawing/2014/main" id="{2A860B6E-975D-49D2-B272-210FDEF807EC}"/>
              </a:ext>
            </a:extLst>
          </p:cNvPr>
          <p:cNvSpPr>
            <a:spLocks xmlns:a="http://schemas.openxmlformats.org/drawingml/2006/main" noGrp="1"/>
          </p:cNvSpPr>
          <p:nvPr/>
        </p:nvSpPr>
        <p:spPr>
          <a:xfrm xmlns:a="http://schemas.openxmlformats.org/drawingml/2006/main" rot="0">
            <a:off x="2657475" y="771525"/>
            <a:ext cx="200025" cy="200025"/>
          </a:xfrm>
          <a:prstGeom xmlns:a="http://schemas.openxmlformats.org/drawingml/2006/main" prst="rect">
            <a:avLst/>
          </a:prstGeom>
          <a:noFill xmlns:a="http://schemas.openxmlformats.org/drawingml/2006/main"/>
          <a:ln xmlns:a="http://schemas.openxmlformats.org/drawingml/2006/main" w="0">
            <a:noFill/>
          </a:ln>
        </p:spPr>
      </p:sp>
      <p:pic>
        <p:nvPicPr>
          <p:cNvPr id="36" name="">
            <a:extLst xmlns:a="http://schemas.openxmlformats.org/drawingml/2006/main">
              <a:ext uri="{FF2B5EF4-FFF2-40B4-BE49-F238E27FC236}">
                <a16:creationId xmlns:a16="http://schemas.microsoft.com/office/drawing/2014/main" id="{B98AA995-9DF0-43BB-B229-D412B2446BF0}"/>
              </a:ext>
            </a:extLst>
          </p:cNvPr>
          <p:cNvPicPr>
            <a:picLocks xmlns:a="http://schemas.openxmlformats.org/drawingml/2006/main" noChangeAspect="1"/>
          </p:cNvPicPr>
          <p:nvPr/>
        </p:nvPicPr>
        <p:blipFill>
          <a:blip xmlns:r="http://schemas.openxmlformats.org/officeDocument/2006/relationships" xmlns:a="http://schemas.openxmlformats.org/drawingml/2006/main" r:embed="R604713cc33b44996"/>
          <a:srcRect xmlns:a="http://schemas.openxmlformats.org/drawingml/2006/main" l="0" t="0" r="0" b="0"/>
          <a:stretch xmlns:a="http://schemas.openxmlformats.org/drawingml/2006/main">
            <a:fillRect l="0" t="0" r="0" b="0"/>
          </a:stretch>
        </p:blipFill>
        <p:spPr>
          <a:xfrm xmlns:a="http://schemas.openxmlformats.org/drawingml/2006/main">
            <a:off x="2971800" y="1000125"/>
            <a:ext cx="200025" cy="171450"/>
          </a:xfrm>
          <a:prstGeom xmlns:a="http://schemas.openxmlformats.org/drawingml/2006/main" prst="rect">
            <a:avLst/>
          </a:prstGeom>
        </p:spPr>
      </p:pic>
      <p:sp>
        <p:nvSpPr>
          <p:cNvPr id="37" name="collie-source-component-13">
            <a:extLst xmlns:a="http://schemas.openxmlformats.org/drawingml/2006/main">
              <a:ext uri="{FF2B5EF4-FFF2-40B4-BE49-F238E27FC236}">
                <a16:creationId xmlns:a16="http://schemas.microsoft.com/office/drawing/2014/main" id="{1B5AECDB-BF3C-4AD0-91CA-DE3F681A6011}"/>
              </a:ext>
            </a:extLst>
          </p:cNvPr>
          <p:cNvSpPr>
            <a:spLocks xmlns:a="http://schemas.openxmlformats.org/drawingml/2006/main" noGrp="1"/>
          </p:cNvSpPr>
          <p:nvPr/>
        </p:nvSpPr>
        <p:spPr>
          <a:xfrm xmlns:a="http://schemas.openxmlformats.org/drawingml/2006/main" rot="0">
            <a:off x="2971800" y="1000125"/>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785B16A2-8549-47F1-8D5D-0A390E17E15D}"/>
              </a:ext>
            </a:extLst>
          </p:cNvPr>
          <p:cNvPicPr>
            <a:picLocks xmlns:a="http://schemas.openxmlformats.org/drawingml/2006/main" noChangeAspect="1"/>
          </p:cNvPicPr>
          <p:nvPr/>
        </p:nvPicPr>
        <p:blipFill>
          <a:blip xmlns:r="http://schemas.openxmlformats.org/officeDocument/2006/relationships" xmlns:a="http://schemas.openxmlformats.org/drawingml/2006/main" r:embed="R685e8b4dc8a14483"/>
          <a:srcRect xmlns:a="http://schemas.openxmlformats.org/drawingml/2006/main" l="0" t="0" r="0" b="0"/>
          <a:stretch xmlns:a="http://schemas.openxmlformats.org/drawingml/2006/main">
            <a:fillRect l="0" t="0" r="0" b="0"/>
          </a:stretch>
        </p:blipFill>
        <p:spPr>
          <a:xfrm xmlns:a="http://schemas.openxmlformats.org/drawingml/2006/main">
            <a:off x="1628775" y="1143000"/>
            <a:ext cx="200025" cy="171450"/>
          </a:xfrm>
          <a:prstGeom xmlns:a="http://schemas.openxmlformats.org/drawingml/2006/main" prst="rect">
            <a:avLst/>
          </a:prstGeom>
        </p:spPr>
      </p:pic>
      <p:sp>
        <p:nvSpPr>
          <p:cNvPr id="39" name="collie-source-component-14">
            <a:extLst xmlns:a="http://schemas.openxmlformats.org/drawingml/2006/main">
              <a:ext uri="{FF2B5EF4-FFF2-40B4-BE49-F238E27FC236}">
                <a16:creationId xmlns:a16="http://schemas.microsoft.com/office/drawing/2014/main" id="{737DA4A9-C1A4-489B-AC1C-48FF85B60F85}"/>
              </a:ext>
            </a:extLst>
          </p:cNvPr>
          <p:cNvSpPr>
            <a:spLocks xmlns:a="http://schemas.openxmlformats.org/drawingml/2006/main" noGrp="1"/>
          </p:cNvSpPr>
          <p:nvPr/>
        </p:nvSpPr>
        <p:spPr>
          <a:xfrm xmlns:a="http://schemas.openxmlformats.org/drawingml/2006/main" rot="0">
            <a:off x="1628775" y="11430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40" name="">
            <a:extLst xmlns:a="http://schemas.openxmlformats.org/drawingml/2006/main">
              <a:ext uri="{FF2B5EF4-FFF2-40B4-BE49-F238E27FC236}">
                <a16:creationId xmlns:a16="http://schemas.microsoft.com/office/drawing/2014/main" id="{18F1EA65-9792-4868-B29C-0F6A67A4B24B}"/>
              </a:ext>
            </a:extLst>
          </p:cNvPr>
          <p:cNvPicPr>
            <a:picLocks xmlns:a="http://schemas.openxmlformats.org/drawingml/2006/main" noChangeAspect="1"/>
          </p:cNvPicPr>
          <p:nvPr/>
        </p:nvPicPr>
        <p:blipFill>
          <a:blip xmlns:r="http://schemas.openxmlformats.org/officeDocument/2006/relationships" xmlns:a="http://schemas.openxmlformats.org/drawingml/2006/main" r:embed="R4d3c6f5111b24d81"/>
          <a:srcRect xmlns:a="http://schemas.openxmlformats.org/drawingml/2006/main" l="0" t="0" r="0" b="0"/>
          <a:stretch xmlns:a="http://schemas.openxmlformats.org/drawingml/2006/main">
            <a:fillRect l="0" t="0" r="0" b="0"/>
          </a:stretch>
        </p:blipFill>
        <p:spPr>
          <a:xfrm xmlns:a="http://schemas.openxmlformats.org/drawingml/2006/main">
            <a:off x="2028825" y="1285875"/>
            <a:ext cx="200025" cy="200025"/>
          </a:xfrm>
          <a:prstGeom xmlns:a="http://schemas.openxmlformats.org/drawingml/2006/main" prst="rect">
            <a:avLst/>
          </a:prstGeom>
        </p:spPr>
      </p:pic>
      <p:sp>
        <p:nvSpPr>
          <p:cNvPr id="41" name="collie-source-component-15">
            <a:extLst xmlns:a="http://schemas.openxmlformats.org/drawingml/2006/main">
              <a:ext uri="{FF2B5EF4-FFF2-40B4-BE49-F238E27FC236}">
                <a16:creationId xmlns:a16="http://schemas.microsoft.com/office/drawing/2014/main" id="{B040FD23-BBDB-44C8-A96B-539C95A8AF4A}"/>
              </a:ext>
            </a:extLst>
          </p:cNvPr>
          <p:cNvSpPr>
            <a:spLocks xmlns:a="http://schemas.openxmlformats.org/drawingml/2006/main" noGrp="1"/>
          </p:cNvSpPr>
          <p:nvPr/>
        </p:nvSpPr>
        <p:spPr>
          <a:xfrm xmlns:a="http://schemas.openxmlformats.org/drawingml/2006/main" rot="0">
            <a:off x="2028825" y="1285875"/>
            <a:ext cx="200025" cy="200025"/>
          </a:xfrm>
          <a:prstGeom xmlns:a="http://schemas.openxmlformats.org/drawingml/2006/main" prst="rect">
            <a:avLst/>
          </a:prstGeom>
          <a:noFill xmlns:a="http://schemas.openxmlformats.org/drawingml/2006/main"/>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A56BCCFD-94ED-40A9-A697-4E5BF5B4CC99}"/>
              </a:ext>
            </a:extLst>
          </p:cNvPr>
          <p:cNvPicPr>
            <a:picLocks xmlns:a="http://schemas.openxmlformats.org/drawingml/2006/main" noChangeAspect="1"/>
          </p:cNvPicPr>
          <p:nvPr/>
        </p:nvPicPr>
        <p:blipFill>
          <a:blip xmlns:r="http://schemas.openxmlformats.org/officeDocument/2006/relationships" xmlns:a="http://schemas.openxmlformats.org/drawingml/2006/main" r:embed="R0adae2ca5363498b"/>
          <a:srcRect xmlns:a="http://schemas.openxmlformats.org/drawingml/2006/main" l="0" t="0" r="0" b="0"/>
          <a:stretch xmlns:a="http://schemas.openxmlformats.org/drawingml/2006/main">
            <a:fillRect l="0" t="0" r="0" b="0"/>
          </a:stretch>
        </p:blipFill>
        <p:spPr>
          <a:xfrm xmlns:a="http://schemas.openxmlformats.org/drawingml/2006/main">
            <a:off x="2228850" y="1028700"/>
            <a:ext cx="200025" cy="171450"/>
          </a:xfrm>
          <a:prstGeom xmlns:a="http://schemas.openxmlformats.org/drawingml/2006/main" prst="rect">
            <a:avLst/>
          </a:prstGeom>
        </p:spPr>
      </p:pic>
      <p:sp>
        <p:nvSpPr>
          <p:cNvPr id="43" name="collie-source-component-16">
            <a:extLst xmlns:a="http://schemas.openxmlformats.org/drawingml/2006/main">
              <a:ext uri="{FF2B5EF4-FFF2-40B4-BE49-F238E27FC236}">
                <a16:creationId xmlns:a16="http://schemas.microsoft.com/office/drawing/2014/main" id="{1808B5E5-1D50-4F22-9D40-C70D3C0411C1}"/>
              </a:ext>
            </a:extLst>
          </p:cNvPr>
          <p:cNvSpPr>
            <a:spLocks xmlns:a="http://schemas.openxmlformats.org/drawingml/2006/main" noGrp="1"/>
          </p:cNvSpPr>
          <p:nvPr/>
        </p:nvSpPr>
        <p:spPr>
          <a:xfrm xmlns:a="http://schemas.openxmlformats.org/drawingml/2006/main" rot="0">
            <a:off x="2228850" y="10287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44" name="">
            <a:extLst xmlns:a="http://schemas.openxmlformats.org/drawingml/2006/main">
              <a:ext uri="{FF2B5EF4-FFF2-40B4-BE49-F238E27FC236}">
                <a16:creationId xmlns:a16="http://schemas.microsoft.com/office/drawing/2014/main" id="{0DAC4EA5-9700-4DD4-9610-EB99EBDFE6A4}"/>
              </a:ext>
            </a:extLst>
          </p:cNvPr>
          <p:cNvPicPr>
            <a:picLocks xmlns:a="http://schemas.openxmlformats.org/drawingml/2006/main" noChangeAspect="1"/>
          </p:cNvPicPr>
          <p:nvPr/>
        </p:nvPicPr>
        <p:blipFill>
          <a:blip xmlns:r="http://schemas.openxmlformats.org/officeDocument/2006/relationships" xmlns:a="http://schemas.openxmlformats.org/drawingml/2006/main" r:embed="Rc91b9aab74214145"/>
          <a:srcRect xmlns:a="http://schemas.openxmlformats.org/drawingml/2006/main" l="0" t="0" r="0" b="0"/>
          <a:stretch xmlns:a="http://schemas.openxmlformats.org/drawingml/2006/main">
            <a:fillRect l="0" t="0" r="0" b="0"/>
          </a:stretch>
        </p:blipFill>
        <p:spPr>
          <a:xfrm xmlns:a="http://schemas.openxmlformats.org/drawingml/2006/main">
            <a:off x="1885950" y="1028700"/>
            <a:ext cx="200025" cy="200025"/>
          </a:xfrm>
          <a:prstGeom xmlns:a="http://schemas.openxmlformats.org/drawingml/2006/main" prst="rect">
            <a:avLst/>
          </a:prstGeom>
        </p:spPr>
      </p:pic>
      <p:sp>
        <p:nvSpPr>
          <p:cNvPr id="45" name="collie-source-component-17">
            <a:extLst xmlns:a="http://schemas.openxmlformats.org/drawingml/2006/main">
              <a:ext uri="{FF2B5EF4-FFF2-40B4-BE49-F238E27FC236}">
                <a16:creationId xmlns:a16="http://schemas.microsoft.com/office/drawing/2014/main" id="{5AF81F47-6D08-44B4-9882-7B709FBAD3EB}"/>
              </a:ext>
            </a:extLst>
          </p:cNvPr>
          <p:cNvSpPr>
            <a:spLocks xmlns:a="http://schemas.openxmlformats.org/drawingml/2006/main" noGrp="1"/>
          </p:cNvSpPr>
          <p:nvPr/>
        </p:nvSpPr>
        <p:spPr>
          <a:xfrm xmlns:a="http://schemas.openxmlformats.org/drawingml/2006/main" rot="0">
            <a:off x="1885950" y="1028700"/>
            <a:ext cx="200025" cy="200025"/>
          </a:xfrm>
          <a:prstGeom xmlns:a="http://schemas.openxmlformats.org/drawingml/2006/main" prst="rect">
            <a:avLst/>
          </a:prstGeom>
          <a:noFill xmlns:a="http://schemas.openxmlformats.org/drawingml/2006/main"/>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D3E0B110-D4A7-41C5-9881-76FFB9338EFA}"/>
              </a:ext>
            </a:extLst>
          </p:cNvPr>
          <p:cNvPicPr>
            <a:picLocks xmlns:a="http://schemas.openxmlformats.org/drawingml/2006/main" noChangeAspect="1"/>
          </p:cNvPicPr>
          <p:nvPr/>
        </p:nvPicPr>
        <p:blipFill>
          <a:blip xmlns:r="http://schemas.openxmlformats.org/officeDocument/2006/relationships" xmlns:a="http://schemas.openxmlformats.org/drawingml/2006/main" r:embed="R45a45ae384034b04"/>
          <a:srcRect xmlns:a="http://schemas.openxmlformats.org/drawingml/2006/main" l="0" t="0" r="0" b="0"/>
          <a:stretch xmlns:a="http://schemas.openxmlformats.org/drawingml/2006/main">
            <a:fillRect l="0" t="0" r="0" b="0"/>
          </a:stretch>
        </p:blipFill>
        <p:spPr>
          <a:xfrm xmlns:a="http://schemas.openxmlformats.org/drawingml/2006/main">
            <a:off x="2371725" y="1257300"/>
            <a:ext cx="200025" cy="171450"/>
          </a:xfrm>
          <a:prstGeom xmlns:a="http://schemas.openxmlformats.org/drawingml/2006/main" prst="rect">
            <a:avLst/>
          </a:prstGeom>
        </p:spPr>
      </p:pic>
      <p:sp>
        <p:nvSpPr>
          <p:cNvPr id="47" name="collie-source-component-18">
            <a:extLst xmlns:a="http://schemas.openxmlformats.org/drawingml/2006/main">
              <a:ext uri="{FF2B5EF4-FFF2-40B4-BE49-F238E27FC236}">
                <a16:creationId xmlns:a16="http://schemas.microsoft.com/office/drawing/2014/main" id="{8D402A9A-ABAE-4D55-99AE-826A03985DC3}"/>
              </a:ext>
            </a:extLst>
          </p:cNvPr>
          <p:cNvSpPr>
            <a:spLocks xmlns:a="http://schemas.openxmlformats.org/drawingml/2006/main" noGrp="1"/>
          </p:cNvSpPr>
          <p:nvPr/>
        </p:nvSpPr>
        <p:spPr>
          <a:xfrm xmlns:a="http://schemas.openxmlformats.org/drawingml/2006/main" rot="0">
            <a:off x="2371725" y="12573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48" name="">
            <a:extLst xmlns:a="http://schemas.openxmlformats.org/drawingml/2006/main">
              <a:ext uri="{FF2B5EF4-FFF2-40B4-BE49-F238E27FC236}">
                <a16:creationId xmlns:a16="http://schemas.microsoft.com/office/drawing/2014/main" id="{CCB15609-4D2D-4578-A68E-46B1A856CB29}"/>
              </a:ext>
            </a:extLst>
          </p:cNvPr>
          <p:cNvPicPr>
            <a:picLocks xmlns:a="http://schemas.openxmlformats.org/drawingml/2006/main" noChangeAspect="1"/>
          </p:cNvPicPr>
          <p:nvPr/>
        </p:nvPicPr>
        <p:blipFill>
          <a:blip xmlns:r="http://schemas.openxmlformats.org/officeDocument/2006/relationships" xmlns:a="http://schemas.openxmlformats.org/drawingml/2006/main" r:embed="Rcf2f1bd29d854402"/>
          <a:srcRect xmlns:a="http://schemas.openxmlformats.org/drawingml/2006/main" l="0" t="0" r="0" b="0"/>
          <a:stretch xmlns:a="http://schemas.openxmlformats.org/drawingml/2006/main">
            <a:fillRect l="0" t="0" r="0" b="0"/>
          </a:stretch>
        </p:blipFill>
        <p:spPr>
          <a:xfrm xmlns:a="http://schemas.openxmlformats.org/drawingml/2006/main">
            <a:off x="2686050" y="1257300"/>
            <a:ext cx="200025" cy="171450"/>
          </a:xfrm>
          <a:prstGeom xmlns:a="http://schemas.openxmlformats.org/drawingml/2006/main" prst="rect">
            <a:avLst/>
          </a:prstGeom>
        </p:spPr>
      </p:pic>
      <p:sp>
        <p:nvSpPr>
          <p:cNvPr id="49" name="collie-source-component-19">
            <a:extLst xmlns:a="http://schemas.openxmlformats.org/drawingml/2006/main">
              <a:ext uri="{FF2B5EF4-FFF2-40B4-BE49-F238E27FC236}">
                <a16:creationId xmlns:a16="http://schemas.microsoft.com/office/drawing/2014/main" id="{CFEA5D5A-149A-4E3A-B194-C1562F91453B}"/>
              </a:ext>
            </a:extLst>
          </p:cNvPr>
          <p:cNvSpPr>
            <a:spLocks xmlns:a="http://schemas.openxmlformats.org/drawingml/2006/main" noGrp="1"/>
          </p:cNvSpPr>
          <p:nvPr/>
        </p:nvSpPr>
        <p:spPr>
          <a:xfrm xmlns:a="http://schemas.openxmlformats.org/drawingml/2006/main" rot="0">
            <a:off x="2686050" y="12573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24E24FAF-145D-4D7B-B31F-696A6ACE3845}"/>
              </a:ext>
            </a:extLst>
          </p:cNvPr>
          <p:cNvPicPr>
            <a:picLocks xmlns:a="http://schemas.openxmlformats.org/drawingml/2006/main" noChangeAspect="1"/>
          </p:cNvPicPr>
          <p:nvPr/>
        </p:nvPicPr>
        <p:blipFill>
          <a:blip xmlns:r="http://schemas.openxmlformats.org/officeDocument/2006/relationships" xmlns:a="http://schemas.openxmlformats.org/drawingml/2006/main" r:embed="Rd936688cb98541f0"/>
          <a:srcRect xmlns:a="http://schemas.openxmlformats.org/drawingml/2006/main" l="0" t="0" r="0" b="0"/>
          <a:stretch xmlns:a="http://schemas.openxmlformats.org/drawingml/2006/main">
            <a:fillRect l="0" t="0" r="0" b="0"/>
          </a:stretch>
        </p:blipFill>
        <p:spPr>
          <a:xfrm xmlns:a="http://schemas.openxmlformats.org/drawingml/2006/main">
            <a:off x="3028950" y="1228725"/>
            <a:ext cx="200025" cy="171450"/>
          </a:xfrm>
          <a:prstGeom xmlns:a="http://schemas.openxmlformats.org/drawingml/2006/main" prst="rect">
            <a:avLst/>
          </a:prstGeom>
        </p:spPr>
      </p:pic>
      <p:sp>
        <p:nvSpPr>
          <p:cNvPr id="51" name="collie-source-component-20">
            <a:extLst xmlns:a="http://schemas.openxmlformats.org/drawingml/2006/main">
              <a:ext uri="{FF2B5EF4-FFF2-40B4-BE49-F238E27FC236}">
                <a16:creationId xmlns:a16="http://schemas.microsoft.com/office/drawing/2014/main" id="{22002A9F-376E-4314-B33F-29FE0C259FC6}"/>
              </a:ext>
            </a:extLst>
          </p:cNvPr>
          <p:cNvSpPr>
            <a:spLocks xmlns:a="http://schemas.openxmlformats.org/drawingml/2006/main" noGrp="1"/>
          </p:cNvSpPr>
          <p:nvPr/>
        </p:nvSpPr>
        <p:spPr>
          <a:xfrm xmlns:a="http://schemas.openxmlformats.org/drawingml/2006/main" rot="0">
            <a:off x="3028950" y="1228725"/>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52" name="">
            <a:extLst xmlns:a="http://schemas.openxmlformats.org/drawingml/2006/main">
              <a:ext uri="{FF2B5EF4-FFF2-40B4-BE49-F238E27FC236}">
                <a16:creationId xmlns:a16="http://schemas.microsoft.com/office/drawing/2014/main" id="{2BE3104A-0B22-4E4B-9B64-A87E97A0E9CD}"/>
              </a:ext>
            </a:extLst>
          </p:cNvPr>
          <p:cNvPicPr>
            <a:picLocks xmlns:a="http://schemas.openxmlformats.org/drawingml/2006/main" noChangeAspect="1"/>
          </p:cNvPicPr>
          <p:nvPr/>
        </p:nvPicPr>
        <p:blipFill>
          <a:blip xmlns:r="http://schemas.openxmlformats.org/officeDocument/2006/relationships" xmlns:a="http://schemas.openxmlformats.org/drawingml/2006/main" r:embed="R7e5cc932740c409f"/>
          <a:srcRect xmlns:a="http://schemas.openxmlformats.org/drawingml/2006/main" l="0" t="0" r="0" b="0"/>
          <a:stretch xmlns:a="http://schemas.openxmlformats.org/drawingml/2006/main">
            <a:fillRect l="0" t="0" r="0" b="0"/>
          </a:stretch>
        </p:blipFill>
        <p:spPr>
          <a:xfrm xmlns:a="http://schemas.openxmlformats.org/drawingml/2006/main">
            <a:off x="3343275" y="1200150"/>
            <a:ext cx="200025" cy="171450"/>
          </a:xfrm>
          <a:prstGeom xmlns:a="http://schemas.openxmlformats.org/drawingml/2006/main" prst="rect">
            <a:avLst/>
          </a:prstGeom>
        </p:spPr>
      </p:pic>
      <p:sp>
        <p:nvSpPr>
          <p:cNvPr id="53" name="collie-source-component-21">
            <a:extLst xmlns:a="http://schemas.openxmlformats.org/drawingml/2006/main">
              <a:ext uri="{FF2B5EF4-FFF2-40B4-BE49-F238E27FC236}">
                <a16:creationId xmlns:a16="http://schemas.microsoft.com/office/drawing/2014/main" id="{5411AD78-AF4C-4F5B-A9EA-756ABCA918E6}"/>
              </a:ext>
            </a:extLst>
          </p:cNvPr>
          <p:cNvSpPr>
            <a:spLocks xmlns:a="http://schemas.openxmlformats.org/drawingml/2006/main" noGrp="1"/>
          </p:cNvSpPr>
          <p:nvPr/>
        </p:nvSpPr>
        <p:spPr>
          <a:xfrm xmlns:a="http://schemas.openxmlformats.org/drawingml/2006/main" rot="0">
            <a:off x="3343275" y="120015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0A0B7CA2-554C-48A9-8D33-25FBCB464969}"/>
              </a:ext>
            </a:extLst>
          </p:cNvPr>
          <p:cNvPicPr>
            <a:picLocks xmlns:a="http://schemas.openxmlformats.org/drawingml/2006/main" noChangeAspect="1"/>
          </p:cNvPicPr>
          <p:nvPr/>
        </p:nvPicPr>
        <p:blipFill>
          <a:blip xmlns:r="http://schemas.openxmlformats.org/officeDocument/2006/relationships" xmlns:a="http://schemas.openxmlformats.org/drawingml/2006/main" r:embed="R1f44f2d5c17f4369"/>
          <a:srcRect xmlns:a="http://schemas.openxmlformats.org/drawingml/2006/main" l="0" t="0" r="0" b="0"/>
          <a:stretch xmlns:a="http://schemas.openxmlformats.org/drawingml/2006/main">
            <a:fillRect l="0" t="0" r="0" b="0"/>
          </a:stretch>
        </p:blipFill>
        <p:spPr>
          <a:xfrm xmlns:a="http://schemas.openxmlformats.org/drawingml/2006/main">
            <a:off x="2571750" y="1028700"/>
            <a:ext cx="200025" cy="171450"/>
          </a:xfrm>
          <a:prstGeom xmlns:a="http://schemas.openxmlformats.org/drawingml/2006/main" prst="rect">
            <a:avLst/>
          </a:prstGeom>
        </p:spPr>
      </p:pic>
      <p:sp>
        <p:nvSpPr>
          <p:cNvPr id="55" name="collie-source-component-22">
            <a:extLst xmlns:a="http://schemas.openxmlformats.org/drawingml/2006/main">
              <a:ext uri="{FF2B5EF4-FFF2-40B4-BE49-F238E27FC236}">
                <a16:creationId xmlns:a16="http://schemas.microsoft.com/office/drawing/2014/main" id="{443E194F-3FC7-4C83-9FC9-CA6E3D89C5B4}"/>
              </a:ext>
            </a:extLst>
          </p:cNvPr>
          <p:cNvSpPr>
            <a:spLocks xmlns:a="http://schemas.openxmlformats.org/drawingml/2006/main" noGrp="1"/>
          </p:cNvSpPr>
          <p:nvPr/>
        </p:nvSpPr>
        <p:spPr>
          <a:xfrm xmlns:a="http://schemas.openxmlformats.org/drawingml/2006/main" rot="0">
            <a:off x="2571750" y="1028700"/>
            <a:ext cx="200025" cy="171450"/>
          </a:xfrm>
          <a:prstGeom xmlns:a="http://schemas.openxmlformats.org/drawingml/2006/main" prst="rect">
            <a:avLst/>
          </a:prstGeom>
          <a:noFill xmlns:a="http://schemas.openxmlformats.org/drawingml/2006/main"/>
          <a:ln xmlns:a="http://schemas.openxmlformats.org/drawingml/2006/main" w="0">
            <a:noFill/>
          </a:ln>
        </p:spPr>
      </p:sp>
      <p:pic>
        <p:nvPicPr>
          <p:cNvPr id="56" name="">
            <a:extLst xmlns:a="http://schemas.openxmlformats.org/drawingml/2006/main">
              <a:ext uri="{FF2B5EF4-FFF2-40B4-BE49-F238E27FC236}">
                <a16:creationId xmlns:a16="http://schemas.microsoft.com/office/drawing/2014/main" id="{7EC8ECA9-4E20-40A9-A9B6-C0544E8C30D6}"/>
              </a:ext>
            </a:extLst>
          </p:cNvPr>
          <p:cNvPicPr>
            <a:picLocks xmlns:a="http://schemas.openxmlformats.org/drawingml/2006/main" noChangeAspect="1"/>
          </p:cNvPicPr>
          <p:nvPr/>
        </p:nvPicPr>
        <p:blipFill>
          <a:blip xmlns:r="http://schemas.openxmlformats.org/officeDocument/2006/relationships" xmlns:a="http://schemas.openxmlformats.org/drawingml/2006/main" r:embed="R61be47ee23bd4b19"/>
          <a:srcRect xmlns:a="http://schemas.openxmlformats.org/drawingml/2006/main" l="0" t="96" r="0" b="96"/>
          <a:stretch xmlns:a="http://schemas.openxmlformats.org/drawingml/2006/main">
            <a:fillRect l="0" t="0" r="0" b="0"/>
          </a:stretch>
        </p:blipFill>
        <p:spPr>
          <a:xfrm xmlns:a="http://schemas.openxmlformats.org/drawingml/2006/main">
            <a:off x="3273146" y="780883"/>
            <a:ext cx="1165775" cy="267043"/>
          </a:xfrm>
          <a:prstGeom xmlns:a="http://schemas.openxmlformats.org/drawingml/2006/main" prst="rect">
            <a:avLst/>
          </a:prstGeom>
        </p:spPr>
      </p:pic>
      <p:sp>
        <p:nvSpPr>
          <p:cNvPr id="57" name="collie-source-component-23">
            <a:extLst xmlns:a="http://schemas.openxmlformats.org/drawingml/2006/main">
              <a:ext uri="{FF2B5EF4-FFF2-40B4-BE49-F238E27FC236}">
                <a16:creationId xmlns:a16="http://schemas.microsoft.com/office/drawing/2014/main" id="{42191243-A5E0-48B4-9851-3E92835A20E9}"/>
              </a:ext>
            </a:extLst>
          </p:cNvPr>
          <p:cNvSpPr>
            <a:spLocks xmlns:a="http://schemas.openxmlformats.org/drawingml/2006/main" noGrp="1"/>
          </p:cNvSpPr>
          <p:nvPr/>
        </p:nvSpPr>
        <p:spPr>
          <a:xfrm xmlns:a="http://schemas.openxmlformats.org/drawingml/2006/main" rot="0">
            <a:off x="3273146" y="780883"/>
            <a:ext cx="1165775" cy="267043"/>
          </a:xfrm>
          <a:prstGeom xmlns:a="http://schemas.openxmlformats.org/drawingml/2006/main" prst="rect">
            <a:avLst/>
          </a:prstGeom>
          <a:noFill xmlns:a="http://schemas.openxmlformats.org/drawingml/2006/main"/>
          <a:ln xmlns:a="http://schemas.openxmlformats.org/drawingml/2006/main" w="0">
            <a:noFill/>
          </a:ln>
        </p:spPr>
      </p:sp>
      <p:sp>
        <p:nvSpPr>
          <p:cNvPr id="58" name="pdf-path-38">
            <a:extLst xmlns:a="http://schemas.openxmlformats.org/drawingml/2006/main">
              <a:ext uri="{FF2B5EF4-FFF2-40B4-BE49-F238E27FC236}">
                <a16:creationId xmlns:a16="http://schemas.microsoft.com/office/drawing/2014/main" id="{9954F710-3AE2-4FB5-B482-EEB22C040251}"/>
              </a:ext>
            </a:extLst>
          </p:cNvPr>
          <p:cNvSpPr>
            <a:spLocks xmlns:a="http://schemas.openxmlformats.org/drawingml/2006/main" noGrp="1"/>
          </p:cNvSpPr>
          <p:nvPr/>
        </p:nvSpPr>
        <p:spPr>
          <a:xfrm xmlns:a="http://schemas.openxmlformats.org/drawingml/2006/main" rot="0">
            <a:off x="3387527" y="848895"/>
            <a:ext cx="995151" cy="94686"/>
          </a:xfrm>
          <a:custGeom xmlns:a="http://schemas.openxmlformats.org/drawingml/2006/main">
            <a:pathLst>
              <a:path w="995151" h="94686">
                <a:moveTo>
                  <a:pt x="938340" y="37874"/>
                </a:moveTo>
                <a:lnTo>
                  <a:pt x="995151" y="37874"/>
                </a:lnTo>
                <a:lnTo>
                  <a:pt x="995151" y="56812"/>
                </a:lnTo>
                <a:lnTo>
                  <a:pt x="938340" y="56812"/>
                </a:lnTo>
                <a:close/>
                <a:moveTo>
                  <a:pt x="862591" y="37874"/>
                </a:moveTo>
                <a:lnTo>
                  <a:pt x="919402" y="37874"/>
                </a:lnTo>
                <a:lnTo>
                  <a:pt x="919402" y="56812"/>
                </a:lnTo>
                <a:lnTo>
                  <a:pt x="862591" y="56812"/>
                </a:lnTo>
                <a:close/>
                <a:moveTo>
                  <a:pt x="786842" y="37874"/>
                </a:moveTo>
                <a:lnTo>
                  <a:pt x="843654" y="37874"/>
                </a:lnTo>
                <a:lnTo>
                  <a:pt x="843654" y="56812"/>
                </a:lnTo>
                <a:lnTo>
                  <a:pt x="786842" y="56812"/>
                </a:lnTo>
                <a:close/>
                <a:moveTo>
                  <a:pt x="711093" y="37874"/>
                </a:moveTo>
                <a:lnTo>
                  <a:pt x="767905" y="37874"/>
                </a:lnTo>
                <a:lnTo>
                  <a:pt x="767905" y="56812"/>
                </a:lnTo>
                <a:lnTo>
                  <a:pt x="711093" y="56812"/>
                </a:lnTo>
                <a:close/>
                <a:moveTo>
                  <a:pt x="635344" y="37874"/>
                </a:moveTo>
                <a:lnTo>
                  <a:pt x="692155" y="37874"/>
                </a:lnTo>
                <a:lnTo>
                  <a:pt x="692155" y="56812"/>
                </a:lnTo>
                <a:lnTo>
                  <a:pt x="635344" y="56812"/>
                </a:lnTo>
                <a:close/>
                <a:moveTo>
                  <a:pt x="559595" y="37874"/>
                </a:moveTo>
                <a:lnTo>
                  <a:pt x="616407" y="37874"/>
                </a:lnTo>
                <a:lnTo>
                  <a:pt x="616407" y="56812"/>
                </a:lnTo>
                <a:lnTo>
                  <a:pt x="559595" y="56812"/>
                </a:lnTo>
                <a:close/>
                <a:moveTo>
                  <a:pt x="483846" y="37874"/>
                </a:moveTo>
                <a:lnTo>
                  <a:pt x="540658" y="37874"/>
                </a:lnTo>
                <a:lnTo>
                  <a:pt x="540658" y="56812"/>
                </a:lnTo>
                <a:lnTo>
                  <a:pt x="483846" y="56812"/>
                </a:lnTo>
                <a:close/>
                <a:moveTo>
                  <a:pt x="408097" y="37874"/>
                </a:moveTo>
                <a:lnTo>
                  <a:pt x="464909" y="37874"/>
                </a:lnTo>
                <a:lnTo>
                  <a:pt x="464909" y="56812"/>
                </a:lnTo>
                <a:lnTo>
                  <a:pt x="408097" y="56812"/>
                </a:lnTo>
                <a:close/>
                <a:moveTo>
                  <a:pt x="332348" y="37874"/>
                </a:moveTo>
                <a:lnTo>
                  <a:pt x="389160" y="37874"/>
                </a:lnTo>
                <a:lnTo>
                  <a:pt x="389160" y="56812"/>
                </a:lnTo>
                <a:lnTo>
                  <a:pt x="332348" y="56812"/>
                </a:lnTo>
                <a:close/>
                <a:moveTo>
                  <a:pt x="256599" y="37874"/>
                </a:moveTo>
                <a:lnTo>
                  <a:pt x="313411" y="37874"/>
                </a:lnTo>
                <a:lnTo>
                  <a:pt x="313411" y="56812"/>
                </a:lnTo>
                <a:lnTo>
                  <a:pt x="256599" y="56812"/>
                </a:lnTo>
                <a:close/>
                <a:moveTo>
                  <a:pt x="180851" y="37874"/>
                </a:moveTo>
                <a:lnTo>
                  <a:pt x="237662" y="37874"/>
                </a:lnTo>
                <a:lnTo>
                  <a:pt x="237662" y="56812"/>
                </a:lnTo>
                <a:lnTo>
                  <a:pt x="180851" y="56812"/>
                </a:lnTo>
                <a:close/>
                <a:moveTo>
                  <a:pt x="105102" y="37874"/>
                </a:moveTo>
                <a:lnTo>
                  <a:pt x="161913" y="37874"/>
                </a:lnTo>
                <a:lnTo>
                  <a:pt x="161913" y="56812"/>
                </a:lnTo>
                <a:lnTo>
                  <a:pt x="105102" y="56812"/>
                </a:lnTo>
                <a:close/>
                <a:moveTo>
                  <a:pt x="56812" y="37874"/>
                </a:moveTo>
                <a:lnTo>
                  <a:pt x="86165" y="37874"/>
                </a:lnTo>
                <a:lnTo>
                  <a:pt x="86165" y="56812"/>
                </a:lnTo>
                <a:lnTo>
                  <a:pt x="56812" y="56812"/>
                </a:lnTo>
                <a:close/>
                <a:moveTo>
                  <a:pt x="56812" y="47343"/>
                </a:moveTo>
                <a:lnTo>
                  <a:pt x="94687" y="0"/>
                </a:lnTo>
                <a:lnTo>
                  <a:pt x="0" y="47343"/>
                </a:lnTo>
                <a:lnTo>
                  <a:pt x="94687" y="94686"/>
                </a:lnTo>
                <a:lnTo>
                  <a:pt x="56812" y="47343"/>
                </a:lnTo>
              </a:path>
            </a:pathLst>
          </a:custGeom>
          <a:solidFill xmlns:a="http://schemas.openxmlformats.org/drawingml/2006/main">
            <a:srgbClr val="595959"/>
          </a:solidFill>
          <a:ln xmlns:a="http://schemas.openxmlformats.org/drawingml/2006/main" w="0">
            <a:noFill/>
            <a:prstDash val="solid"/>
          </a:ln>
        </p:spPr>
      </p:sp>
      <p:sp>
        <p:nvSpPr>
          <p:cNvPr id="59" name="pdf-text-1-0">
            <a:extLst xmlns:a="http://schemas.openxmlformats.org/drawingml/2006/main">
              <a:ext uri="{FF2B5EF4-FFF2-40B4-BE49-F238E27FC236}">
                <a16:creationId xmlns:a16="http://schemas.microsoft.com/office/drawing/2014/main" id="{5E8292D1-5761-452A-B727-0546F4DCA2DE}"/>
              </a:ext>
            </a:extLst>
          </p:cNvPr>
          <p:cNvSpPr>
            <a:spLocks xmlns:a="http://schemas.openxmlformats.org/drawingml/2006/main" noGrp="1"/>
          </p:cNvSpPr>
          <p:nvPr/>
        </p:nvSpPr>
        <p:spPr>
          <a:xfrm xmlns:a="http://schemas.openxmlformats.org/drawingml/2006/main" rot="0">
            <a:off x="234195" y="2314722"/>
            <a:ext cx="974687"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09" b="0" i="0">
                <a:solidFill>
                  <a:srgbClr val="000000"/>
                </a:solidFill>
                <a:latin typeface="Arial"/>
                <a:ea typeface="Arial"/>
                <a:cs typeface="Arial"/>
              </a:defRPr>
            </a:defPPr>
          </a:lstStyle>
          <a:p xmlns:a="http://schemas.openxmlformats.org/drawingml/2006/main">
            <a:pPr algn="l">
              <a:defRPr sz="1409" b="0" i="0">
                <a:solidFill>
                  <a:srgbClr val="000000"/>
                </a:solidFill>
                <a:latin typeface="Arial"/>
                <a:ea typeface="Arial"/>
                <a:cs typeface="Arial"/>
              </a:defRPr>
            </a:pPr>
            <a:r>
              <a:rPr sz="1409" b="0" i="0">
                <a:solidFill>
                  <a:srgbClr val="000000"/>
                </a:solidFill>
                <a:latin typeface="Arial"/>
                <a:ea typeface="Arial"/>
                <a:cs typeface="Arial"/>
              </a:rPr>
              <a:t>State Space</a:t>
            </a:r>
          </a:p>
        </p:txBody>
      </p:sp>
      <p:sp>
        <p:nvSpPr>
          <p:cNvPr id="60" name="pdf-text-2-0">
            <a:extLst xmlns:a="http://schemas.openxmlformats.org/drawingml/2006/main">
              <a:ext uri="{FF2B5EF4-FFF2-40B4-BE49-F238E27FC236}">
                <a16:creationId xmlns:a16="http://schemas.microsoft.com/office/drawing/2014/main" id="{266A2EE4-059D-48AE-BE3A-2D68F8FD52A9}"/>
              </a:ext>
            </a:extLst>
          </p:cNvPr>
          <p:cNvSpPr>
            <a:spLocks xmlns:a="http://schemas.openxmlformats.org/drawingml/2006/main" noGrp="1"/>
          </p:cNvSpPr>
          <p:nvPr/>
        </p:nvSpPr>
        <p:spPr>
          <a:xfrm xmlns:a="http://schemas.openxmlformats.org/drawingml/2006/main" rot="0">
            <a:off x="121898" y="200191"/>
            <a:ext cx="1932857"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12" b="1" i="1">
                <a:solidFill>
                  <a:srgbClr val="7030A0"/>
                </a:solidFill>
                <a:latin typeface="Arial"/>
                <a:ea typeface="Arial"/>
                <a:cs typeface="Arial"/>
              </a:defRPr>
            </a:defPPr>
          </a:lstStyle>
          <a:p xmlns:a="http://schemas.openxmlformats.org/drawingml/2006/main">
            <a:pPr algn="l">
              <a:defRPr sz="1412" b="1" i="1">
                <a:solidFill>
                  <a:srgbClr val="7030A0"/>
                </a:solidFill>
                <a:latin typeface="Arial"/>
                <a:ea typeface="Arial"/>
                <a:cs typeface="Arial"/>
              </a:defRPr>
            </a:pPr>
            <a:r>
              <a:rPr sz="1412" b="1" i="1">
                <a:solidFill>
                  <a:srgbClr val="7030A0"/>
                </a:solidFill>
                <a:latin typeface="Arial"/>
                <a:ea typeface="Arial"/>
                <a:cs typeface="Arial"/>
              </a:rPr>
              <a:t>Semantically Coherent</a:t>
            </a:r>
          </a:p>
        </p:txBody>
      </p:sp>
      <p:sp>
        <p:nvSpPr>
          <p:cNvPr id="61" name="pdf-text-3-0">
            <a:extLst xmlns:a="http://schemas.openxmlformats.org/drawingml/2006/main">
              <a:ext uri="{FF2B5EF4-FFF2-40B4-BE49-F238E27FC236}">
                <a16:creationId xmlns:a16="http://schemas.microsoft.com/office/drawing/2014/main" id="{DDE5C4E3-2D97-47DC-984B-C18CE3F30708}"/>
              </a:ext>
            </a:extLst>
          </p:cNvPr>
          <p:cNvSpPr>
            <a:spLocks xmlns:a="http://schemas.openxmlformats.org/drawingml/2006/main" noGrp="1"/>
          </p:cNvSpPr>
          <p:nvPr/>
        </p:nvSpPr>
        <p:spPr>
          <a:xfrm xmlns:a="http://schemas.openxmlformats.org/drawingml/2006/main" rot="0">
            <a:off x="316193" y="436226"/>
            <a:ext cx="1123028" cy="2081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33" b="0" i="0">
                <a:solidFill>
                  <a:srgbClr val="7030A0"/>
                </a:solidFill>
                <a:latin typeface="Arial"/>
                <a:ea typeface="Arial"/>
                <a:cs typeface="Arial"/>
              </a:defRPr>
            </a:defPPr>
          </a:lstStyle>
          <a:p xmlns:a="http://schemas.openxmlformats.org/drawingml/2006/main">
            <a:pPr algn="l">
              <a:defRPr sz="1433" b="0" i="0">
                <a:solidFill>
                  <a:srgbClr val="7030A0"/>
                </a:solidFill>
                <a:latin typeface="Arial"/>
                <a:ea typeface="Arial"/>
                <a:cs typeface="Arial"/>
              </a:defRPr>
            </a:pPr>
            <a:r>
              <a:rPr sz="1433" b="0" i="0">
                <a:solidFill>
                  <a:srgbClr val="7030A0"/>
                </a:solidFill>
                <a:latin typeface="Arial"/>
                <a:ea typeface="Arial"/>
                <a:cs typeface="Arial"/>
              </a:rPr>
              <a:t>Latent Space </a:t>
            </a:r>
          </a:p>
        </p:txBody>
      </p:sp>
      <p:sp>
        <p:nvSpPr>
          <p:cNvPr id="62" name="pdf-path-47">
            <a:extLst xmlns:a="http://schemas.openxmlformats.org/drawingml/2006/main">
              <a:ext uri="{FF2B5EF4-FFF2-40B4-BE49-F238E27FC236}">
                <a16:creationId xmlns:a16="http://schemas.microsoft.com/office/drawing/2014/main" id="{0DC19A89-6270-4E51-8C39-12F2176C0601}"/>
              </a:ext>
            </a:extLst>
          </p:cNvPr>
          <p:cNvSpPr>
            <a:spLocks xmlns:a="http://schemas.openxmlformats.org/drawingml/2006/main" noGrp="1"/>
          </p:cNvSpPr>
          <p:nvPr/>
        </p:nvSpPr>
        <p:spPr>
          <a:xfrm xmlns:a="http://schemas.openxmlformats.org/drawingml/2006/main" rot="0">
            <a:off x="6856826" y="167913"/>
            <a:ext cx="95" cy="2480965"/>
          </a:xfrm>
          <a:custGeom xmlns:a="http://schemas.openxmlformats.org/drawingml/2006/main">
            <a:pathLst>
              <a:path w="95" h="2480965">
                <a:moveTo>
                  <a:pt x="0" y="2480965"/>
                </a:moveTo>
                <a:lnTo>
                  <a:pt x="0" y="0"/>
                </a:lnTo>
              </a:path>
            </a:pathLst>
          </a:custGeom>
          <a:noFill xmlns:a="http://schemas.openxmlformats.org/drawingml/2006/main"/>
          <a:ln xmlns:a="http://schemas.openxmlformats.org/drawingml/2006/main" w="35507">
            <a:solidFill>
              <a:srgbClr val="A6A6A6"/>
            </a:solidFill>
            <a:prstDash val="dash"/>
          </a:ln>
        </p:spPr>
      </p:sp>
      <p:sp>
        <p:nvSpPr>
          <p:cNvPr id="63" name="pdf-text-8-0">
            <a:extLst xmlns:a="http://schemas.openxmlformats.org/drawingml/2006/main">
              <a:ext uri="{FF2B5EF4-FFF2-40B4-BE49-F238E27FC236}">
                <a16:creationId xmlns:a16="http://schemas.microsoft.com/office/drawing/2014/main" id="{18628A95-7243-46B1-83B6-5CE15F628FBA}"/>
              </a:ext>
            </a:extLst>
          </p:cNvPr>
          <p:cNvSpPr>
            <a:spLocks xmlns:a="http://schemas.openxmlformats.org/drawingml/2006/main" noGrp="1"/>
          </p:cNvSpPr>
          <p:nvPr/>
        </p:nvSpPr>
        <p:spPr>
          <a:xfrm xmlns:a="http://schemas.openxmlformats.org/drawingml/2006/main" rot="0">
            <a:off x="11971961" y="151604"/>
            <a:ext cx="1431617"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89" b="1" i="1">
                <a:solidFill>
                  <a:srgbClr val="000000"/>
                </a:solidFill>
                <a:latin typeface="Arial"/>
                <a:ea typeface="Arial"/>
                <a:cs typeface="Arial"/>
              </a:defRPr>
            </a:defPPr>
          </a:lstStyle>
          <a:p xmlns:a="http://schemas.openxmlformats.org/drawingml/2006/main">
            <a:pPr algn="l">
              <a:defRPr sz="1389" b="1" i="1">
                <a:solidFill>
                  <a:srgbClr val="000000"/>
                </a:solidFill>
                <a:latin typeface="Arial"/>
                <a:ea typeface="Arial"/>
                <a:cs typeface="Arial"/>
              </a:defRPr>
            </a:pPr>
            <a:r>
              <a:rPr sz="1389" b="1" i="1">
                <a:solidFill>
                  <a:srgbClr val="000000"/>
                </a:solidFill>
                <a:latin typeface="Arial"/>
                <a:ea typeface="Arial"/>
                <a:cs typeface="Arial"/>
              </a:rPr>
              <a:t>Guidance Signal </a:t>
            </a:r>
          </a:p>
        </p:txBody>
      </p:sp>
      <p:sp>
        <p:nvSpPr>
          <p:cNvPr id="64" name="pdf-text-14-0">
            <a:extLst xmlns:a="http://schemas.openxmlformats.org/drawingml/2006/main">
              <a:ext uri="{FF2B5EF4-FFF2-40B4-BE49-F238E27FC236}">
                <a16:creationId xmlns:a16="http://schemas.microsoft.com/office/drawing/2014/main" id="{44E8EFE2-9C0E-4A36-9AE3-2A0247CBBC94}"/>
              </a:ext>
            </a:extLst>
          </p:cNvPr>
          <p:cNvSpPr>
            <a:spLocks xmlns:a="http://schemas.openxmlformats.org/drawingml/2006/main" noGrp="1"/>
          </p:cNvSpPr>
          <p:nvPr/>
        </p:nvSpPr>
        <p:spPr>
          <a:xfrm xmlns:a="http://schemas.openxmlformats.org/drawingml/2006/main" rot="0">
            <a:off x="12031045" y="398048"/>
            <a:ext cx="1326404"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45" b="0" i="0">
                <a:solidFill>
                  <a:srgbClr val="7030A0"/>
                </a:solidFill>
                <a:latin typeface="Arial"/>
                <a:ea typeface="Arial"/>
                <a:cs typeface="Arial"/>
              </a:defRPr>
            </a:defPPr>
          </a:lstStyle>
          <a:p xmlns:a="http://schemas.openxmlformats.org/drawingml/2006/main">
            <a:pPr algn="l">
              <a:defRPr sz="1445" b="0" i="0">
                <a:solidFill>
                  <a:srgbClr val="7030A0"/>
                </a:solidFill>
                <a:latin typeface="Arial"/>
                <a:ea typeface="Arial"/>
                <a:cs typeface="Arial"/>
              </a:defRPr>
            </a:pPr>
            <a:r>
              <a:rPr sz="1445" b="0" i="0">
                <a:solidFill>
                  <a:srgbClr val="7030A0"/>
                </a:solidFill>
                <a:latin typeface="Arial"/>
                <a:ea typeface="Arial"/>
                <a:cs typeface="Arial"/>
              </a:rPr>
              <a:t>in Latent Space </a:t>
            </a:r>
          </a:p>
        </p:txBody>
      </p:sp>
      <p:pic>
        <p:nvPicPr>
          <p:cNvPr id="65" name="">
            <a:extLst xmlns:a="http://schemas.openxmlformats.org/drawingml/2006/main">
              <a:ext uri="{FF2B5EF4-FFF2-40B4-BE49-F238E27FC236}">
                <a16:creationId xmlns:a16="http://schemas.microsoft.com/office/drawing/2014/main" id="{96831C21-6B79-4B33-AF10-AF7DFDA414FB}"/>
              </a:ext>
            </a:extLst>
          </p:cNvPr>
          <p:cNvPicPr>
            <a:picLocks xmlns:a="http://schemas.openxmlformats.org/drawingml/2006/main" noChangeAspect="1"/>
          </p:cNvPicPr>
          <p:nvPr/>
        </p:nvPicPr>
        <p:blipFill>
          <a:blip xmlns:r="http://schemas.openxmlformats.org/officeDocument/2006/relationships" xmlns:a="http://schemas.openxmlformats.org/drawingml/2006/main" r:embed="R4ca6cd6a17d549bb"/>
          <a:srcRect xmlns:a="http://schemas.openxmlformats.org/drawingml/2006/main" l="287" t="0" r="287" b="0"/>
          <a:stretch xmlns:a="http://schemas.openxmlformats.org/drawingml/2006/main">
            <a:fillRect l="0" t="0" r="0" b="0"/>
          </a:stretch>
        </p:blipFill>
        <p:spPr>
          <a:xfrm xmlns:a="http://schemas.openxmlformats.org/drawingml/2006/main">
            <a:off x="7533359" y="1604112"/>
            <a:ext cx="949607" cy="1021947"/>
          </a:xfrm>
          <a:prstGeom xmlns:a="http://schemas.openxmlformats.org/drawingml/2006/main" prst="rect">
            <a:avLst/>
          </a:prstGeom>
        </p:spPr>
      </p:pic>
      <p:sp>
        <p:nvSpPr>
          <p:cNvPr id="66" name="collie-source-component-24">
            <a:extLst xmlns:a="http://schemas.openxmlformats.org/drawingml/2006/main">
              <a:ext uri="{FF2B5EF4-FFF2-40B4-BE49-F238E27FC236}">
                <a16:creationId xmlns:a16="http://schemas.microsoft.com/office/drawing/2014/main" id="{E5742DF9-51BA-452B-A9A0-ECCB807462DD}"/>
              </a:ext>
            </a:extLst>
          </p:cNvPr>
          <p:cNvSpPr>
            <a:spLocks xmlns:a="http://schemas.openxmlformats.org/drawingml/2006/main" noGrp="1"/>
          </p:cNvSpPr>
          <p:nvPr/>
        </p:nvSpPr>
        <p:spPr>
          <a:xfrm xmlns:a="http://schemas.openxmlformats.org/drawingml/2006/main" rot="0">
            <a:off x="7533359" y="1604112"/>
            <a:ext cx="949607" cy="1021947"/>
          </a:xfrm>
          <a:prstGeom xmlns:a="http://schemas.openxmlformats.org/drawingml/2006/main" prst="rect">
            <a:avLst/>
          </a:prstGeom>
          <a:noFill xmlns:a="http://schemas.openxmlformats.org/drawingml/2006/main"/>
          <a:ln xmlns:a="http://schemas.openxmlformats.org/drawingml/2006/main" w="0">
            <a:noFill/>
          </a:ln>
        </p:spPr>
      </p:sp>
      <p:sp>
        <p:nvSpPr>
          <p:cNvPr id="67" name="pdf-path-61">
            <a:extLst xmlns:a="http://schemas.openxmlformats.org/drawingml/2006/main">
              <a:ext uri="{FF2B5EF4-FFF2-40B4-BE49-F238E27FC236}">
                <a16:creationId xmlns:a16="http://schemas.microsoft.com/office/drawing/2014/main" id="{6BA33853-814F-43EA-AD4D-B40C3570E313}"/>
              </a:ext>
            </a:extLst>
          </p:cNvPr>
          <p:cNvSpPr>
            <a:spLocks xmlns:a="http://schemas.openxmlformats.org/drawingml/2006/main" noGrp="1"/>
          </p:cNvSpPr>
          <p:nvPr/>
        </p:nvSpPr>
        <p:spPr>
          <a:xfrm xmlns:a="http://schemas.openxmlformats.org/drawingml/2006/main" rot="0">
            <a:off x="8021277" y="1646153"/>
            <a:ext cx="336136" cy="346835"/>
          </a:xfrm>
          <a:custGeom xmlns:a="http://schemas.openxmlformats.org/drawingml/2006/main">
            <a:pathLst>
              <a:path w="336136" h="346835">
                <a:moveTo>
                  <a:pt x="0" y="59368"/>
                </a:moveTo>
                <a:lnTo>
                  <a:pt x="273833" y="0"/>
                </a:lnTo>
                <a:lnTo>
                  <a:pt x="336136" y="287467"/>
                </a:lnTo>
                <a:lnTo>
                  <a:pt x="62398" y="346835"/>
                </a:lnTo>
                <a:lnTo>
                  <a:pt x="0" y="59368"/>
                </a:lnTo>
              </a:path>
            </a:pathLst>
          </a:custGeom>
          <a:solidFill xmlns:a="http://schemas.openxmlformats.org/drawingml/2006/main">
            <a:srgbClr val="FFFFFF"/>
          </a:solidFill>
          <a:ln xmlns:a="http://schemas.openxmlformats.org/drawingml/2006/main" w="0">
            <a:noFill/>
            <a:prstDash val="solid"/>
          </a:ln>
        </p:spPr>
      </p:sp>
      <p:pic>
        <p:nvPicPr>
          <p:cNvPr id="68" name="">
            <a:extLst xmlns:a="http://schemas.openxmlformats.org/drawingml/2006/main">
              <a:ext uri="{FF2B5EF4-FFF2-40B4-BE49-F238E27FC236}">
                <a16:creationId xmlns:a16="http://schemas.microsoft.com/office/drawing/2014/main" id="{A3587C6F-2A3D-4882-AB6C-562C80B23EC4}"/>
              </a:ext>
            </a:extLst>
          </p:cNvPr>
          <p:cNvPicPr>
            <a:picLocks xmlns:a="http://schemas.openxmlformats.org/drawingml/2006/main" noChangeAspect="1"/>
          </p:cNvPicPr>
          <p:nvPr/>
        </p:nvPicPr>
        <p:blipFill>
          <a:blip xmlns:r="http://schemas.openxmlformats.org/officeDocument/2006/relationships" xmlns:a="http://schemas.openxmlformats.org/drawingml/2006/main" r:embed="R451b24c8eb414cc2"/>
          <a:srcRect xmlns:a="http://schemas.openxmlformats.org/drawingml/2006/main" l="0" t="266" r="0" b="266"/>
          <a:stretch xmlns:a="http://schemas.openxmlformats.org/drawingml/2006/main">
            <a:fillRect l="0" t="0" r="0" b="0"/>
          </a:stretch>
        </p:blipFill>
        <p:spPr>
          <a:xfrm xmlns:a="http://schemas.openxmlformats.org/drawingml/2006/main">
            <a:off x="1596066" y="1776242"/>
            <a:ext cx="713545" cy="662434"/>
          </a:xfrm>
          <a:prstGeom xmlns:a="http://schemas.openxmlformats.org/drawingml/2006/main" prst="rect">
            <a:avLst/>
          </a:prstGeom>
        </p:spPr>
      </p:pic>
      <p:sp>
        <p:nvSpPr>
          <p:cNvPr id="69" name="collie-source-component-25">
            <a:extLst xmlns:a="http://schemas.openxmlformats.org/drawingml/2006/main">
              <a:ext uri="{FF2B5EF4-FFF2-40B4-BE49-F238E27FC236}">
                <a16:creationId xmlns:a16="http://schemas.microsoft.com/office/drawing/2014/main" id="{E6BB8689-3C85-4509-AE65-041CA5B484C0}"/>
              </a:ext>
            </a:extLst>
          </p:cNvPr>
          <p:cNvSpPr>
            <a:spLocks xmlns:a="http://schemas.openxmlformats.org/drawingml/2006/main" noGrp="1"/>
          </p:cNvSpPr>
          <p:nvPr/>
        </p:nvSpPr>
        <p:spPr>
          <a:xfrm xmlns:a="http://schemas.openxmlformats.org/drawingml/2006/main" rot="0">
            <a:off x="1596066" y="1776242"/>
            <a:ext cx="713545" cy="662434"/>
          </a:xfrm>
          <a:prstGeom xmlns:a="http://schemas.openxmlformats.org/drawingml/2006/main" prst="rect">
            <a:avLst/>
          </a:prstGeom>
          <a:noFill xmlns:a="http://schemas.openxmlformats.org/drawingml/2006/main"/>
          <a:ln xmlns:a="http://schemas.openxmlformats.org/drawingml/2006/main" w="0">
            <a:noFill/>
          </a:ln>
        </p:spPr>
      </p:sp>
      <p:pic>
        <p:nvPicPr>
          <p:cNvPr id="70" name="">
            <a:extLst xmlns:a="http://schemas.openxmlformats.org/drawingml/2006/main">
              <a:ext uri="{FF2B5EF4-FFF2-40B4-BE49-F238E27FC236}">
                <a16:creationId xmlns:a16="http://schemas.microsoft.com/office/drawing/2014/main" id="{C5A70ADE-8E52-4945-8A1F-CBFC84A94430}"/>
              </a:ext>
            </a:extLst>
          </p:cNvPr>
          <p:cNvPicPr>
            <a:picLocks xmlns:a="http://schemas.openxmlformats.org/drawingml/2006/main" noChangeAspect="1"/>
          </p:cNvPicPr>
          <p:nvPr/>
        </p:nvPicPr>
        <p:blipFill>
          <a:blip xmlns:r="http://schemas.openxmlformats.org/officeDocument/2006/relationships" xmlns:a="http://schemas.openxmlformats.org/drawingml/2006/main" r:embed="R03b893bfa96f4628"/>
          <a:srcRect xmlns:a="http://schemas.openxmlformats.org/drawingml/2006/main" l="0" t="299" r="0" b="299"/>
          <a:stretch xmlns:a="http://schemas.openxmlformats.org/drawingml/2006/main">
            <a:fillRect l="0" t="0" r="0" b="0"/>
          </a:stretch>
        </p:blipFill>
        <p:spPr>
          <a:xfrm xmlns:a="http://schemas.openxmlformats.org/drawingml/2006/main">
            <a:off x="1615571" y="1795596"/>
            <a:ext cx="637446" cy="586353"/>
          </a:xfrm>
          <a:prstGeom xmlns:a="http://schemas.openxmlformats.org/drawingml/2006/main" prst="rect">
            <a:avLst/>
          </a:prstGeom>
        </p:spPr>
      </p:pic>
      <p:sp>
        <p:nvSpPr>
          <p:cNvPr id="71" name="collie-source-component-26">
            <a:extLst xmlns:a="http://schemas.openxmlformats.org/drawingml/2006/main">
              <a:ext uri="{FF2B5EF4-FFF2-40B4-BE49-F238E27FC236}">
                <a16:creationId xmlns:a16="http://schemas.microsoft.com/office/drawing/2014/main" id="{057772C1-AA00-4A42-91BB-DE12AD72E170}"/>
              </a:ext>
            </a:extLst>
          </p:cNvPr>
          <p:cNvSpPr>
            <a:spLocks xmlns:a="http://schemas.openxmlformats.org/drawingml/2006/main" noGrp="1"/>
          </p:cNvSpPr>
          <p:nvPr/>
        </p:nvSpPr>
        <p:spPr>
          <a:xfrm xmlns:a="http://schemas.openxmlformats.org/drawingml/2006/main" rot="0">
            <a:off x="1615571" y="1795596"/>
            <a:ext cx="637446" cy="586353"/>
          </a:xfrm>
          <a:prstGeom xmlns:a="http://schemas.openxmlformats.org/drawingml/2006/main" prst="rect">
            <a:avLst/>
          </a:prstGeom>
          <a:noFill xmlns:a="http://schemas.openxmlformats.org/drawingml/2006/main"/>
          <a:ln xmlns:a="http://schemas.openxmlformats.org/drawingml/2006/main" w="0">
            <a:noFill/>
          </a:ln>
        </p:spPr>
      </p:sp>
      <p:pic>
        <p:nvPicPr>
          <p:cNvPr id="72" name="">
            <a:extLst xmlns:a="http://schemas.openxmlformats.org/drawingml/2006/main">
              <a:ext uri="{FF2B5EF4-FFF2-40B4-BE49-F238E27FC236}">
                <a16:creationId xmlns:a16="http://schemas.microsoft.com/office/drawing/2014/main" id="{E9100574-C1B2-4C2B-A7A8-8A2E85B1EC16}"/>
              </a:ext>
            </a:extLst>
          </p:cNvPr>
          <p:cNvPicPr>
            <a:picLocks xmlns:a="http://schemas.openxmlformats.org/drawingml/2006/main" noChangeAspect="1"/>
          </p:cNvPicPr>
          <p:nvPr/>
        </p:nvPicPr>
        <p:blipFill>
          <a:blip xmlns:r="http://schemas.openxmlformats.org/officeDocument/2006/relationships" xmlns:a="http://schemas.openxmlformats.org/drawingml/2006/main" r:embed="R472914c207e44758"/>
          <a:srcRect xmlns:a="http://schemas.openxmlformats.org/drawingml/2006/main" l="357" t="0" r="357" b="0"/>
          <a:stretch xmlns:a="http://schemas.openxmlformats.org/drawingml/2006/main">
            <a:fillRect l="0" t="0" r="0" b="0"/>
          </a:stretch>
        </p:blipFill>
        <p:spPr>
          <a:xfrm xmlns:a="http://schemas.openxmlformats.org/drawingml/2006/main">
            <a:off x="1165433" y="1675136"/>
            <a:ext cx="589705" cy="488571"/>
          </a:xfrm>
          <a:prstGeom xmlns:a="http://schemas.openxmlformats.org/drawingml/2006/main" prst="rect">
            <a:avLst/>
          </a:prstGeom>
        </p:spPr>
      </p:pic>
      <p:sp>
        <p:nvSpPr>
          <p:cNvPr id="73" name="collie-source-component-27">
            <a:extLst xmlns:a="http://schemas.openxmlformats.org/drawingml/2006/main">
              <a:ext uri="{FF2B5EF4-FFF2-40B4-BE49-F238E27FC236}">
                <a16:creationId xmlns:a16="http://schemas.microsoft.com/office/drawing/2014/main" id="{B381BEAF-4E2D-4E27-BB42-FCF7E4A61F08}"/>
              </a:ext>
            </a:extLst>
          </p:cNvPr>
          <p:cNvSpPr>
            <a:spLocks xmlns:a="http://schemas.openxmlformats.org/drawingml/2006/main" noGrp="1"/>
          </p:cNvSpPr>
          <p:nvPr/>
        </p:nvSpPr>
        <p:spPr>
          <a:xfrm xmlns:a="http://schemas.openxmlformats.org/drawingml/2006/main" rot="0">
            <a:off x="1165433" y="1675136"/>
            <a:ext cx="589705" cy="488571"/>
          </a:xfrm>
          <a:prstGeom xmlns:a="http://schemas.openxmlformats.org/drawingml/2006/main" prst="rect">
            <a:avLst/>
          </a:prstGeom>
          <a:noFill xmlns:a="http://schemas.openxmlformats.org/drawingml/2006/main"/>
          <a:ln xmlns:a="http://schemas.openxmlformats.org/drawingml/2006/main" w="0">
            <a:noFill/>
          </a:ln>
        </p:spPr>
      </p:sp>
      <p:pic>
        <p:nvPicPr>
          <p:cNvPr id="74" name="">
            <a:extLst xmlns:a="http://schemas.openxmlformats.org/drawingml/2006/main">
              <a:ext uri="{FF2B5EF4-FFF2-40B4-BE49-F238E27FC236}">
                <a16:creationId xmlns:a16="http://schemas.microsoft.com/office/drawing/2014/main" id="{A6FF70F8-AB9C-4614-9620-D0A4290373EC}"/>
              </a:ext>
            </a:extLst>
          </p:cNvPr>
          <p:cNvPicPr>
            <a:picLocks xmlns:a="http://schemas.openxmlformats.org/drawingml/2006/main" noChangeAspect="1"/>
          </p:cNvPicPr>
          <p:nvPr/>
        </p:nvPicPr>
        <p:blipFill>
          <a:blip xmlns:r="http://schemas.openxmlformats.org/officeDocument/2006/relationships" xmlns:a="http://schemas.openxmlformats.org/drawingml/2006/main" r:embed="R395234ed0ae44c01"/>
          <a:srcRect xmlns:a="http://schemas.openxmlformats.org/drawingml/2006/main" l="362" t="0" r="362" b="0"/>
          <a:stretch xmlns:a="http://schemas.openxmlformats.org/drawingml/2006/main">
            <a:fillRect l="0" t="0" r="0" b="0"/>
          </a:stretch>
        </p:blipFill>
        <p:spPr>
          <a:xfrm xmlns:a="http://schemas.openxmlformats.org/drawingml/2006/main">
            <a:off x="1184882" y="1695020"/>
            <a:ext cx="513729" cy="412065"/>
          </a:xfrm>
          <a:prstGeom xmlns:a="http://schemas.openxmlformats.org/drawingml/2006/main" prst="rect">
            <a:avLst/>
          </a:prstGeom>
        </p:spPr>
      </p:pic>
      <p:sp>
        <p:nvSpPr>
          <p:cNvPr id="75" name="collie-source-component-28">
            <a:extLst xmlns:a="http://schemas.openxmlformats.org/drawingml/2006/main">
              <a:ext uri="{FF2B5EF4-FFF2-40B4-BE49-F238E27FC236}">
                <a16:creationId xmlns:a16="http://schemas.microsoft.com/office/drawing/2014/main" id="{7786D0CF-A423-4F08-AFA3-7C8C78404EFF}"/>
              </a:ext>
            </a:extLst>
          </p:cNvPr>
          <p:cNvSpPr>
            <a:spLocks xmlns:a="http://schemas.openxmlformats.org/drawingml/2006/main" noGrp="1"/>
          </p:cNvSpPr>
          <p:nvPr/>
        </p:nvSpPr>
        <p:spPr>
          <a:xfrm xmlns:a="http://schemas.openxmlformats.org/drawingml/2006/main" rot="0">
            <a:off x="1184882" y="1695020"/>
            <a:ext cx="513729" cy="412065"/>
          </a:xfrm>
          <a:prstGeom xmlns:a="http://schemas.openxmlformats.org/drawingml/2006/main" prst="rect">
            <a:avLst/>
          </a:prstGeom>
          <a:noFill xmlns:a="http://schemas.openxmlformats.org/drawingml/2006/main"/>
          <a:ln xmlns:a="http://schemas.openxmlformats.org/drawingml/2006/main" w="0">
            <a:noFill/>
          </a:ln>
        </p:spPr>
      </p:sp>
      <p:pic>
        <p:nvPicPr>
          <p:cNvPr id="76" name="">
            <a:extLst xmlns:a="http://schemas.openxmlformats.org/drawingml/2006/main">
              <a:ext uri="{FF2B5EF4-FFF2-40B4-BE49-F238E27FC236}">
                <a16:creationId xmlns:a16="http://schemas.microsoft.com/office/drawing/2014/main" id="{27A2ADC4-3CE5-40DF-8572-F174F65B2934}"/>
              </a:ext>
            </a:extLst>
          </p:cNvPr>
          <p:cNvPicPr>
            <a:picLocks xmlns:a="http://schemas.openxmlformats.org/drawingml/2006/main" noChangeAspect="1"/>
          </p:cNvPicPr>
          <p:nvPr/>
        </p:nvPicPr>
        <p:blipFill>
          <a:blip xmlns:r="http://schemas.openxmlformats.org/officeDocument/2006/relationships" xmlns:a="http://schemas.openxmlformats.org/drawingml/2006/main" r:embed="Rde9490bfafbf4ce3"/>
          <a:srcRect xmlns:a="http://schemas.openxmlformats.org/drawingml/2006/main" l="242" t="0" r="242" b="0"/>
          <a:stretch xmlns:a="http://schemas.openxmlformats.org/drawingml/2006/main">
            <a:fillRect l="0" t="0" r="0" b="0"/>
          </a:stretch>
        </p:blipFill>
        <p:spPr>
          <a:xfrm xmlns:a="http://schemas.openxmlformats.org/drawingml/2006/main">
            <a:off x="2399383" y="2045539"/>
            <a:ext cx="589705" cy="487444"/>
          </a:xfrm>
          <a:prstGeom xmlns:a="http://schemas.openxmlformats.org/drawingml/2006/main" prst="rect">
            <a:avLst/>
          </a:prstGeom>
        </p:spPr>
      </p:pic>
      <p:sp>
        <p:nvSpPr>
          <p:cNvPr id="77" name="collie-source-component-29">
            <a:extLst xmlns:a="http://schemas.openxmlformats.org/drawingml/2006/main">
              <a:ext uri="{FF2B5EF4-FFF2-40B4-BE49-F238E27FC236}">
                <a16:creationId xmlns:a16="http://schemas.microsoft.com/office/drawing/2014/main" id="{BADEBCB6-8A07-48BC-B3CA-27757D27D202}"/>
              </a:ext>
            </a:extLst>
          </p:cNvPr>
          <p:cNvSpPr>
            <a:spLocks xmlns:a="http://schemas.openxmlformats.org/drawingml/2006/main" noGrp="1"/>
          </p:cNvSpPr>
          <p:nvPr/>
        </p:nvSpPr>
        <p:spPr>
          <a:xfrm xmlns:a="http://schemas.openxmlformats.org/drawingml/2006/main" rot="0">
            <a:off x="2399383" y="2045539"/>
            <a:ext cx="589705" cy="487444"/>
          </a:xfrm>
          <a:prstGeom xmlns:a="http://schemas.openxmlformats.org/drawingml/2006/main" prst="rect">
            <a:avLst/>
          </a:prstGeom>
          <a:noFill xmlns:a="http://schemas.openxmlformats.org/drawingml/2006/main"/>
          <a:ln xmlns:a="http://schemas.openxmlformats.org/drawingml/2006/main" w="0">
            <a:noFill/>
          </a:ln>
        </p:spPr>
      </p:sp>
      <p:pic>
        <p:nvPicPr>
          <p:cNvPr id="78" name="">
            <a:extLst xmlns:a="http://schemas.openxmlformats.org/drawingml/2006/main">
              <a:ext uri="{FF2B5EF4-FFF2-40B4-BE49-F238E27FC236}">
                <a16:creationId xmlns:a16="http://schemas.microsoft.com/office/drawing/2014/main" id="{5DA5F291-2F3B-4B3B-B171-1084828B7330}"/>
              </a:ext>
            </a:extLst>
          </p:cNvPr>
          <p:cNvPicPr>
            <a:picLocks xmlns:a="http://schemas.openxmlformats.org/drawingml/2006/main" noChangeAspect="1"/>
          </p:cNvPicPr>
          <p:nvPr/>
        </p:nvPicPr>
        <p:blipFill>
          <a:blip xmlns:r="http://schemas.openxmlformats.org/officeDocument/2006/relationships" xmlns:a="http://schemas.openxmlformats.org/drawingml/2006/main" r:embed="Rd48808a7958b4531"/>
          <a:srcRect xmlns:a="http://schemas.openxmlformats.org/drawingml/2006/main" l="362" t="0" r="362" b="0"/>
          <a:stretch xmlns:a="http://schemas.openxmlformats.org/drawingml/2006/main">
            <a:fillRect l="0" t="0" r="0" b="0"/>
          </a:stretch>
        </p:blipFill>
        <p:spPr>
          <a:xfrm xmlns:a="http://schemas.openxmlformats.org/drawingml/2006/main">
            <a:off x="2418926" y="2065053"/>
            <a:ext cx="513729" cy="412065"/>
          </a:xfrm>
          <a:prstGeom xmlns:a="http://schemas.openxmlformats.org/drawingml/2006/main" prst="rect">
            <a:avLst/>
          </a:prstGeom>
        </p:spPr>
      </p:pic>
      <p:sp>
        <p:nvSpPr>
          <p:cNvPr id="79" name="collie-source-component-30">
            <a:extLst xmlns:a="http://schemas.openxmlformats.org/drawingml/2006/main">
              <a:ext uri="{FF2B5EF4-FFF2-40B4-BE49-F238E27FC236}">
                <a16:creationId xmlns:a16="http://schemas.microsoft.com/office/drawing/2014/main" id="{B27491BB-6D46-4577-B0D9-BE1860085FA2}"/>
              </a:ext>
            </a:extLst>
          </p:cNvPr>
          <p:cNvSpPr>
            <a:spLocks xmlns:a="http://schemas.openxmlformats.org/drawingml/2006/main" noGrp="1"/>
          </p:cNvSpPr>
          <p:nvPr/>
        </p:nvSpPr>
        <p:spPr>
          <a:xfrm xmlns:a="http://schemas.openxmlformats.org/drawingml/2006/main" rot="0">
            <a:off x="2418926" y="2065053"/>
            <a:ext cx="513729" cy="412065"/>
          </a:xfrm>
          <a:prstGeom xmlns:a="http://schemas.openxmlformats.org/drawingml/2006/main" prst="rect">
            <a:avLst/>
          </a:prstGeom>
          <a:noFill xmlns:a="http://schemas.openxmlformats.org/drawingml/2006/main"/>
          <a:ln xmlns:a="http://schemas.openxmlformats.org/drawingml/2006/main" w="0">
            <a:noFill/>
          </a:ln>
        </p:spPr>
      </p:sp>
      <p:pic>
        <p:nvPicPr>
          <p:cNvPr id="80" name="">
            <a:extLst xmlns:a="http://schemas.openxmlformats.org/drawingml/2006/main">
              <a:ext uri="{FF2B5EF4-FFF2-40B4-BE49-F238E27FC236}">
                <a16:creationId xmlns:a16="http://schemas.microsoft.com/office/drawing/2014/main" id="{86E8B67F-A3AB-4CA0-ABAB-E46890A92D6F}"/>
              </a:ext>
            </a:extLst>
          </p:cNvPr>
          <p:cNvPicPr>
            <a:picLocks xmlns:a="http://schemas.openxmlformats.org/drawingml/2006/main" noChangeAspect="1"/>
          </p:cNvPicPr>
          <p:nvPr/>
        </p:nvPicPr>
        <p:blipFill>
          <a:blip xmlns:r="http://schemas.openxmlformats.org/officeDocument/2006/relationships" xmlns:a="http://schemas.openxmlformats.org/drawingml/2006/main" r:embed="Rf932b5e1d6dc47cc"/>
          <a:srcRect xmlns:a="http://schemas.openxmlformats.org/drawingml/2006/main" l="637" t="0" r="637" b="0"/>
          <a:stretch xmlns:a="http://schemas.openxmlformats.org/drawingml/2006/main">
            <a:fillRect l="0" t="0" r="0" b="0"/>
          </a:stretch>
        </p:blipFill>
        <p:spPr>
          <a:xfrm xmlns:a="http://schemas.openxmlformats.org/drawingml/2006/main">
            <a:off x="2865238" y="1958049"/>
            <a:ext cx="643118" cy="555618"/>
          </a:xfrm>
          <a:prstGeom xmlns:a="http://schemas.openxmlformats.org/drawingml/2006/main" prst="rect">
            <a:avLst/>
          </a:prstGeom>
        </p:spPr>
      </p:pic>
      <p:sp>
        <p:nvSpPr>
          <p:cNvPr id="81" name="collie-source-component-31">
            <a:extLst xmlns:a="http://schemas.openxmlformats.org/drawingml/2006/main">
              <a:ext uri="{FF2B5EF4-FFF2-40B4-BE49-F238E27FC236}">
                <a16:creationId xmlns:a16="http://schemas.microsoft.com/office/drawing/2014/main" id="{0F2FB157-3D28-4514-B599-DB362B130AF0}"/>
              </a:ext>
            </a:extLst>
          </p:cNvPr>
          <p:cNvSpPr>
            <a:spLocks xmlns:a="http://schemas.openxmlformats.org/drawingml/2006/main" noGrp="1"/>
          </p:cNvSpPr>
          <p:nvPr/>
        </p:nvSpPr>
        <p:spPr>
          <a:xfrm xmlns:a="http://schemas.openxmlformats.org/drawingml/2006/main" rot="0">
            <a:off x="2865238" y="1958049"/>
            <a:ext cx="643118" cy="555618"/>
          </a:xfrm>
          <a:prstGeom xmlns:a="http://schemas.openxmlformats.org/drawingml/2006/main" prst="rect">
            <a:avLst/>
          </a:prstGeom>
          <a:noFill xmlns:a="http://schemas.openxmlformats.org/drawingml/2006/main"/>
          <a:ln xmlns:a="http://schemas.openxmlformats.org/drawingml/2006/main" w="0">
            <a:noFill/>
          </a:ln>
        </p:spPr>
      </p:sp>
      <p:pic>
        <p:nvPicPr>
          <p:cNvPr id="82" name="">
            <a:extLst xmlns:a="http://schemas.openxmlformats.org/drawingml/2006/main">
              <a:ext uri="{FF2B5EF4-FFF2-40B4-BE49-F238E27FC236}">
                <a16:creationId xmlns:a16="http://schemas.microsoft.com/office/drawing/2014/main" id="{ABF7DD81-F532-44CB-BD45-63B0DBF921E3}"/>
              </a:ext>
            </a:extLst>
          </p:cNvPr>
          <p:cNvPicPr>
            <a:picLocks xmlns:a="http://schemas.openxmlformats.org/drawingml/2006/main" noChangeAspect="1"/>
          </p:cNvPicPr>
          <p:nvPr/>
        </p:nvPicPr>
        <p:blipFill>
          <a:blip xmlns:r="http://schemas.openxmlformats.org/officeDocument/2006/relationships" xmlns:a="http://schemas.openxmlformats.org/drawingml/2006/main" r:embed="R415a938ccdfc4d8d"/>
          <a:srcRect xmlns:a="http://schemas.openxmlformats.org/drawingml/2006/main" l="0" t="2" r="0" b="2"/>
          <a:stretch xmlns:a="http://schemas.openxmlformats.org/drawingml/2006/main">
            <a:fillRect l="0" t="0" r="0" b="0"/>
          </a:stretch>
        </p:blipFill>
        <p:spPr>
          <a:xfrm xmlns:a="http://schemas.openxmlformats.org/drawingml/2006/main">
            <a:off x="2885028" y="1977241"/>
            <a:ext cx="566408" cy="479984"/>
          </a:xfrm>
          <a:prstGeom xmlns:a="http://schemas.openxmlformats.org/drawingml/2006/main" prst="rect">
            <a:avLst/>
          </a:prstGeom>
        </p:spPr>
      </p:pic>
      <p:sp>
        <p:nvSpPr>
          <p:cNvPr id="83" name="collie-source-component-32">
            <a:extLst xmlns:a="http://schemas.openxmlformats.org/drawingml/2006/main">
              <a:ext uri="{FF2B5EF4-FFF2-40B4-BE49-F238E27FC236}">
                <a16:creationId xmlns:a16="http://schemas.microsoft.com/office/drawing/2014/main" id="{788DA69F-D6FA-4AF8-A539-C040D2E2D2B5}"/>
              </a:ext>
            </a:extLst>
          </p:cNvPr>
          <p:cNvSpPr>
            <a:spLocks xmlns:a="http://schemas.openxmlformats.org/drawingml/2006/main" noGrp="1"/>
          </p:cNvSpPr>
          <p:nvPr/>
        </p:nvSpPr>
        <p:spPr>
          <a:xfrm xmlns:a="http://schemas.openxmlformats.org/drawingml/2006/main" rot="0">
            <a:off x="2885028" y="1977241"/>
            <a:ext cx="566408" cy="479984"/>
          </a:xfrm>
          <a:prstGeom xmlns:a="http://schemas.openxmlformats.org/drawingml/2006/main" prst="rect">
            <a:avLst/>
          </a:prstGeom>
          <a:noFill xmlns:a="http://schemas.openxmlformats.org/drawingml/2006/main"/>
          <a:ln xmlns:a="http://schemas.openxmlformats.org/drawingml/2006/main" w="0">
            <a:noFill/>
          </a:ln>
        </p:spPr>
      </p:sp>
      <p:sp>
        <p:nvSpPr>
          <p:cNvPr id="84" name="pdf-path-70">
            <a:extLst xmlns:a="http://schemas.openxmlformats.org/drawingml/2006/main">
              <a:ext uri="{FF2B5EF4-FFF2-40B4-BE49-F238E27FC236}">
                <a16:creationId xmlns:a16="http://schemas.microsoft.com/office/drawing/2014/main" id="{299DC97A-5A76-4139-8F79-F432BE273AD9}"/>
              </a:ext>
            </a:extLst>
          </p:cNvPr>
          <p:cNvSpPr>
            <a:spLocks xmlns:a="http://schemas.openxmlformats.org/drawingml/2006/main" noGrp="1"/>
          </p:cNvSpPr>
          <p:nvPr/>
        </p:nvSpPr>
        <p:spPr>
          <a:xfrm xmlns:a="http://schemas.openxmlformats.org/drawingml/2006/main" rot="0">
            <a:off x="1920461" y="1570214"/>
            <a:ext cx="7291" cy="1057644"/>
          </a:xfrm>
          <a:custGeom xmlns:a="http://schemas.openxmlformats.org/drawingml/2006/main">
            <a:pathLst>
              <a:path w="7291" h="1057644">
                <a:moveTo>
                  <a:pt x="0" y="1057644"/>
                </a:moveTo>
                <a:lnTo>
                  <a:pt x="7291" y="0"/>
                </a:lnTo>
              </a:path>
            </a:pathLst>
          </a:custGeom>
          <a:noFill xmlns:a="http://schemas.openxmlformats.org/drawingml/2006/main"/>
          <a:ln xmlns:a="http://schemas.openxmlformats.org/drawingml/2006/main" w="14203">
            <a:solidFill>
              <a:srgbClr val="A6A6A6"/>
            </a:solidFill>
            <a:prstDash val="dash"/>
          </a:ln>
        </p:spPr>
      </p:sp>
      <p:pic>
        <p:nvPicPr>
          <p:cNvPr id="85" name="">
            <a:extLst xmlns:a="http://schemas.openxmlformats.org/drawingml/2006/main">
              <a:ext uri="{FF2B5EF4-FFF2-40B4-BE49-F238E27FC236}">
                <a16:creationId xmlns:a16="http://schemas.microsoft.com/office/drawing/2014/main" id="{2612E75F-A8E7-445C-A040-6B6E1BA92F91}"/>
              </a:ext>
            </a:extLst>
          </p:cNvPr>
          <p:cNvPicPr>
            <a:picLocks xmlns:a="http://schemas.openxmlformats.org/drawingml/2006/main" noChangeAspect="1"/>
          </p:cNvPicPr>
          <p:nvPr/>
        </p:nvPicPr>
        <p:blipFill>
          <a:blip xmlns:r="http://schemas.openxmlformats.org/officeDocument/2006/relationships" xmlns:a="http://schemas.openxmlformats.org/drawingml/2006/main" r:embed="Rbfaf918209434c32"/>
          <a:srcRect xmlns:a="http://schemas.openxmlformats.org/drawingml/2006/main" l="0" t="45" r="0" b="45"/>
          <a:stretch xmlns:a="http://schemas.openxmlformats.org/drawingml/2006/main">
            <a:fillRect l="0" t="0" r="0" b="0"/>
          </a:stretch>
        </p:blipFill>
        <p:spPr>
          <a:xfrm xmlns:a="http://schemas.openxmlformats.org/drawingml/2006/main">
            <a:off x="4369612" y="268469"/>
            <a:ext cx="2127029" cy="1477104"/>
          </a:xfrm>
          <a:prstGeom xmlns:a="http://schemas.openxmlformats.org/drawingml/2006/main" prst="rect">
            <a:avLst/>
          </a:prstGeom>
        </p:spPr>
      </p:pic>
      <p:sp>
        <p:nvSpPr>
          <p:cNvPr id="86" name="collie-source-component-33">
            <a:extLst xmlns:a="http://schemas.openxmlformats.org/drawingml/2006/main">
              <a:ext uri="{FF2B5EF4-FFF2-40B4-BE49-F238E27FC236}">
                <a16:creationId xmlns:a16="http://schemas.microsoft.com/office/drawing/2014/main" id="{FB3238B1-5B7A-4B32-9BE8-EB2D51F22064}"/>
              </a:ext>
            </a:extLst>
          </p:cNvPr>
          <p:cNvSpPr>
            <a:spLocks xmlns:a="http://schemas.openxmlformats.org/drawingml/2006/main" noGrp="1"/>
          </p:cNvSpPr>
          <p:nvPr/>
        </p:nvSpPr>
        <p:spPr>
          <a:xfrm xmlns:a="http://schemas.openxmlformats.org/drawingml/2006/main" rot="0">
            <a:off x="4369612" y="268469"/>
            <a:ext cx="2127029" cy="1477104"/>
          </a:xfrm>
          <a:prstGeom xmlns:a="http://schemas.openxmlformats.org/drawingml/2006/main" prst="rect">
            <a:avLst/>
          </a:prstGeom>
          <a:noFill xmlns:a="http://schemas.openxmlformats.org/drawingml/2006/main"/>
          <a:ln xmlns:a="http://schemas.openxmlformats.org/drawingml/2006/main" w="0">
            <a:noFill/>
          </a:ln>
        </p:spPr>
      </p:sp>
      <p:sp>
        <p:nvSpPr>
          <p:cNvPr id="87" name="pdf-path-72">
            <a:extLst xmlns:a="http://schemas.openxmlformats.org/drawingml/2006/main">
              <a:ext uri="{FF2B5EF4-FFF2-40B4-BE49-F238E27FC236}">
                <a16:creationId xmlns:a16="http://schemas.microsoft.com/office/drawing/2014/main" id="{2768C266-BC5A-4B93-B975-8F6D63D0E75A}"/>
              </a:ext>
            </a:extLst>
          </p:cNvPr>
          <p:cNvSpPr>
            <a:spLocks xmlns:a="http://schemas.openxmlformats.org/drawingml/2006/main" noGrp="1"/>
          </p:cNvSpPr>
          <p:nvPr/>
        </p:nvSpPr>
        <p:spPr>
          <a:xfrm xmlns:a="http://schemas.openxmlformats.org/drawingml/2006/main" rot="0">
            <a:off x="4393851" y="292614"/>
            <a:ext cx="2041054" cy="1391224"/>
          </a:xfrm>
          <a:custGeom xmlns:a="http://schemas.openxmlformats.org/drawingml/2006/main">
            <a:pathLst>
              <a:path w="2041054" h="1391224">
                <a:moveTo>
                  <a:pt x="0" y="94497"/>
                </a:moveTo>
                <a:cubicBezTo>
                  <a:pt x="0" y="42325"/>
                  <a:pt x="42325" y="0"/>
                  <a:pt x="94591" y="0"/>
                </a:cubicBezTo>
                <a:lnTo>
                  <a:pt x="1946557" y="0"/>
                </a:lnTo>
                <a:cubicBezTo>
                  <a:pt x="1998730" y="0"/>
                  <a:pt x="2041054" y="42325"/>
                  <a:pt x="2041054" y="94497"/>
                </a:cubicBezTo>
                <a:lnTo>
                  <a:pt x="2041054" y="1296727"/>
                </a:lnTo>
                <a:cubicBezTo>
                  <a:pt x="2041054" y="1348899"/>
                  <a:pt x="1998730" y="1391224"/>
                  <a:pt x="1946557" y="1391224"/>
                </a:cubicBezTo>
                <a:lnTo>
                  <a:pt x="94591" y="1391224"/>
                </a:lnTo>
                <a:cubicBezTo>
                  <a:pt x="42325" y="1391224"/>
                  <a:pt x="0" y="1348899"/>
                  <a:pt x="0" y="1296727"/>
                </a:cubicBezTo>
                <a:lnTo>
                  <a:pt x="0" y="94497"/>
                </a:lnTo>
              </a:path>
            </a:pathLst>
          </a:custGeom>
          <a:solidFill xmlns:a="http://schemas.openxmlformats.org/drawingml/2006/main">
            <a:srgbClr val="F2F2F2"/>
          </a:solidFill>
          <a:ln xmlns:a="http://schemas.openxmlformats.org/drawingml/2006/main" w="9469">
            <a:solidFill>
              <a:srgbClr val="D9D9D9"/>
            </a:solidFill>
            <a:prstDash val="solid"/>
          </a:ln>
        </p:spPr>
      </p:sp>
      <p:sp>
        <p:nvSpPr>
          <p:cNvPr id="88" name="pdf-text-19-0">
            <a:extLst xmlns:a="http://schemas.openxmlformats.org/drawingml/2006/main">
              <a:ext uri="{FF2B5EF4-FFF2-40B4-BE49-F238E27FC236}">
                <a16:creationId xmlns:a16="http://schemas.microsoft.com/office/drawing/2014/main" id="{8C3930CE-3CE0-4E68-88CC-9098045E4E18}"/>
              </a:ext>
            </a:extLst>
          </p:cNvPr>
          <p:cNvSpPr>
            <a:spLocks xmlns:a="http://schemas.openxmlformats.org/drawingml/2006/main" noGrp="1"/>
          </p:cNvSpPr>
          <p:nvPr/>
        </p:nvSpPr>
        <p:spPr>
          <a:xfrm xmlns:a="http://schemas.openxmlformats.org/drawingml/2006/main" rot="0">
            <a:off x="4546864" y="403375"/>
            <a:ext cx="1679889"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97" b="0" i="1">
                <a:solidFill>
                  <a:srgbClr val="000000"/>
                </a:solidFill>
                <a:latin typeface="Arial"/>
                <a:ea typeface="Arial"/>
                <a:cs typeface="Arial"/>
              </a:defRPr>
            </a:defPPr>
          </a:lstStyle>
          <a:p xmlns:a="http://schemas.openxmlformats.org/drawingml/2006/main">
            <a:pPr algn="l">
              <a:defRPr sz="1497" b="0" i="1">
                <a:solidFill>
                  <a:srgbClr val="000000"/>
                </a:solidFill>
                <a:latin typeface="Arial"/>
                <a:ea typeface="Arial"/>
                <a:cs typeface="Arial"/>
              </a:defRPr>
            </a:pPr>
            <a:r>
              <a:rPr sz="1497" b="0" i="1">
                <a:solidFill>
                  <a:srgbClr val="000000"/>
                </a:solidFill>
                <a:latin typeface="Arial"/>
                <a:ea typeface="Arial"/>
                <a:cs typeface="Arial"/>
              </a:rPr>
              <a:t>Two behaviors with </a:t>
            </a:r>
          </a:p>
        </p:txBody>
      </p:sp>
      <p:sp>
        <p:nvSpPr>
          <p:cNvPr id="89" name="pdf-text-20-0">
            <a:extLst xmlns:a="http://schemas.openxmlformats.org/drawingml/2006/main">
              <a:ext uri="{FF2B5EF4-FFF2-40B4-BE49-F238E27FC236}">
                <a16:creationId xmlns:a16="http://schemas.microsoft.com/office/drawing/2014/main" id="{89AD9095-9110-4434-8D6A-5929D0F51975}"/>
              </a:ext>
            </a:extLst>
          </p:cNvPr>
          <p:cNvSpPr>
            <a:spLocks xmlns:a="http://schemas.openxmlformats.org/drawingml/2006/main" noGrp="1"/>
          </p:cNvSpPr>
          <p:nvPr/>
        </p:nvSpPr>
        <p:spPr>
          <a:xfrm xmlns:a="http://schemas.openxmlformats.org/drawingml/2006/main" rot="0">
            <a:off x="4546864" y="645664"/>
            <a:ext cx="1704833"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1" b="1" i="1">
                <a:solidFill>
                  <a:srgbClr val="000000"/>
                </a:solidFill>
                <a:latin typeface="Arial"/>
                <a:ea typeface="Arial"/>
                <a:cs typeface="Arial"/>
              </a:defRPr>
            </a:defPPr>
          </a:lstStyle>
          <a:p xmlns:a="http://schemas.openxmlformats.org/drawingml/2006/main">
            <a:pPr algn="l">
              <a:defRPr sz="1421" b="1" i="1">
                <a:solidFill>
                  <a:srgbClr val="000000"/>
                </a:solidFill>
                <a:latin typeface="Arial"/>
                <a:ea typeface="Arial"/>
                <a:cs typeface="Arial"/>
              </a:defRPr>
            </a:pPr>
            <a:r>
              <a:rPr sz="1421" b="1" i="1">
                <a:solidFill>
                  <a:srgbClr val="000000"/>
                </a:solidFill>
                <a:latin typeface="Arial"/>
                <a:ea typeface="Arial"/>
                <a:cs typeface="Arial"/>
              </a:rPr>
              <a:t>nearby embeddings</a:t>
            </a:r>
          </a:p>
        </p:txBody>
      </p:sp>
      <p:sp>
        <p:nvSpPr>
          <p:cNvPr id="90" name="pdf-text-22-0">
            <a:extLst xmlns:a="http://schemas.openxmlformats.org/drawingml/2006/main">
              <a:ext uri="{FF2B5EF4-FFF2-40B4-BE49-F238E27FC236}">
                <a16:creationId xmlns:a16="http://schemas.microsoft.com/office/drawing/2014/main" id="{5E5F06F2-D735-4F45-B809-8BB2BEEDF4ED}"/>
              </a:ext>
            </a:extLst>
          </p:cNvPr>
          <p:cNvSpPr>
            <a:spLocks xmlns:a="http://schemas.openxmlformats.org/drawingml/2006/main" noGrp="1"/>
          </p:cNvSpPr>
          <p:nvPr/>
        </p:nvSpPr>
        <p:spPr>
          <a:xfrm xmlns:a="http://schemas.openxmlformats.org/drawingml/2006/main" rot="0">
            <a:off x="4546864" y="886245"/>
            <a:ext cx="696997"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2" b="0" i="0">
                <a:solidFill>
                  <a:srgbClr val="000000"/>
                </a:solidFill>
                <a:latin typeface="Arial"/>
                <a:ea typeface="Arial"/>
                <a:cs typeface="Arial"/>
              </a:defRPr>
            </a:defPPr>
          </a:lstStyle>
          <a:p xmlns:a="http://schemas.openxmlformats.org/drawingml/2006/main">
            <a:pPr algn="l">
              <a:defRPr sz="1372" b="0" i="0">
                <a:solidFill>
                  <a:srgbClr val="000000"/>
                </a:solidFill>
                <a:latin typeface="Arial"/>
                <a:ea typeface="Arial"/>
                <a:cs typeface="Arial"/>
              </a:defRPr>
            </a:pPr>
            <a:r>
              <a:rPr sz="1372" b="0" i="0">
                <a:solidFill>
                  <a:srgbClr val="000000"/>
                </a:solidFill>
                <a:latin typeface="Arial"/>
                <a:ea typeface="Arial"/>
                <a:cs typeface="Arial"/>
              </a:rPr>
              <a:t>(    ,     )  </a:t>
            </a:r>
          </a:p>
        </p:txBody>
      </p:sp>
      <p:sp>
        <p:nvSpPr>
          <p:cNvPr id="91" name="pdf-text-23-0">
            <a:extLst xmlns:a="http://schemas.openxmlformats.org/drawingml/2006/main">
              <a:ext uri="{FF2B5EF4-FFF2-40B4-BE49-F238E27FC236}">
                <a16:creationId xmlns:a16="http://schemas.microsoft.com/office/drawing/2014/main" id="{9829016A-0D35-4FFA-AC52-062CC9997A65}"/>
              </a:ext>
            </a:extLst>
          </p:cNvPr>
          <p:cNvSpPr>
            <a:spLocks xmlns:a="http://schemas.openxmlformats.org/drawingml/2006/main" noGrp="1"/>
          </p:cNvSpPr>
          <p:nvPr/>
        </p:nvSpPr>
        <p:spPr>
          <a:xfrm xmlns:a="http://schemas.openxmlformats.org/drawingml/2006/main" rot="0">
            <a:off x="5245837" y="880532"/>
            <a:ext cx="412965"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62" b="0" i="1">
                <a:solidFill>
                  <a:srgbClr val="000000"/>
                </a:solidFill>
                <a:latin typeface="Arial"/>
                <a:ea typeface="Arial"/>
                <a:cs typeface="Arial"/>
              </a:defRPr>
            </a:defPPr>
          </a:lstStyle>
          <a:p xmlns:a="http://schemas.openxmlformats.org/drawingml/2006/main">
            <a:pPr algn="l">
              <a:defRPr sz="1462" b="0" i="1">
                <a:solidFill>
                  <a:srgbClr val="000000"/>
                </a:solidFill>
                <a:latin typeface="Arial"/>
                <a:ea typeface="Arial"/>
                <a:cs typeface="Arial"/>
              </a:defRPr>
            </a:pPr>
            <a:r>
              <a:rPr sz="1462" b="0" i="1">
                <a:solidFill>
                  <a:srgbClr val="000000"/>
                </a:solidFill>
                <a:latin typeface="Arial"/>
                <a:ea typeface="Arial"/>
                <a:cs typeface="Arial"/>
              </a:rPr>
              <a:t>and  </a:t>
            </a:r>
          </a:p>
        </p:txBody>
      </p:sp>
      <p:sp>
        <p:nvSpPr>
          <p:cNvPr id="92" name="pdf-text-24-0">
            <a:extLst xmlns:a="http://schemas.openxmlformats.org/drawingml/2006/main">
              <a:ext uri="{FF2B5EF4-FFF2-40B4-BE49-F238E27FC236}">
                <a16:creationId xmlns:a16="http://schemas.microsoft.com/office/drawing/2014/main" id="{05B39658-11BF-4F1D-8644-DAF4FD355949}"/>
              </a:ext>
            </a:extLst>
          </p:cNvPr>
          <p:cNvSpPr>
            <a:spLocks xmlns:a="http://schemas.openxmlformats.org/drawingml/2006/main" noGrp="1"/>
          </p:cNvSpPr>
          <p:nvPr/>
        </p:nvSpPr>
        <p:spPr>
          <a:xfrm xmlns:a="http://schemas.openxmlformats.org/drawingml/2006/main" rot="0">
            <a:off x="5659426" y="886082"/>
            <a:ext cx="649798"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5" b="0" i="0">
                <a:solidFill>
                  <a:srgbClr val="000000"/>
                </a:solidFill>
                <a:latin typeface="Arial"/>
                <a:ea typeface="Arial"/>
                <a:cs typeface="Arial"/>
              </a:defRPr>
            </a:defPPr>
          </a:lstStyle>
          <a:p xmlns:a="http://schemas.openxmlformats.org/drawingml/2006/main">
            <a:pPr algn="l">
              <a:defRPr sz="1375" b="0" i="0">
                <a:solidFill>
                  <a:srgbClr val="000000"/>
                </a:solidFill>
                <a:latin typeface="Arial"/>
                <a:ea typeface="Arial"/>
                <a:cs typeface="Arial"/>
              </a:defRPr>
            </a:pPr>
            <a:r>
              <a:rPr sz="1375" b="0" i="0">
                <a:solidFill>
                  <a:srgbClr val="000000"/>
                </a:solidFill>
                <a:latin typeface="Arial"/>
                <a:ea typeface="Arial"/>
                <a:cs typeface="Arial"/>
              </a:rPr>
              <a:t>(    ,     ) </a:t>
            </a:r>
          </a:p>
        </p:txBody>
      </p:sp>
      <p:sp>
        <p:nvSpPr>
          <p:cNvPr id="93" name="pdf-text-25-0">
            <a:extLst xmlns:a="http://schemas.openxmlformats.org/drawingml/2006/main">
              <a:ext uri="{FF2B5EF4-FFF2-40B4-BE49-F238E27FC236}">
                <a16:creationId xmlns:a16="http://schemas.microsoft.com/office/drawing/2014/main" id="{A49CD485-48DC-4905-BAC7-1B2D2E9A7C24}"/>
              </a:ext>
            </a:extLst>
          </p:cNvPr>
          <p:cNvSpPr>
            <a:spLocks xmlns:a="http://schemas.openxmlformats.org/drawingml/2006/main" noGrp="1"/>
          </p:cNvSpPr>
          <p:nvPr/>
        </p:nvSpPr>
        <p:spPr>
          <a:xfrm xmlns:a="http://schemas.openxmlformats.org/drawingml/2006/main" rot="0">
            <a:off x="4546864" y="1118276"/>
            <a:ext cx="452888"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58" b="0" i="1">
                <a:solidFill>
                  <a:srgbClr val="000000"/>
                </a:solidFill>
                <a:latin typeface="Arial"/>
                <a:ea typeface="Arial"/>
                <a:cs typeface="Arial"/>
              </a:defRPr>
            </a:defPPr>
          </a:lstStyle>
          <a:p xmlns:a="http://schemas.openxmlformats.org/drawingml/2006/main">
            <a:pPr algn="l">
              <a:defRPr sz="1458" b="0" i="1">
                <a:solidFill>
                  <a:srgbClr val="000000"/>
                </a:solidFill>
                <a:latin typeface="Arial"/>
                <a:ea typeface="Arial"/>
                <a:cs typeface="Arial"/>
              </a:defRPr>
            </a:pPr>
            <a:r>
              <a:rPr sz="1458" b="0" i="1">
                <a:solidFill>
                  <a:srgbClr val="000000"/>
                </a:solidFill>
                <a:latin typeface="Arial"/>
                <a:ea typeface="Arial"/>
                <a:cs typeface="Arial"/>
              </a:rPr>
              <a:t>have </a:t>
            </a:r>
          </a:p>
        </p:txBody>
      </p:sp>
      <p:sp>
        <p:nvSpPr>
          <p:cNvPr id="94" name="pdf-text-26-0">
            <a:extLst xmlns:a="http://schemas.openxmlformats.org/drawingml/2006/main">
              <a:ext uri="{FF2B5EF4-FFF2-40B4-BE49-F238E27FC236}">
                <a16:creationId xmlns:a16="http://schemas.microsoft.com/office/drawing/2014/main" id="{BB6CFDE1-E24B-4E9C-A05B-28186C40CAF6}"/>
              </a:ext>
            </a:extLst>
          </p:cNvPr>
          <p:cNvSpPr>
            <a:spLocks xmlns:a="http://schemas.openxmlformats.org/drawingml/2006/main" noGrp="1"/>
          </p:cNvSpPr>
          <p:nvPr/>
        </p:nvSpPr>
        <p:spPr>
          <a:xfrm xmlns:a="http://schemas.openxmlformats.org/drawingml/2006/main" rot="0">
            <a:off x="4999274" y="1119227"/>
            <a:ext cx="1303290"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43" b="1" i="1">
                <a:solidFill>
                  <a:srgbClr val="000000"/>
                </a:solidFill>
                <a:latin typeface="Arial"/>
                <a:ea typeface="Arial"/>
                <a:cs typeface="Arial"/>
              </a:defRPr>
            </a:defPPr>
          </a:lstStyle>
          <a:p xmlns:a="http://schemas.openxmlformats.org/drawingml/2006/main">
            <a:pPr algn="l">
              <a:defRPr sz="1443" b="1" i="1">
                <a:solidFill>
                  <a:srgbClr val="000000"/>
                </a:solidFill>
                <a:latin typeface="Arial"/>
                <a:ea typeface="Arial"/>
                <a:cs typeface="Arial"/>
              </a:defRPr>
            </a:pPr>
            <a:r>
              <a:rPr sz="1443" b="1" i="1">
                <a:solidFill>
                  <a:srgbClr val="000000"/>
                </a:solidFill>
                <a:latin typeface="Arial"/>
                <a:ea typeface="Arial"/>
                <a:cs typeface="Arial"/>
              </a:rPr>
              <a:t>similar human-</a:t>
            </a:r>
          </a:p>
        </p:txBody>
      </p:sp>
      <p:sp>
        <p:nvSpPr>
          <p:cNvPr id="95" name="pdf-text-28-0">
            <a:extLst xmlns:a="http://schemas.openxmlformats.org/drawingml/2006/main">
              <a:ext uri="{FF2B5EF4-FFF2-40B4-BE49-F238E27FC236}">
                <a16:creationId xmlns:a16="http://schemas.microsoft.com/office/drawing/2014/main" id="{8256D5AB-DC5A-4F81-A310-907E45702D10}"/>
              </a:ext>
            </a:extLst>
          </p:cNvPr>
          <p:cNvSpPr>
            <a:spLocks xmlns:a="http://schemas.openxmlformats.org/drawingml/2006/main" noGrp="1"/>
          </p:cNvSpPr>
          <p:nvPr/>
        </p:nvSpPr>
        <p:spPr>
          <a:xfrm xmlns:a="http://schemas.openxmlformats.org/drawingml/2006/main" rot="0">
            <a:off x="4546864" y="1357298"/>
            <a:ext cx="961100"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33" b="1" i="1">
                <a:solidFill>
                  <a:srgbClr val="000000"/>
                </a:solidFill>
                <a:latin typeface="Arial"/>
                <a:ea typeface="Arial"/>
                <a:cs typeface="Arial"/>
              </a:defRPr>
            </a:defPPr>
          </a:lstStyle>
          <a:p xmlns:a="http://schemas.openxmlformats.org/drawingml/2006/main">
            <a:pPr algn="l">
              <a:defRPr sz="1433" b="1" i="1">
                <a:solidFill>
                  <a:srgbClr val="000000"/>
                </a:solidFill>
                <a:latin typeface="Arial"/>
                <a:ea typeface="Arial"/>
                <a:cs typeface="Arial"/>
              </a:defRPr>
            </a:pPr>
            <a:r>
              <a:rPr sz="1433" b="1" i="1">
                <a:solidFill>
                  <a:srgbClr val="000000"/>
                </a:solidFill>
                <a:latin typeface="Arial"/>
                <a:ea typeface="Arial"/>
                <a:cs typeface="Arial"/>
              </a:rPr>
              <a:t>desirability</a:t>
            </a:r>
          </a:p>
        </p:txBody>
      </p:sp>
      <p:sp>
        <p:nvSpPr>
          <p:cNvPr id="96" name="pdf-path-87">
            <a:extLst xmlns:a="http://schemas.openxmlformats.org/drawingml/2006/main">
              <a:ext uri="{FF2B5EF4-FFF2-40B4-BE49-F238E27FC236}">
                <a16:creationId xmlns:a16="http://schemas.microsoft.com/office/drawing/2014/main" id="{63EAA749-9347-4CBD-B286-ADE7982D7CD8}"/>
              </a:ext>
            </a:extLst>
          </p:cNvPr>
          <p:cNvSpPr>
            <a:spLocks xmlns:a="http://schemas.openxmlformats.org/drawingml/2006/main" noGrp="1"/>
          </p:cNvSpPr>
          <p:nvPr/>
        </p:nvSpPr>
        <p:spPr>
          <a:xfrm xmlns:a="http://schemas.openxmlformats.org/drawingml/2006/main" rot="0">
            <a:off x="4611156" y="903908"/>
            <a:ext cx="172802" cy="177915"/>
          </a:xfrm>
          <a:custGeom xmlns:a="http://schemas.openxmlformats.org/drawingml/2006/main">
            <a:pathLst>
              <a:path w="172802" h="177915">
                <a:moveTo>
                  <a:pt x="0" y="88910"/>
                </a:moveTo>
                <a:cubicBezTo>
                  <a:pt x="0" y="39768"/>
                  <a:pt x="38632" y="0"/>
                  <a:pt x="86354" y="0"/>
                </a:cubicBezTo>
                <a:cubicBezTo>
                  <a:pt x="134075" y="0"/>
                  <a:pt x="172802" y="39768"/>
                  <a:pt x="172802" y="88910"/>
                </a:cubicBezTo>
                <a:cubicBezTo>
                  <a:pt x="172802" y="138052"/>
                  <a:pt x="134075" y="177915"/>
                  <a:pt x="86354" y="177915"/>
                </a:cubicBezTo>
                <a:cubicBezTo>
                  <a:pt x="38632" y="177915"/>
                  <a:pt x="0" y="138052"/>
                  <a:pt x="0" y="88910"/>
                </a:cubicBezTo>
              </a:path>
            </a:pathLst>
          </a:custGeom>
          <a:solidFill xmlns:a="http://schemas.openxmlformats.org/drawingml/2006/main">
            <a:srgbClr val="ED7D31">
              <a:alpha val="70000"/>
            </a:srgbClr>
          </a:solidFill>
          <a:ln xmlns:a="http://schemas.openxmlformats.org/drawingml/2006/main" w="0">
            <a:noFill/>
            <a:prstDash val="solid"/>
          </a:ln>
        </p:spPr>
      </p:sp>
      <p:sp>
        <p:nvSpPr>
          <p:cNvPr id="97" name="pdf-path-88">
            <a:extLst xmlns:a="http://schemas.openxmlformats.org/drawingml/2006/main">
              <a:ext uri="{FF2B5EF4-FFF2-40B4-BE49-F238E27FC236}">
                <a16:creationId xmlns:a16="http://schemas.microsoft.com/office/drawing/2014/main" id="{8428D255-72BB-42BA-BD78-2CBF3423BBE4}"/>
              </a:ext>
            </a:extLst>
          </p:cNvPr>
          <p:cNvSpPr>
            <a:spLocks xmlns:a="http://schemas.openxmlformats.org/drawingml/2006/main" noGrp="1"/>
          </p:cNvSpPr>
          <p:nvPr/>
        </p:nvSpPr>
        <p:spPr>
          <a:xfrm xmlns:a="http://schemas.openxmlformats.org/drawingml/2006/main" rot="0">
            <a:off x="4904304" y="903908"/>
            <a:ext cx="172803" cy="177915"/>
          </a:xfrm>
          <a:custGeom xmlns:a="http://schemas.openxmlformats.org/drawingml/2006/main">
            <a:pathLst>
              <a:path w="172803" h="177915">
                <a:moveTo>
                  <a:pt x="0" y="88910"/>
                </a:moveTo>
                <a:cubicBezTo>
                  <a:pt x="0" y="39768"/>
                  <a:pt x="38632" y="0"/>
                  <a:pt x="86354" y="0"/>
                </a:cubicBezTo>
                <a:cubicBezTo>
                  <a:pt x="134075" y="0"/>
                  <a:pt x="172803" y="39768"/>
                  <a:pt x="172803" y="88910"/>
                </a:cubicBezTo>
                <a:cubicBezTo>
                  <a:pt x="172803" y="138052"/>
                  <a:pt x="134075" y="177915"/>
                  <a:pt x="86354" y="177915"/>
                </a:cubicBezTo>
                <a:cubicBezTo>
                  <a:pt x="38632" y="177915"/>
                  <a:pt x="0" y="138052"/>
                  <a:pt x="0" y="88910"/>
                </a:cubicBezTo>
              </a:path>
            </a:pathLst>
          </a:custGeom>
          <a:solidFill xmlns:a="http://schemas.openxmlformats.org/drawingml/2006/main">
            <a:srgbClr val="C55A11"/>
          </a:solidFill>
          <a:ln xmlns:a="http://schemas.openxmlformats.org/drawingml/2006/main" w="0">
            <a:noFill/>
            <a:prstDash val="solid"/>
          </a:ln>
        </p:spPr>
      </p:sp>
      <p:sp>
        <p:nvSpPr>
          <p:cNvPr id="98" name="pdf-path-89">
            <a:extLst xmlns:a="http://schemas.openxmlformats.org/drawingml/2006/main">
              <a:ext uri="{FF2B5EF4-FFF2-40B4-BE49-F238E27FC236}">
                <a16:creationId xmlns:a16="http://schemas.microsoft.com/office/drawing/2014/main" id="{7E752BD8-6224-4344-9CA6-FE58ED164E17}"/>
              </a:ext>
            </a:extLst>
          </p:cNvPr>
          <p:cNvSpPr>
            <a:spLocks xmlns:a="http://schemas.openxmlformats.org/drawingml/2006/main" noGrp="1"/>
          </p:cNvSpPr>
          <p:nvPr/>
        </p:nvSpPr>
        <p:spPr>
          <a:xfrm xmlns:a="http://schemas.openxmlformats.org/drawingml/2006/main" rot="0">
            <a:off x="5728357" y="902583"/>
            <a:ext cx="172802" cy="178010"/>
          </a:xfrm>
          <a:custGeom xmlns:a="http://schemas.openxmlformats.org/drawingml/2006/main">
            <a:pathLst>
              <a:path w="172802" h="178010">
                <a:moveTo>
                  <a:pt x="0" y="89005"/>
                </a:moveTo>
                <a:cubicBezTo>
                  <a:pt x="0" y="39863"/>
                  <a:pt x="38633" y="0"/>
                  <a:pt x="86354" y="0"/>
                </a:cubicBezTo>
                <a:cubicBezTo>
                  <a:pt x="134076" y="0"/>
                  <a:pt x="172802" y="39863"/>
                  <a:pt x="172802" y="89005"/>
                </a:cubicBezTo>
                <a:cubicBezTo>
                  <a:pt x="172802" y="138147"/>
                  <a:pt x="134076" y="178010"/>
                  <a:pt x="86354" y="178010"/>
                </a:cubicBezTo>
                <a:cubicBezTo>
                  <a:pt x="38633" y="178010"/>
                  <a:pt x="0" y="138147"/>
                  <a:pt x="0" y="89005"/>
                </a:cubicBezTo>
              </a:path>
            </a:pathLst>
          </a:custGeom>
          <a:solidFill xmlns:a="http://schemas.openxmlformats.org/drawingml/2006/main">
            <a:srgbClr val="4472C4">
              <a:alpha val="70000"/>
            </a:srgbClr>
          </a:solidFill>
          <a:ln xmlns:a="http://schemas.openxmlformats.org/drawingml/2006/main" w="0">
            <a:noFill/>
            <a:prstDash val="solid"/>
          </a:ln>
        </p:spPr>
      </p:sp>
      <p:sp>
        <p:nvSpPr>
          <p:cNvPr id="99" name="pdf-path-90">
            <a:extLst xmlns:a="http://schemas.openxmlformats.org/drawingml/2006/main">
              <a:ext uri="{FF2B5EF4-FFF2-40B4-BE49-F238E27FC236}">
                <a16:creationId xmlns:a16="http://schemas.microsoft.com/office/drawing/2014/main" id="{EE78A9E5-0478-4653-92AA-96F26005E612}"/>
              </a:ext>
            </a:extLst>
          </p:cNvPr>
          <p:cNvSpPr>
            <a:spLocks xmlns:a="http://schemas.openxmlformats.org/drawingml/2006/main" noGrp="1"/>
          </p:cNvSpPr>
          <p:nvPr/>
        </p:nvSpPr>
        <p:spPr>
          <a:xfrm xmlns:a="http://schemas.openxmlformats.org/drawingml/2006/main" rot="0">
            <a:off x="6015730" y="902583"/>
            <a:ext cx="172803" cy="178010"/>
          </a:xfrm>
          <a:custGeom xmlns:a="http://schemas.openxmlformats.org/drawingml/2006/main">
            <a:pathLst>
              <a:path w="172803" h="178010">
                <a:moveTo>
                  <a:pt x="0" y="89005"/>
                </a:moveTo>
                <a:cubicBezTo>
                  <a:pt x="0" y="39863"/>
                  <a:pt x="38726" y="0"/>
                  <a:pt x="86448" y="0"/>
                </a:cubicBezTo>
                <a:cubicBezTo>
                  <a:pt x="134170" y="0"/>
                  <a:pt x="172803" y="39863"/>
                  <a:pt x="172803" y="89005"/>
                </a:cubicBezTo>
                <a:cubicBezTo>
                  <a:pt x="172803" y="138147"/>
                  <a:pt x="134170" y="178010"/>
                  <a:pt x="86448" y="178010"/>
                </a:cubicBezTo>
                <a:cubicBezTo>
                  <a:pt x="38726" y="178010"/>
                  <a:pt x="0" y="138147"/>
                  <a:pt x="0" y="89005"/>
                </a:cubicBezTo>
              </a:path>
            </a:pathLst>
          </a:custGeom>
          <a:solidFill xmlns:a="http://schemas.openxmlformats.org/drawingml/2006/main">
            <a:srgbClr val="4472C4"/>
          </a:solidFill>
          <a:ln xmlns:a="http://schemas.openxmlformats.org/drawingml/2006/main" w="0">
            <a:noFill/>
            <a:prstDash val="solid"/>
          </a:ln>
        </p:spPr>
      </p:sp>
      <p:pic>
        <p:nvPicPr>
          <p:cNvPr id="100" name="">
            <a:extLst xmlns:a="http://schemas.openxmlformats.org/drawingml/2006/main">
              <a:ext uri="{FF2B5EF4-FFF2-40B4-BE49-F238E27FC236}">
                <a16:creationId xmlns:a16="http://schemas.microsoft.com/office/drawing/2014/main" id="{8EAE561B-E4CD-4F4A-8EA1-E6679FC79E15}"/>
              </a:ext>
            </a:extLst>
          </p:cNvPr>
          <p:cNvPicPr>
            <a:picLocks xmlns:a="http://schemas.openxmlformats.org/drawingml/2006/main" noChangeAspect="1"/>
          </p:cNvPicPr>
          <p:nvPr/>
        </p:nvPicPr>
        <p:blipFill>
          <a:blip xmlns:r="http://schemas.openxmlformats.org/officeDocument/2006/relationships" xmlns:a="http://schemas.openxmlformats.org/drawingml/2006/main" r:embed="R8d1341a690c146cc"/>
          <a:srcRect xmlns:a="http://schemas.openxmlformats.org/drawingml/2006/main" l="475" t="0" r="475" b="0"/>
          <a:stretch xmlns:a="http://schemas.openxmlformats.org/drawingml/2006/main">
            <a:fillRect l="0" t="0" r="0" b="0"/>
          </a:stretch>
        </p:blipFill>
        <p:spPr>
          <a:xfrm xmlns:a="http://schemas.openxmlformats.org/drawingml/2006/main">
            <a:off x="4266214" y="2179614"/>
            <a:ext cx="490872" cy="466992"/>
          </a:xfrm>
          <a:prstGeom xmlns:a="http://schemas.openxmlformats.org/drawingml/2006/main" prst="rect">
            <a:avLst/>
          </a:prstGeom>
        </p:spPr>
      </p:pic>
      <p:sp>
        <p:nvSpPr>
          <p:cNvPr id="101" name="collie-source-component-37">
            <a:extLst xmlns:a="http://schemas.openxmlformats.org/drawingml/2006/main">
              <a:ext uri="{FF2B5EF4-FFF2-40B4-BE49-F238E27FC236}">
                <a16:creationId xmlns:a16="http://schemas.microsoft.com/office/drawing/2014/main" id="{4D332F51-09AB-4862-A542-C2C0EA53B676}"/>
              </a:ext>
            </a:extLst>
          </p:cNvPr>
          <p:cNvSpPr>
            <a:spLocks xmlns:a="http://schemas.openxmlformats.org/drawingml/2006/main" noGrp="1"/>
          </p:cNvSpPr>
          <p:nvPr/>
        </p:nvSpPr>
        <p:spPr>
          <a:xfrm xmlns:a="http://schemas.openxmlformats.org/drawingml/2006/main" rot="0">
            <a:off x="4266214" y="2179614"/>
            <a:ext cx="490872" cy="466992"/>
          </a:xfrm>
          <a:prstGeom xmlns:a="http://schemas.openxmlformats.org/drawingml/2006/main" prst="rect">
            <a:avLst/>
          </a:prstGeom>
          <a:noFill xmlns:a="http://schemas.openxmlformats.org/drawingml/2006/main"/>
          <a:ln xmlns:a="http://schemas.openxmlformats.org/drawingml/2006/main" w="0">
            <a:noFill/>
          </a:ln>
        </p:spPr>
      </p:sp>
      <p:pic>
        <p:nvPicPr>
          <p:cNvPr id="102" name="">
            <a:extLst xmlns:a="http://schemas.openxmlformats.org/drawingml/2006/main">
              <a:ext uri="{FF2B5EF4-FFF2-40B4-BE49-F238E27FC236}">
                <a16:creationId xmlns:a16="http://schemas.microsoft.com/office/drawing/2014/main" id="{B205E91C-12FF-404F-9A1D-D834FBB8D165}"/>
              </a:ext>
            </a:extLst>
          </p:cNvPr>
          <p:cNvPicPr>
            <a:picLocks xmlns:a="http://schemas.openxmlformats.org/drawingml/2006/main" noChangeAspect="1"/>
          </p:cNvPicPr>
          <p:nvPr/>
        </p:nvPicPr>
        <p:blipFill>
          <a:blip xmlns:r="http://schemas.openxmlformats.org/officeDocument/2006/relationships" xmlns:a="http://schemas.openxmlformats.org/drawingml/2006/main" r:embed="R72c7377452784e9f"/>
          <a:srcRect xmlns:a="http://schemas.openxmlformats.org/drawingml/2006/main" l="0" t="495" r="0" b="495"/>
          <a:stretch xmlns:a="http://schemas.openxmlformats.org/drawingml/2006/main">
            <a:fillRect l="0" t="0" r="0" b="0"/>
          </a:stretch>
        </p:blipFill>
        <p:spPr>
          <a:xfrm xmlns:a="http://schemas.openxmlformats.org/drawingml/2006/main">
            <a:off x="4286288" y="2199138"/>
            <a:ext cx="414138" cy="390969"/>
          </a:xfrm>
          <a:prstGeom xmlns:a="http://schemas.openxmlformats.org/drawingml/2006/main" prst="rect">
            <a:avLst/>
          </a:prstGeom>
        </p:spPr>
      </p:pic>
      <p:sp>
        <p:nvSpPr>
          <p:cNvPr id="103" name="collie-source-component-38">
            <a:extLst xmlns:a="http://schemas.openxmlformats.org/drawingml/2006/main">
              <a:ext uri="{FF2B5EF4-FFF2-40B4-BE49-F238E27FC236}">
                <a16:creationId xmlns:a16="http://schemas.microsoft.com/office/drawing/2014/main" id="{4E3B7692-78FA-4686-BA4B-5A4233C5813E}"/>
              </a:ext>
            </a:extLst>
          </p:cNvPr>
          <p:cNvSpPr>
            <a:spLocks xmlns:a="http://schemas.openxmlformats.org/drawingml/2006/main" noGrp="1"/>
          </p:cNvSpPr>
          <p:nvPr/>
        </p:nvSpPr>
        <p:spPr>
          <a:xfrm xmlns:a="http://schemas.openxmlformats.org/drawingml/2006/main" rot="0">
            <a:off x="4286288" y="2199138"/>
            <a:ext cx="414138" cy="390969"/>
          </a:xfrm>
          <a:prstGeom xmlns:a="http://schemas.openxmlformats.org/drawingml/2006/main" prst="rect">
            <a:avLst/>
          </a:prstGeom>
          <a:noFill xmlns:a="http://schemas.openxmlformats.org/drawingml/2006/main"/>
          <a:ln xmlns:a="http://schemas.openxmlformats.org/drawingml/2006/main" w="0">
            <a:noFill/>
          </a:ln>
        </p:spPr>
      </p:sp>
      <p:pic>
        <p:nvPicPr>
          <p:cNvPr id="104" name="">
            <a:extLst xmlns:a="http://schemas.openxmlformats.org/drawingml/2006/main">
              <a:ext uri="{FF2B5EF4-FFF2-40B4-BE49-F238E27FC236}">
                <a16:creationId xmlns:a16="http://schemas.microsoft.com/office/drawing/2014/main" id="{FD1572B7-ED28-4ADC-A5B8-5026476F7C15}"/>
              </a:ext>
            </a:extLst>
          </p:cNvPr>
          <p:cNvPicPr>
            <a:picLocks xmlns:a="http://schemas.openxmlformats.org/drawingml/2006/main" noChangeAspect="1"/>
          </p:cNvPicPr>
          <p:nvPr/>
        </p:nvPicPr>
        <p:blipFill>
          <a:blip xmlns:r="http://schemas.openxmlformats.org/officeDocument/2006/relationships" xmlns:a="http://schemas.openxmlformats.org/drawingml/2006/main" r:embed="Radb907f8321f488d"/>
          <a:srcRect xmlns:a="http://schemas.openxmlformats.org/drawingml/2006/main" l="0" t="899" r="0" b="899"/>
          <a:stretch xmlns:a="http://schemas.openxmlformats.org/drawingml/2006/main">
            <a:fillRect l="0" t="0" r="0" b="0"/>
          </a:stretch>
        </p:blipFill>
        <p:spPr>
          <a:xfrm xmlns:a="http://schemas.openxmlformats.org/drawingml/2006/main">
            <a:off x="4323026" y="1927380"/>
            <a:ext cx="402255" cy="338588"/>
          </a:xfrm>
          <a:prstGeom xmlns:a="http://schemas.openxmlformats.org/drawingml/2006/main" prst="rect">
            <a:avLst/>
          </a:prstGeom>
        </p:spPr>
      </p:pic>
      <p:sp>
        <p:nvSpPr>
          <p:cNvPr id="105" name="collie-source-component-39">
            <a:extLst xmlns:a="http://schemas.openxmlformats.org/drawingml/2006/main">
              <a:ext uri="{FF2B5EF4-FFF2-40B4-BE49-F238E27FC236}">
                <a16:creationId xmlns:a16="http://schemas.microsoft.com/office/drawing/2014/main" id="{F7B025E0-0CA9-4401-88CE-5C895E80F142}"/>
              </a:ext>
            </a:extLst>
          </p:cNvPr>
          <p:cNvSpPr>
            <a:spLocks xmlns:a="http://schemas.openxmlformats.org/drawingml/2006/main" noGrp="1"/>
          </p:cNvSpPr>
          <p:nvPr/>
        </p:nvSpPr>
        <p:spPr>
          <a:xfrm xmlns:a="http://schemas.openxmlformats.org/drawingml/2006/main" rot="0">
            <a:off x="4323026" y="1927380"/>
            <a:ext cx="402255" cy="338588"/>
          </a:xfrm>
          <a:prstGeom xmlns:a="http://schemas.openxmlformats.org/drawingml/2006/main" prst="rect">
            <a:avLst/>
          </a:prstGeom>
          <a:noFill xmlns:a="http://schemas.openxmlformats.org/drawingml/2006/main"/>
          <a:ln xmlns:a="http://schemas.openxmlformats.org/drawingml/2006/main" w="0">
            <a:noFill/>
          </a:ln>
        </p:spPr>
      </p:sp>
      <p:pic>
        <p:nvPicPr>
          <p:cNvPr id="106" name="">
            <a:extLst xmlns:a="http://schemas.openxmlformats.org/drawingml/2006/main">
              <a:ext uri="{FF2B5EF4-FFF2-40B4-BE49-F238E27FC236}">
                <a16:creationId xmlns:a16="http://schemas.microsoft.com/office/drawing/2014/main" id="{DA7A7381-E732-43C9-A183-5B76349D8C6C}"/>
              </a:ext>
            </a:extLst>
          </p:cNvPr>
          <p:cNvPicPr>
            <a:picLocks xmlns:a="http://schemas.openxmlformats.org/drawingml/2006/main" noChangeAspect="1"/>
          </p:cNvPicPr>
          <p:nvPr/>
        </p:nvPicPr>
        <p:blipFill>
          <a:blip xmlns:r="http://schemas.openxmlformats.org/officeDocument/2006/relationships" xmlns:a="http://schemas.openxmlformats.org/drawingml/2006/main" r:embed="Rf8243daa15454f77"/>
          <a:srcRect xmlns:a="http://schemas.openxmlformats.org/drawingml/2006/main" l="0" t="1302" r="0" b="1302"/>
          <a:stretch xmlns:a="http://schemas.openxmlformats.org/drawingml/2006/main">
            <a:fillRect l="0" t="0" r="0" b="0"/>
          </a:stretch>
        </p:blipFill>
        <p:spPr>
          <a:xfrm xmlns:a="http://schemas.openxmlformats.org/drawingml/2006/main">
            <a:off x="4342332" y="1947586"/>
            <a:ext cx="326582" cy="261949"/>
          </a:xfrm>
          <a:prstGeom xmlns:a="http://schemas.openxmlformats.org/drawingml/2006/main" prst="rect">
            <a:avLst/>
          </a:prstGeom>
        </p:spPr>
      </p:pic>
      <p:sp>
        <p:nvSpPr>
          <p:cNvPr id="107" name="collie-source-component-40">
            <a:extLst xmlns:a="http://schemas.openxmlformats.org/drawingml/2006/main">
              <a:ext uri="{FF2B5EF4-FFF2-40B4-BE49-F238E27FC236}">
                <a16:creationId xmlns:a16="http://schemas.microsoft.com/office/drawing/2014/main" id="{67DF9127-BCB4-44C9-BC58-21F33DC8E1FA}"/>
              </a:ext>
            </a:extLst>
          </p:cNvPr>
          <p:cNvSpPr>
            <a:spLocks xmlns:a="http://schemas.openxmlformats.org/drawingml/2006/main" noGrp="1"/>
          </p:cNvSpPr>
          <p:nvPr/>
        </p:nvSpPr>
        <p:spPr>
          <a:xfrm xmlns:a="http://schemas.openxmlformats.org/drawingml/2006/main" rot="0">
            <a:off x="4342332" y="1947586"/>
            <a:ext cx="326582" cy="261949"/>
          </a:xfrm>
          <a:prstGeom xmlns:a="http://schemas.openxmlformats.org/drawingml/2006/main" prst="rect">
            <a:avLst/>
          </a:prstGeom>
          <a:noFill xmlns:a="http://schemas.openxmlformats.org/drawingml/2006/main"/>
          <a:ln xmlns:a="http://schemas.openxmlformats.org/drawingml/2006/main" w="0">
            <a:noFill/>
          </a:ln>
        </p:spPr>
      </p:sp>
      <p:sp>
        <p:nvSpPr>
          <p:cNvPr id="108" name="pdf-path-95">
            <a:extLst xmlns:a="http://schemas.openxmlformats.org/drawingml/2006/main">
              <a:ext uri="{FF2B5EF4-FFF2-40B4-BE49-F238E27FC236}">
                <a16:creationId xmlns:a16="http://schemas.microsoft.com/office/drawing/2014/main" id="{2B478CDB-DFE6-43AD-B7C9-2CEF74B85598}"/>
              </a:ext>
            </a:extLst>
          </p:cNvPr>
          <p:cNvSpPr>
            <a:spLocks xmlns:a="http://schemas.openxmlformats.org/drawingml/2006/main" noGrp="1"/>
          </p:cNvSpPr>
          <p:nvPr/>
        </p:nvSpPr>
        <p:spPr>
          <a:xfrm xmlns:a="http://schemas.openxmlformats.org/drawingml/2006/main" rot="0">
            <a:off x="4725253" y="2332532"/>
            <a:ext cx="110783" cy="114381"/>
          </a:xfrm>
          <a:custGeom xmlns:a="http://schemas.openxmlformats.org/drawingml/2006/main">
            <a:pathLst>
              <a:path w="110783" h="114381">
                <a:moveTo>
                  <a:pt x="0" y="57191"/>
                </a:moveTo>
                <a:cubicBezTo>
                  <a:pt x="0" y="25660"/>
                  <a:pt x="24808" y="0"/>
                  <a:pt x="55392" y="0"/>
                </a:cubicBezTo>
                <a:cubicBezTo>
                  <a:pt x="85975" y="0"/>
                  <a:pt x="110783" y="25660"/>
                  <a:pt x="110783" y="57191"/>
                </a:cubicBezTo>
                <a:cubicBezTo>
                  <a:pt x="110783" y="88816"/>
                  <a:pt x="85975" y="114381"/>
                  <a:pt x="55392" y="114381"/>
                </a:cubicBezTo>
                <a:cubicBezTo>
                  <a:pt x="24808" y="114381"/>
                  <a:pt x="0" y="88816"/>
                  <a:pt x="0" y="57191"/>
                </a:cubicBezTo>
              </a:path>
            </a:pathLst>
          </a:custGeom>
          <a:solidFill xmlns:a="http://schemas.openxmlformats.org/drawingml/2006/main">
            <a:srgbClr val="CD6924"/>
          </a:solidFill>
          <a:ln xmlns:a="http://schemas.openxmlformats.org/drawingml/2006/main" w="0">
            <a:noFill/>
            <a:prstDash val="solid"/>
          </a:ln>
        </p:spPr>
      </p:sp>
      <p:sp>
        <p:nvSpPr>
          <p:cNvPr id="109" name="pdf-path-96">
            <a:extLst xmlns:a="http://schemas.openxmlformats.org/drawingml/2006/main">
              <a:ext uri="{FF2B5EF4-FFF2-40B4-BE49-F238E27FC236}">
                <a16:creationId xmlns:a16="http://schemas.microsoft.com/office/drawing/2014/main" id="{849F3349-5C0D-4027-978F-05E482DF3994}"/>
              </a:ext>
            </a:extLst>
          </p:cNvPr>
          <p:cNvSpPr>
            <a:spLocks xmlns:a="http://schemas.openxmlformats.org/drawingml/2006/main" noGrp="1"/>
          </p:cNvSpPr>
          <p:nvPr/>
        </p:nvSpPr>
        <p:spPr>
          <a:xfrm xmlns:a="http://schemas.openxmlformats.org/drawingml/2006/main" rot="0">
            <a:off x="4725253" y="2074512"/>
            <a:ext cx="110783" cy="114381"/>
          </a:xfrm>
          <a:custGeom xmlns:a="http://schemas.openxmlformats.org/drawingml/2006/main">
            <a:pathLst>
              <a:path w="110783" h="114381">
                <a:moveTo>
                  <a:pt x="0" y="57191"/>
                </a:moveTo>
                <a:cubicBezTo>
                  <a:pt x="0" y="25565"/>
                  <a:pt x="24808" y="0"/>
                  <a:pt x="55392" y="0"/>
                </a:cubicBezTo>
                <a:cubicBezTo>
                  <a:pt x="85975" y="0"/>
                  <a:pt x="110783" y="25565"/>
                  <a:pt x="110783" y="57191"/>
                </a:cubicBezTo>
                <a:cubicBezTo>
                  <a:pt x="110783" y="88816"/>
                  <a:pt x="85975" y="114381"/>
                  <a:pt x="55392" y="114381"/>
                </a:cubicBezTo>
                <a:cubicBezTo>
                  <a:pt x="24808" y="114381"/>
                  <a:pt x="0" y="88816"/>
                  <a:pt x="0" y="57191"/>
                </a:cubicBezTo>
              </a:path>
            </a:pathLst>
          </a:custGeom>
          <a:solidFill xmlns:a="http://schemas.openxmlformats.org/drawingml/2006/main">
            <a:srgbClr val="507BC8"/>
          </a:solidFill>
          <a:ln xmlns:a="http://schemas.openxmlformats.org/drawingml/2006/main" w="0">
            <a:noFill/>
            <a:prstDash val="solid"/>
          </a:ln>
        </p:spPr>
      </p:sp>
      <p:sp>
        <p:nvSpPr>
          <p:cNvPr id="110" name="pdf-text-29-0">
            <a:extLst xmlns:a="http://schemas.openxmlformats.org/drawingml/2006/main">
              <a:ext uri="{FF2B5EF4-FFF2-40B4-BE49-F238E27FC236}">
                <a16:creationId xmlns:a16="http://schemas.microsoft.com/office/drawing/2014/main" id="{CF74B858-C146-4926-88A5-081A52BACF6D}"/>
              </a:ext>
            </a:extLst>
          </p:cNvPr>
          <p:cNvSpPr>
            <a:spLocks xmlns:a="http://schemas.openxmlformats.org/drawingml/2006/main" noGrp="1"/>
          </p:cNvSpPr>
          <p:nvPr/>
        </p:nvSpPr>
        <p:spPr>
          <a:xfrm xmlns:a="http://schemas.openxmlformats.org/drawingml/2006/main" rot="0">
            <a:off x="4920022" y="2049039"/>
            <a:ext cx="509273" cy="1704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83" b="0" i="0">
                <a:solidFill>
                  <a:srgbClr val="000000"/>
                </a:solidFill>
                <a:latin typeface="Arial"/>
                <a:ea typeface="Arial"/>
                <a:cs typeface="Arial"/>
              </a:defRPr>
            </a:defPPr>
          </a:lstStyle>
          <a:p xmlns:a="http://schemas.openxmlformats.org/drawingml/2006/main">
            <a:pPr algn="l">
              <a:defRPr sz="1183" b="0" i="0">
                <a:solidFill>
                  <a:srgbClr val="000000"/>
                </a:solidFill>
                <a:latin typeface="Arial"/>
                <a:ea typeface="Arial"/>
                <a:cs typeface="Arial"/>
              </a:defRPr>
            </a:pPr>
            <a:r>
              <a:rPr sz="1183" b="0" i="0">
                <a:solidFill>
                  <a:srgbClr val="000000"/>
                </a:solidFill>
                <a:latin typeface="Arial"/>
                <a:ea typeface="Arial"/>
                <a:cs typeface="Arial"/>
              </a:rPr>
              <a:t>Stable, </a:t>
            </a:r>
          </a:p>
        </p:txBody>
      </p:sp>
      <p:sp>
        <p:nvSpPr>
          <p:cNvPr id="111" name="pdf-text-30-0">
            <a:extLst xmlns:a="http://schemas.openxmlformats.org/drawingml/2006/main">
              <a:ext uri="{FF2B5EF4-FFF2-40B4-BE49-F238E27FC236}">
                <a16:creationId xmlns:a16="http://schemas.microsoft.com/office/drawing/2014/main" id="{B8A62435-4DA5-4F7F-ADCC-65AA54CC7728}"/>
              </a:ext>
            </a:extLst>
          </p:cNvPr>
          <p:cNvSpPr>
            <a:spLocks xmlns:a="http://schemas.openxmlformats.org/drawingml/2006/main" noGrp="1"/>
          </p:cNvSpPr>
          <p:nvPr/>
        </p:nvSpPr>
        <p:spPr>
          <a:xfrm xmlns:a="http://schemas.openxmlformats.org/drawingml/2006/main" rot="0">
            <a:off x="5430191" y="2051492"/>
            <a:ext cx="354952" cy="1704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4" b="1" i="0">
                <a:solidFill>
                  <a:srgbClr val="4472C4"/>
                </a:solidFill>
                <a:latin typeface="Arial"/>
                <a:ea typeface="Arial"/>
                <a:cs typeface="Arial"/>
              </a:defRPr>
            </a:defPPr>
          </a:lstStyle>
          <a:p xmlns:a="http://schemas.openxmlformats.org/drawingml/2006/main">
            <a:pPr algn="l">
              <a:defRPr sz="1144" b="1" i="0">
                <a:solidFill>
                  <a:srgbClr val="4472C4"/>
                </a:solidFill>
                <a:latin typeface="Arial"/>
                <a:ea typeface="Arial"/>
                <a:cs typeface="Arial"/>
              </a:defRPr>
            </a:pPr>
            <a:r>
              <a:rPr sz="1144" b="1" i="0">
                <a:solidFill>
                  <a:srgbClr val="4472C4"/>
                </a:solidFill>
                <a:latin typeface="Arial"/>
                <a:ea typeface="Arial"/>
                <a:cs typeface="Arial"/>
              </a:rPr>
              <a:t>good</a:t>
            </a:r>
          </a:p>
        </p:txBody>
      </p:sp>
      <p:sp>
        <p:nvSpPr>
          <p:cNvPr id="112" name="pdf-text-32-0">
            <a:extLst xmlns:a="http://schemas.openxmlformats.org/drawingml/2006/main">
              <a:ext uri="{FF2B5EF4-FFF2-40B4-BE49-F238E27FC236}">
                <a16:creationId xmlns:a16="http://schemas.microsoft.com/office/drawing/2014/main" id="{04811E38-5BE9-4B9E-8650-BECB341BEE21}"/>
              </a:ext>
            </a:extLst>
          </p:cNvPr>
          <p:cNvSpPr>
            <a:spLocks xmlns:a="http://schemas.openxmlformats.org/drawingml/2006/main" noGrp="1"/>
          </p:cNvSpPr>
          <p:nvPr/>
        </p:nvSpPr>
        <p:spPr>
          <a:xfrm xmlns:a="http://schemas.openxmlformats.org/drawingml/2006/main" rot="0">
            <a:off x="5822381" y="2044671"/>
            <a:ext cx="609584" cy="1704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1" b="0" i="0">
                <a:solidFill>
                  <a:srgbClr val="000000"/>
                </a:solidFill>
                <a:latin typeface="Arial"/>
                <a:ea typeface="Arial"/>
                <a:cs typeface="Arial"/>
              </a:defRPr>
            </a:defPPr>
          </a:lstStyle>
          <a:p xmlns:a="http://schemas.openxmlformats.org/drawingml/2006/main">
            <a:pPr algn="l">
              <a:defRPr sz="1251" b="0" i="0">
                <a:solidFill>
                  <a:srgbClr val="000000"/>
                </a:solidFill>
                <a:latin typeface="Arial"/>
                <a:ea typeface="Arial"/>
                <a:cs typeface="Arial"/>
              </a:defRPr>
            </a:pPr>
            <a:r>
              <a:rPr sz="1251" b="0" i="0">
                <a:solidFill>
                  <a:srgbClr val="000000"/>
                </a:solidFill>
                <a:latin typeface="Arial"/>
                <a:ea typeface="Arial"/>
                <a:cs typeface="Arial"/>
              </a:rPr>
              <a:t>behavior</a:t>
            </a:r>
          </a:p>
        </p:txBody>
      </p:sp>
      <p:sp>
        <p:nvSpPr>
          <p:cNvPr id="113" name="pdf-text-33-0">
            <a:extLst xmlns:a="http://schemas.openxmlformats.org/drawingml/2006/main">
              <a:ext uri="{FF2B5EF4-FFF2-40B4-BE49-F238E27FC236}">
                <a16:creationId xmlns:a16="http://schemas.microsoft.com/office/drawing/2014/main" id="{C5DFBB28-4B41-437B-AA12-A8FF22339FD2}"/>
              </a:ext>
            </a:extLst>
          </p:cNvPr>
          <p:cNvSpPr>
            <a:spLocks xmlns:a="http://schemas.openxmlformats.org/drawingml/2006/main" noGrp="1"/>
          </p:cNvSpPr>
          <p:nvPr/>
        </p:nvSpPr>
        <p:spPr>
          <a:xfrm xmlns:a="http://schemas.openxmlformats.org/drawingml/2006/main" rot="0">
            <a:off x="4920022" y="2300173"/>
            <a:ext cx="626855" cy="1706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16" b="0" i="0">
                <a:solidFill>
                  <a:srgbClr val="000000"/>
                </a:solidFill>
                <a:latin typeface="Arial"/>
                <a:ea typeface="Arial"/>
                <a:cs typeface="Arial"/>
              </a:defRPr>
            </a:defPPr>
          </a:lstStyle>
          <a:p xmlns:a="http://schemas.openxmlformats.org/drawingml/2006/main">
            <a:pPr algn="l">
              <a:defRPr sz="1216" b="0" i="0">
                <a:solidFill>
                  <a:srgbClr val="000000"/>
                </a:solidFill>
                <a:latin typeface="Arial"/>
                <a:ea typeface="Arial"/>
                <a:cs typeface="Arial"/>
              </a:defRPr>
            </a:pPr>
            <a:r>
              <a:rPr sz="1216" b="0" i="0">
                <a:solidFill>
                  <a:srgbClr val="000000"/>
                </a:solidFill>
                <a:latin typeface="Arial"/>
                <a:ea typeface="Arial"/>
                <a:cs typeface="Arial"/>
              </a:rPr>
              <a:t>Flipping, </a:t>
            </a:r>
          </a:p>
        </p:txBody>
      </p:sp>
      <p:sp>
        <p:nvSpPr>
          <p:cNvPr id="114" name="pdf-text-34-0">
            <a:extLst xmlns:a="http://schemas.openxmlformats.org/drawingml/2006/main">
              <a:ext uri="{FF2B5EF4-FFF2-40B4-BE49-F238E27FC236}">
                <a16:creationId xmlns:a16="http://schemas.microsoft.com/office/drawing/2014/main" id="{3454C6EC-17DA-4D4F-986D-7AA638F78F91}"/>
              </a:ext>
            </a:extLst>
          </p:cNvPr>
          <p:cNvSpPr>
            <a:spLocks xmlns:a="http://schemas.openxmlformats.org/drawingml/2006/main" noGrp="1"/>
          </p:cNvSpPr>
          <p:nvPr/>
        </p:nvSpPr>
        <p:spPr>
          <a:xfrm xmlns:a="http://schemas.openxmlformats.org/drawingml/2006/main" rot="0">
            <a:off x="5549495" y="2302176"/>
            <a:ext cx="267534" cy="1706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85" b="1" i="0">
                <a:solidFill>
                  <a:srgbClr val="C55A11"/>
                </a:solidFill>
                <a:latin typeface="Arial"/>
                <a:ea typeface="Arial"/>
                <a:cs typeface="Arial"/>
              </a:defRPr>
            </a:defPPr>
          </a:lstStyle>
          <a:p xmlns:a="http://schemas.openxmlformats.org/drawingml/2006/main">
            <a:pPr algn="l">
              <a:defRPr sz="1185" b="1" i="0">
                <a:solidFill>
                  <a:srgbClr val="C55A11"/>
                </a:solidFill>
                <a:latin typeface="Arial"/>
                <a:ea typeface="Arial"/>
                <a:cs typeface="Arial"/>
              </a:defRPr>
            </a:pPr>
            <a:r>
              <a:rPr sz="1185" b="1" i="0">
                <a:solidFill>
                  <a:srgbClr val="C55A11"/>
                </a:solidFill>
                <a:latin typeface="Arial"/>
                <a:ea typeface="Arial"/>
                <a:cs typeface="Arial"/>
              </a:rPr>
              <a:t>bad</a:t>
            </a:r>
          </a:p>
        </p:txBody>
      </p:sp>
      <p:sp>
        <p:nvSpPr>
          <p:cNvPr id="115" name="pdf-text-36-0">
            <a:extLst xmlns:a="http://schemas.openxmlformats.org/drawingml/2006/main">
              <a:ext uri="{FF2B5EF4-FFF2-40B4-BE49-F238E27FC236}">
                <a16:creationId xmlns:a16="http://schemas.microsoft.com/office/drawing/2014/main" id="{D4CF26E4-13F2-4A0C-A0DA-EE764C513328}"/>
              </a:ext>
            </a:extLst>
          </p:cNvPr>
          <p:cNvSpPr>
            <a:spLocks xmlns:a="http://schemas.openxmlformats.org/drawingml/2006/main" noGrp="1"/>
          </p:cNvSpPr>
          <p:nvPr/>
        </p:nvSpPr>
        <p:spPr>
          <a:xfrm xmlns:a="http://schemas.openxmlformats.org/drawingml/2006/main" rot="0">
            <a:off x="5854196" y="2298010"/>
            <a:ext cx="609202" cy="1706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1" b="0" i="0">
                <a:solidFill>
                  <a:srgbClr val="000000"/>
                </a:solidFill>
                <a:latin typeface="Arial"/>
                <a:ea typeface="Arial"/>
                <a:cs typeface="Arial"/>
              </a:defRPr>
            </a:defPPr>
          </a:lstStyle>
          <a:p xmlns:a="http://schemas.openxmlformats.org/drawingml/2006/main">
            <a:pPr algn="l">
              <a:defRPr sz="1251" b="0" i="0">
                <a:solidFill>
                  <a:srgbClr val="000000"/>
                </a:solidFill>
                <a:latin typeface="Arial"/>
                <a:ea typeface="Arial"/>
                <a:cs typeface="Arial"/>
              </a:defRPr>
            </a:pPr>
            <a:r>
              <a:rPr sz="1251" b="0" i="0">
                <a:solidFill>
                  <a:srgbClr val="000000"/>
                </a:solidFill>
                <a:latin typeface="Arial"/>
                <a:ea typeface="Arial"/>
                <a:cs typeface="Arial"/>
              </a:rPr>
              <a:t>behavior</a:t>
            </a:r>
          </a:p>
        </p:txBody>
      </p:sp>
      <p:pic>
        <p:nvPicPr>
          <p:cNvPr id="116" name="">
            <a:extLst xmlns:a="http://schemas.openxmlformats.org/drawingml/2006/main">
              <a:ext uri="{FF2B5EF4-FFF2-40B4-BE49-F238E27FC236}">
                <a16:creationId xmlns:a16="http://schemas.microsoft.com/office/drawing/2014/main" id="{2A534426-B0D0-4DC7-B6AC-CE4796A6EEFC}"/>
              </a:ext>
            </a:extLst>
          </p:cNvPr>
          <p:cNvPicPr>
            <a:picLocks xmlns:a="http://schemas.openxmlformats.org/drawingml/2006/main" noChangeAspect="1"/>
          </p:cNvPicPr>
          <p:nvPr/>
        </p:nvPicPr>
        <p:blipFill>
          <a:blip xmlns:r="http://schemas.openxmlformats.org/officeDocument/2006/relationships" xmlns:a="http://schemas.openxmlformats.org/drawingml/2006/main" r:embed="R2cf4ec34c8b24042"/>
          <a:srcRect xmlns:a="http://schemas.openxmlformats.org/drawingml/2006/main" l="0" t="203" r="0" b="203"/>
          <a:stretch xmlns:a="http://schemas.openxmlformats.org/drawingml/2006/main">
            <a:fillRect l="0" t="0" r="0" b="0"/>
          </a:stretch>
        </p:blipFill>
        <p:spPr>
          <a:xfrm xmlns:a="http://schemas.openxmlformats.org/drawingml/2006/main">
            <a:off x="9259960" y="1848970"/>
            <a:ext cx="3670034" cy="854448"/>
          </a:xfrm>
          <a:prstGeom xmlns:a="http://schemas.openxmlformats.org/drawingml/2006/main" prst="rect">
            <a:avLst/>
          </a:prstGeom>
        </p:spPr>
      </p:pic>
      <p:sp>
        <p:nvSpPr>
          <p:cNvPr id="117" name="collie-source-component-41">
            <a:extLst xmlns:a="http://schemas.openxmlformats.org/drawingml/2006/main">
              <a:ext uri="{FF2B5EF4-FFF2-40B4-BE49-F238E27FC236}">
                <a16:creationId xmlns:a16="http://schemas.microsoft.com/office/drawing/2014/main" id="{EA46BDBB-F7D1-4C72-9E2F-9781A386D9E1}"/>
              </a:ext>
            </a:extLst>
          </p:cNvPr>
          <p:cNvSpPr>
            <a:spLocks xmlns:a="http://schemas.openxmlformats.org/drawingml/2006/main" noGrp="1"/>
          </p:cNvSpPr>
          <p:nvPr/>
        </p:nvSpPr>
        <p:spPr>
          <a:xfrm xmlns:a="http://schemas.openxmlformats.org/drawingml/2006/main" rot="0">
            <a:off x="9259960" y="1848970"/>
            <a:ext cx="3670034" cy="854448"/>
          </a:xfrm>
          <a:prstGeom xmlns:a="http://schemas.openxmlformats.org/drawingml/2006/main" prst="rect">
            <a:avLst/>
          </a:prstGeom>
          <a:noFill xmlns:a="http://schemas.openxmlformats.org/drawingml/2006/main"/>
          <a:ln xmlns:a="http://schemas.openxmlformats.org/drawingml/2006/main" w="0">
            <a:noFill/>
          </a:ln>
        </p:spPr>
      </p:sp>
      <p:sp>
        <p:nvSpPr>
          <p:cNvPr id="118" name="pdf-path-106">
            <a:extLst xmlns:a="http://schemas.openxmlformats.org/drawingml/2006/main">
              <a:ext uri="{FF2B5EF4-FFF2-40B4-BE49-F238E27FC236}">
                <a16:creationId xmlns:a16="http://schemas.microsoft.com/office/drawing/2014/main" id="{E45C09D0-A47C-47CA-986E-9DB20A13E456}"/>
              </a:ext>
            </a:extLst>
          </p:cNvPr>
          <p:cNvSpPr>
            <a:spLocks xmlns:a="http://schemas.openxmlformats.org/drawingml/2006/main" noGrp="1"/>
          </p:cNvSpPr>
          <p:nvPr/>
        </p:nvSpPr>
        <p:spPr>
          <a:xfrm xmlns:a="http://schemas.openxmlformats.org/drawingml/2006/main" rot="0">
            <a:off x="9307967" y="1875293"/>
            <a:ext cx="3536904" cy="764212"/>
          </a:xfrm>
          <a:custGeom xmlns:a="http://schemas.openxmlformats.org/drawingml/2006/main">
            <a:pathLst>
              <a:path w="3536904" h="764212">
                <a:moveTo>
                  <a:pt x="3536904" y="622182"/>
                </a:moveTo>
                <a:lnTo>
                  <a:pt x="2183651" y="0"/>
                </a:lnTo>
                <a:lnTo>
                  <a:pt x="0" y="142029"/>
                </a:lnTo>
                <a:lnTo>
                  <a:pt x="1353158" y="764212"/>
                </a:lnTo>
                <a:lnTo>
                  <a:pt x="3536904" y="622182"/>
                </a:lnTo>
              </a:path>
            </a:pathLst>
          </a:custGeom>
          <a:solidFill xmlns:a="http://schemas.openxmlformats.org/drawingml/2006/main">
            <a:srgbClr val="F2F2F2"/>
          </a:solidFill>
          <a:ln xmlns:a="http://schemas.openxmlformats.org/drawingml/2006/main" w="14203">
            <a:solidFill>
              <a:srgbClr val="000000"/>
            </a:solidFill>
            <a:prstDash val="solid"/>
          </a:ln>
        </p:spPr>
      </p:sp>
      <p:sp>
        <p:nvSpPr>
          <p:cNvPr id="119" name="pdf-text-37-0">
            <a:extLst xmlns:a="http://schemas.openxmlformats.org/drawingml/2006/main">
              <a:ext uri="{FF2B5EF4-FFF2-40B4-BE49-F238E27FC236}">
                <a16:creationId xmlns:a16="http://schemas.microsoft.com/office/drawing/2014/main" id="{C63F261B-E46A-4584-87F7-85E27C1029FB}"/>
              </a:ext>
            </a:extLst>
          </p:cNvPr>
          <p:cNvSpPr>
            <a:spLocks xmlns:a="http://schemas.openxmlformats.org/drawingml/2006/main" noGrp="1"/>
          </p:cNvSpPr>
          <p:nvPr/>
        </p:nvSpPr>
        <p:spPr>
          <a:xfrm xmlns:a="http://schemas.openxmlformats.org/drawingml/2006/main" rot="0">
            <a:off x="12747535" y="2110579"/>
            <a:ext cx="974684"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09" b="0" i="0">
                <a:solidFill>
                  <a:srgbClr val="000000"/>
                </a:solidFill>
                <a:latin typeface="Arial"/>
                <a:ea typeface="Arial"/>
                <a:cs typeface="Arial"/>
              </a:defRPr>
            </a:defPPr>
          </a:lstStyle>
          <a:p xmlns:a="http://schemas.openxmlformats.org/drawingml/2006/main">
            <a:pPr algn="l">
              <a:defRPr sz="1409" b="0" i="0">
                <a:solidFill>
                  <a:srgbClr val="000000"/>
                </a:solidFill>
                <a:latin typeface="Arial"/>
                <a:ea typeface="Arial"/>
                <a:cs typeface="Arial"/>
              </a:defRPr>
            </a:pPr>
            <a:r>
              <a:rPr sz="1409" b="0" i="0">
                <a:solidFill>
                  <a:srgbClr val="000000"/>
                </a:solidFill>
                <a:latin typeface="Arial"/>
                <a:ea typeface="Arial"/>
                <a:cs typeface="Arial"/>
              </a:rPr>
              <a:t>State Space</a:t>
            </a:r>
          </a:p>
        </p:txBody>
      </p:sp>
      <p:pic>
        <p:nvPicPr>
          <p:cNvPr id="120" name="">
            <a:extLst xmlns:a="http://schemas.openxmlformats.org/drawingml/2006/main">
              <a:ext uri="{FF2B5EF4-FFF2-40B4-BE49-F238E27FC236}">
                <a16:creationId xmlns:a16="http://schemas.microsoft.com/office/drawing/2014/main" id="{811F9984-E658-4856-882A-4ADDF85BCE86}"/>
              </a:ext>
            </a:extLst>
          </p:cNvPr>
          <p:cNvPicPr>
            <a:picLocks xmlns:a="http://schemas.openxmlformats.org/drawingml/2006/main" noChangeAspect="1"/>
          </p:cNvPicPr>
          <p:nvPr/>
        </p:nvPicPr>
        <p:blipFill>
          <a:blip xmlns:r="http://schemas.openxmlformats.org/officeDocument/2006/relationships" xmlns:a="http://schemas.openxmlformats.org/drawingml/2006/main" r:embed="R24175cc4601a47ec"/>
          <a:srcRect xmlns:a="http://schemas.openxmlformats.org/drawingml/2006/main" l="0" t="134" r="0" b="134"/>
          <a:stretch xmlns:a="http://schemas.openxmlformats.org/drawingml/2006/main">
            <a:fillRect l="0" t="0" r="0" b="0"/>
          </a:stretch>
        </p:blipFill>
        <p:spPr>
          <a:xfrm xmlns:a="http://schemas.openxmlformats.org/drawingml/2006/main">
            <a:off x="10078049" y="1965993"/>
            <a:ext cx="511324" cy="424961"/>
          </a:xfrm>
          <a:prstGeom xmlns:a="http://schemas.openxmlformats.org/drawingml/2006/main" prst="rect">
            <a:avLst/>
          </a:prstGeom>
        </p:spPr>
      </p:pic>
      <p:sp>
        <p:nvSpPr>
          <p:cNvPr id="121" name="collie-source-component-42">
            <a:extLst xmlns:a="http://schemas.openxmlformats.org/drawingml/2006/main">
              <a:ext uri="{FF2B5EF4-FFF2-40B4-BE49-F238E27FC236}">
                <a16:creationId xmlns:a16="http://schemas.microsoft.com/office/drawing/2014/main" id="{8193DB6C-6E5E-4C7D-8BB7-3C14609510D8}"/>
              </a:ext>
            </a:extLst>
          </p:cNvPr>
          <p:cNvSpPr>
            <a:spLocks xmlns:a="http://schemas.openxmlformats.org/drawingml/2006/main" noGrp="1"/>
          </p:cNvSpPr>
          <p:nvPr/>
        </p:nvSpPr>
        <p:spPr>
          <a:xfrm xmlns:a="http://schemas.openxmlformats.org/drawingml/2006/main" rot="0">
            <a:off x="10078049" y="1965993"/>
            <a:ext cx="511324" cy="424961"/>
          </a:xfrm>
          <a:prstGeom xmlns:a="http://schemas.openxmlformats.org/drawingml/2006/main" prst="rect">
            <a:avLst/>
          </a:prstGeom>
          <a:noFill xmlns:a="http://schemas.openxmlformats.org/drawingml/2006/main"/>
          <a:ln xmlns:a="http://schemas.openxmlformats.org/drawingml/2006/main" w="0">
            <a:noFill/>
          </a:ln>
        </p:spPr>
      </p:sp>
      <p:pic>
        <p:nvPicPr>
          <p:cNvPr id="122" name="">
            <a:extLst xmlns:a="http://schemas.openxmlformats.org/drawingml/2006/main">
              <a:ext uri="{FF2B5EF4-FFF2-40B4-BE49-F238E27FC236}">
                <a16:creationId xmlns:a16="http://schemas.microsoft.com/office/drawing/2014/main" id="{EBE53EF5-EA8C-4A58-B5AF-23694FAD664B}"/>
              </a:ext>
            </a:extLst>
          </p:cNvPr>
          <p:cNvPicPr>
            <a:picLocks xmlns:a="http://schemas.openxmlformats.org/drawingml/2006/main" noChangeAspect="1"/>
          </p:cNvPicPr>
          <p:nvPr/>
        </p:nvPicPr>
        <p:blipFill>
          <a:blip xmlns:r="http://schemas.openxmlformats.org/officeDocument/2006/relationships" xmlns:a="http://schemas.openxmlformats.org/drawingml/2006/main" r:embed="R2a4ab67abb544f3b"/>
          <a:srcRect xmlns:a="http://schemas.openxmlformats.org/drawingml/2006/main" l="0" t="140" r="0" b="140"/>
          <a:stretch xmlns:a="http://schemas.openxmlformats.org/drawingml/2006/main">
            <a:fillRect l="0" t="0" r="0" b="0"/>
          </a:stretch>
        </p:blipFill>
        <p:spPr>
          <a:xfrm xmlns:a="http://schemas.openxmlformats.org/drawingml/2006/main">
            <a:off x="10098066" y="1986066"/>
            <a:ext cx="435139" cy="349023"/>
          </a:xfrm>
          <a:prstGeom xmlns:a="http://schemas.openxmlformats.org/drawingml/2006/main" prst="rect">
            <a:avLst/>
          </a:prstGeom>
        </p:spPr>
      </p:pic>
      <p:sp>
        <p:nvSpPr>
          <p:cNvPr id="123" name="collie-source-component-43">
            <a:extLst xmlns:a="http://schemas.openxmlformats.org/drawingml/2006/main">
              <a:ext uri="{FF2B5EF4-FFF2-40B4-BE49-F238E27FC236}">
                <a16:creationId xmlns:a16="http://schemas.microsoft.com/office/drawing/2014/main" id="{898CDD7B-7D3E-4EB0-AFD0-1837619FA339}"/>
              </a:ext>
            </a:extLst>
          </p:cNvPr>
          <p:cNvSpPr>
            <a:spLocks xmlns:a="http://schemas.openxmlformats.org/drawingml/2006/main" noGrp="1"/>
          </p:cNvSpPr>
          <p:nvPr/>
        </p:nvSpPr>
        <p:spPr>
          <a:xfrm xmlns:a="http://schemas.openxmlformats.org/drawingml/2006/main" rot="0">
            <a:off x="10098066" y="1986066"/>
            <a:ext cx="435139" cy="349023"/>
          </a:xfrm>
          <a:prstGeom xmlns:a="http://schemas.openxmlformats.org/drawingml/2006/main" prst="rect">
            <a:avLst/>
          </a:prstGeom>
          <a:noFill xmlns:a="http://schemas.openxmlformats.org/drawingml/2006/main"/>
          <a:ln xmlns:a="http://schemas.openxmlformats.org/drawingml/2006/main" w="0">
            <a:noFill/>
          </a:ln>
        </p:spPr>
      </p:sp>
      <p:pic>
        <p:nvPicPr>
          <p:cNvPr id="124" name="">
            <a:extLst xmlns:a="http://schemas.openxmlformats.org/drawingml/2006/main">
              <a:ext uri="{FF2B5EF4-FFF2-40B4-BE49-F238E27FC236}">
                <a16:creationId xmlns:a16="http://schemas.microsoft.com/office/drawing/2014/main" id="{1214E899-B354-4F46-8F75-1DF34C556CBF}"/>
              </a:ext>
            </a:extLst>
          </p:cNvPr>
          <p:cNvPicPr>
            <a:picLocks xmlns:a="http://schemas.openxmlformats.org/drawingml/2006/main" noChangeAspect="1"/>
          </p:cNvPicPr>
          <p:nvPr/>
        </p:nvPicPr>
        <p:blipFill>
          <a:blip xmlns:r="http://schemas.openxmlformats.org/officeDocument/2006/relationships" xmlns:a="http://schemas.openxmlformats.org/drawingml/2006/main" r:embed="R220524824526481c"/>
          <a:srcRect xmlns:a="http://schemas.openxmlformats.org/drawingml/2006/main" l="0" t="230" r="0" b="230"/>
          <a:stretch xmlns:a="http://schemas.openxmlformats.org/drawingml/2006/main">
            <a:fillRect l="0" t="0" r="0" b="0"/>
          </a:stretch>
        </p:blipFill>
        <p:spPr>
          <a:xfrm xmlns:a="http://schemas.openxmlformats.org/drawingml/2006/main">
            <a:off x="10465505" y="1901218"/>
            <a:ext cx="543110" cy="464738"/>
          </a:xfrm>
          <a:prstGeom xmlns:a="http://schemas.openxmlformats.org/drawingml/2006/main" prst="rect">
            <a:avLst/>
          </a:prstGeom>
        </p:spPr>
      </p:pic>
      <p:sp>
        <p:nvSpPr>
          <p:cNvPr id="125" name="collie-source-component-44">
            <a:extLst xmlns:a="http://schemas.openxmlformats.org/drawingml/2006/main">
              <a:ext uri="{FF2B5EF4-FFF2-40B4-BE49-F238E27FC236}">
                <a16:creationId xmlns:a16="http://schemas.microsoft.com/office/drawing/2014/main" id="{85D3360B-BA32-437C-A6E0-F93EB8B7F686}"/>
              </a:ext>
            </a:extLst>
          </p:cNvPr>
          <p:cNvSpPr>
            <a:spLocks xmlns:a="http://schemas.openxmlformats.org/drawingml/2006/main" noGrp="1"/>
          </p:cNvSpPr>
          <p:nvPr/>
        </p:nvSpPr>
        <p:spPr>
          <a:xfrm xmlns:a="http://schemas.openxmlformats.org/drawingml/2006/main" rot="0">
            <a:off x="10465505" y="1901218"/>
            <a:ext cx="543110" cy="464738"/>
          </a:xfrm>
          <a:prstGeom xmlns:a="http://schemas.openxmlformats.org/drawingml/2006/main" prst="rect">
            <a:avLst/>
          </a:prstGeom>
          <a:noFill xmlns:a="http://schemas.openxmlformats.org/drawingml/2006/main"/>
          <a:ln xmlns:a="http://schemas.openxmlformats.org/drawingml/2006/main" w="0">
            <a:noFill/>
          </a:ln>
        </p:spPr>
      </p:sp>
      <p:pic>
        <p:nvPicPr>
          <p:cNvPr id="126" name="">
            <a:extLst xmlns:a="http://schemas.openxmlformats.org/drawingml/2006/main">
              <a:ext uri="{FF2B5EF4-FFF2-40B4-BE49-F238E27FC236}">
                <a16:creationId xmlns:a16="http://schemas.microsoft.com/office/drawing/2014/main" id="{919459DF-4FD4-4549-AF4D-7DBE5B757D87}"/>
              </a:ext>
            </a:extLst>
          </p:cNvPr>
          <p:cNvPicPr>
            <a:picLocks xmlns:a="http://schemas.openxmlformats.org/drawingml/2006/main" noChangeAspect="1"/>
          </p:cNvPicPr>
          <p:nvPr/>
        </p:nvPicPr>
        <p:blipFill>
          <a:blip xmlns:r="http://schemas.openxmlformats.org/officeDocument/2006/relationships" xmlns:a="http://schemas.openxmlformats.org/drawingml/2006/main" r:embed="R9526030813fc4215"/>
          <a:srcRect xmlns:a="http://schemas.openxmlformats.org/drawingml/2006/main" l="0" t="167" r="0" b="167"/>
          <a:stretch xmlns:a="http://schemas.openxmlformats.org/drawingml/2006/main">
            <a:fillRect l="0" t="0" r="0" b="0"/>
          </a:stretch>
        </p:blipFill>
        <p:spPr>
          <a:xfrm xmlns:a="http://schemas.openxmlformats.org/drawingml/2006/main">
            <a:off x="10485444" y="1920439"/>
            <a:ext cx="466558" cy="389084"/>
          </a:xfrm>
          <a:prstGeom xmlns:a="http://schemas.openxmlformats.org/drawingml/2006/main" prst="rect">
            <a:avLst/>
          </a:prstGeom>
        </p:spPr>
      </p:pic>
      <p:sp>
        <p:nvSpPr>
          <p:cNvPr id="127" name="collie-source-component-45">
            <a:extLst xmlns:a="http://schemas.openxmlformats.org/drawingml/2006/main">
              <a:ext uri="{FF2B5EF4-FFF2-40B4-BE49-F238E27FC236}">
                <a16:creationId xmlns:a16="http://schemas.microsoft.com/office/drawing/2014/main" id="{40309772-783A-430A-9673-F33C6A732D72}"/>
              </a:ext>
            </a:extLst>
          </p:cNvPr>
          <p:cNvSpPr>
            <a:spLocks xmlns:a="http://schemas.openxmlformats.org/drawingml/2006/main" noGrp="1"/>
          </p:cNvSpPr>
          <p:nvPr/>
        </p:nvSpPr>
        <p:spPr>
          <a:xfrm xmlns:a="http://schemas.openxmlformats.org/drawingml/2006/main" rot="0">
            <a:off x="10485444" y="1920439"/>
            <a:ext cx="466558" cy="389084"/>
          </a:xfrm>
          <a:prstGeom xmlns:a="http://schemas.openxmlformats.org/drawingml/2006/main" prst="rect">
            <a:avLst/>
          </a:prstGeom>
          <a:noFill xmlns:a="http://schemas.openxmlformats.org/drawingml/2006/main"/>
          <a:ln xmlns:a="http://schemas.openxmlformats.org/drawingml/2006/main" w="0">
            <a:noFill/>
          </a:ln>
        </p:spPr>
      </p:sp>
      <p:pic>
        <p:nvPicPr>
          <p:cNvPr id="128" name="">
            <a:extLst xmlns:a="http://schemas.openxmlformats.org/drawingml/2006/main">
              <a:ext uri="{FF2B5EF4-FFF2-40B4-BE49-F238E27FC236}">
                <a16:creationId xmlns:a16="http://schemas.microsoft.com/office/drawing/2014/main" id="{5B7F2443-9871-4221-8A89-D5A083DA24FB}"/>
              </a:ext>
            </a:extLst>
          </p:cNvPr>
          <p:cNvPicPr>
            <a:picLocks xmlns:a="http://schemas.openxmlformats.org/drawingml/2006/main" noChangeAspect="1"/>
          </p:cNvPicPr>
          <p:nvPr/>
        </p:nvPicPr>
        <p:blipFill>
          <a:blip xmlns:r="http://schemas.openxmlformats.org/officeDocument/2006/relationships" xmlns:a="http://schemas.openxmlformats.org/drawingml/2006/main" r:embed="R57ae4bf3bca54e9c"/>
          <a:srcRect xmlns:a="http://schemas.openxmlformats.org/drawingml/2006/main" l="0" t="134" r="0" b="134"/>
          <a:stretch xmlns:a="http://schemas.openxmlformats.org/drawingml/2006/main">
            <a:fillRect l="0" t="0" r="0" b="0"/>
          </a:stretch>
        </p:blipFill>
        <p:spPr>
          <a:xfrm xmlns:a="http://schemas.openxmlformats.org/drawingml/2006/main">
            <a:off x="10914316" y="1908045"/>
            <a:ext cx="511324" cy="424961"/>
          </a:xfrm>
          <a:prstGeom xmlns:a="http://schemas.openxmlformats.org/drawingml/2006/main" prst="rect">
            <a:avLst/>
          </a:prstGeom>
        </p:spPr>
      </p:pic>
      <p:sp>
        <p:nvSpPr>
          <p:cNvPr id="129" name="collie-source-component-46">
            <a:extLst xmlns:a="http://schemas.openxmlformats.org/drawingml/2006/main">
              <a:ext uri="{FF2B5EF4-FFF2-40B4-BE49-F238E27FC236}">
                <a16:creationId xmlns:a16="http://schemas.microsoft.com/office/drawing/2014/main" id="{43CB841A-BC46-43B5-9E58-E8E38147DD11}"/>
              </a:ext>
            </a:extLst>
          </p:cNvPr>
          <p:cNvSpPr>
            <a:spLocks xmlns:a="http://schemas.openxmlformats.org/drawingml/2006/main" noGrp="1"/>
          </p:cNvSpPr>
          <p:nvPr/>
        </p:nvSpPr>
        <p:spPr>
          <a:xfrm xmlns:a="http://schemas.openxmlformats.org/drawingml/2006/main" rot="0">
            <a:off x="10914316" y="1908045"/>
            <a:ext cx="511324" cy="424961"/>
          </a:xfrm>
          <a:prstGeom xmlns:a="http://schemas.openxmlformats.org/drawingml/2006/main" prst="rect">
            <a:avLst/>
          </a:prstGeom>
          <a:noFill xmlns:a="http://schemas.openxmlformats.org/drawingml/2006/main"/>
          <a:ln xmlns:a="http://schemas.openxmlformats.org/drawingml/2006/main" w="0">
            <a:noFill/>
          </a:ln>
        </p:spPr>
      </p:sp>
      <p:pic>
        <p:nvPicPr>
          <p:cNvPr id="130" name="">
            <a:extLst xmlns:a="http://schemas.openxmlformats.org/drawingml/2006/main">
              <a:ext uri="{FF2B5EF4-FFF2-40B4-BE49-F238E27FC236}">
                <a16:creationId xmlns:a16="http://schemas.microsoft.com/office/drawing/2014/main" id="{AD9572B0-617A-4B08-B3F9-509A8AA29C3C}"/>
              </a:ext>
            </a:extLst>
          </p:cNvPr>
          <p:cNvPicPr>
            <a:picLocks xmlns:a="http://schemas.openxmlformats.org/drawingml/2006/main" noChangeAspect="1"/>
          </p:cNvPicPr>
          <p:nvPr/>
        </p:nvPicPr>
        <p:blipFill>
          <a:blip xmlns:r="http://schemas.openxmlformats.org/officeDocument/2006/relationships" xmlns:a="http://schemas.openxmlformats.org/drawingml/2006/main" r:embed="Rcbc5d13670374d27"/>
          <a:srcRect xmlns:a="http://schemas.openxmlformats.org/drawingml/2006/main" l="0" t="140" r="0" b="140"/>
          <a:stretch xmlns:a="http://schemas.openxmlformats.org/drawingml/2006/main">
            <a:fillRect l="0" t="0" r="0" b="0"/>
          </a:stretch>
        </p:blipFill>
        <p:spPr>
          <a:xfrm xmlns:a="http://schemas.openxmlformats.org/drawingml/2006/main">
            <a:off x="10934048" y="1927361"/>
            <a:ext cx="435140" cy="349023"/>
          </a:xfrm>
          <a:prstGeom xmlns:a="http://schemas.openxmlformats.org/drawingml/2006/main" prst="rect">
            <a:avLst/>
          </a:prstGeom>
        </p:spPr>
      </p:pic>
      <p:sp>
        <p:nvSpPr>
          <p:cNvPr id="131" name="collie-source-component-47">
            <a:extLst xmlns:a="http://schemas.openxmlformats.org/drawingml/2006/main">
              <a:ext uri="{FF2B5EF4-FFF2-40B4-BE49-F238E27FC236}">
                <a16:creationId xmlns:a16="http://schemas.microsoft.com/office/drawing/2014/main" id="{958ED7B2-152D-4034-9CBA-2F6040AA35E1}"/>
              </a:ext>
            </a:extLst>
          </p:cNvPr>
          <p:cNvSpPr>
            <a:spLocks xmlns:a="http://schemas.openxmlformats.org/drawingml/2006/main" noGrp="1"/>
          </p:cNvSpPr>
          <p:nvPr/>
        </p:nvSpPr>
        <p:spPr>
          <a:xfrm xmlns:a="http://schemas.openxmlformats.org/drawingml/2006/main" rot="0">
            <a:off x="10934048" y="1927361"/>
            <a:ext cx="435140" cy="349023"/>
          </a:xfrm>
          <a:prstGeom xmlns:a="http://schemas.openxmlformats.org/drawingml/2006/main" prst="rect">
            <a:avLst/>
          </a:prstGeom>
          <a:noFill xmlns:a="http://schemas.openxmlformats.org/drawingml/2006/main"/>
          <a:ln xmlns:a="http://schemas.openxmlformats.org/drawingml/2006/main" w="0">
            <a:noFill/>
          </a:ln>
        </p:spPr>
      </p:sp>
      <p:pic>
        <p:nvPicPr>
          <p:cNvPr id="132" name="">
            <a:extLst xmlns:a="http://schemas.openxmlformats.org/drawingml/2006/main">
              <a:ext uri="{FF2B5EF4-FFF2-40B4-BE49-F238E27FC236}">
                <a16:creationId xmlns:a16="http://schemas.microsoft.com/office/drawing/2014/main" id="{F7519698-CEE7-4DCB-8932-A46EA345D9C0}"/>
              </a:ext>
            </a:extLst>
          </p:cNvPr>
          <p:cNvPicPr>
            <a:picLocks xmlns:a="http://schemas.openxmlformats.org/drawingml/2006/main" noChangeAspect="1"/>
          </p:cNvPicPr>
          <p:nvPr/>
        </p:nvPicPr>
        <p:blipFill>
          <a:blip xmlns:r="http://schemas.openxmlformats.org/officeDocument/2006/relationships" xmlns:a="http://schemas.openxmlformats.org/drawingml/2006/main" r:embed="Re9dd8d1db49e4bca"/>
          <a:srcRect xmlns:a="http://schemas.openxmlformats.org/drawingml/2006/main" l="0" t="134" r="0" b="134"/>
          <a:stretch xmlns:a="http://schemas.openxmlformats.org/drawingml/2006/main">
            <a:fillRect l="0" t="0" r="0" b="0"/>
          </a:stretch>
        </p:blipFill>
        <p:spPr>
          <a:xfrm xmlns:a="http://schemas.openxmlformats.org/drawingml/2006/main">
            <a:off x="11315407" y="1881912"/>
            <a:ext cx="511324" cy="424961"/>
          </a:xfrm>
          <a:prstGeom xmlns:a="http://schemas.openxmlformats.org/drawingml/2006/main" prst="rect">
            <a:avLst/>
          </a:prstGeom>
        </p:spPr>
      </p:pic>
      <p:sp>
        <p:nvSpPr>
          <p:cNvPr id="133" name="collie-source-component-48">
            <a:extLst xmlns:a="http://schemas.openxmlformats.org/drawingml/2006/main">
              <a:ext uri="{FF2B5EF4-FFF2-40B4-BE49-F238E27FC236}">
                <a16:creationId xmlns:a16="http://schemas.microsoft.com/office/drawing/2014/main" id="{5EB0CC9A-71FD-46F3-9DF8-32B39F81B3EF}"/>
              </a:ext>
            </a:extLst>
          </p:cNvPr>
          <p:cNvSpPr>
            <a:spLocks xmlns:a="http://schemas.openxmlformats.org/drawingml/2006/main" noGrp="1"/>
          </p:cNvSpPr>
          <p:nvPr/>
        </p:nvSpPr>
        <p:spPr>
          <a:xfrm xmlns:a="http://schemas.openxmlformats.org/drawingml/2006/main" rot="0">
            <a:off x="11315407" y="1881912"/>
            <a:ext cx="511324" cy="424961"/>
          </a:xfrm>
          <a:prstGeom xmlns:a="http://schemas.openxmlformats.org/drawingml/2006/main" prst="rect">
            <a:avLst/>
          </a:prstGeom>
          <a:noFill xmlns:a="http://schemas.openxmlformats.org/drawingml/2006/main"/>
          <a:ln xmlns:a="http://schemas.openxmlformats.org/drawingml/2006/main" w="0">
            <a:noFill/>
          </a:ln>
        </p:spPr>
      </p:sp>
      <p:pic>
        <p:nvPicPr>
          <p:cNvPr id="134" name="">
            <a:extLst xmlns:a="http://schemas.openxmlformats.org/drawingml/2006/main">
              <a:ext uri="{FF2B5EF4-FFF2-40B4-BE49-F238E27FC236}">
                <a16:creationId xmlns:a16="http://schemas.microsoft.com/office/drawing/2014/main" id="{253537A5-BB29-4E4F-B318-6551F1ECBD4C}"/>
              </a:ext>
            </a:extLst>
          </p:cNvPr>
          <p:cNvPicPr>
            <a:picLocks xmlns:a="http://schemas.openxmlformats.org/drawingml/2006/main" noChangeAspect="1"/>
          </p:cNvPicPr>
          <p:nvPr/>
        </p:nvPicPr>
        <p:blipFill>
          <a:blip xmlns:r="http://schemas.openxmlformats.org/officeDocument/2006/relationships" xmlns:a="http://schemas.openxmlformats.org/drawingml/2006/main" r:embed="R39e89a8542304578"/>
          <a:srcRect xmlns:a="http://schemas.openxmlformats.org/drawingml/2006/main" l="0" t="140" r="0" b="140"/>
          <a:stretch xmlns:a="http://schemas.openxmlformats.org/drawingml/2006/main">
            <a:fillRect l="0" t="0" r="0" b="0"/>
          </a:stretch>
        </p:blipFill>
        <p:spPr>
          <a:xfrm xmlns:a="http://schemas.openxmlformats.org/drawingml/2006/main">
            <a:off x="11334949" y="1901038"/>
            <a:ext cx="435140" cy="349023"/>
          </a:xfrm>
          <a:prstGeom xmlns:a="http://schemas.openxmlformats.org/drawingml/2006/main" prst="rect">
            <a:avLst/>
          </a:prstGeom>
        </p:spPr>
      </p:pic>
      <p:sp>
        <p:nvSpPr>
          <p:cNvPr id="135" name="collie-source-component-49">
            <a:extLst xmlns:a="http://schemas.openxmlformats.org/drawingml/2006/main">
              <a:ext uri="{FF2B5EF4-FFF2-40B4-BE49-F238E27FC236}">
                <a16:creationId xmlns:a16="http://schemas.microsoft.com/office/drawing/2014/main" id="{D109F76B-F03A-4A91-A120-1B3CE468A159}"/>
              </a:ext>
            </a:extLst>
          </p:cNvPr>
          <p:cNvSpPr>
            <a:spLocks xmlns:a="http://schemas.openxmlformats.org/drawingml/2006/main" noGrp="1"/>
          </p:cNvSpPr>
          <p:nvPr/>
        </p:nvSpPr>
        <p:spPr>
          <a:xfrm xmlns:a="http://schemas.openxmlformats.org/drawingml/2006/main" rot="0">
            <a:off x="11334949" y="1901038"/>
            <a:ext cx="435140" cy="349023"/>
          </a:xfrm>
          <a:prstGeom xmlns:a="http://schemas.openxmlformats.org/drawingml/2006/main" prst="rect">
            <a:avLst/>
          </a:prstGeom>
          <a:noFill xmlns:a="http://schemas.openxmlformats.org/drawingml/2006/main"/>
          <a:ln xmlns:a="http://schemas.openxmlformats.org/drawingml/2006/main" w="0">
            <a:noFill/>
          </a:ln>
        </p:spPr>
      </p:sp>
      <p:pic>
        <p:nvPicPr>
          <p:cNvPr id="136" name="">
            <a:extLst xmlns:a="http://schemas.openxmlformats.org/drawingml/2006/main">
              <a:ext uri="{FF2B5EF4-FFF2-40B4-BE49-F238E27FC236}">
                <a16:creationId xmlns:a16="http://schemas.microsoft.com/office/drawing/2014/main" id="{86C2D1B8-07F2-4165-AC61-FC24E7F48994}"/>
              </a:ext>
            </a:extLst>
          </p:cNvPr>
          <p:cNvPicPr>
            <a:picLocks xmlns:a="http://schemas.openxmlformats.org/drawingml/2006/main" noChangeAspect="1"/>
          </p:cNvPicPr>
          <p:nvPr/>
        </p:nvPicPr>
        <p:blipFill>
          <a:blip xmlns:r="http://schemas.openxmlformats.org/officeDocument/2006/relationships" xmlns:a="http://schemas.openxmlformats.org/drawingml/2006/main" r:embed="R7819a21f52e4454a"/>
          <a:srcRect xmlns:a="http://schemas.openxmlformats.org/drawingml/2006/main" l="384" t="0" r="384" b="0"/>
          <a:stretch xmlns:a="http://schemas.openxmlformats.org/drawingml/2006/main">
            <a:fillRect l="0" t="0" r="0" b="0"/>
          </a:stretch>
        </p:blipFill>
        <p:spPr>
          <a:xfrm xmlns:a="http://schemas.openxmlformats.org/drawingml/2006/main">
            <a:off x="9991695" y="1496738"/>
            <a:ext cx="1817974" cy="412453"/>
          </a:xfrm>
          <a:prstGeom xmlns:a="http://schemas.openxmlformats.org/drawingml/2006/main" prst="rect">
            <a:avLst/>
          </a:prstGeom>
        </p:spPr>
      </p:pic>
      <p:sp>
        <p:nvSpPr>
          <p:cNvPr id="137" name="collie-source-component-50">
            <a:extLst xmlns:a="http://schemas.openxmlformats.org/drawingml/2006/main">
              <a:ext uri="{FF2B5EF4-FFF2-40B4-BE49-F238E27FC236}">
                <a16:creationId xmlns:a16="http://schemas.microsoft.com/office/drawing/2014/main" id="{360EF70D-A97A-4B63-B488-E21F49CE01A0}"/>
              </a:ext>
            </a:extLst>
          </p:cNvPr>
          <p:cNvSpPr>
            <a:spLocks xmlns:a="http://schemas.openxmlformats.org/drawingml/2006/main" noGrp="1"/>
          </p:cNvSpPr>
          <p:nvPr/>
        </p:nvSpPr>
        <p:spPr>
          <a:xfrm xmlns:a="http://schemas.openxmlformats.org/drawingml/2006/main" rot="0">
            <a:off x="9991695" y="1496738"/>
            <a:ext cx="1817974" cy="412453"/>
          </a:xfrm>
          <a:prstGeom xmlns:a="http://schemas.openxmlformats.org/drawingml/2006/main" prst="rect">
            <a:avLst/>
          </a:prstGeom>
          <a:noFill xmlns:a="http://schemas.openxmlformats.org/drawingml/2006/main"/>
          <a:ln xmlns:a="http://schemas.openxmlformats.org/drawingml/2006/main" w="0">
            <a:noFill/>
          </a:ln>
        </p:spPr>
      </p:sp>
      <p:sp>
        <p:nvSpPr>
          <p:cNvPr id="138" name="pdf-path-118">
            <a:extLst xmlns:a="http://schemas.openxmlformats.org/drawingml/2006/main">
              <a:ext uri="{FF2B5EF4-FFF2-40B4-BE49-F238E27FC236}">
                <a16:creationId xmlns:a16="http://schemas.microsoft.com/office/drawing/2014/main" id="{A65F67A8-1785-4006-AD54-3C4176CC3F06}"/>
              </a:ext>
            </a:extLst>
          </p:cNvPr>
          <p:cNvSpPr>
            <a:spLocks xmlns:a="http://schemas.openxmlformats.org/drawingml/2006/main" noGrp="1"/>
          </p:cNvSpPr>
          <p:nvPr/>
        </p:nvSpPr>
        <p:spPr>
          <a:xfrm xmlns:a="http://schemas.openxmlformats.org/drawingml/2006/main" rot="0">
            <a:off x="10011012" y="1583470"/>
            <a:ext cx="1613924" cy="268814"/>
          </a:xfrm>
          <a:custGeom xmlns:a="http://schemas.openxmlformats.org/drawingml/2006/main">
            <a:pathLst>
              <a:path w="1613924" h="268814">
                <a:moveTo>
                  <a:pt x="15622" y="268814"/>
                </a:moveTo>
                <a:lnTo>
                  <a:pt x="60504" y="251107"/>
                </a:lnTo>
                <a:lnTo>
                  <a:pt x="60125" y="251202"/>
                </a:lnTo>
                <a:lnTo>
                  <a:pt x="82945" y="242586"/>
                </a:lnTo>
                <a:lnTo>
                  <a:pt x="82566" y="242775"/>
                </a:lnTo>
                <a:lnTo>
                  <a:pt x="105953" y="234443"/>
                </a:lnTo>
                <a:lnTo>
                  <a:pt x="105480" y="234632"/>
                </a:lnTo>
                <a:lnTo>
                  <a:pt x="129435" y="226678"/>
                </a:lnTo>
                <a:lnTo>
                  <a:pt x="128772" y="226868"/>
                </a:lnTo>
                <a:lnTo>
                  <a:pt x="153675" y="219482"/>
                </a:lnTo>
                <a:lnTo>
                  <a:pt x="152917" y="219672"/>
                </a:lnTo>
                <a:lnTo>
                  <a:pt x="178767" y="212854"/>
                </a:lnTo>
                <a:lnTo>
                  <a:pt x="178009" y="213044"/>
                </a:lnTo>
                <a:lnTo>
                  <a:pt x="204994" y="207078"/>
                </a:lnTo>
                <a:lnTo>
                  <a:pt x="204427" y="207173"/>
                </a:lnTo>
                <a:lnTo>
                  <a:pt x="218630" y="204427"/>
                </a:lnTo>
                <a:lnTo>
                  <a:pt x="218440" y="204427"/>
                </a:lnTo>
                <a:lnTo>
                  <a:pt x="233400" y="201681"/>
                </a:lnTo>
                <a:lnTo>
                  <a:pt x="233022" y="201681"/>
                </a:lnTo>
                <a:lnTo>
                  <a:pt x="248646" y="199125"/>
                </a:lnTo>
                <a:lnTo>
                  <a:pt x="248456" y="199125"/>
                </a:lnTo>
                <a:lnTo>
                  <a:pt x="264552" y="196569"/>
                </a:lnTo>
                <a:lnTo>
                  <a:pt x="264173" y="196663"/>
                </a:lnTo>
                <a:lnTo>
                  <a:pt x="297408" y="191929"/>
                </a:lnTo>
                <a:lnTo>
                  <a:pt x="297030" y="192024"/>
                </a:lnTo>
                <a:lnTo>
                  <a:pt x="330833" y="187857"/>
                </a:lnTo>
                <a:lnTo>
                  <a:pt x="330360" y="187952"/>
                </a:lnTo>
                <a:lnTo>
                  <a:pt x="363783" y="184543"/>
                </a:lnTo>
                <a:lnTo>
                  <a:pt x="363500" y="184543"/>
                </a:lnTo>
                <a:lnTo>
                  <a:pt x="379690" y="183123"/>
                </a:lnTo>
                <a:lnTo>
                  <a:pt x="379406" y="183123"/>
                </a:lnTo>
                <a:lnTo>
                  <a:pt x="395220" y="181987"/>
                </a:lnTo>
                <a:lnTo>
                  <a:pt x="395030" y="181987"/>
                </a:lnTo>
                <a:lnTo>
                  <a:pt x="410180" y="181134"/>
                </a:lnTo>
                <a:lnTo>
                  <a:pt x="409990" y="181134"/>
                </a:lnTo>
                <a:lnTo>
                  <a:pt x="424478" y="180377"/>
                </a:lnTo>
                <a:lnTo>
                  <a:pt x="423910" y="180377"/>
                </a:lnTo>
                <a:lnTo>
                  <a:pt x="437638" y="180093"/>
                </a:lnTo>
                <a:lnTo>
                  <a:pt x="437354" y="180093"/>
                </a:lnTo>
                <a:lnTo>
                  <a:pt x="450136" y="179904"/>
                </a:lnTo>
                <a:lnTo>
                  <a:pt x="449380" y="179904"/>
                </a:lnTo>
                <a:lnTo>
                  <a:pt x="461121" y="180188"/>
                </a:lnTo>
                <a:lnTo>
                  <a:pt x="460364" y="180188"/>
                </a:lnTo>
                <a:lnTo>
                  <a:pt x="471253" y="180851"/>
                </a:lnTo>
                <a:lnTo>
                  <a:pt x="470305" y="180756"/>
                </a:lnTo>
                <a:lnTo>
                  <a:pt x="480342" y="181703"/>
                </a:lnTo>
                <a:lnTo>
                  <a:pt x="479395" y="181608"/>
                </a:lnTo>
                <a:lnTo>
                  <a:pt x="488770" y="182933"/>
                </a:lnTo>
                <a:lnTo>
                  <a:pt x="488106" y="182839"/>
                </a:lnTo>
                <a:lnTo>
                  <a:pt x="496818" y="184449"/>
                </a:lnTo>
                <a:lnTo>
                  <a:pt x="495966" y="184259"/>
                </a:lnTo>
                <a:lnTo>
                  <a:pt x="504298" y="186058"/>
                </a:lnTo>
                <a:lnTo>
                  <a:pt x="503350" y="185869"/>
                </a:lnTo>
                <a:lnTo>
                  <a:pt x="519069" y="190130"/>
                </a:lnTo>
                <a:lnTo>
                  <a:pt x="518501" y="189940"/>
                </a:lnTo>
                <a:lnTo>
                  <a:pt x="533745" y="194580"/>
                </a:lnTo>
                <a:lnTo>
                  <a:pt x="533651" y="194580"/>
                </a:lnTo>
                <a:lnTo>
                  <a:pt x="549557" y="199409"/>
                </a:lnTo>
                <a:lnTo>
                  <a:pt x="558364" y="201965"/>
                </a:lnTo>
                <a:lnTo>
                  <a:pt x="567737" y="204332"/>
                </a:lnTo>
                <a:lnTo>
                  <a:pt x="577680" y="206700"/>
                </a:lnTo>
                <a:lnTo>
                  <a:pt x="588000" y="208783"/>
                </a:lnTo>
                <a:lnTo>
                  <a:pt x="587811" y="208783"/>
                </a:lnTo>
                <a:lnTo>
                  <a:pt x="609020" y="213139"/>
                </a:lnTo>
                <a:lnTo>
                  <a:pt x="608453" y="213044"/>
                </a:lnTo>
                <a:lnTo>
                  <a:pt x="630230" y="218157"/>
                </a:lnTo>
                <a:lnTo>
                  <a:pt x="630040" y="218157"/>
                </a:lnTo>
                <a:lnTo>
                  <a:pt x="652670" y="223743"/>
                </a:lnTo>
                <a:lnTo>
                  <a:pt x="676437" y="229330"/>
                </a:lnTo>
                <a:lnTo>
                  <a:pt x="701339" y="234253"/>
                </a:lnTo>
                <a:lnTo>
                  <a:pt x="727473" y="238325"/>
                </a:lnTo>
                <a:lnTo>
                  <a:pt x="741202" y="239840"/>
                </a:lnTo>
                <a:lnTo>
                  <a:pt x="755216" y="240881"/>
                </a:lnTo>
                <a:lnTo>
                  <a:pt x="769514" y="241450"/>
                </a:lnTo>
                <a:lnTo>
                  <a:pt x="784095" y="241450"/>
                </a:lnTo>
                <a:lnTo>
                  <a:pt x="799149" y="240787"/>
                </a:lnTo>
                <a:lnTo>
                  <a:pt x="814678" y="239840"/>
                </a:lnTo>
                <a:lnTo>
                  <a:pt x="830776" y="238325"/>
                </a:lnTo>
                <a:lnTo>
                  <a:pt x="847251" y="236526"/>
                </a:lnTo>
                <a:lnTo>
                  <a:pt x="880864" y="231792"/>
                </a:lnTo>
                <a:lnTo>
                  <a:pt x="915235" y="226016"/>
                </a:lnTo>
                <a:lnTo>
                  <a:pt x="949418" y="219577"/>
                </a:lnTo>
                <a:lnTo>
                  <a:pt x="982651" y="212665"/>
                </a:lnTo>
                <a:lnTo>
                  <a:pt x="998749" y="209162"/>
                </a:lnTo>
                <a:lnTo>
                  <a:pt x="1014372" y="205658"/>
                </a:lnTo>
                <a:lnTo>
                  <a:pt x="1029332" y="202155"/>
                </a:lnTo>
                <a:lnTo>
                  <a:pt x="1043630" y="198746"/>
                </a:lnTo>
                <a:lnTo>
                  <a:pt x="1057643" y="195243"/>
                </a:lnTo>
                <a:lnTo>
                  <a:pt x="1071278" y="191360"/>
                </a:lnTo>
                <a:lnTo>
                  <a:pt x="1097033" y="183312"/>
                </a:lnTo>
                <a:lnTo>
                  <a:pt x="1121366" y="174696"/>
                </a:lnTo>
                <a:lnTo>
                  <a:pt x="1144376" y="165985"/>
                </a:lnTo>
                <a:lnTo>
                  <a:pt x="1166627" y="157368"/>
                </a:lnTo>
                <a:lnTo>
                  <a:pt x="1166532" y="157463"/>
                </a:lnTo>
                <a:lnTo>
                  <a:pt x="1188405" y="149036"/>
                </a:lnTo>
                <a:lnTo>
                  <a:pt x="1188026" y="149226"/>
                </a:lnTo>
                <a:lnTo>
                  <a:pt x="1209898" y="141272"/>
                </a:lnTo>
                <a:lnTo>
                  <a:pt x="1209141" y="141556"/>
                </a:lnTo>
                <a:lnTo>
                  <a:pt x="1231392" y="134455"/>
                </a:lnTo>
                <a:lnTo>
                  <a:pt x="1230919" y="134644"/>
                </a:lnTo>
                <a:lnTo>
                  <a:pt x="1253076" y="128110"/>
                </a:lnTo>
                <a:lnTo>
                  <a:pt x="1252981" y="128110"/>
                </a:lnTo>
                <a:lnTo>
                  <a:pt x="1274570" y="121861"/>
                </a:lnTo>
                <a:lnTo>
                  <a:pt x="1274191" y="121956"/>
                </a:lnTo>
                <a:lnTo>
                  <a:pt x="1316515" y="110404"/>
                </a:lnTo>
                <a:lnTo>
                  <a:pt x="1315852" y="110499"/>
                </a:lnTo>
                <a:lnTo>
                  <a:pt x="1337157" y="105291"/>
                </a:lnTo>
                <a:lnTo>
                  <a:pt x="1336683" y="105481"/>
                </a:lnTo>
                <a:lnTo>
                  <a:pt x="1358461" y="100746"/>
                </a:lnTo>
                <a:lnTo>
                  <a:pt x="1357892" y="100841"/>
                </a:lnTo>
                <a:lnTo>
                  <a:pt x="1380428" y="96674"/>
                </a:lnTo>
                <a:lnTo>
                  <a:pt x="1379766" y="96769"/>
                </a:lnTo>
                <a:lnTo>
                  <a:pt x="1403437" y="93171"/>
                </a:lnTo>
                <a:lnTo>
                  <a:pt x="1402680" y="93266"/>
                </a:lnTo>
                <a:lnTo>
                  <a:pt x="1427393" y="90331"/>
                </a:lnTo>
                <a:lnTo>
                  <a:pt x="1426729" y="90425"/>
                </a:lnTo>
                <a:lnTo>
                  <a:pt x="1452295" y="88247"/>
                </a:lnTo>
                <a:lnTo>
                  <a:pt x="1451822" y="88247"/>
                </a:lnTo>
                <a:lnTo>
                  <a:pt x="1478050" y="86543"/>
                </a:lnTo>
                <a:lnTo>
                  <a:pt x="1477671" y="86638"/>
                </a:lnTo>
                <a:lnTo>
                  <a:pt x="1504372" y="85407"/>
                </a:lnTo>
                <a:lnTo>
                  <a:pt x="1504088" y="85407"/>
                </a:lnTo>
                <a:lnTo>
                  <a:pt x="1529370" y="84649"/>
                </a:lnTo>
                <a:lnTo>
                  <a:pt x="1528045" y="42041"/>
                </a:lnTo>
                <a:lnTo>
                  <a:pt x="1502668" y="42798"/>
                </a:lnTo>
                <a:lnTo>
                  <a:pt x="1475493" y="44029"/>
                </a:lnTo>
                <a:lnTo>
                  <a:pt x="1448887" y="45733"/>
                </a:lnTo>
                <a:lnTo>
                  <a:pt x="1422754" y="48006"/>
                </a:lnTo>
                <a:lnTo>
                  <a:pt x="1397377" y="51036"/>
                </a:lnTo>
                <a:lnTo>
                  <a:pt x="1372948" y="54729"/>
                </a:lnTo>
                <a:lnTo>
                  <a:pt x="1349749" y="59084"/>
                </a:lnTo>
                <a:lnTo>
                  <a:pt x="1327404" y="63818"/>
                </a:lnTo>
                <a:lnTo>
                  <a:pt x="1305532" y="69216"/>
                </a:lnTo>
                <a:lnTo>
                  <a:pt x="1262829" y="80862"/>
                </a:lnTo>
                <a:lnTo>
                  <a:pt x="1241145" y="87206"/>
                </a:lnTo>
                <a:lnTo>
                  <a:pt x="1218704" y="93834"/>
                </a:lnTo>
                <a:lnTo>
                  <a:pt x="1195790" y="101125"/>
                </a:lnTo>
                <a:lnTo>
                  <a:pt x="1173350" y="109173"/>
                </a:lnTo>
                <a:lnTo>
                  <a:pt x="1151193" y="117695"/>
                </a:lnTo>
                <a:lnTo>
                  <a:pt x="1129037" y="126216"/>
                </a:lnTo>
                <a:lnTo>
                  <a:pt x="1129226" y="126216"/>
                </a:lnTo>
                <a:lnTo>
                  <a:pt x="1106502" y="134833"/>
                </a:lnTo>
                <a:lnTo>
                  <a:pt x="1106879" y="134644"/>
                </a:lnTo>
                <a:lnTo>
                  <a:pt x="1083208" y="142976"/>
                </a:lnTo>
                <a:lnTo>
                  <a:pt x="1083871" y="142786"/>
                </a:lnTo>
                <a:lnTo>
                  <a:pt x="1058779" y="150646"/>
                </a:lnTo>
                <a:lnTo>
                  <a:pt x="1059443" y="150457"/>
                </a:lnTo>
                <a:lnTo>
                  <a:pt x="1046376" y="154149"/>
                </a:lnTo>
                <a:lnTo>
                  <a:pt x="1046944" y="154054"/>
                </a:lnTo>
                <a:lnTo>
                  <a:pt x="1033404" y="157463"/>
                </a:lnTo>
                <a:lnTo>
                  <a:pt x="1033687" y="157368"/>
                </a:lnTo>
                <a:lnTo>
                  <a:pt x="1019579" y="160682"/>
                </a:lnTo>
                <a:lnTo>
                  <a:pt x="1004714" y="164186"/>
                </a:lnTo>
                <a:lnTo>
                  <a:pt x="1004904" y="164091"/>
                </a:lnTo>
                <a:lnTo>
                  <a:pt x="989470" y="167595"/>
                </a:lnTo>
                <a:lnTo>
                  <a:pt x="989565" y="167595"/>
                </a:lnTo>
                <a:lnTo>
                  <a:pt x="973657" y="171003"/>
                </a:lnTo>
                <a:lnTo>
                  <a:pt x="973941" y="171003"/>
                </a:lnTo>
                <a:lnTo>
                  <a:pt x="940990" y="177821"/>
                </a:lnTo>
                <a:lnTo>
                  <a:pt x="941274" y="177726"/>
                </a:lnTo>
                <a:lnTo>
                  <a:pt x="907471" y="184165"/>
                </a:lnTo>
                <a:lnTo>
                  <a:pt x="907945" y="184070"/>
                </a:lnTo>
                <a:lnTo>
                  <a:pt x="874141" y="189751"/>
                </a:lnTo>
                <a:lnTo>
                  <a:pt x="874710" y="189656"/>
                </a:lnTo>
                <a:lnTo>
                  <a:pt x="841665" y="194296"/>
                </a:lnTo>
                <a:lnTo>
                  <a:pt x="842233" y="194202"/>
                </a:lnTo>
                <a:lnTo>
                  <a:pt x="826231" y="196001"/>
                </a:lnTo>
                <a:lnTo>
                  <a:pt x="826703" y="195905"/>
                </a:lnTo>
                <a:lnTo>
                  <a:pt x="811080" y="197326"/>
                </a:lnTo>
                <a:lnTo>
                  <a:pt x="811648" y="197326"/>
                </a:lnTo>
                <a:lnTo>
                  <a:pt x="796689" y="198273"/>
                </a:lnTo>
                <a:lnTo>
                  <a:pt x="797256" y="198273"/>
                </a:lnTo>
                <a:lnTo>
                  <a:pt x="782864" y="198841"/>
                </a:lnTo>
                <a:lnTo>
                  <a:pt x="783717" y="198841"/>
                </a:lnTo>
                <a:lnTo>
                  <a:pt x="769892" y="198841"/>
                </a:lnTo>
                <a:lnTo>
                  <a:pt x="770744" y="198841"/>
                </a:lnTo>
                <a:lnTo>
                  <a:pt x="757204" y="198368"/>
                </a:lnTo>
                <a:lnTo>
                  <a:pt x="758056" y="198368"/>
                </a:lnTo>
                <a:lnTo>
                  <a:pt x="744800" y="197421"/>
                </a:lnTo>
                <a:lnTo>
                  <a:pt x="745463" y="197421"/>
                </a:lnTo>
                <a:lnTo>
                  <a:pt x="732586" y="196001"/>
                </a:lnTo>
                <a:lnTo>
                  <a:pt x="733533" y="196190"/>
                </a:lnTo>
                <a:lnTo>
                  <a:pt x="708346" y="192213"/>
                </a:lnTo>
                <a:lnTo>
                  <a:pt x="709293" y="192403"/>
                </a:lnTo>
                <a:lnTo>
                  <a:pt x="685149" y="187573"/>
                </a:lnTo>
                <a:lnTo>
                  <a:pt x="685810" y="187762"/>
                </a:lnTo>
                <a:lnTo>
                  <a:pt x="662518" y="182271"/>
                </a:lnTo>
                <a:lnTo>
                  <a:pt x="662708" y="182366"/>
                </a:lnTo>
                <a:lnTo>
                  <a:pt x="640172" y="176779"/>
                </a:lnTo>
                <a:lnTo>
                  <a:pt x="618016" y="171477"/>
                </a:lnTo>
                <a:lnTo>
                  <a:pt x="596427" y="167027"/>
                </a:lnTo>
                <a:lnTo>
                  <a:pt x="586295" y="165038"/>
                </a:lnTo>
                <a:lnTo>
                  <a:pt x="587054" y="165133"/>
                </a:lnTo>
                <a:lnTo>
                  <a:pt x="577680" y="162955"/>
                </a:lnTo>
                <a:lnTo>
                  <a:pt x="578153" y="163050"/>
                </a:lnTo>
                <a:lnTo>
                  <a:pt x="569348" y="160777"/>
                </a:lnTo>
                <a:lnTo>
                  <a:pt x="569915" y="160966"/>
                </a:lnTo>
                <a:lnTo>
                  <a:pt x="561677" y="158505"/>
                </a:lnTo>
                <a:lnTo>
                  <a:pt x="561962" y="158599"/>
                </a:lnTo>
                <a:lnTo>
                  <a:pt x="546149" y="153770"/>
                </a:lnTo>
                <a:lnTo>
                  <a:pt x="530525" y="149036"/>
                </a:lnTo>
                <a:lnTo>
                  <a:pt x="513955" y="144586"/>
                </a:lnTo>
                <a:lnTo>
                  <a:pt x="504771" y="142597"/>
                </a:lnTo>
                <a:lnTo>
                  <a:pt x="495207" y="140893"/>
                </a:lnTo>
                <a:lnTo>
                  <a:pt x="485076" y="139378"/>
                </a:lnTo>
                <a:lnTo>
                  <a:pt x="474092" y="138336"/>
                </a:lnTo>
                <a:lnTo>
                  <a:pt x="462446" y="137579"/>
                </a:lnTo>
                <a:lnTo>
                  <a:pt x="450042" y="137295"/>
                </a:lnTo>
                <a:lnTo>
                  <a:pt x="436692" y="137484"/>
                </a:lnTo>
                <a:lnTo>
                  <a:pt x="422584" y="137863"/>
                </a:lnTo>
                <a:lnTo>
                  <a:pt x="407718" y="138526"/>
                </a:lnTo>
                <a:lnTo>
                  <a:pt x="392284" y="139473"/>
                </a:lnTo>
                <a:lnTo>
                  <a:pt x="376188" y="140609"/>
                </a:lnTo>
                <a:lnTo>
                  <a:pt x="359617" y="142124"/>
                </a:lnTo>
                <a:lnTo>
                  <a:pt x="325814" y="145533"/>
                </a:lnTo>
                <a:lnTo>
                  <a:pt x="291632" y="149699"/>
                </a:lnTo>
                <a:lnTo>
                  <a:pt x="258019" y="154433"/>
                </a:lnTo>
                <a:lnTo>
                  <a:pt x="241732" y="157084"/>
                </a:lnTo>
                <a:lnTo>
                  <a:pt x="225826" y="159735"/>
                </a:lnTo>
                <a:lnTo>
                  <a:pt x="210582" y="162576"/>
                </a:lnTo>
                <a:lnTo>
                  <a:pt x="196000" y="165417"/>
                </a:lnTo>
                <a:lnTo>
                  <a:pt x="168351" y="171571"/>
                </a:lnTo>
                <a:lnTo>
                  <a:pt x="141839" y="178483"/>
                </a:lnTo>
                <a:lnTo>
                  <a:pt x="116273" y="186058"/>
                </a:lnTo>
                <a:lnTo>
                  <a:pt x="91845" y="194202"/>
                </a:lnTo>
                <a:lnTo>
                  <a:pt x="68078" y="202628"/>
                </a:lnTo>
                <a:lnTo>
                  <a:pt x="44975" y="211434"/>
                </a:lnTo>
                <a:lnTo>
                  <a:pt x="0" y="229235"/>
                </a:lnTo>
                <a:lnTo>
                  <a:pt x="15622" y="268814"/>
                </a:lnTo>
                <a:moveTo>
                  <a:pt x="1528707" y="63345"/>
                </a:moveTo>
                <a:lnTo>
                  <a:pt x="1487044" y="127826"/>
                </a:lnTo>
                <a:lnTo>
                  <a:pt x="1613924" y="62114"/>
                </a:lnTo>
                <a:lnTo>
                  <a:pt x="1485246" y="0"/>
                </a:lnTo>
                <a:lnTo>
                  <a:pt x="1528707" y="63345"/>
                </a:lnTo>
              </a:path>
            </a:pathLst>
          </a:custGeom>
          <a:solidFill xmlns:a="http://schemas.openxmlformats.org/drawingml/2006/main">
            <a:srgbClr val="4472C4"/>
          </a:solidFill>
          <a:ln xmlns:a="http://schemas.openxmlformats.org/drawingml/2006/main" w="0">
            <a:noFill/>
            <a:prstDash val="solid"/>
          </a:ln>
        </p:spPr>
      </p:sp>
      <p:pic>
        <p:nvPicPr>
          <p:cNvPr id="139" name="">
            <a:extLst xmlns:a="http://schemas.openxmlformats.org/drawingml/2006/main">
              <a:ext uri="{FF2B5EF4-FFF2-40B4-BE49-F238E27FC236}">
                <a16:creationId xmlns:a16="http://schemas.microsoft.com/office/drawing/2014/main" id="{0B22EE72-9D8F-407A-AD69-CDAA9612C070}"/>
              </a:ext>
            </a:extLst>
          </p:cNvPr>
          <p:cNvPicPr>
            <a:picLocks xmlns:a="http://schemas.openxmlformats.org/drawingml/2006/main" noChangeAspect="1"/>
          </p:cNvPicPr>
          <p:nvPr/>
        </p:nvPicPr>
        <p:blipFill>
          <a:blip xmlns:r="http://schemas.openxmlformats.org/officeDocument/2006/relationships" xmlns:a="http://schemas.openxmlformats.org/drawingml/2006/main" r:embed="Rb7c69dc28d154001"/>
          <a:srcRect xmlns:a="http://schemas.openxmlformats.org/drawingml/2006/main" l="0" t="73" r="0" b="73"/>
          <a:stretch xmlns:a="http://schemas.openxmlformats.org/drawingml/2006/main">
            <a:fillRect l="0" t="0" r="0" b="0"/>
          </a:stretch>
        </p:blipFill>
        <p:spPr>
          <a:xfrm xmlns:a="http://schemas.openxmlformats.org/drawingml/2006/main">
            <a:off x="9193302" y="68871"/>
            <a:ext cx="3696739" cy="1569763"/>
          </a:xfrm>
          <a:prstGeom xmlns:a="http://schemas.openxmlformats.org/drawingml/2006/main" prst="rect">
            <a:avLst/>
          </a:prstGeom>
        </p:spPr>
      </p:pic>
      <p:sp>
        <p:nvSpPr>
          <p:cNvPr id="140" name="collie-source-component-51">
            <a:extLst xmlns:a="http://schemas.openxmlformats.org/drawingml/2006/main">
              <a:ext uri="{FF2B5EF4-FFF2-40B4-BE49-F238E27FC236}">
                <a16:creationId xmlns:a16="http://schemas.microsoft.com/office/drawing/2014/main" id="{CB87BFF3-6EC0-4B5D-910B-1F746D65DA1A}"/>
              </a:ext>
            </a:extLst>
          </p:cNvPr>
          <p:cNvSpPr>
            <a:spLocks xmlns:a="http://schemas.openxmlformats.org/drawingml/2006/main" noGrp="1"/>
          </p:cNvSpPr>
          <p:nvPr/>
        </p:nvSpPr>
        <p:spPr>
          <a:xfrm xmlns:a="http://schemas.openxmlformats.org/drawingml/2006/main" rot="0">
            <a:off x="9193302" y="68871"/>
            <a:ext cx="3696739" cy="1569763"/>
          </a:xfrm>
          <a:prstGeom xmlns:a="http://schemas.openxmlformats.org/drawingml/2006/main" prst="rect">
            <a:avLst/>
          </a:prstGeom>
          <a:noFill xmlns:a="http://schemas.openxmlformats.org/drawingml/2006/main"/>
          <a:ln xmlns:a="http://schemas.openxmlformats.org/drawingml/2006/main" w="0">
            <a:noFill/>
          </a:ln>
        </p:spPr>
      </p:sp>
      <p:pic>
        <p:nvPicPr>
          <p:cNvPr id="141" name="">
            <a:extLst xmlns:a="http://schemas.openxmlformats.org/drawingml/2006/main">
              <a:ext uri="{FF2B5EF4-FFF2-40B4-BE49-F238E27FC236}">
                <a16:creationId xmlns:a16="http://schemas.microsoft.com/office/drawing/2014/main" id="{29A6C845-46A1-49B4-BDA9-C90CAC1C9A3B}"/>
              </a:ext>
            </a:extLst>
          </p:cNvPr>
          <p:cNvPicPr>
            <a:picLocks xmlns:a="http://schemas.openxmlformats.org/drawingml/2006/main" noChangeAspect="1"/>
          </p:cNvPicPr>
          <p:nvPr/>
        </p:nvPicPr>
        <p:blipFill>
          <a:blip xmlns:r="http://schemas.openxmlformats.org/officeDocument/2006/relationships" xmlns:a="http://schemas.openxmlformats.org/drawingml/2006/main" r:embed="R494b22761f6545a2"/>
          <a:srcRect xmlns:a="http://schemas.openxmlformats.org/drawingml/2006/main" l="240" t="0" r="240" b="0"/>
          <a:stretch xmlns:a="http://schemas.openxmlformats.org/drawingml/2006/main">
            <a:fillRect l="0" t="0" r="0" b="0"/>
          </a:stretch>
        </p:blipFill>
        <p:spPr>
          <a:xfrm xmlns:a="http://schemas.openxmlformats.org/drawingml/2006/main">
            <a:off x="10684797" y="772957"/>
            <a:ext cx="361351" cy="1213497"/>
          </a:xfrm>
          <a:prstGeom xmlns:a="http://schemas.openxmlformats.org/drawingml/2006/main" prst="rect">
            <a:avLst/>
          </a:prstGeom>
        </p:spPr>
      </p:pic>
      <p:sp>
        <p:nvSpPr>
          <p:cNvPr id="142" name="collie-source-component-52">
            <a:extLst xmlns:a="http://schemas.openxmlformats.org/drawingml/2006/main">
              <a:ext uri="{FF2B5EF4-FFF2-40B4-BE49-F238E27FC236}">
                <a16:creationId xmlns:a16="http://schemas.microsoft.com/office/drawing/2014/main" id="{91D626C6-FC14-4F20-AD11-5DB29AA0F9D8}"/>
              </a:ext>
            </a:extLst>
          </p:cNvPr>
          <p:cNvSpPr>
            <a:spLocks xmlns:a="http://schemas.openxmlformats.org/drawingml/2006/main" noGrp="1"/>
          </p:cNvSpPr>
          <p:nvPr/>
        </p:nvSpPr>
        <p:spPr>
          <a:xfrm xmlns:a="http://schemas.openxmlformats.org/drawingml/2006/main" rot="0">
            <a:off x="10684797" y="772957"/>
            <a:ext cx="361351" cy="1213497"/>
          </a:xfrm>
          <a:prstGeom xmlns:a="http://schemas.openxmlformats.org/drawingml/2006/main" prst="rect">
            <a:avLst/>
          </a:prstGeom>
          <a:noFill xmlns:a="http://schemas.openxmlformats.org/drawingml/2006/main"/>
          <a:ln xmlns:a="http://schemas.openxmlformats.org/drawingml/2006/main" w="0">
            <a:noFill/>
          </a:ln>
        </p:spPr>
      </p:sp>
      <p:sp>
        <p:nvSpPr>
          <p:cNvPr id="143" name="pdf-path-121">
            <a:extLst xmlns:a="http://schemas.openxmlformats.org/drawingml/2006/main">
              <a:ext uri="{FF2B5EF4-FFF2-40B4-BE49-F238E27FC236}">
                <a16:creationId xmlns:a16="http://schemas.microsoft.com/office/drawing/2014/main" id="{B90261C1-2D5D-4E34-B140-3A030CCAA378}"/>
              </a:ext>
            </a:extLst>
          </p:cNvPr>
          <p:cNvSpPr>
            <a:spLocks xmlns:a="http://schemas.openxmlformats.org/drawingml/2006/main" noGrp="1"/>
          </p:cNvSpPr>
          <p:nvPr/>
        </p:nvSpPr>
        <p:spPr>
          <a:xfrm xmlns:a="http://schemas.openxmlformats.org/drawingml/2006/main" rot="0">
            <a:off x="10775885" y="792936"/>
            <a:ext cx="142029" cy="994394"/>
          </a:xfrm>
          <a:custGeom xmlns:a="http://schemas.openxmlformats.org/drawingml/2006/main">
            <a:pathLst>
              <a:path w="142029" h="994394">
                <a:moveTo>
                  <a:pt x="85217" y="0"/>
                </a:moveTo>
                <a:lnTo>
                  <a:pt x="85217" y="85217"/>
                </a:lnTo>
                <a:lnTo>
                  <a:pt x="56812" y="85217"/>
                </a:lnTo>
                <a:lnTo>
                  <a:pt x="56812" y="0"/>
                </a:lnTo>
                <a:lnTo>
                  <a:pt x="85217" y="0"/>
                </a:lnTo>
                <a:moveTo>
                  <a:pt x="85217" y="113623"/>
                </a:moveTo>
                <a:lnTo>
                  <a:pt x="85217" y="198841"/>
                </a:lnTo>
                <a:lnTo>
                  <a:pt x="56812" y="198841"/>
                </a:lnTo>
                <a:lnTo>
                  <a:pt x="56812" y="113623"/>
                </a:lnTo>
                <a:lnTo>
                  <a:pt x="85217" y="113623"/>
                </a:lnTo>
                <a:moveTo>
                  <a:pt x="85217" y="227247"/>
                </a:moveTo>
                <a:lnTo>
                  <a:pt x="85217" y="312464"/>
                </a:lnTo>
                <a:lnTo>
                  <a:pt x="56812" y="312464"/>
                </a:lnTo>
                <a:lnTo>
                  <a:pt x="56812" y="227247"/>
                </a:lnTo>
                <a:lnTo>
                  <a:pt x="85217" y="227247"/>
                </a:lnTo>
                <a:moveTo>
                  <a:pt x="85217" y="340870"/>
                </a:moveTo>
                <a:lnTo>
                  <a:pt x="85217" y="426087"/>
                </a:lnTo>
                <a:lnTo>
                  <a:pt x="56812" y="426087"/>
                </a:lnTo>
                <a:lnTo>
                  <a:pt x="56812" y="340870"/>
                </a:lnTo>
                <a:lnTo>
                  <a:pt x="85217" y="340870"/>
                </a:lnTo>
                <a:moveTo>
                  <a:pt x="85217" y="454493"/>
                </a:moveTo>
                <a:lnTo>
                  <a:pt x="85217" y="539711"/>
                </a:lnTo>
                <a:lnTo>
                  <a:pt x="56812" y="539711"/>
                </a:lnTo>
                <a:lnTo>
                  <a:pt x="56812" y="454493"/>
                </a:lnTo>
                <a:lnTo>
                  <a:pt x="85217" y="454493"/>
                </a:lnTo>
                <a:moveTo>
                  <a:pt x="85217" y="568116"/>
                </a:moveTo>
                <a:lnTo>
                  <a:pt x="85217" y="653334"/>
                </a:lnTo>
                <a:lnTo>
                  <a:pt x="56812" y="653334"/>
                </a:lnTo>
                <a:lnTo>
                  <a:pt x="56812" y="568116"/>
                </a:lnTo>
                <a:lnTo>
                  <a:pt x="85217" y="568116"/>
                </a:lnTo>
                <a:moveTo>
                  <a:pt x="85217" y="681740"/>
                </a:moveTo>
                <a:lnTo>
                  <a:pt x="85217" y="766957"/>
                </a:lnTo>
                <a:lnTo>
                  <a:pt x="56812" y="766957"/>
                </a:lnTo>
                <a:lnTo>
                  <a:pt x="56812" y="681740"/>
                </a:lnTo>
                <a:lnTo>
                  <a:pt x="85217" y="681740"/>
                </a:lnTo>
                <a:moveTo>
                  <a:pt x="85217" y="795363"/>
                </a:moveTo>
                <a:lnTo>
                  <a:pt x="85217" y="880581"/>
                </a:lnTo>
                <a:lnTo>
                  <a:pt x="56812" y="880581"/>
                </a:lnTo>
                <a:lnTo>
                  <a:pt x="56812" y="795363"/>
                </a:lnTo>
                <a:lnTo>
                  <a:pt x="85217" y="795363"/>
                </a:lnTo>
                <a:moveTo>
                  <a:pt x="85217" y="908987"/>
                </a:moveTo>
                <a:lnTo>
                  <a:pt x="85217" y="909176"/>
                </a:lnTo>
                <a:lnTo>
                  <a:pt x="56812" y="909176"/>
                </a:lnTo>
                <a:lnTo>
                  <a:pt x="56812" y="908987"/>
                </a:lnTo>
                <a:lnTo>
                  <a:pt x="85217" y="908987"/>
                </a:lnTo>
                <a:moveTo>
                  <a:pt x="71015" y="909176"/>
                </a:moveTo>
                <a:lnTo>
                  <a:pt x="142029" y="852364"/>
                </a:lnTo>
                <a:lnTo>
                  <a:pt x="71015" y="994394"/>
                </a:lnTo>
                <a:lnTo>
                  <a:pt x="0" y="852364"/>
                </a:lnTo>
                <a:lnTo>
                  <a:pt x="71015" y="909176"/>
                </a:lnTo>
              </a:path>
            </a:pathLst>
          </a:custGeom>
          <a:solidFill xmlns:a="http://schemas.openxmlformats.org/drawingml/2006/main">
            <a:srgbClr val="4472C4"/>
          </a:solidFill>
          <a:ln xmlns:a="http://schemas.openxmlformats.org/drawingml/2006/main" w="0">
            <a:noFill/>
            <a:prstDash val="solid"/>
          </a:ln>
        </p:spPr>
      </p:sp>
      <p:pic>
        <p:nvPicPr>
          <p:cNvPr id="144" name="">
            <a:extLst xmlns:a="http://schemas.openxmlformats.org/drawingml/2006/main">
              <a:ext uri="{FF2B5EF4-FFF2-40B4-BE49-F238E27FC236}">
                <a16:creationId xmlns:a16="http://schemas.microsoft.com/office/drawing/2014/main" id="{98176CF2-4DC1-4DDC-8A7C-02E2555A8E72}"/>
              </a:ext>
            </a:extLst>
          </p:cNvPr>
          <p:cNvPicPr>
            <a:picLocks xmlns:a="http://schemas.openxmlformats.org/drawingml/2006/main" noChangeAspect="1"/>
          </p:cNvPicPr>
          <p:nvPr/>
        </p:nvPicPr>
        <p:blipFill>
          <a:blip xmlns:r="http://schemas.openxmlformats.org/officeDocument/2006/relationships" xmlns:a="http://schemas.openxmlformats.org/drawingml/2006/main" r:embed="R1b0e555c375d48c9"/>
          <a:srcRect xmlns:a="http://schemas.openxmlformats.org/drawingml/2006/main" l="52" t="0" r="52" b="0"/>
          <a:stretch xmlns:a="http://schemas.openxmlformats.org/drawingml/2006/main">
            <a:fillRect l="0" t="0" r="0" b="0"/>
          </a:stretch>
        </p:blipFill>
        <p:spPr>
          <a:xfrm xmlns:a="http://schemas.openxmlformats.org/drawingml/2006/main">
            <a:off x="10599579" y="707292"/>
            <a:ext cx="2257744" cy="925027"/>
          </a:xfrm>
          <a:prstGeom xmlns:a="http://schemas.openxmlformats.org/drawingml/2006/main" prst="rect">
            <a:avLst/>
          </a:prstGeom>
        </p:spPr>
      </p:pic>
      <p:sp>
        <p:nvSpPr>
          <p:cNvPr id="145" name="collie-source-component-53">
            <a:extLst xmlns:a="http://schemas.openxmlformats.org/drawingml/2006/main">
              <a:ext uri="{FF2B5EF4-FFF2-40B4-BE49-F238E27FC236}">
                <a16:creationId xmlns:a16="http://schemas.microsoft.com/office/drawing/2014/main" id="{0E729E00-3463-4AC1-A4F7-DEFBDFBCBB86}"/>
              </a:ext>
            </a:extLst>
          </p:cNvPr>
          <p:cNvSpPr>
            <a:spLocks xmlns:a="http://schemas.openxmlformats.org/drawingml/2006/main" noGrp="1"/>
          </p:cNvSpPr>
          <p:nvPr/>
        </p:nvSpPr>
        <p:spPr>
          <a:xfrm xmlns:a="http://schemas.openxmlformats.org/drawingml/2006/main" rot="0">
            <a:off x="10599579" y="707292"/>
            <a:ext cx="2257744" cy="925027"/>
          </a:xfrm>
          <a:prstGeom xmlns:a="http://schemas.openxmlformats.org/drawingml/2006/main" prst="rect">
            <a:avLst/>
          </a:prstGeom>
          <a:noFill xmlns:a="http://schemas.openxmlformats.org/drawingml/2006/main"/>
          <a:ln xmlns:a="http://schemas.openxmlformats.org/drawingml/2006/main" w="0">
            <a:noFill/>
          </a:ln>
        </p:spPr>
      </p:sp>
      <p:pic>
        <p:nvPicPr>
          <p:cNvPr id="146" name="">
            <a:extLst xmlns:a="http://schemas.openxmlformats.org/drawingml/2006/main">
              <a:ext uri="{FF2B5EF4-FFF2-40B4-BE49-F238E27FC236}">
                <a16:creationId xmlns:a16="http://schemas.microsoft.com/office/drawing/2014/main" id="{C12AB316-63BE-4552-A68E-B791C5980F86}"/>
              </a:ext>
            </a:extLst>
          </p:cNvPr>
          <p:cNvPicPr>
            <a:picLocks xmlns:a="http://schemas.openxmlformats.org/drawingml/2006/main" noChangeAspect="1"/>
          </p:cNvPicPr>
          <p:nvPr/>
        </p:nvPicPr>
        <p:blipFill>
          <a:blip xmlns:r="http://schemas.openxmlformats.org/officeDocument/2006/relationships" xmlns:a="http://schemas.openxmlformats.org/drawingml/2006/main" r:embed="R48842f4a4d474f2a"/>
          <a:srcRect xmlns:a="http://schemas.openxmlformats.org/drawingml/2006/main" l="0" t="882" r="0" b="882"/>
          <a:stretch xmlns:a="http://schemas.openxmlformats.org/drawingml/2006/main">
            <a:fillRect l="0" t="0" r="0" b="0"/>
          </a:stretch>
        </p:blipFill>
        <p:spPr>
          <a:xfrm xmlns:a="http://schemas.openxmlformats.org/drawingml/2006/main">
            <a:off x="10959766" y="805889"/>
            <a:ext cx="470419" cy="471556"/>
          </a:xfrm>
          <a:prstGeom xmlns:a="http://schemas.openxmlformats.org/drawingml/2006/main" prst="rect">
            <a:avLst/>
          </a:prstGeom>
        </p:spPr>
      </p:pic>
      <p:sp>
        <p:nvSpPr>
          <p:cNvPr id="147" name="collie-source-component-54">
            <a:extLst xmlns:a="http://schemas.openxmlformats.org/drawingml/2006/main">
              <a:ext uri="{FF2B5EF4-FFF2-40B4-BE49-F238E27FC236}">
                <a16:creationId xmlns:a16="http://schemas.microsoft.com/office/drawing/2014/main" id="{FDDE7F5B-2B48-4F24-98BC-83F82C2A376A}"/>
              </a:ext>
            </a:extLst>
          </p:cNvPr>
          <p:cNvSpPr>
            <a:spLocks xmlns:a="http://schemas.openxmlformats.org/drawingml/2006/main" noGrp="1"/>
          </p:cNvSpPr>
          <p:nvPr/>
        </p:nvSpPr>
        <p:spPr>
          <a:xfrm xmlns:a="http://schemas.openxmlformats.org/drawingml/2006/main" rot="0">
            <a:off x="10959766" y="805889"/>
            <a:ext cx="470419" cy="471556"/>
          </a:xfrm>
          <a:prstGeom xmlns:a="http://schemas.openxmlformats.org/drawingml/2006/main" prst="rect">
            <a:avLst/>
          </a:prstGeom>
          <a:noFill xmlns:a="http://schemas.openxmlformats.org/drawingml/2006/main"/>
          <a:ln xmlns:a="http://schemas.openxmlformats.org/drawingml/2006/main" w="0">
            <a:noFill/>
          </a:ln>
        </p:spPr>
      </p:sp>
      <p:pic>
        <p:nvPicPr>
          <p:cNvPr id="148" name="">
            <a:extLst xmlns:a="http://schemas.openxmlformats.org/drawingml/2006/main">
              <a:ext uri="{FF2B5EF4-FFF2-40B4-BE49-F238E27FC236}">
                <a16:creationId xmlns:a16="http://schemas.microsoft.com/office/drawing/2014/main" id="{4280AF6F-5510-41F4-A4D7-E9868DEB46F4}"/>
              </a:ext>
            </a:extLst>
          </p:cNvPr>
          <p:cNvPicPr>
            <a:picLocks xmlns:a="http://schemas.openxmlformats.org/drawingml/2006/main" noChangeAspect="1"/>
          </p:cNvPicPr>
          <p:nvPr/>
        </p:nvPicPr>
        <p:blipFill>
          <a:blip xmlns:r="http://schemas.openxmlformats.org/officeDocument/2006/relationships" xmlns:a="http://schemas.openxmlformats.org/drawingml/2006/main" r:embed="R15e5354284794b14"/>
          <a:srcRect xmlns:a="http://schemas.openxmlformats.org/drawingml/2006/main" l="0" t="0" r="0" b="0"/>
          <a:stretch xmlns:a="http://schemas.openxmlformats.org/drawingml/2006/main">
            <a:fillRect l="0" t="0" r="0" b="0"/>
          </a:stretch>
        </p:blipFill>
        <p:spPr>
          <a:xfrm xmlns:a="http://schemas.openxmlformats.org/drawingml/2006/main">
            <a:off x="11037976" y="884621"/>
            <a:ext cx="316843" cy="316843"/>
          </a:xfrm>
          <a:prstGeom xmlns:a="http://schemas.openxmlformats.org/drawingml/2006/main" prst="rect">
            <a:avLst/>
          </a:prstGeom>
        </p:spPr>
      </p:pic>
      <p:sp>
        <p:nvSpPr>
          <p:cNvPr id="149" name="collie-source-component-55">
            <a:extLst xmlns:a="http://schemas.openxmlformats.org/drawingml/2006/main">
              <a:ext uri="{FF2B5EF4-FFF2-40B4-BE49-F238E27FC236}">
                <a16:creationId xmlns:a16="http://schemas.microsoft.com/office/drawing/2014/main" id="{F0D0EAF0-8C51-4B4F-8EF9-4538D0DA815C}"/>
              </a:ext>
            </a:extLst>
          </p:cNvPr>
          <p:cNvSpPr>
            <a:spLocks xmlns:a="http://schemas.openxmlformats.org/drawingml/2006/main" noGrp="1"/>
          </p:cNvSpPr>
          <p:nvPr/>
        </p:nvSpPr>
        <p:spPr>
          <a:xfrm xmlns:a="http://schemas.openxmlformats.org/drawingml/2006/main" rot="0">
            <a:off x="11037976" y="884621"/>
            <a:ext cx="316843" cy="316843"/>
          </a:xfrm>
          <a:prstGeom xmlns:a="http://schemas.openxmlformats.org/drawingml/2006/main" prst="rect">
            <a:avLst/>
          </a:prstGeom>
          <a:noFill xmlns:a="http://schemas.openxmlformats.org/drawingml/2006/main"/>
          <a:ln xmlns:a="http://schemas.openxmlformats.org/drawingml/2006/main" w="0">
            <a:noFill/>
          </a:ln>
        </p:spPr>
      </p:sp>
      <p:pic>
        <p:nvPicPr>
          <p:cNvPr id="150" name="">
            <a:extLst xmlns:a="http://schemas.openxmlformats.org/drawingml/2006/main">
              <a:ext uri="{FF2B5EF4-FFF2-40B4-BE49-F238E27FC236}">
                <a16:creationId xmlns:a16="http://schemas.microsoft.com/office/drawing/2014/main" id="{97C6DF8C-F536-493C-9784-17A1787AB4AB}"/>
              </a:ext>
            </a:extLst>
          </p:cNvPr>
          <p:cNvPicPr>
            <a:picLocks xmlns:a="http://schemas.openxmlformats.org/drawingml/2006/main" noChangeAspect="1"/>
          </p:cNvPicPr>
          <p:nvPr/>
        </p:nvPicPr>
        <p:blipFill>
          <a:blip xmlns:r="http://schemas.openxmlformats.org/officeDocument/2006/relationships" xmlns:a="http://schemas.openxmlformats.org/drawingml/2006/main" r:embed="R6da853b4935a464b"/>
          <a:srcRect xmlns:a="http://schemas.openxmlformats.org/drawingml/2006/main" l="1" t="0" r="1" b="0"/>
          <a:stretch xmlns:a="http://schemas.openxmlformats.org/drawingml/2006/main">
            <a:fillRect l="0" t="0" r="0" b="0"/>
          </a:stretch>
        </p:blipFill>
        <p:spPr>
          <a:xfrm xmlns:a="http://schemas.openxmlformats.org/drawingml/2006/main">
            <a:off x="11656278" y="597949"/>
            <a:ext cx="470419" cy="470429"/>
          </a:xfrm>
          <a:prstGeom xmlns:a="http://schemas.openxmlformats.org/drawingml/2006/main" prst="rect">
            <a:avLst/>
          </a:prstGeom>
        </p:spPr>
      </p:pic>
      <p:sp>
        <p:nvSpPr>
          <p:cNvPr id="151" name="collie-source-component-56">
            <a:extLst xmlns:a="http://schemas.openxmlformats.org/drawingml/2006/main">
              <a:ext uri="{FF2B5EF4-FFF2-40B4-BE49-F238E27FC236}">
                <a16:creationId xmlns:a16="http://schemas.microsoft.com/office/drawing/2014/main" id="{CF93099B-BEF0-4BE7-AE84-76444B36D4E0}"/>
              </a:ext>
            </a:extLst>
          </p:cNvPr>
          <p:cNvSpPr>
            <a:spLocks xmlns:a="http://schemas.openxmlformats.org/drawingml/2006/main" noGrp="1"/>
          </p:cNvSpPr>
          <p:nvPr/>
        </p:nvSpPr>
        <p:spPr>
          <a:xfrm xmlns:a="http://schemas.openxmlformats.org/drawingml/2006/main" rot="0">
            <a:off x="11656278" y="597949"/>
            <a:ext cx="470419" cy="470429"/>
          </a:xfrm>
          <a:prstGeom xmlns:a="http://schemas.openxmlformats.org/drawingml/2006/main" prst="rect">
            <a:avLst/>
          </a:prstGeom>
          <a:noFill xmlns:a="http://schemas.openxmlformats.org/drawingml/2006/main"/>
          <a:ln xmlns:a="http://schemas.openxmlformats.org/drawingml/2006/main" w="0">
            <a:noFill/>
          </a:ln>
        </p:spPr>
      </p:sp>
      <p:pic>
        <p:nvPicPr>
          <p:cNvPr id="152" name="">
            <a:extLst xmlns:a="http://schemas.openxmlformats.org/drawingml/2006/main">
              <a:ext uri="{FF2B5EF4-FFF2-40B4-BE49-F238E27FC236}">
                <a16:creationId xmlns:a16="http://schemas.microsoft.com/office/drawing/2014/main" id="{C6CD024F-8E1B-41C5-B767-D86F98301B07}"/>
              </a:ext>
            </a:extLst>
          </p:cNvPr>
          <p:cNvPicPr>
            <a:picLocks xmlns:a="http://schemas.openxmlformats.org/drawingml/2006/main" noChangeAspect="1"/>
          </p:cNvPicPr>
          <p:nvPr/>
        </p:nvPicPr>
        <p:blipFill>
          <a:blip xmlns:r="http://schemas.openxmlformats.org/officeDocument/2006/relationships" xmlns:a="http://schemas.openxmlformats.org/drawingml/2006/main" r:embed="Re4a076a2fa7d420a"/>
          <a:srcRect xmlns:a="http://schemas.openxmlformats.org/drawingml/2006/main" l="0" t="0" r="0" b="0"/>
          <a:stretch xmlns:a="http://schemas.openxmlformats.org/drawingml/2006/main">
            <a:fillRect l="0" t="0" r="0" b="0"/>
          </a:stretch>
        </p:blipFill>
        <p:spPr>
          <a:xfrm xmlns:a="http://schemas.openxmlformats.org/drawingml/2006/main">
            <a:off x="11734677" y="676311"/>
            <a:ext cx="316843" cy="316841"/>
          </a:xfrm>
          <a:prstGeom xmlns:a="http://schemas.openxmlformats.org/drawingml/2006/main" prst="rect">
            <a:avLst/>
          </a:prstGeom>
        </p:spPr>
      </p:pic>
      <p:sp>
        <p:nvSpPr>
          <p:cNvPr id="153" name="collie-source-component-57">
            <a:extLst xmlns:a="http://schemas.openxmlformats.org/drawingml/2006/main">
              <a:ext uri="{FF2B5EF4-FFF2-40B4-BE49-F238E27FC236}">
                <a16:creationId xmlns:a16="http://schemas.microsoft.com/office/drawing/2014/main" id="{A966F862-5799-448C-ACF6-DF3B7C989D33}"/>
              </a:ext>
            </a:extLst>
          </p:cNvPr>
          <p:cNvSpPr>
            <a:spLocks xmlns:a="http://schemas.openxmlformats.org/drawingml/2006/main" noGrp="1"/>
          </p:cNvSpPr>
          <p:nvPr/>
        </p:nvSpPr>
        <p:spPr>
          <a:xfrm xmlns:a="http://schemas.openxmlformats.org/drawingml/2006/main" rot="0">
            <a:off x="11734677" y="676311"/>
            <a:ext cx="316843" cy="316841"/>
          </a:xfrm>
          <a:prstGeom xmlns:a="http://schemas.openxmlformats.org/drawingml/2006/main" prst="rect">
            <a:avLst/>
          </a:prstGeom>
          <a:noFill xmlns:a="http://schemas.openxmlformats.org/drawingml/2006/main"/>
          <a:ln xmlns:a="http://schemas.openxmlformats.org/drawingml/2006/main" w="0">
            <a:noFill/>
          </a:ln>
        </p:spPr>
      </p:sp>
      <p:pic>
        <p:nvPicPr>
          <p:cNvPr id="154" name="">
            <a:extLst xmlns:a="http://schemas.openxmlformats.org/drawingml/2006/main">
              <a:ext uri="{FF2B5EF4-FFF2-40B4-BE49-F238E27FC236}">
                <a16:creationId xmlns:a16="http://schemas.microsoft.com/office/drawing/2014/main" id="{09A61ECB-EA44-452E-9D4A-84C2E37F55CA}"/>
              </a:ext>
            </a:extLst>
          </p:cNvPr>
          <p:cNvPicPr>
            <a:picLocks xmlns:a="http://schemas.openxmlformats.org/drawingml/2006/main" noChangeAspect="1"/>
          </p:cNvPicPr>
          <p:nvPr/>
        </p:nvPicPr>
        <p:blipFill>
          <a:blip xmlns:r="http://schemas.openxmlformats.org/officeDocument/2006/relationships" xmlns:a="http://schemas.openxmlformats.org/drawingml/2006/main" r:embed="Rf72163e6c5c84822"/>
          <a:srcRect xmlns:a="http://schemas.openxmlformats.org/drawingml/2006/main" l="0" t="882" r="0" b="882"/>
          <a:stretch xmlns:a="http://schemas.openxmlformats.org/drawingml/2006/main">
            <a:fillRect l="0" t="0" r="0" b="0"/>
          </a:stretch>
        </p:blipFill>
        <p:spPr>
          <a:xfrm xmlns:a="http://schemas.openxmlformats.org/drawingml/2006/main">
            <a:off x="10258709" y="46885"/>
            <a:ext cx="470419" cy="471556"/>
          </a:xfrm>
          <a:prstGeom xmlns:a="http://schemas.openxmlformats.org/drawingml/2006/main" prst="rect">
            <a:avLst/>
          </a:prstGeom>
        </p:spPr>
      </p:pic>
      <p:sp>
        <p:nvSpPr>
          <p:cNvPr id="155" name="collie-source-component-58">
            <a:extLst xmlns:a="http://schemas.openxmlformats.org/drawingml/2006/main">
              <a:ext uri="{FF2B5EF4-FFF2-40B4-BE49-F238E27FC236}">
                <a16:creationId xmlns:a16="http://schemas.microsoft.com/office/drawing/2014/main" id="{A7EE068A-DD74-431A-8B5F-2677AB515440}"/>
              </a:ext>
            </a:extLst>
          </p:cNvPr>
          <p:cNvSpPr>
            <a:spLocks xmlns:a="http://schemas.openxmlformats.org/drawingml/2006/main" noGrp="1"/>
          </p:cNvSpPr>
          <p:nvPr/>
        </p:nvSpPr>
        <p:spPr>
          <a:xfrm xmlns:a="http://schemas.openxmlformats.org/drawingml/2006/main" rot="0">
            <a:off x="10258709" y="46885"/>
            <a:ext cx="470419" cy="471556"/>
          </a:xfrm>
          <a:prstGeom xmlns:a="http://schemas.openxmlformats.org/drawingml/2006/main" prst="rect">
            <a:avLst/>
          </a:prstGeom>
          <a:noFill xmlns:a="http://schemas.openxmlformats.org/drawingml/2006/main"/>
          <a:ln xmlns:a="http://schemas.openxmlformats.org/drawingml/2006/main" w="0">
            <a:noFill/>
          </a:ln>
        </p:spPr>
      </p:sp>
      <p:pic>
        <p:nvPicPr>
          <p:cNvPr id="156" name="">
            <a:extLst xmlns:a="http://schemas.openxmlformats.org/drawingml/2006/main">
              <a:ext uri="{FF2B5EF4-FFF2-40B4-BE49-F238E27FC236}">
                <a16:creationId xmlns:a16="http://schemas.microsoft.com/office/drawing/2014/main" id="{DA148186-4FB2-4186-829E-92A4215F2DC4}"/>
              </a:ext>
            </a:extLst>
          </p:cNvPr>
          <p:cNvPicPr>
            <a:picLocks xmlns:a="http://schemas.openxmlformats.org/drawingml/2006/main" noChangeAspect="1"/>
          </p:cNvPicPr>
          <p:nvPr/>
        </p:nvPicPr>
        <p:blipFill>
          <a:blip xmlns:r="http://schemas.openxmlformats.org/officeDocument/2006/relationships" xmlns:a="http://schemas.openxmlformats.org/drawingml/2006/main" r:embed="R336cccf672e840b9"/>
          <a:srcRect xmlns:a="http://schemas.openxmlformats.org/drawingml/2006/main" l="0" t="0" r="0" b="0"/>
          <a:stretch xmlns:a="http://schemas.openxmlformats.org/drawingml/2006/main">
            <a:fillRect l="0" t="0" r="0" b="0"/>
          </a:stretch>
        </p:blipFill>
        <p:spPr>
          <a:xfrm xmlns:a="http://schemas.openxmlformats.org/drawingml/2006/main">
            <a:off x="10336637" y="125711"/>
            <a:ext cx="316843" cy="316843"/>
          </a:xfrm>
          <a:prstGeom xmlns:a="http://schemas.openxmlformats.org/drawingml/2006/main" prst="rect">
            <a:avLst/>
          </a:prstGeom>
        </p:spPr>
      </p:pic>
      <p:sp>
        <p:nvSpPr>
          <p:cNvPr id="157" name="collie-source-component-59">
            <a:extLst xmlns:a="http://schemas.openxmlformats.org/drawingml/2006/main">
              <a:ext uri="{FF2B5EF4-FFF2-40B4-BE49-F238E27FC236}">
                <a16:creationId xmlns:a16="http://schemas.microsoft.com/office/drawing/2014/main" id="{DD2DC64D-6905-433E-985A-964CADC9FF61}"/>
              </a:ext>
            </a:extLst>
          </p:cNvPr>
          <p:cNvSpPr>
            <a:spLocks xmlns:a="http://schemas.openxmlformats.org/drawingml/2006/main" noGrp="1"/>
          </p:cNvSpPr>
          <p:nvPr/>
        </p:nvSpPr>
        <p:spPr>
          <a:xfrm xmlns:a="http://schemas.openxmlformats.org/drawingml/2006/main" rot="0">
            <a:off x="10336637" y="125711"/>
            <a:ext cx="316843" cy="316843"/>
          </a:xfrm>
          <a:prstGeom xmlns:a="http://schemas.openxmlformats.org/drawingml/2006/main" prst="rect">
            <a:avLst/>
          </a:prstGeom>
          <a:noFill xmlns:a="http://schemas.openxmlformats.org/drawingml/2006/main"/>
          <a:ln xmlns:a="http://schemas.openxmlformats.org/drawingml/2006/main" w="0">
            <a:noFill/>
          </a:ln>
        </p:spPr>
      </p:sp>
      <p:pic>
        <p:nvPicPr>
          <p:cNvPr id="158" name="">
            <a:extLst xmlns:a="http://schemas.openxmlformats.org/drawingml/2006/main">
              <a:ext uri="{FF2B5EF4-FFF2-40B4-BE49-F238E27FC236}">
                <a16:creationId xmlns:a16="http://schemas.microsoft.com/office/drawing/2014/main" id="{082F6B8D-D014-428F-B576-C070DAB97394}"/>
              </a:ext>
            </a:extLst>
          </p:cNvPr>
          <p:cNvPicPr>
            <a:picLocks xmlns:a="http://schemas.openxmlformats.org/drawingml/2006/main" noChangeAspect="1"/>
          </p:cNvPicPr>
          <p:nvPr/>
        </p:nvPicPr>
        <p:blipFill>
          <a:blip xmlns:r="http://schemas.openxmlformats.org/officeDocument/2006/relationships" xmlns:a="http://schemas.openxmlformats.org/drawingml/2006/main" r:embed="Ra58b016c511b4960"/>
          <a:srcRect xmlns:a="http://schemas.openxmlformats.org/drawingml/2006/main" l="42" t="0" r="42" b="0"/>
          <a:stretch xmlns:a="http://schemas.openxmlformats.org/drawingml/2006/main">
            <a:fillRect l="0" t="0" r="0" b="0"/>
          </a:stretch>
        </p:blipFill>
        <p:spPr>
          <a:xfrm xmlns:a="http://schemas.openxmlformats.org/drawingml/2006/main">
            <a:off x="11167697" y="1739"/>
            <a:ext cx="471556" cy="453073"/>
          </a:xfrm>
          <a:prstGeom xmlns:a="http://schemas.openxmlformats.org/drawingml/2006/main" prst="rect">
            <a:avLst/>
          </a:prstGeom>
        </p:spPr>
      </p:pic>
      <p:sp>
        <p:nvSpPr>
          <p:cNvPr id="159" name="collie-source-component-60">
            <a:extLst xmlns:a="http://schemas.openxmlformats.org/drawingml/2006/main">
              <a:ext uri="{FF2B5EF4-FFF2-40B4-BE49-F238E27FC236}">
                <a16:creationId xmlns:a16="http://schemas.microsoft.com/office/drawing/2014/main" id="{4C768D36-3838-4896-BF59-B646B78C57C9}"/>
              </a:ext>
            </a:extLst>
          </p:cNvPr>
          <p:cNvSpPr>
            <a:spLocks xmlns:a="http://schemas.openxmlformats.org/drawingml/2006/main" noGrp="1"/>
          </p:cNvSpPr>
          <p:nvPr/>
        </p:nvSpPr>
        <p:spPr>
          <a:xfrm xmlns:a="http://schemas.openxmlformats.org/drawingml/2006/main" rot="0">
            <a:off x="11167697" y="1739"/>
            <a:ext cx="471556" cy="453073"/>
          </a:xfrm>
          <a:prstGeom xmlns:a="http://schemas.openxmlformats.org/drawingml/2006/main" prst="rect">
            <a:avLst/>
          </a:prstGeom>
          <a:noFill xmlns:a="http://schemas.openxmlformats.org/drawingml/2006/main"/>
          <a:ln xmlns:a="http://schemas.openxmlformats.org/drawingml/2006/main" w="0">
            <a:noFill/>
          </a:ln>
        </p:spPr>
      </p:sp>
      <p:pic>
        <p:nvPicPr>
          <p:cNvPr id="160" name="">
            <a:extLst xmlns:a="http://schemas.openxmlformats.org/drawingml/2006/main">
              <a:ext uri="{FF2B5EF4-FFF2-40B4-BE49-F238E27FC236}">
                <a16:creationId xmlns:a16="http://schemas.microsoft.com/office/drawing/2014/main" id="{55397D72-4A53-40E1-8323-4C105631CEDA}"/>
              </a:ext>
            </a:extLst>
          </p:cNvPr>
          <p:cNvPicPr>
            <a:picLocks xmlns:a="http://schemas.openxmlformats.org/drawingml/2006/main" noChangeAspect="1"/>
          </p:cNvPicPr>
          <p:nvPr/>
        </p:nvPicPr>
        <p:blipFill>
          <a:blip xmlns:r="http://schemas.openxmlformats.org/officeDocument/2006/relationships" xmlns:a="http://schemas.openxmlformats.org/drawingml/2006/main" r:embed="Rba6430c853eb4281"/>
          <a:srcRect xmlns:a="http://schemas.openxmlformats.org/drawingml/2006/main" l="0" t="0" r="0" b="0"/>
          <a:stretch xmlns:a="http://schemas.openxmlformats.org/drawingml/2006/main">
            <a:fillRect l="0" t="0" r="0" b="0"/>
          </a:stretch>
        </p:blipFill>
        <p:spPr>
          <a:xfrm xmlns:a="http://schemas.openxmlformats.org/drawingml/2006/main">
            <a:off x="11246571" y="62366"/>
            <a:ext cx="316843" cy="316841"/>
          </a:xfrm>
          <a:prstGeom xmlns:a="http://schemas.openxmlformats.org/drawingml/2006/main" prst="rect">
            <a:avLst/>
          </a:prstGeom>
        </p:spPr>
      </p:pic>
      <p:sp>
        <p:nvSpPr>
          <p:cNvPr id="161" name="collie-source-component-61">
            <a:extLst xmlns:a="http://schemas.openxmlformats.org/drawingml/2006/main">
              <a:ext uri="{FF2B5EF4-FFF2-40B4-BE49-F238E27FC236}">
                <a16:creationId xmlns:a16="http://schemas.microsoft.com/office/drawing/2014/main" id="{7F7D6A69-2723-44E8-8ACD-65611327BAE1}"/>
              </a:ext>
            </a:extLst>
          </p:cNvPr>
          <p:cNvSpPr>
            <a:spLocks xmlns:a="http://schemas.openxmlformats.org/drawingml/2006/main" noGrp="1"/>
          </p:cNvSpPr>
          <p:nvPr/>
        </p:nvSpPr>
        <p:spPr>
          <a:xfrm xmlns:a="http://schemas.openxmlformats.org/drawingml/2006/main" rot="0">
            <a:off x="11246571" y="62366"/>
            <a:ext cx="316843" cy="316841"/>
          </a:xfrm>
          <a:prstGeom xmlns:a="http://schemas.openxmlformats.org/drawingml/2006/main" prst="rect">
            <a:avLst/>
          </a:prstGeom>
          <a:noFill xmlns:a="http://schemas.openxmlformats.org/drawingml/2006/main"/>
          <a:ln xmlns:a="http://schemas.openxmlformats.org/drawingml/2006/main" w="0">
            <a:noFill/>
          </a:ln>
        </p:spPr>
      </p:sp>
      <p:pic>
        <p:nvPicPr>
          <p:cNvPr id="162" name="">
            <a:extLst xmlns:a="http://schemas.openxmlformats.org/drawingml/2006/main">
              <a:ext uri="{FF2B5EF4-FFF2-40B4-BE49-F238E27FC236}">
                <a16:creationId xmlns:a16="http://schemas.microsoft.com/office/drawing/2014/main" id="{F767DA0A-8932-4CA4-B965-371CF9D27C77}"/>
              </a:ext>
            </a:extLst>
          </p:cNvPr>
          <p:cNvPicPr>
            <a:picLocks xmlns:a="http://schemas.openxmlformats.org/drawingml/2006/main" noChangeAspect="1"/>
          </p:cNvPicPr>
          <p:nvPr/>
        </p:nvPicPr>
        <p:blipFill>
          <a:blip xmlns:r="http://schemas.openxmlformats.org/officeDocument/2006/relationships" xmlns:a="http://schemas.openxmlformats.org/drawingml/2006/main" r:embed="Rbc38b0801e88455d"/>
          <a:srcRect xmlns:a="http://schemas.openxmlformats.org/drawingml/2006/main" l="20" t="0" r="20" b="0"/>
          <a:stretch xmlns:a="http://schemas.openxmlformats.org/drawingml/2006/main">
            <a:fillRect l="0" t="0" r="0" b="0"/>
          </a:stretch>
        </p:blipFill>
        <p:spPr>
          <a:xfrm xmlns:a="http://schemas.openxmlformats.org/drawingml/2006/main">
            <a:off x="12216439" y="1245621"/>
            <a:ext cx="406762" cy="662434"/>
          </a:xfrm>
          <a:prstGeom xmlns:a="http://schemas.openxmlformats.org/drawingml/2006/main" prst="rect">
            <a:avLst/>
          </a:prstGeom>
        </p:spPr>
      </p:pic>
      <p:sp>
        <p:nvSpPr>
          <p:cNvPr id="163" name="collie-source-component-62">
            <a:extLst xmlns:a="http://schemas.openxmlformats.org/drawingml/2006/main">
              <a:ext uri="{FF2B5EF4-FFF2-40B4-BE49-F238E27FC236}">
                <a16:creationId xmlns:a16="http://schemas.microsoft.com/office/drawing/2014/main" id="{1A86BD64-0CEB-49B5-B650-0BAD11F1F123}"/>
              </a:ext>
            </a:extLst>
          </p:cNvPr>
          <p:cNvSpPr>
            <a:spLocks xmlns:a="http://schemas.openxmlformats.org/drawingml/2006/main" noGrp="1"/>
          </p:cNvSpPr>
          <p:nvPr/>
        </p:nvSpPr>
        <p:spPr>
          <a:xfrm xmlns:a="http://schemas.openxmlformats.org/drawingml/2006/main" rot="0">
            <a:off x="12216439" y="1245621"/>
            <a:ext cx="406762" cy="662434"/>
          </a:xfrm>
          <a:prstGeom xmlns:a="http://schemas.openxmlformats.org/drawingml/2006/main" prst="rect">
            <a:avLst/>
          </a:prstGeom>
          <a:noFill xmlns:a="http://schemas.openxmlformats.org/drawingml/2006/main"/>
          <a:ln xmlns:a="http://schemas.openxmlformats.org/drawingml/2006/main" w="0">
            <a:noFill/>
          </a:ln>
        </p:spPr>
      </p:sp>
      <p:sp>
        <p:nvSpPr>
          <p:cNvPr id="164" name="pdf-path-132">
            <a:extLst xmlns:a="http://schemas.openxmlformats.org/drawingml/2006/main">
              <a:ext uri="{FF2B5EF4-FFF2-40B4-BE49-F238E27FC236}">
                <a16:creationId xmlns:a16="http://schemas.microsoft.com/office/drawing/2014/main" id="{6C66EBC5-B0E0-4516-B025-8027C63D518F}"/>
              </a:ext>
            </a:extLst>
          </p:cNvPr>
          <p:cNvSpPr>
            <a:spLocks xmlns:a="http://schemas.openxmlformats.org/drawingml/2006/main" noGrp="1"/>
          </p:cNvSpPr>
          <p:nvPr/>
        </p:nvSpPr>
        <p:spPr>
          <a:xfrm xmlns:a="http://schemas.openxmlformats.org/drawingml/2006/main" rot="0">
            <a:off x="12253178" y="1272332"/>
            <a:ext cx="296084" cy="569158"/>
          </a:xfrm>
          <a:custGeom xmlns:a="http://schemas.openxmlformats.org/drawingml/2006/main">
            <a:pathLst>
              <a:path w="296084" h="569158">
                <a:moveTo>
                  <a:pt x="0" y="421164"/>
                </a:moveTo>
                <a:lnTo>
                  <a:pt x="74046" y="421164"/>
                </a:lnTo>
                <a:lnTo>
                  <a:pt x="74046" y="0"/>
                </a:lnTo>
                <a:lnTo>
                  <a:pt x="222135" y="0"/>
                </a:lnTo>
                <a:lnTo>
                  <a:pt x="222135" y="421164"/>
                </a:lnTo>
                <a:lnTo>
                  <a:pt x="296084" y="421164"/>
                </a:lnTo>
                <a:lnTo>
                  <a:pt x="148090" y="569158"/>
                </a:lnTo>
                <a:lnTo>
                  <a:pt x="0" y="421164"/>
                </a:lnTo>
              </a:path>
            </a:pathLst>
          </a:custGeom>
          <a:solidFill xmlns:a="http://schemas.openxmlformats.org/drawingml/2006/main">
            <a:srgbClr val="F2F2F2"/>
          </a:solidFill>
          <a:ln xmlns:a="http://schemas.openxmlformats.org/drawingml/2006/main" w="14203">
            <a:solidFill>
              <a:srgbClr val="A6A6A6"/>
            </a:solidFill>
            <a:prstDash val="solid"/>
          </a:ln>
        </p:spPr>
      </p:sp>
      <p:sp>
        <p:nvSpPr>
          <p:cNvPr id="165" name="pdf-text-38-0">
            <a:extLst xmlns:a="http://schemas.openxmlformats.org/drawingml/2006/main">
              <a:ext uri="{FF2B5EF4-FFF2-40B4-BE49-F238E27FC236}">
                <a16:creationId xmlns:a16="http://schemas.microsoft.com/office/drawing/2014/main" id="{E344BD70-0471-43BD-A623-C6A913DBD9EB}"/>
              </a:ext>
            </a:extLst>
          </p:cNvPr>
          <p:cNvSpPr>
            <a:spLocks xmlns:a="http://schemas.openxmlformats.org/drawingml/2006/main" noGrp="1"/>
          </p:cNvSpPr>
          <p:nvPr/>
        </p:nvSpPr>
        <p:spPr>
          <a:xfrm xmlns:a="http://schemas.openxmlformats.org/drawingml/2006/main" rot="0">
            <a:off x="10598633" y="2305743"/>
            <a:ext cx="1051833" cy="1704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56" b="1" i="0">
                <a:solidFill>
                  <a:srgbClr val="4472C4"/>
                </a:solidFill>
                <a:latin typeface="Arial"/>
                <a:ea typeface="Arial"/>
                <a:cs typeface="Arial"/>
              </a:defRPr>
            </a:defPPr>
          </a:lstStyle>
          <a:p xmlns:a="http://schemas.openxmlformats.org/drawingml/2006/main">
            <a:pPr algn="l">
              <a:defRPr sz="1156" b="1" i="0">
                <a:solidFill>
                  <a:srgbClr val="4472C4"/>
                </a:solidFill>
                <a:latin typeface="Arial"/>
                <a:ea typeface="Arial"/>
                <a:cs typeface="Arial"/>
              </a:defRPr>
            </a:pPr>
            <a:r>
              <a:rPr sz="1156" b="1" i="0">
                <a:solidFill>
                  <a:srgbClr val="4472C4"/>
                </a:solidFill>
                <a:latin typeface="Arial"/>
                <a:ea typeface="Arial"/>
                <a:cs typeface="Arial"/>
              </a:rPr>
              <a:t>Good Behavior</a:t>
            </a:r>
          </a:p>
        </p:txBody>
      </p:sp>
      <p:pic>
        <p:nvPicPr>
          <p:cNvPr id="166" name="">
            <a:extLst xmlns:a="http://schemas.openxmlformats.org/drawingml/2006/main">
              <a:ext uri="{FF2B5EF4-FFF2-40B4-BE49-F238E27FC236}">
                <a16:creationId xmlns:a16="http://schemas.microsoft.com/office/drawing/2014/main" id="{DE7D3AAF-664E-476A-94A2-B422A72C46D4}"/>
              </a:ext>
            </a:extLst>
          </p:cNvPr>
          <p:cNvPicPr>
            <a:picLocks xmlns:a="http://schemas.openxmlformats.org/drawingml/2006/main" noChangeAspect="1"/>
          </p:cNvPicPr>
          <p:nvPr/>
        </p:nvPicPr>
        <p:blipFill>
          <a:blip xmlns:r="http://schemas.openxmlformats.org/officeDocument/2006/relationships" xmlns:a="http://schemas.openxmlformats.org/drawingml/2006/main" r:embed="Rafc14fc48eab4fbb"/>
          <a:srcRect xmlns:a="http://schemas.openxmlformats.org/drawingml/2006/main" l="171" t="0" r="171" b="0"/>
          <a:stretch xmlns:a="http://schemas.openxmlformats.org/drawingml/2006/main">
            <a:fillRect l="0" t="0" r="0" b="0"/>
          </a:stretch>
        </p:blipFill>
        <p:spPr>
          <a:xfrm xmlns:a="http://schemas.openxmlformats.org/drawingml/2006/main">
            <a:off x="8912273" y="786564"/>
            <a:ext cx="703338" cy="267043"/>
          </a:xfrm>
          <a:prstGeom xmlns:a="http://schemas.openxmlformats.org/drawingml/2006/main" prst="rect">
            <a:avLst/>
          </a:prstGeom>
        </p:spPr>
      </p:pic>
      <p:sp>
        <p:nvSpPr>
          <p:cNvPr id="167" name="collie-source-component-63">
            <a:extLst xmlns:a="http://schemas.openxmlformats.org/drawingml/2006/main">
              <a:ext uri="{FF2B5EF4-FFF2-40B4-BE49-F238E27FC236}">
                <a16:creationId xmlns:a16="http://schemas.microsoft.com/office/drawing/2014/main" id="{1E845942-EA4D-4E7E-A24F-55E24EDA07C6}"/>
              </a:ext>
            </a:extLst>
          </p:cNvPr>
          <p:cNvSpPr>
            <a:spLocks xmlns:a="http://schemas.openxmlformats.org/drawingml/2006/main" noGrp="1"/>
          </p:cNvSpPr>
          <p:nvPr/>
        </p:nvSpPr>
        <p:spPr>
          <a:xfrm xmlns:a="http://schemas.openxmlformats.org/drawingml/2006/main" rot="0">
            <a:off x="8912273" y="786564"/>
            <a:ext cx="703338" cy="267043"/>
          </a:xfrm>
          <a:prstGeom xmlns:a="http://schemas.openxmlformats.org/drawingml/2006/main" prst="rect">
            <a:avLst/>
          </a:prstGeom>
          <a:noFill xmlns:a="http://schemas.openxmlformats.org/drawingml/2006/main"/>
          <a:ln xmlns:a="http://schemas.openxmlformats.org/drawingml/2006/main" w="0">
            <a:noFill/>
          </a:ln>
        </p:spPr>
      </p:sp>
      <p:sp>
        <p:nvSpPr>
          <p:cNvPr id="168" name="pdf-path-136">
            <a:extLst xmlns:a="http://schemas.openxmlformats.org/drawingml/2006/main">
              <a:ext uri="{FF2B5EF4-FFF2-40B4-BE49-F238E27FC236}">
                <a16:creationId xmlns:a16="http://schemas.microsoft.com/office/drawing/2014/main" id="{5E94A7FE-9238-43BB-8436-78D89DA479AE}"/>
              </a:ext>
            </a:extLst>
          </p:cNvPr>
          <p:cNvSpPr>
            <a:spLocks xmlns:a="http://schemas.openxmlformats.org/drawingml/2006/main" noGrp="1"/>
          </p:cNvSpPr>
          <p:nvPr/>
        </p:nvSpPr>
        <p:spPr>
          <a:xfrm xmlns:a="http://schemas.openxmlformats.org/drawingml/2006/main" rot="0">
            <a:off x="8931779" y="854292"/>
            <a:ext cx="531568" cy="94686"/>
          </a:xfrm>
          <a:custGeom xmlns:a="http://schemas.openxmlformats.org/drawingml/2006/main">
            <a:pathLst>
              <a:path w="531568" h="94686">
                <a:moveTo>
                  <a:pt x="0" y="37874"/>
                </a:moveTo>
                <a:lnTo>
                  <a:pt x="56812" y="37874"/>
                </a:lnTo>
                <a:lnTo>
                  <a:pt x="56812" y="56812"/>
                </a:lnTo>
                <a:lnTo>
                  <a:pt x="0" y="56812"/>
                </a:lnTo>
                <a:close/>
                <a:moveTo>
                  <a:pt x="75749" y="37874"/>
                </a:moveTo>
                <a:lnTo>
                  <a:pt x="132561" y="37874"/>
                </a:lnTo>
                <a:lnTo>
                  <a:pt x="132561" y="56812"/>
                </a:lnTo>
                <a:lnTo>
                  <a:pt x="75749" y="56812"/>
                </a:lnTo>
                <a:close/>
                <a:moveTo>
                  <a:pt x="151499" y="37874"/>
                </a:moveTo>
                <a:lnTo>
                  <a:pt x="208310" y="37874"/>
                </a:lnTo>
                <a:lnTo>
                  <a:pt x="208310" y="56812"/>
                </a:lnTo>
                <a:lnTo>
                  <a:pt x="151499" y="56812"/>
                </a:lnTo>
                <a:close/>
                <a:moveTo>
                  <a:pt x="227247" y="37874"/>
                </a:moveTo>
                <a:lnTo>
                  <a:pt x="284059" y="37874"/>
                </a:lnTo>
                <a:lnTo>
                  <a:pt x="284059" y="56812"/>
                </a:lnTo>
                <a:lnTo>
                  <a:pt x="227247" y="56812"/>
                </a:lnTo>
                <a:close/>
                <a:moveTo>
                  <a:pt x="302996" y="37874"/>
                </a:moveTo>
                <a:lnTo>
                  <a:pt x="359808" y="37874"/>
                </a:lnTo>
                <a:lnTo>
                  <a:pt x="359808" y="56812"/>
                </a:lnTo>
                <a:lnTo>
                  <a:pt x="302996" y="56812"/>
                </a:lnTo>
                <a:close/>
                <a:moveTo>
                  <a:pt x="378745" y="37874"/>
                </a:moveTo>
                <a:lnTo>
                  <a:pt x="435557" y="37874"/>
                </a:lnTo>
                <a:lnTo>
                  <a:pt x="435557" y="56812"/>
                </a:lnTo>
                <a:lnTo>
                  <a:pt x="378745" y="56812"/>
                </a:lnTo>
                <a:close/>
                <a:moveTo>
                  <a:pt x="454494" y="37874"/>
                </a:moveTo>
                <a:lnTo>
                  <a:pt x="474756" y="37874"/>
                </a:lnTo>
                <a:lnTo>
                  <a:pt x="474756" y="56812"/>
                </a:lnTo>
                <a:lnTo>
                  <a:pt x="454494" y="56812"/>
                </a:lnTo>
                <a:close/>
                <a:moveTo>
                  <a:pt x="474756" y="47343"/>
                </a:moveTo>
                <a:lnTo>
                  <a:pt x="436881" y="0"/>
                </a:lnTo>
                <a:lnTo>
                  <a:pt x="531568" y="47343"/>
                </a:lnTo>
                <a:lnTo>
                  <a:pt x="436881" y="94686"/>
                </a:lnTo>
                <a:lnTo>
                  <a:pt x="474756" y="47343"/>
                </a:lnTo>
              </a:path>
            </a:pathLst>
          </a:custGeom>
          <a:solidFill xmlns:a="http://schemas.openxmlformats.org/drawingml/2006/main">
            <a:srgbClr val="595959"/>
          </a:solidFill>
          <a:ln xmlns:a="http://schemas.openxmlformats.org/drawingml/2006/main" w="0">
            <a:noFill/>
            <a:prstDash val="solid"/>
          </a:ln>
        </p:spPr>
      </p:sp>
      <p:sp>
        <p:nvSpPr>
          <p:cNvPr id="169" name="pdf-text-39-0">
            <a:extLst xmlns:a="http://schemas.openxmlformats.org/drawingml/2006/main">
              <a:ext uri="{FF2B5EF4-FFF2-40B4-BE49-F238E27FC236}">
                <a16:creationId xmlns:a16="http://schemas.microsoft.com/office/drawing/2014/main" id="{2C82113E-C262-4393-A01B-1C967F5625F9}"/>
              </a:ext>
            </a:extLst>
          </p:cNvPr>
          <p:cNvSpPr>
            <a:spLocks xmlns:a="http://schemas.openxmlformats.org/drawingml/2006/main" noGrp="1"/>
          </p:cNvSpPr>
          <p:nvPr/>
        </p:nvSpPr>
        <p:spPr>
          <a:xfrm xmlns:a="http://schemas.openxmlformats.org/drawingml/2006/main" rot="0">
            <a:off x="12635899" y="1443496"/>
            <a:ext cx="387509" cy="2272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08" b="0" i="0">
                <a:solidFill>
                  <a:srgbClr val="000000"/>
                </a:solidFill>
                <a:latin typeface="Arial"/>
                <a:ea typeface="Arial"/>
                <a:cs typeface="Arial"/>
              </a:defRPr>
            </a:defPPr>
          </a:lstStyle>
          <a:p xmlns:a="http://schemas.openxmlformats.org/drawingml/2006/main">
            <a:pPr algn="l">
              <a:defRPr sz="1408" b="0" i="0">
                <a:solidFill>
                  <a:srgbClr val="000000"/>
                </a:solidFill>
                <a:latin typeface="Arial"/>
                <a:ea typeface="Arial"/>
                <a:cs typeface="Arial"/>
              </a:defRPr>
            </a:pPr>
            <a:r>
              <a:rPr sz="1408" b="0" i="0">
                <a:solidFill>
                  <a:srgbClr val="000000"/>
                </a:solidFill>
                <a:latin typeface="Arial"/>
                <a:ea typeface="Arial"/>
                <a:cs typeface="Arial"/>
              </a:rPr>
              <a:t>GSD</a:t>
            </a:r>
          </a:p>
        </p:txBody>
      </p:sp>
      <p:sp>
        <p:nvSpPr>
          <p:cNvPr id="170" name="pdf-path-138">
            <a:extLst xmlns:a="http://schemas.openxmlformats.org/drawingml/2006/main">
              <a:ext uri="{FF2B5EF4-FFF2-40B4-BE49-F238E27FC236}">
                <a16:creationId xmlns:a16="http://schemas.microsoft.com/office/drawing/2014/main" id="{8AB5C95A-02F5-4545-ADAF-75434D63FA69}"/>
              </a:ext>
            </a:extLst>
          </p:cNvPr>
          <p:cNvSpPr>
            <a:spLocks xmlns:a="http://schemas.openxmlformats.org/drawingml/2006/main" noGrp="1"/>
          </p:cNvSpPr>
          <p:nvPr/>
        </p:nvSpPr>
        <p:spPr>
          <a:xfrm xmlns:a="http://schemas.openxmlformats.org/drawingml/2006/main" rot="0">
            <a:off x="9400286" y="480093"/>
            <a:ext cx="3287028" cy="745748"/>
          </a:xfrm>
          <a:custGeom xmlns:a="http://schemas.openxmlformats.org/drawingml/2006/main">
            <a:pathLst>
              <a:path w="3287028" h="745748">
                <a:moveTo>
                  <a:pt x="3287028" y="503446"/>
                </a:moveTo>
                <a:lnTo>
                  <a:pt x="1975058" y="0"/>
                </a:lnTo>
                <a:lnTo>
                  <a:pt x="0" y="242302"/>
                </a:lnTo>
                <a:lnTo>
                  <a:pt x="1311971" y="745748"/>
                </a:lnTo>
                <a:lnTo>
                  <a:pt x="3287028" y="503446"/>
                </a:lnTo>
              </a:path>
            </a:pathLst>
          </a:custGeom>
          <a:noFill xmlns:a="http://schemas.openxmlformats.org/drawingml/2006/main"/>
          <a:ln xmlns:a="http://schemas.openxmlformats.org/drawingml/2006/main" w="33140">
            <a:solidFill>
              <a:srgbClr val="7030A0">
                <a:alpha val="50000"/>
              </a:srgbClr>
            </a:solidFill>
            <a:prstDash val="solid"/>
          </a:ln>
        </p:spPr>
      </p:sp>
      <p:pic>
        <p:nvPicPr>
          <p:cNvPr id="171" name="">
            <a:extLst xmlns:a="http://schemas.openxmlformats.org/drawingml/2006/main">
              <a:ext uri="{FF2B5EF4-FFF2-40B4-BE49-F238E27FC236}">
                <a16:creationId xmlns:a16="http://schemas.microsoft.com/office/drawing/2014/main" id="{27E73D77-551C-4A09-8EFC-0B10873C857B}"/>
              </a:ext>
            </a:extLst>
          </p:cNvPr>
          <p:cNvPicPr>
            <a:picLocks xmlns:a="http://schemas.openxmlformats.org/drawingml/2006/main" noChangeAspect="1"/>
          </p:cNvPicPr>
          <p:nvPr/>
        </p:nvPicPr>
        <p:blipFill>
          <a:blip xmlns:r="http://schemas.openxmlformats.org/officeDocument/2006/relationships" xmlns:a="http://schemas.openxmlformats.org/drawingml/2006/main" r:embed="Rd176e76b9413423c"/>
          <a:srcRect xmlns:a="http://schemas.openxmlformats.org/drawingml/2006/main" l="538" t="0" r="538" b="0"/>
          <a:stretch xmlns:a="http://schemas.openxmlformats.org/drawingml/2006/main">
            <a:fillRect l="0" t="0" r="0" b="0"/>
          </a:stretch>
        </p:blipFill>
        <p:spPr>
          <a:xfrm xmlns:a="http://schemas.openxmlformats.org/drawingml/2006/main">
            <a:off x="9892559" y="459423"/>
            <a:ext cx="778723" cy="335996"/>
          </a:xfrm>
          <a:prstGeom xmlns:a="http://schemas.openxmlformats.org/drawingml/2006/main" prst="rect">
            <a:avLst/>
          </a:prstGeom>
        </p:spPr>
      </p:pic>
      <p:sp>
        <p:nvSpPr>
          <p:cNvPr id="172" name="collie-source-component-64">
            <a:extLst xmlns:a="http://schemas.openxmlformats.org/drawingml/2006/main">
              <a:ext uri="{FF2B5EF4-FFF2-40B4-BE49-F238E27FC236}">
                <a16:creationId xmlns:a16="http://schemas.microsoft.com/office/drawing/2014/main" id="{6312DB0C-40DA-451D-A189-EF8A947EA56E}"/>
              </a:ext>
            </a:extLst>
          </p:cNvPr>
          <p:cNvSpPr>
            <a:spLocks xmlns:a="http://schemas.openxmlformats.org/drawingml/2006/main" noGrp="1"/>
          </p:cNvSpPr>
          <p:nvPr/>
        </p:nvSpPr>
        <p:spPr>
          <a:xfrm xmlns:a="http://schemas.openxmlformats.org/drawingml/2006/main" rot="0">
            <a:off x="9892559" y="459423"/>
            <a:ext cx="778723" cy="335996"/>
          </a:xfrm>
          <a:prstGeom xmlns:a="http://schemas.openxmlformats.org/drawingml/2006/main" prst="rect">
            <a:avLst/>
          </a:prstGeom>
          <a:noFill xmlns:a="http://schemas.openxmlformats.org/drawingml/2006/main"/>
          <a:ln xmlns:a="http://schemas.openxmlformats.org/drawingml/2006/main" w="0">
            <a:noFill/>
          </a:ln>
        </p:spPr>
      </p:sp>
      <p:pic>
        <p:nvPicPr>
          <p:cNvPr id="173" name="">
            <a:extLst xmlns:a="http://schemas.openxmlformats.org/drawingml/2006/main">
              <a:ext uri="{FF2B5EF4-FFF2-40B4-BE49-F238E27FC236}">
                <a16:creationId xmlns:a16="http://schemas.microsoft.com/office/drawing/2014/main" id="{4945668C-C997-40FC-9315-808330CCA4D4}"/>
              </a:ext>
            </a:extLst>
          </p:cNvPr>
          <p:cNvPicPr>
            <a:picLocks xmlns:a="http://schemas.openxmlformats.org/drawingml/2006/main" noChangeAspect="1"/>
          </p:cNvPicPr>
          <p:nvPr/>
        </p:nvPicPr>
        <p:blipFill>
          <a:blip xmlns:r="http://schemas.openxmlformats.org/officeDocument/2006/relationships" xmlns:a="http://schemas.openxmlformats.org/drawingml/2006/main" r:embed="Re86bf47945a84620"/>
          <a:srcRect xmlns:a="http://schemas.openxmlformats.org/drawingml/2006/main" l="310" t="0" r="310" b="0"/>
          <a:stretch xmlns:a="http://schemas.openxmlformats.org/drawingml/2006/main">
            <a:fillRect l="0" t="0" r="0" b="0"/>
          </a:stretch>
        </p:blipFill>
        <p:spPr>
          <a:xfrm xmlns:a="http://schemas.openxmlformats.org/drawingml/2006/main">
            <a:off x="10559622" y="360874"/>
            <a:ext cx="1164873" cy="518815"/>
          </a:xfrm>
          <a:prstGeom xmlns:a="http://schemas.openxmlformats.org/drawingml/2006/main" prst="rect">
            <a:avLst/>
          </a:prstGeom>
        </p:spPr>
      </p:pic>
      <p:sp>
        <p:nvSpPr>
          <p:cNvPr id="174" name="collie-source-component-65">
            <a:extLst xmlns:a="http://schemas.openxmlformats.org/drawingml/2006/main">
              <a:ext uri="{FF2B5EF4-FFF2-40B4-BE49-F238E27FC236}">
                <a16:creationId xmlns:a16="http://schemas.microsoft.com/office/drawing/2014/main" id="{F9E9ACB2-EB3B-47A6-8C40-9BD5EAF52E86}"/>
              </a:ext>
            </a:extLst>
          </p:cNvPr>
          <p:cNvSpPr>
            <a:spLocks xmlns:a="http://schemas.openxmlformats.org/drawingml/2006/main" noGrp="1"/>
          </p:cNvSpPr>
          <p:nvPr/>
        </p:nvSpPr>
        <p:spPr>
          <a:xfrm xmlns:a="http://schemas.openxmlformats.org/drawingml/2006/main" rot="0">
            <a:off x="10559622" y="360874"/>
            <a:ext cx="1164873" cy="518815"/>
          </a:xfrm>
          <a:prstGeom xmlns:a="http://schemas.openxmlformats.org/drawingml/2006/main" prst="rect">
            <a:avLst/>
          </a:prstGeom>
          <a:noFill xmlns:a="http://schemas.openxmlformats.org/drawingml/2006/main"/>
          <a:ln xmlns:a="http://schemas.openxmlformats.org/drawingml/2006/main" w="0">
            <a:noFill/>
          </a:ln>
        </p:spPr>
      </p:sp>
      <p:pic>
        <p:nvPicPr>
          <p:cNvPr id="175" name="">
            <a:extLst xmlns:a="http://schemas.openxmlformats.org/drawingml/2006/main">
              <a:ext uri="{FF2B5EF4-FFF2-40B4-BE49-F238E27FC236}">
                <a16:creationId xmlns:a16="http://schemas.microsoft.com/office/drawing/2014/main" id="{13E72373-B6F8-45A1-8B6C-69BC41595EA2}"/>
              </a:ext>
            </a:extLst>
          </p:cNvPr>
          <p:cNvPicPr>
            <a:picLocks xmlns:a="http://schemas.openxmlformats.org/drawingml/2006/main" noChangeAspect="1"/>
          </p:cNvPicPr>
          <p:nvPr/>
        </p:nvPicPr>
        <p:blipFill>
          <a:blip xmlns:r="http://schemas.openxmlformats.org/officeDocument/2006/relationships" xmlns:a="http://schemas.openxmlformats.org/drawingml/2006/main" r:embed="Rcf7016a2d9244ed2"/>
          <a:srcRect xmlns:a="http://schemas.openxmlformats.org/drawingml/2006/main" l="268" t="0" r="268" b="0"/>
          <a:stretch xmlns:a="http://schemas.openxmlformats.org/drawingml/2006/main">
            <a:fillRect l="0" t="0" r="0" b="0"/>
          </a:stretch>
        </p:blipFill>
        <p:spPr>
          <a:xfrm xmlns:a="http://schemas.openxmlformats.org/drawingml/2006/main">
            <a:off x="10233713" y="357105"/>
            <a:ext cx="1374842" cy="556745"/>
          </a:xfrm>
          <a:prstGeom xmlns:a="http://schemas.openxmlformats.org/drawingml/2006/main" prst="rect">
            <a:avLst/>
          </a:prstGeom>
        </p:spPr>
      </p:pic>
      <p:sp>
        <p:nvSpPr>
          <p:cNvPr id="176" name="collie-source-component-66">
            <a:extLst xmlns:a="http://schemas.openxmlformats.org/drawingml/2006/main">
              <a:ext uri="{FF2B5EF4-FFF2-40B4-BE49-F238E27FC236}">
                <a16:creationId xmlns:a16="http://schemas.microsoft.com/office/drawing/2014/main" id="{225C7963-65A0-4953-AB0F-8031D16EA444}"/>
              </a:ext>
            </a:extLst>
          </p:cNvPr>
          <p:cNvSpPr>
            <a:spLocks xmlns:a="http://schemas.openxmlformats.org/drawingml/2006/main" noGrp="1"/>
          </p:cNvSpPr>
          <p:nvPr/>
        </p:nvSpPr>
        <p:spPr>
          <a:xfrm xmlns:a="http://schemas.openxmlformats.org/drawingml/2006/main" rot="0">
            <a:off x="10233713" y="357105"/>
            <a:ext cx="1374842" cy="556745"/>
          </a:xfrm>
          <a:prstGeom xmlns:a="http://schemas.openxmlformats.org/drawingml/2006/main" prst="rect">
            <a:avLst/>
          </a:prstGeom>
          <a:noFill xmlns:a="http://schemas.openxmlformats.org/drawingml/2006/main"/>
          <a:ln xmlns:a="http://schemas.openxmlformats.org/drawingml/2006/main" w="0">
            <a:noFill/>
          </a:ln>
        </p:spPr>
      </p:sp>
      <p:sp>
        <p:nvSpPr>
          <p:cNvPr id="177" name="pdf-path-142">
            <a:extLst xmlns:a="http://schemas.openxmlformats.org/drawingml/2006/main">
              <a:ext uri="{FF2B5EF4-FFF2-40B4-BE49-F238E27FC236}">
                <a16:creationId xmlns:a16="http://schemas.microsoft.com/office/drawing/2014/main" id="{4F3BB21F-1417-4315-B587-32B52A3FC538}"/>
              </a:ext>
            </a:extLst>
          </p:cNvPr>
          <p:cNvSpPr>
            <a:spLocks xmlns:a="http://schemas.openxmlformats.org/drawingml/2006/main" noGrp="1"/>
          </p:cNvSpPr>
          <p:nvPr/>
        </p:nvSpPr>
        <p:spPr>
          <a:xfrm xmlns:a="http://schemas.openxmlformats.org/drawingml/2006/main" rot="0">
            <a:off x="10253123" y="448846"/>
            <a:ext cx="1170038" cy="408950"/>
          </a:xfrm>
          <a:custGeom xmlns:a="http://schemas.openxmlformats.org/drawingml/2006/main">
            <a:pathLst>
              <a:path w="1170038" h="408950">
                <a:moveTo>
                  <a:pt x="30773" y="408950"/>
                </a:moveTo>
                <a:lnTo>
                  <a:pt x="60505" y="377893"/>
                </a:lnTo>
                <a:lnTo>
                  <a:pt x="60125" y="378271"/>
                </a:lnTo>
                <a:lnTo>
                  <a:pt x="75276" y="363122"/>
                </a:lnTo>
                <a:lnTo>
                  <a:pt x="74803" y="363595"/>
                </a:lnTo>
                <a:lnTo>
                  <a:pt x="90426" y="349108"/>
                </a:lnTo>
                <a:lnTo>
                  <a:pt x="89763" y="349676"/>
                </a:lnTo>
                <a:lnTo>
                  <a:pt x="105955" y="335757"/>
                </a:lnTo>
                <a:lnTo>
                  <a:pt x="105007" y="336515"/>
                </a:lnTo>
                <a:lnTo>
                  <a:pt x="122051" y="323448"/>
                </a:lnTo>
                <a:lnTo>
                  <a:pt x="120819" y="324300"/>
                </a:lnTo>
                <a:lnTo>
                  <a:pt x="138715" y="312465"/>
                </a:lnTo>
                <a:lnTo>
                  <a:pt x="137390" y="313222"/>
                </a:lnTo>
                <a:lnTo>
                  <a:pt x="156232" y="302522"/>
                </a:lnTo>
                <a:lnTo>
                  <a:pt x="155191" y="303091"/>
                </a:lnTo>
                <a:lnTo>
                  <a:pt x="165228" y="298072"/>
                </a:lnTo>
                <a:lnTo>
                  <a:pt x="164564" y="298356"/>
                </a:lnTo>
                <a:lnTo>
                  <a:pt x="175075" y="293527"/>
                </a:lnTo>
                <a:lnTo>
                  <a:pt x="174507" y="293812"/>
                </a:lnTo>
                <a:lnTo>
                  <a:pt x="185585" y="289077"/>
                </a:lnTo>
                <a:lnTo>
                  <a:pt x="185206" y="289266"/>
                </a:lnTo>
                <a:lnTo>
                  <a:pt x="196569" y="284721"/>
                </a:lnTo>
                <a:lnTo>
                  <a:pt x="195906" y="285006"/>
                </a:lnTo>
                <a:lnTo>
                  <a:pt x="219578" y="276578"/>
                </a:lnTo>
                <a:lnTo>
                  <a:pt x="218725" y="276862"/>
                </a:lnTo>
                <a:lnTo>
                  <a:pt x="242965" y="269382"/>
                </a:lnTo>
                <a:lnTo>
                  <a:pt x="242018" y="269667"/>
                </a:lnTo>
                <a:lnTo>
                  <a:pt x="266163" y="263417"/>
                </a:lnTo>
                <a:lnTo>
                  <a:pt x="265027" y="263701"/>
                </a:lnTo>
                <a:lnTo>
                  <a:pt x="288226" y="258967"/>
                </a:lnTo>
                <a:lnTo>
                  <a:pt x="287372" y="259156"/>
                </a:lnTo>
                <a:lnTo>
                  <a:pt x="298545" y="257357"/>
                </a:lnTo>
                <a:lnTo>
                  <a:pt x="297694" y="257452"/>
                </a:lnTo>
                <a:lnTo>
                  <a:pt x="308393" y="256221"/>
                </a:lnTo>
                <a:lnTo>
                  <a:pt x="307445" y="256316"/>
                </a:lnTo>
                <a:lnTo>
                  <a:pt x="317578" y="255558"/>
                </a:lnTo>
                <a:lnTo>
                  <a:pt x="316536" y="255558"/>
                </a:lnTo>
                <a:lnTo>
                  <a:pt x="326005" y="255274"/>
                </a:lnTo>
                <a:lnTo>
                  <a:pt x="324489" y="255274"/>
                </a:lnTo>
                <a:lnTo>
                  <a:pt x="333201" y="255652"/>
                </a:lnTo>
                <a:lnTo>
                  <a:pt x="331591" y="255464"/>
                </a:lnTo>
                <a:lnTo>
                  <a:pt x="339829" y="256505"/>
                </a:lnTo>
                <a:lnTo>
                  <a:pt x="337840" y="256126"/>
                </a:lnTo>
                <a:lnTo>
                  <a:pt x="345415" y="257831"/>
                </a:lnTo>
                <a:lnTo>
                  <a:pt x="343711" y="257357"/>
                </a:lnTo>
                <a:lnTo>
                  <a:pt x="351002" y="259535"/>
                </a:lnTo>
                <a:lnTo>
                  <a:pt x="349297" y="258967"/>
                </a:lnTo>
                <a:lnTo>
                  <a:pt x="356115" y="261713"/>
                </a:lnTo>
                <a:lnTo>
                  <a:pt x="354979" y="261145"/>
                </a:lnTo>
                <a:lnTo>
                  <a:pt x="361512" y="264269"/>
                </a:lnTo>
                <a:lnTo>
                  <a:pt x="359997" y="263417"/>
                </a:lnTo>
                <a:lnTo>
                  <a:pt x="372495" y="270613"/>
                </a:lnTo>
                <a:lnTo>
                  <a:pt x="371548" y="270045"/>
                </a:lnTo>
                <a:lnTo>
                  <a:pt x="383858" y="277904"/>
                </a:lnTo>
                <a:lnTo>
                  <a:pt x="383763" y="277810"/>
                </a:lnTo>
                <a:lnTo>
                  <a:pt x="396830" y="286426"/>
                </a:lnTo>
                <a:lnTo>
                  <a:pt x="411600" y="294947"/>
                </a:lnTo>
                <a:lnTo>
                  <a:pt x="420123" y="299114"/>
                </a:lnTo>
                <a:lnTo>
                  <a:pt x="428550" y="302712"/>
                </a:lnTo>
                <a:lnTo>
                  <a:pt x="436882" y="306215"/>
                </a:lnTo>
                <a:lnTo>
                  <a:pt x="436125" y="305931"/>
                </a:lnTo>
                <a:lnTo>
                  <a:pt x="444552" y="309814"/>
                </a:lnTo>
                <a:lnTo>
                  <a:pt x="443794" y="309434"/>
                </a:lnTo>
                <a:lnTo>
                  <a:pt x="461027" y="318335"/>
                </a:lnTo>
                <a:lnTo>
                  <a:pt x="460838" y="318146"/>
                </a:lnTo>
                <a:lnTo>
                  <a:pt x="478828" y="327709"/>
                </a:lnTo>
                <a:lnTo>
                  <a:pt x="497766" y="337083"/>
                </a:lnTo>
                <a:lnTo>
                  <a:pt x="507802" y="341628"/>
                </a:lnTo>
                <a:lnTo>
                  <a:pt x="518122" y="345984"/>
                </a:lnTo>
                <a:lnTo>
                  <a:pt x="528822" y="349771"/>
                </a:lnTo>
                <a:lnTo>
                  <a:pt x="539712" y="353179"/>
                </a:lnTo>
                <a:lnTo>
                  <a:pt x="551074" y="355831"/>
                </a:lnTo>
                <a:lnTo>
                  <a:pt x="562720" y="357630"/>
                </a:lnTo>
                <a:lnTo>
                  <a:pt x="574651" y="358576"/>
                </a:lnTo>
                <a:lnTo>
                  <a:pt x="586769" y="358387"/>
                </a:lnTo>
                <a:lnTo>
                  <a:pt x="598985" y="357157"/>
                </a:lnTo>
                <a:lnTo>
                  <a:pt x="611200" y="354978"/>
                </a:lnTo>
                <a:lnTo>
                  <a:pt x="623508" y="352233"/>
                </a:lnTo>
                <a:lnTo>
                  <a:pt x="636102" y="348635"/>
                </a:lnTo>
                <a:lnTo>
                  <a:pt x="648505" y="344468"/>
                </a:lnTo>
                <a:lnTo>
                  <a:pt x="661004" y="339923"/>
                </a:lnTo>
                <a:lnTo>
                  <a:pt x="673598" y="334905"/>
                </a:lnTo>
                <a:lnTo>
                  <a:pt x="686285" y="329319"/>
                </a:lnTo>
                <a:lnTo>
                  <a:pt x="710715" y="317672"/>
                </a:lnTo>
                <a:lnTo>
                  <a:pt x="734387" y="305174"/>
                </a:lnTo>
                <a:lnTo>
                  <a:pt x="745843" y="298829"/>
                </a:lnTo>
                <a:lnTo>
                  <a:pt x="756827" y="292580"/>
                </a:lnTo>
                <a:lnTo>
                  <a:pt x="767337" y="286426"/>
                </a:lnTo>
                <a:lnTo>
                  <a:pt x="777563" y="280177"/>
                </a:lnTo>
                <a:lnTo>
                  <a:pt x="787600" y="273738"/>
                </a:lnTo>
                <a:lnTo>
                  <a:pt x="797636" y="266542"/>
                </a:lnTo>
                <a:lnTo>
                  <a:pt x="815627" y="251866"/>
                </a:lnTo>
                <a:lnTo>
                  <a:pt x="832291" y="236432"/>
                </a:lnTo>
                <a:lnTo>
                  <a:pt x="847915" y="220903"/>
                </a:lnTo>
                <a:lnTo>
                  <a:pt x="862685" y="205753"/>
                </a:lnTo>
                <a:lnTo>
                  <a:pt x="862590" y="205848"/>
                </a:lnTo>
                <a:lnTo>
                  <a:pt x="877173" y="191171"/>
                </a:lnTo>
                <a:lnTo>
                  <a:pt x="876510" y="191739"/>
                </a:lnTo>
                <a:lnTo>
                  <a:pt x="891186" y="177916"/>
                </a:lnTo>
                <a:lnTo>
                  <a:pt x="890524" y="178578"/>
                </a:lnTo>
                <a:lnTo>
                  <a:pt x="898003" y="172234"/>
                </a:lnTo>
                <a:lnTo>
                  <a:pt x="897246" y="172802"/>
                </a:lnTo>
                <a:lnTo>
                  <a:pt x="904916" y="166743"/>
                </a:lnTo>
                <a:lnTo>
                  <a:pt x="904631" y="167027"/>
                </a:lnTo>
                <a:lnTo>
                  <a:pt x="919781" y="155569"/>
                </a:lnTo>
                <a:lnTo>
                  <a:pt x="919686" y="155569"/>
                </a:lnTo>
                <a:lnTo>
                  <a:pt x="934458" y="144491"/>
                </a:lnTo>
                <a:lnTo>
                  <a:pt x="934174" y="144681"/>
                </a:lnTo>
                <a:lnTo>
                  <a:pt x="948661" y="134171"/>
                </a:lnTo>
                <a:lnTo>
                  <a:pt x="948187" y="134549"/>
                </a:lnTo>
                <a:lnTo>
                  <a:pt x="962674" y="124702"/>
                </a:lnTo>
                <a:lnTo>
                  <a:pt x="961917" y="125176"/>
                </a:lnTo>
                <a:lnTo>
                  <a:pt x="976688" y="115990"/>
                </a:lnTo>
                <a:lnTo>
                  <a:pt x="975741" y="116559"/>
                </a:lnTo>
                <a:lnTo>
                  <a:pt x="990891" y="108226"/>
                </a:lnTo>
                <a:lnTo>
                  <a:pt x="989565" y="108889"/>
                </a:lnTo>
                <a:lnTo>
                  <a:pt x="1005567" y="101504"/>
                </a:lnTo>
                <a:lnTo>
                  <a:pt x="1004147" y="102072"/>
                </a:lnTo>
                <a:lnTo>
                  <a:pt x="1021000" y="95728"/>
                </a:lnTo>
                <a:lnTo>
                  <a:pt x="1019486" y="96202"/>
                </a:lnTo>
                <a:lnTo>
                  <a:pt x="1037287" y="90994"/>
                </a:lnTo>
                <a:lnTo>
                  <a:pt x="1035866" y="91278"/>
                </a:lnTo>
                <a:lnTo>
                  <a:pt x="1054330" y="87206"/>
                </a:lnTo>
                <a:lnTo>
                  <a:pt x="1053099" y="87396"/>
                </a:lnTo>
                <a:lnTo>
                  <a:pt x="1072320" y="84271"/>
                </a:lnTo>
                <a:lnTo>
                  <a:pt x="1071374" y="84461"/>
                </a:lnTo>
                <a:lnTo>
                  <a:pt x="1087565" y="82472"/>
                </a:lnTo>
                <a:lnTo>
                  <a:pt x="1082453" y="40147"/>
                </a:lnTo>
                <a:lnTo>
                  <a:pt x="1065883" y="42136"/>
                </a:lnTo>
                <a:lnTo>
                  <a:pt x="1045714" y="45449"/>
                </a:lnTo>
                <a:lnTo>
                  <a:pt x="1025924" y="49900"/>
                </a:lnTo>
                <a:lnTo>
                  <a:pt x="1006609" y="55581"/>
                </a:lnTo>
                <a:lnTo>
                  <a:pt x="988334" y="62493"/>
                </a:lnTo>
                <a:lnTo>
                  <a:pt x="971007" y="70541"/>
                </a:lnTo>
                <a:lnTo>
                  <a:pt x="954626" y="79537"/>
                </a:lnTo>
                <a:lnTo>
                  <a:pt x="939003" y="89195"/>
                </a:lnTo>
                <a:lnTo>
                  <a:pt x="923947" y="99515"/>
                </a:lnTo>
                <a:lnTo>
                  <a:pt x="908987" y="110310"/>
                </a:lnTo>
                <a:lnTo>
                  <a:pt x="894122" y="121577"/>
                </a:lnTo>
                <a:lnTo>
                  <a:pt x="878782" y="133129"/>
                </a:lnTo>
                <a:lnTo>
                  <a:pt x="870545" y="139567"/>
                </a:lnTo>
                <a:lnTo>
                  <a:pt x="862401" y="146575"/>
                </a:lnTo>
                <a:lnTo>
                  <a:pt x="847062" y="160966"/>
                </a:lnTo>
                <a:lnTo>
                  <a:pt x="832291" y="175927"/>
                </a:lnTo>
                <a:lnTo>
                  <a:pt x="817520" y="191077"/>
                </a:lnTo>
                <a:lnTo>
                  <a:pt x="817709" y="190888"/>
                </a:lnTo>
                <a:lnTo>
                  <a:pt x="802560" y="205942"/>
                </a:lnTo>
                <a:lnTo>
                  <a:pt x="803129" y="205469"/>
                </a:lnTo>
                <a:lnTo>
                  <a:pt x="787221" y="220145"/>
                </a:lnTo>
                <a:lnTo>
                  <a:pt x="788167" y="219294"/>
                </a:lnTo>
                <a:lnTo>
                  <a:pt x="771220" y="233117"/>
                </a:lnTo>
                <a:lnTo>
                  <a:pt x="772261" y="232266"/>
                </a:lnTo>
                <a:lnTo>
                  <a:pt x="763265" y="238799"/>
                </a:lnTo>
                <a:lnTo>
                  <a:pt x="764118" y="238136"/>
                </a:lnTo>
                <a:lnTo>
                  <a:pt x="754743" y="244196"/>
                </a:lnTo>
                <a:lnTo>
                  <a:pt x="755311" y="243912"/>
                </a:lnTo>
                <a:lnTo>
                  <a:pt x="745369" y="249877"/>
                </a:lnTo>
                <a:lnTo>
                  <a:pt x="745653" y="249687"/>
                </a:lnTo>
                <a:lnTo>
                  <a:pt x="735333" y="255747"/>
                </a:lnTo>
                <a:lnTo>
                  <a:pt x="735523" y="255652"/>
                </a:lnTo>
                <a:lnTo>
                  <a:pt x="724728" y="261807"/>
                </a:lnTo>
                <a:lnTo>
                  <a:pt x="724918" y="261713"/>
                </a:lnTo>
                <a:lnTo>
                  <a:pt x="713839" y="267868"/>
                </a:lnTo>
                <a:lnTo>
                  <a:pt x="714313" y="267583"/>
                </a:lnTo>
                <a:lnTo>
                  <a:pt x="691209" y="279797"/>
                </a:lnTo>
                <a:lnTo>
                  <a:pt x="691966" y="279419"/>
                </a:lnTo>
                <a:lnTo>
                  <a:pt x="668200" y="290781"/>
                </a:lnTo>
                <a:lnTo>
                  <a:pt x="668863" y="290497"/>
                </a:lnTo>
                <a:lnTo>
                  <a:pt x="656838" y="295705"/>
                </a:lnTo>
                <a:lnTo>
                  <a:pt x="657406" y="295516"/>
                </a:lnTo>
                <a:lnTo>
                  <a:pt x="645381" y="300345"/>
                </a:lnTo>
                <a:lnTo>
                  <a:pt x="646044" y="300061"/>
                </a:lnTo>
                <a:lnTo>
                  <a:pt x="634208" y="304416"/>
                </a:lnTo>
                <a:lnTo>
                  <a:pt x="634776" y="304227"/>
                </a:lnTo>
                <a:lnTo>
                  <a:pt x="623035" y="308109"/>
                </a:lnTo>
                <a:lnTo>
                  <a:pt x="623982" y="307825"/>
                </a:lnTo>
                <a:lnTo>
                  <a:pt x="612431" y="311044"/>
                </a:lnTo>
                <a:lnTo>
                  <a:pt x="613472" y="310760"/>
                </a:lnTo>
                <a:lnTo>
                  <a:pt x="602299" y="313317"/>
                </a:lnTo>
                <a:lnTo>
                  <a:pt x="603340" y="313127"/>
                </a:lnTo>
                <a:lnTo>
                  <a:pt x="592357" y="315021"/>
                </a:lnTo>
                <a:lnTo>
                  <a:pt x="593966" y="314832"/>
                </a:lnTo>
                <a:lnTo>
                  <a:pt x="583456" y="315873"/>
                </a:lnTo>
                <a:lnTo>
                  <a:pt x="585256" y="315779"/>
                </a:lnTo>
                <a:lnTo>
                  <a:pt x="575029" y="315967"/>
                </a:lnTo>
                <a:lnTo>
                  <a:pt x="576923" y="315967"/>
                </a:lnTo>
                <a:lnTo>
                  <a:pt x="566791" y="315211"/>
                </a:lnTo>
                <a:lnTo>
                  <a:pt x="568496" y="315399"/>
                </a:lnTo>
                <a:lnTo>
                  <a:pt x="558459" y="313885"/>
                </a:lnTo>
                <a:lnTo>
                  <a:pt x="560068" y="314168"/>
                </a:lnTo>
                <a:lnTo>
                  <a:pt x="550221" y="311801"/>
                </a:lnTo>
                <a:lnTo>
                  <a:pt x="551452" y="312181"/>
                </a:lnTo>
                <a:lnTo>
                  <a:pt x="541699" y="309245"/>
                </a:lnTo>
                <a:lnTo>
                  <a:pt x="542742" y="309529"/>
                </a:lnTo>
                <a:lnTo>
                  <a:pt x="533083" y="306026"/>
                </a:lnTo>
                <a:lnTo>
                  <a:pt x="534030" y="306405"/>
                </a:lnTo>
                <a:lnTo>
                  <a:pt x="524562" y="302428"/>
                </a:lnTo>
                <a:lnTo>
                  <a:pt x="525129" y="302712"/>
                </a:lnTo>
                <a:lnTo>
                  <a:pt x="515755" y="298451"/>
                </a:lnTo>
                <a:lnTo>
                  <a:pt x="516418" y="298829"/>
                </a:lnTo>
                <a:lnTo>
                  <a:pt x="498049" y="289645"/>
                </a:lnTo>
                <a:lnTo>
                  <a:pt x="498428" y="289835"/>
                </a:lnTo>
                <a:lnTo>
                  <a:pt x="480532" y="280460"/>
                </a:lnTo>
                <a:lnTo>
                  <a:pt x="462921" y="271371"/>
                </a:lnTo>
                <a:lnTo>
                  <a:pt x="453831" y="267110"/>
                </a:lnTo>
                <a:lnTo>
                  <a:pt x="445215" y="263512"/>
                </a:lnTo>
                <a:lnTo>
                  <a:pt x="445404" y="263607"/>
                </a:lnTo>
                <a:lnTo>
                  <a:pt x="437544" y="260198"/>
                </a:lnTo>
                <a:lnTo>
                  <a:pt x="438397" y="260576"/>
                </a:lnTo>
                <a:lnTo>
                  <a:pt x="431012" y="256978"/>
                </a:lnTo>
                <a:lnTo>
                  <a:pt x="432337" y="257641"/>
                </a:lnTo>
                <a:lnTo>
                  <a:pt x="418702" y="249782"/>
                </a:lnTo>
                <a:lnTo>
                  <a:pt x="419650" y="250350"/>
                </a:lnTo>
                <a:lnTo>
                  <a:pt x="406961" y="242113"/>
                </a:lnTo>
                <a:lnTo>
                  <a:pt x="394179" y="233875"/>
                </a:lnTo>
                <a:lnTo>
                  <a:pt x="380355" y="226016"/>
                </a:lnTo>
                <a:lnTo>
                  <a:pt x="372400" y="222323"/>
                </a:lnTo>
                <a:lnTo>
                  <a:pt x="364163" y="219009"/>
                </a:lnTo>
                <a:lnTo>
                  <a:pt x="355263" y="216358"/>
                </a:lnTo>
                <a:lnTo>
                  <a:pt x="345888" y="214275"/>
                </a:lnTo>
                <a:lnTo>
                  <a:pt x="335851" y="213139"/>
                </a:lnTo>
                <a:lnTo>
                  <a:pt x="325437" y="212665"/>
                </a:lnTo>
                <a:lnTo>
                  <a:pt x="314737" y="213044"/>
                </a:lnTo>
                <a:lnTo>
                  <a:pt x="303753" y="213896"/>
                </a:lnTo>
                <a:lnTo>
                  <a:pt x="292201" y="215222"/>
                </a:lnTo>
                <a:lnTo>
                  <a:pt x="280271" y="217115"/>
                </a:lnTo>
                <a:lnTo>
                  <a:pt x="256032" y="222039"/>
                </a:lnTo>
                <a:lnTo>
                  <a:pt x="230845" y="228573"/>
                </a:lnTo>
                <a:lnTo>
                  <a:pt x="205753" y="236242"/>
                </a:lnTo>
                <a:lnTo>
                  <a:pt x="181230" y="245048"/>
                </a:lnTo>
                <a:lnTo>
                  <a:pt x="169204" y="249782"/>
                </a:lnTo>
                <a:lnTo>
                  <a:pt x="157653" y="254706"/>
                </a:lnTo>
                <a:lnTo>
                  <a:pt x="146479" y="259819"/>
                </a:lnTo>
                <a:lnTo>
                  <a:pt x="135685" y="265216"/>
                </a:lnTo>
                <a:lnTo>
                  <a:pt x="115707" y="276578"/>
                </a:lnTo>
                <a:lnTo>
                  <a:pt x="96674" y="289266"/>
                </a:lnTo>
                <a:lnTo>
                  <a:pt x="78685" y="302996"/>
                </a:lnTo>
                <a:lnTo>
                  <a:pt x="61641" y="317578"/>
                </a:lnTo>
                <a:lnTo>
                  <a:pt x="45450" y="332727"/>
                </a:lnTo>
                <a:lnTo>
                  <a:pt x="29826" y="348256"/>
                </a:lnTo>
                <a:lnTo>
                  <a:pt x="0" y="379597"/>
                </a:lnTo>
                <a:lnTo>
                  <a:pt x="30773" y="408950"/>
                </a:lnTo>
                <a:moveTo>
                  <a:pt x="1085008" y="61357"/>
                </a:moveTo>
                <a:lnTo>
                  <a:pt x="1046187" y="127637"/>
                </a:lnTo>
                <a:lnTo>
                  <a:pt x="1170038" y="56433"/>
                </a:lnTo>
                <a:lnTo>
                  <a:pt x="1038708" y="0"/>
                </a:lnTo>
                <a:lnTo>
                  <a:pt x="1085008" y="61357"/>
                </a:lnTo>
              </a:path>
            </a:pathLst>
          </a:custGeom>
          <a:solidFill xmlns:a="http://schemas.openxmlformats.org/drawingml/2006/main">
            <a:srgbClr val="4472C4"/>
          </a:solidFill>
          <a:ln xmlns:a="http://schemas.openxmlformats.org/drawingml/2006/main" w="0">
            <a:noFill/>
            <a:prstDash val="solid"/>
          </a:ln>
        </p:spPr>
      </p:sp>
      <p:pic>
        <p:nvPicPr>
          <p:cNvPr id="178" name="">
            <a:extLst xmlns:a="http://schemas.openxmlformats.org/drawingml/2006/main">
              <a:ext uri="{FF2B5EF4-FFF2-40B4-BE49-F238E27FC236}">
                <a16:creationId xmlns:a16="http://schemas.microsoft.com/office/drawing/2014/main" id="{EF4FF4DD-E66F-4FA6-BC0C-47125F6DAEF6}"/>
              </a:ext>
            </a:extLst>
          </p:cNvPr>
          <p:cNvPicPr>
            <a:picLocks xmlns:a="http://schemas.openxmlformats.org/drawingml/2006/main" noChangeAspect="1"/>
          </p:cNvPicPr>
          <p:nvPr/>
        </p:nvPicPr>
        <p:blipFill>
          <a:blip xmlns:r="http://schemas.openxmlformats.org/officeDocument/2006/relationships" xmlns:a="http://schemas.openxmlformats.org/drawingml/2006/main" r:embed="Rdd7afde41c9e46ba"/>
          <a:srcRect xmlns:a="http://schemas.openxmlformats.org/drawingml/2006/main" l="75" t="0" r="75" b="0"/>
          <a:stretch xmlns:a="http://schemas.openxmlformats.org/drawingml/2006/main">
            <a:fillRect l="0" t="0" r="0" b="0"/>
          </a:stretch>
        </p:blipFill>
        <p:spPr>
          <a:xfrm xmlns:a="http://schemas.openxmlformats.org/drawingml/2006/main">
            <a:off x="7197697" y="268470"/>
            <a:ext cx="1810020" cy="1202135"/>
          </a:xfrm>
          <a:prstGeom xmlns:a="http://schemas.openxmlformats.org/drawingml/2006/main" prst="rect">
            <a:avLst/>
          </a:prstGeom>
        </p:spPr>
      </p:pic>
      <p:sp>
        <p:nvSpPr>
          <p:cNvPr id="179" name="collie-source-component-67">
            <a:extLst xmlns:a="http://schemas.openxmlformats.org/drawingml/2006/main">
              <a:ext uri="{FF2B5EF4-FFF2-40B4-BE49-F238E27FC236}">
                <a16:creationId xmlns:a16="http://schemas.microsoft.com/office/drawing/2014/main" id="{1B0B073E-FA00-4661-B382-44D635D2A24B}"/>
              </a:ext>
            </a:extLst>
          </p:cNvPr>
          <p:cNvSpPr>
            <a:spLocks xmlns:a="http://schemas.openxmlformats.org/drawingml/2006/main" noGrp="1"/>
          </p:cNvSpPr>
          <p:nvPr/>
        </p:nvSpPr>
        <p:spPr>
          <a:xfrm xmlns:a="http://schemas.openxmlformats.org/drawingml/2006/main" rot="0">
            <a:off x="7197697" y="268470"/>
            <a:ext cx="1810020" cy="1202135"/>
          </a:xfrm>
          <a:prstGeom xmlns:a="http://schemas.openxmlformats.org/drawingml/2006/main" prst="rect">
            <a:avLst/>
          </a:prstGeom>
          <a:noFill xmlns:a="http://schemas.openxmlformats.org/drawingml/2006/main"/>
          <a:ln xmlns:a="http://schemas.openxmlformats.org/drawingml/2006/main" w="0">
            <a:noFill/>
          </a:ln>
        </p:spPr>
      </p:sp>
      <p:sp>
        <p:nvSpPr>
          <p:cNvPr id="180" name="pdf-path-144">
            <a:extLst xmlns:a="http://schemas.openxmlformats.org/drawingml/2006/main">
              <a:ext uri="{FF2B5EF4-FFF2-40B4-BE49-F238E27FC236}">
                <a16:creationId xmlns:a16="http://schemas.microsoft.com/office/drawing/2014/main" id="{14904B97-AB65-48A9-A302-6DF5EE1E984F}"/>
              </a:ext>
            </a:extLst>
          </p:cNvPr>
          <p:cNvSpPr>
            <a:spLocks xmlns:a="http://schemas.openxmlformats.org/drawingml/2006/main" noGrp="1"/>
          </p:cNvSpPr>
          <p:nvPr/>
        </p:nvSpPr>
        <p:spPr>
          <a:xfrm xmlns:a="http://schemas.openxmlformats.org/drawingml/2006/main" rot="0">
            <a:off x="7222125" y="292614"/>
            <a:ext cx="1724614" cy="1117202"/>
          </a:xfrm>
          <a:custGeom xmlns:a="http://schemas.openxmlformats.org/drawingml/2006/main">
            <a:pathLst>
              <a:path w="1724614" h="1117202">
                <a:moveTo>
                  <a:pt x="0" y="85313"/>
                </a:moveTo>
                <a:cubicBezTo>
                  <a:pt x="0" y="38159"/>
                  <a:pt x="38254" y="0"/>
                  <a:pt x="85313" y="0"/>
                </a:cubicBezTo>
                <a:lnTo>
                  <a:pt x="1639206" y="0"/>
                </a:lnTo>
                <a:cubicBezTo>
                  <a:pt x="1686360" y="0"/>
                  <a:pt x="1724614" y="38159"/>
                  <a:pt x="1724614" y="85313"/>
                </a:cubicBezTo>
                <a:lnTo>
                  <a:pt x="1724614" y="1031795"/>
                </a:lnTo>
                <a:cubicBezTo>
                  <a:pt x="1724614" y="1078949"/>
                  <a:pt x="1686360" y="1117202"/>
                  <a:pt x="1639206" y="1117202"/>
                </a:cubicBezTo>
                <a:lnTo>
                  <a:pt x="85313" y="1117202"/>
                </a:lnTo>
                <a:cubicBezTo>
                  <a:pt x="38254" y="1117202"/>
                  <a:pt x="0" y="1078949"/>
                  <a:pt x="0" y="1031795"/>
                </a:cubicBezTo>
                <a:lnTo>
                  <a:pt x="0" y="85313"/>
                </a:lnTo>
              </a:path>
            </a:pathLst>
          </a:custGeom>
          <a:solidFill xmlns:a="http://schemas.openxmlformats.org/drawingml/2006/main">
            <a:srgbClr val="F2F2F2"/>
          </a:solidFill>
          <a:ln xmlns:a="http://schemas.openxmlformats.org/drawingml/2006/main" w="9469">
            <a:solidFill>
              <a:srgbClr val="D9D9D9"/>
            </a:solidFill>
            <a:prstDash val="solid"/>
          </a:ln>
        </p:spPr>
      </p:sp>
      <p:pic>
        <p:nvPicPr>
          <p:cNvPr id="181" name="">
            <a:extLst xmlns:a="http://schemas.openxmlformats.org/drawingml/2006/main">
              <a:ext uri="{FF2B5EF4-FFF2-40B4-BE49-F238E27FC236}">
                <a16:creationId xmlns:a16="http://schemas.microsoft.com/office/drawing/2014/main" id="{A1F7BDF3-D424-4203-B681-504B4268C11F}"/>
              </a:ext>
            </a:extLst>
          </p:cNvPr>
          <p:cNvPicPr>
            <a:picLocks xmlns:a="http://schemas.openxmlformats.org/drawingml/2006/main" noChangeAspect="1"/>
          </p:cNvPicPr>
          <p:nvPr/>
        </p:nvPicPr>
        <p:blipFill>
          <a:blip xmlns:r="http://schemas.openxmlformats.org/officeDocument/2006/relationships" xmlns:a="http://schemas.openxmlformats.org/drawingml/2006/main" r:embed="R699cd8edb4b84367"/>
          <a:srcRect xmlns:a="http://schemas.openxmlformats.org/drawingml/2006/main" l="0" t="342" r="0" b="342"/>
          <a:stretch xmlns:a="http://schemas.openxmlformats.org/drawingml/2006/main">
            <a:fillRect l="0" t="0" r="0" b="0"/>
          </a:stretch>
        </p:blipFill>
        <p:spPr>
          <a:xfrm xmlns:a="http://schemas.openxmlformats.org/drawingml/2006/main">
            <a:off x="7985107" y="1388805"/>
            <a:ext cx="390874" cy="284049"/>
          </a:xfrm>
          <a:prstGeom xmlns:a="http://schemas.openxmlformats.org/drawingml/2006/main" prst="rect">
            <a:avLst/>
          </a:prstGeom>
        </p:spPr>
      </p:pic>
      <p:sp>
        <p:nvSpPr>
          <p:cNvPr id="182" name="collie-source-component-68">
            <a:extLst xmlns:a="http://schemas.openxmlformats.org/drawingml/2006/main">
              <a:ext uri="{FF2B5EF4-FFF2-40B4-BE49-F238E27FC236}">
                <a16:creationId xmlns:a16="http://schemas.microsoft.com/office/drawing/2014/main" id="{CCF182CE-77AC-4574-8FF3-1C134FE64EEC}"/>
              </a:ext>
            </a:extLst>
          </p:cNvPr>
          <p:cNvSpPr>
            <a:spLocks xmlns:a="http://schemas.openxmlformats.org/drawingml/2006/main" noGrp="1"/>
          </p:cNvSpPr>
          <p:nvPr/>
        </p:nvSpPr>
        <p:spPr>
          <a:xfrm xmlns:a="http://schemas.openxmlformats.org/drawingml/2006/main" rot="0">
            <a:off x="7985107" y="1388805"/>
            <a:ext cx="390874" cy="284049"/>
          </a:xfrm>
          <a:prstGeom xmlns:a="http://schemas.openxmlformats.org/drawingml/2006/main" prst="rect">
            <a:avLst/>
          </a:prstGeom>
          <a:noFill xmlns:a="http://schemas.openxmlformats.org/drawingml/2006/main"/>
          <a:ln xmlns:a="http://schemas.openxmlformats.org/drawingml/2006/main" w="0">
            <a:noFill/>
          </a:ln>
        </p:spPr>
      </p:sp>
      <p:sp>
        <p:nvSpPr>
          <p:cNvPr id="183" name="pdf-path-147">
            <a:extLst xmlns:a="http://schemas.openxmlformats.org/drawingml/2006/main">
              <a:ext uri="{FF2B5EF4-FFF2-40B4-BE49-F238E27FC236}">
                <a16:creationId xmlns:a16="http://schemas.microsoft.com/office/drawing/2014/main" id="{878D61C1-94AF-4189-BE10-0668ECA78E04}"/>
              </a:ext>
            </a:extLst>
          </p:cNvPr>
          <p:cNvSpPr>
            <a:spLocks xmlns:a="http://schemas.openxmlformats.org/drawingml/2006/main" noGrp="1"/>
          </p:cNvSpPr>
          <p:nvPr/>
        </p:nvSpPr>
        <p:spPr>
          <a:xfrm xmlns:a="http://schemas.openxmlformats.org/drawingml/2006/main" rot="0">
            <a:off x="8009441" y="1412846"/>
            <a:ext cx="294758" cy="194391"/>
          </a:xfrm>
          <a:custGeom xmlns:a="http://schemas.openxmlformats.org/drawingml/2006/main">
            <a:pathLst>
              <a:path w="294758" h="194391">
                <a:moveTo>
                  <a:pt x="0" y="0"/>
                </a:moveTo>
                <a:lnTo>
                  <a:pt x="0" y="194391"/>
                </a:lnTo>
                <a:lnTo>
                  <a:pt x="294758" y="0"/>
                </a:lnTo>
                <a:lnTo>
                  <a:pt x="0" y="0"/>
                </a:lnTo>
              </a:path>
            </a:pathLst>
          </a:custGeom>
          <a:solidFill xmlns:a="http://schemas.openxmlformats.org/drawingml/2006/main">
            <a:srgbClr val="F2F2F2"/>
          </a:solidFill>
          <a:ln xmlns:a="http://schemas.openxmlformats.org/drawingml/2006/main" w="9469">
            <a:solidFill>
              <a:srgbClr val="D9D9D9"/>
            </a:solidFill>
            <a:prstDash val="solid"/>
          </a:ln>
        </p:spPr>
      </p:sp>
      <p:sp>
        <p:nvSpPr>
          <p:cNvPr id="184" name="pdf-path-149">
            <a:extLst xmlns:a="http://schemas.openxmlformats.org/drawingml/2006/main">
              <a:ext uri="{FF2B5EF4-FFF2-40B4-BE49-F238E27FC236}">
                <a16:creationId xmlns:a16="http://schemas.microsoft.com/office/drawing/2014/main" id="{E026B253-AA91-4D04-B85B-D7140FA775C8}"/>
              </a:ext>
            </a:extLst>
          </p:cNvPr>
          <p:cNvSpPr>
            <a:spLocks xmlns:a="http://schemas.openxmlformats.org/drawingml/2006/main" noGrp="1"/>
          </p:cNvSpPr>
          <p:nvPr/>
        </p:nvSpPr>
        <p:spPr>
          <a:xfrm xmlns:a="http://schemas.openxmlformats.org/drawingml/2006/main" rot="0">
            <a:off x="8028757" y="1367109"/>
            <a:ext cx="246960" cy="59751"/>
          </a:xfrm>
          <a:custGeom xmlns:a="http://schemas.openxmlformats.org/drawingml/2006/main">
            <a:pathLst>
              <a:path w="246960" h="59751">
                <a:moveTo>
                  <a:pt x="0" y="59751"/>
                </a:moveTo>
                <a:lnTo>
                  <a:pt x="246960" y="59751"/>
                </a:lnTo>
                <a:lnTo>
                  <a:pt x="246960" y="0"/>
                </a:lnTo>
                <a:lnTo>
                  <a:pt x="0" y="0"/>
                </a:lnTo>
                <a:close/>
              </a:path>
            </a:pathLst>
          </a:custGeom>
          <a:solidFill xmlns:a="http://schemas.openxmlformats.org/drawingml/2006/main">
            <a:srgbClr val="F2F2F2"/>
          </a:solidFill>
          <a:ln xmlns:a="http://schemas.openxmlformats.org/drawingml/2006/main" w="0">
            <a:noFill/>
            <a:prstDash val="solid"/>
          </a:ln>
        </p:spPr>
      </p:sp>
      <p:sp>
        <p:nvSpPr>
          <p:cNvPr id="185" name="pdf-text-40-0">
            <a:extLst xmlns:a="http://schemas.openxmlformats.org/drawingml/2006/main">
              <a:ext uri="{FF2B5EF4-FFF2-40B4-BE49-F238E27FC236}">
                <a16:creationId xmlns:a16="http://schemas.microsoft.com/office/drawing/2014/main" id="{40FA6223-F024-4A1D-B9E7-1640DEC8F5F0}"/>
              </a:ext>
            </a:extLst>
          </p:cNvPr>
          <p:cNvSpPr>
            <a:spLocks xmlns:a="http://schemas.openxmlformats.org/drawingml/2006/main" noGrp="1"/>
          </p:cNvSpPr>
          <p:nvPr/>
        </p:nvSpPr>
        <p:spPr>
          <a:xfrm xmlns:a="http://schemas.openxmlformats.org/drawingml/2006/main" rot="0">
            <a:off x="7367185" y="382365"/>
            <a:ext cx="1407164" cy="2081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55" b="0" i="1">
                <a:solidFill>
                  <a:srgbClr val="000000"/>
                </a:solidFill>
                <a:latin typeface="Arial"/>
                <a:ea typeface="Arial"/>
                <a:cs typeface="Arial"/>
              </a:defRPr>
            </a:defPPr>
          </a:lstStyle>
          <a:p xmlns:a="http://schemas.openxmlformats.org/drawingml/2006/main">
            <a:pPr algn="l">
              <a:defRPr sz="1455" b="0" i="1">
                <a:solidFill>
                  <a:srgbClr val="000000"/>
                </a:solidFill>
                <a:latin typeface="Arial"/>
                <a:ea typeface="Arial"/>
                <a:cs typeface="Arial"/>
              </a:defRPr>
            </a:pPr>
            <a:r>
              <a:rPr sz="1455" b="0" i="1">
                <a:solidFill>
                  <a:srgbClr val="000000"/>
                </a:solidFill>
                <a:latin typeface="Arial"/>
                <a:ea typeface="Arial"/>
                <a:cs typeface="Arial"/>
              </a:rPr>
              <a:t>Human Labelers </a:t>
            </a:r>
          </a:p>
        </p:txBody>
      </p:sp>
      <p:sp>
        <p:nvSpPr>
          <p:cNvPr id="186" name="pdf-text-41-0">
            <a:extLst xmlns:a="http://schemas.openxmlformats.org/drawingml/2006/main">
              <a:ext uri="{FF2B5EF4-FFF2-40B4-BE49-F238E27FC236}">
                <a16:creationId xmlns:a16="http://schemas.microsoft.com/office/drawing/2014/main" id="{61BEAE00-1474-4F8B-9149-809B823E7197}"/>
              </a:ext>
            </a:extLst>
          </p:cNvPr>
          <p:cNvSpPr>
            <a:spLocks xmlns:a="http://schemas.openxmlformats.org/drawingml/2006/main" noGrp="1"/>
          </p:cNvSpPr>
          <p:nvPr/>
        </p:nvSpPr>
        <p:spPr>
          <a:xfrm xmlns:a="http://schemas.openxmlformats.org/drawingml/2006/main" rot="0">
            <a:off x="7367185" y="614454"/>
            <a:ext cx="762993"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544" b="0" i="1">
                <a:solidFill>
                  <a:srgbClr val="000000"/>
                </a:solidFill>
                <a:latin typeface="Arial"/>
                <a:ea typeface="Arial"/>
                <a:cs typeface="Arial"/>
              </a:defRPr>
            </a:defPPr>
          </a:lstStyle>
          <a:p xmlns:a="http://schemas.openxmlformats.org/drawingml/2006/main">
            <a:pPr algn="l">
              <a:defRPr sz="1544" b="0" i="1">
                <a:solidFill>
                  <a:srgbClr val="000000"/>
                </a:solidFill>
                <a:latin typeface="Arial"/>
                <a:ea typeface="Arial"/>
                <a:cs typeface="Arial"/>
              </a:defRPr>
            </a:pPr>
            <a:r>
              <a:rPr sz="1544" b="0" i="1">
                <a:solidFill>
                  <a:srgbClr val="000000"/>
                </a:solidFill>
                <a:latin typeface="Arial"/>
                <a:ea typeface="Arial"/>
                <a:cs typeface="Arial"/>
              </a:rPr>
              <a:t>provide “</a:t>
            </a:r>
          </a:p>
        </p:txBody>
      </p:sp>
      <p:sp>
        <p:nvSpPr>
          <p:cNvPr id="187" name="pdf-text-42-0">
            <a:extLst xmlns:a="http://schemas.openxmlformats.org/drawingml/2006/main">
              <a:ext uri="{FF2B5EF4-FFF2-40B4-BE49-F238E27FC236}">
                <a16:creationId xmlns:a16="http://schemas.microsoft.com/office/drawing/2014/main" id="{D3457B07-B6CD-4F77-AF0D-022CDE904170}"/>
              </a:ext>
            </a:extLst>
          </p:cNvPr>
          <p:cNvSpPr>
            <a:spLocks xmlns:a="http://schemas.openxmlformats.org/drawingml/2006/main" noGrp="1"/>
          </p:cNvSpPr>
          <p:nvPr/>
        </p:nvSpPr>
        <p:spPr>
          <a:xfrm xmlns:a="http://schemas.openxmlformats.org/drawingml/2006/main" rot="0">
            <a:off x="8130734" y="623899"/>
            <a:ext cx="462611"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95" b="1" i="1">
                <a:solidFill>
                  <a:srgbClr val="4472C4"/>
                </a:solidFill>
                <a:latin typeface="Arial"/>
                <a:ea typeface="Arial"/>
                <a:cs typeface="Arial"/>
              </a:defRPr>
            </a:defPPr>
          </a:lstStyle>
          <a:p xmlns:a="http://schemas.openxmlformats.org/drawingml/2006/main">
            <a:pPr algn="l">
              <a:defRPr sz="1395" b="1" i="1">
                <a:solidFill>
                  <a:srgbClr val="4472C4"/>
                </a:solidFill>
                <a:latin typeface="Arial"/>
                <a:ea typeface="Arial"/>
                <a:cs typeface="Arial"/>
              </a:defRPr>
            </a:pPr>
            <a:r>
              <a:rPr sz="1395" b="1" i="1">
                <a:solidFill>
                  <a:srgbClr val="4472C4"/>
                </a:solidFill>
                <a:latin typeface="Arial"/>
                <a:ea typeface="Arial"/>
                <a:cs typeface="Arial"/>
              </a:rPr>
              <a:t>Good</a:t>
            </a:r>
          </a:p>
        </p:txBody>
      </p:sp>
      <p:sp>
        <p:nvSpPr>
          <p:cNvPr id="188" name="pdf-text-43-0">
            <a:extLst xmlns:a="http://schemas.openxmlformats.org/drawingml/2006/main">
              <a:ext uri="{FF2B5EF4-FFF2-40B4-BE49-F238E27FC236}">
                <a16:creationId xmlns:a16="http://schemas.microsoft.com/office/drawing/2014/main" id="{49C50EE2-3CEE-4F27-B947-9D02E384EF10}"/>
              </a:ext>
            </a:extLst>
          </p:cNvPr>
          <p:cNvSpPr>
            <a:spLocks xmlns:a="http://schemas.openxmlformats.org/drawingml/2006/main" noGrp="1"/>
          </p:cNvSpPr>
          <p:nvPr/>
        </p:nvSpPr>
        <p:spPr>
          <a:xfrm xmlns:a="http://schemas.openxmlformats.org/drawingml/2006/main" rot="0">
            <a:off x="8594318" y="608544"/>
            <a:ext cx="87010"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37" b="0" i="1">
                <a:solidFill>
                  <a:srgbClr val="000000"/>
                </a:solidFill>
                <a:latin typeface="Arial"/>
                <a:ea typeface="Arial"/>
                <a:cs typeface="Arial"/>
              </a:defRPr>
            </a:defPPr>
          </a:lstStyle>
          <a:p xmlns:a="http://schemas.openxmlformats.org/drawingml/2006/main">
            <a:pPr algn="l">
              <a:defRPr sz="1637" b="0" i="1">
                <a:solidFill>
                  <a:srgbClr val="000000"/>
                </a:solidFill>
                <a:latin typeface="Arial"/>
                <a:ea typeface="Arial"/>
                <a:cs typeface="Arial"/>
              </a:defRPr>
            </a:pPr>
            <a:r>
              <a:rPr sz="1637" b="0" i="1">
                <a:solidFill>
                  <a:srgbClr val="000000"/>
                </a:solidFill>
                <a:latin typeface="Arial"/>
                <a:ea typeface="Arial"/>
                <a:cs typeface="Arial"/>
              </a:rPr>
              <a:t>”</a:t>
            </a:r>
          </a:p>
        </p:txBody>
      </p:sp>
      <p:sp>
        <p:nvSpPr>
          <p:cNvPr id="189" name="pdf-text-44-0">
            <a:extLst xmlns:a="http://schemas.openxmlformats.org/drawingml/2006/main">
              <a:ext uri="{FF2B5EF4-FFF2-40B4-BE49-F238E27FC236}">
                <a16:creationId xmlns:a16="http://schemas.microsoft.com/office/drawing/2014/main" id="{83488A05-FD4F-44D2-88B5-4C35F9D72339}"/>
              </a:ext>
            </a:extLst>
          </p:cNvPr>
          <p:cNvSpPr>
            <a:spLocks xmlns:a="http://schemas.openxmlformats.org/drawingml/2006/main" noGrp="1"/>
          </p:cNvSpPr>
          <p:nvPr/>
        </p:nvSpPr>
        <p:spPr>
          <a:xfrm xmlns:a="http://schemas.openxmlformats.org/drawingml/2006/main" rot="0">
            <a:off x="7367185" y="850252"/>
            <a:ext cx="454631"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571" b="0" i="1">
                <a:solidFill>
                  <a:srgbClr val="000000"/>
                </a:solidFill>
                <a:latin typeface="Arial"/>
                <a:ea typeface="Arial"/>
                <a:cs typeface="Arial"/>
              </a:defRPr>
            </a:defPPr>
          </a:lstStyle>
          <a:p xmlns:a="http://schemas.openxmlformats.org/drawingml/2006/main">
            <a:pPr algn="l">
              <a:defRPr sz="1571" b="0" i="1">
                <a:solidFill>
                  <a:srgbClr val="000000"/>
                </a:solidFill>
                <a:latin typeface="Arial"/>
                <a:ea typeface="Arial"/>
                <a:cs typeface="Arial"/>
              </a:defRPr>
            </a:pPr>
            <a:r>
              <a:rPr sz="1571" b="0" i="1">
                <a:solidFill>
                  <a:srgbClr val="000000"/>
                </a:solidFill>
                <a:latin typeface="Arial"/>
                <a:ea typeface="Arial"/>
                <a:cs typeface="Arial"/>
              </a:rPr>
              <a:t>and “</a:t>
            </a:r>
          </a:p>
        </p:txBody>
      </p:sp>
      <p:sp>
        <p:nvSpPr>
          <p:cNvPr id="190" name="pdf-text-45-0">
            <a:extLst xmlns:a="http://schemas.openxmlformats.org/drawingml/2006/main">
              <a:ext uri="{FF2B5EF4-FFF2-40B4-BE49-F238E27FC236}">
                <a16:creationId xmlns:a16="http://schemas.microsoft.com/office/drawing/2014/main" id="{80083C95-C3FB-4961-98DF-8820D5756CCB}"/>
              </a:ext>
            </a:extLst>
          </p:cNvPr>
          <p:cNvSpPr>
            <a:spLocks xmlns:a="http://schemas.openxmlformats.org/drawingml/2006/main" noGrp="1"/>
          </p:cNvSpPr>
          <p:nvPr/>
        </p:nvSpPr>
        <p:spPr>
          <a:xfrm xmlns:a="http://schemas.openxmlformats.org/drawingml/2006/main" rot="0">
            <a:off x="7821678" y="860802"/>
            <a:ext cx="336954"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04" b="1" i="1">
                <a:solidFill>
                  <a:srgbClr val="C55A11"/>
                </a:solidFill>
                <a:latin typeface="Arial"/>
                <a:ea typeface="Arial"/>
                <a:cs typeface="Arial"/>
              </a:defRPr>
            </a:defPPr>
          </a:lstStyle>
          <a:p xmlns:a="http://schemas.openxmlformats.org/drawingml/2006/main">
            <a:pPr algn="l">
              <a:defRPr sz="1404" b="1" i="1">
                <a:solidFill>
                  <a:srgbClr val="C55A11"/>
                </a:solidFill>
                <a:latin typeface="Arial"/>
                <a:ea typeface="Arial"/>
                <a:cs typeface="Arial"/>
              </a:defRPr>
            </a:pPr>
            <a:r>
              <a:rPr sz="1404" b="1" i="1">
                <a:solidFill>
                  <a:srgbClr val="C55A11"/>
                </a:solidFill>
                <a:latin typeface="Arial"/>
                <a:ea typeface="Arial"/>
                <a:cs typeface="Arial"/>
              </a:rPr>
              <a:t>Bad</a:t>
            </a:r>
          </a:p>
        </p:txBody>
      </p:sp>
      <p:sp>
        <p:nvSpPr>
          <p:cNvPr id="191" name="pdf-text-46-0">
            <a:extLst xmlns:a="http://schemas.openxmlformats.org/drawingml/2006/main">
              <a:ext uri="{FF2B5EF4-FFF2-40B4-BE49-F238E27FC236}">
                <a16:creationId xmlns:a16="http://schemas.microsoft.com/office/drawing/2014/main" id="{40EBA58B-2530-4603-A401-67DE3257F18C}"/>
              </a:ext>
            </a:extLst>
          </p:cNvPr>
          <p:cNvSpPr>
            <a:spLocks xmlns:a="http://schemas.openxmlformats.org/drawingml/2006/main" noGrp="1"/>
          </p:cNvSpPr>
          <p:nvPr/>
        </p:nvSpPr>
        <p:spPr>
          <a:xfrm xmlns:a="http://schemas.openxmlformats.org/drawingml/2006/main" rot="0">
            <a:off x="8159140" y="846017"/>
            <a:ext cx="87010"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37" b="0" i="1">
                <a:solidFill>
                  <a:srgbClr val="000000"/>
                </a:solidFill>
                <a:latin typeface="Arial"/>
                <a:ea typeface="Arial"/>
                <a:cs typeface="Arial"/>
              </a:defRPr>
            </a:defPPr>
          </a:lstStyle>
          <a:p xmlns:a="http://schemas.openxmlformats.org/drawingml/2006/main">
            <a:pPr algn="l">
              <a:defRPr sz="1637" b="0" i="1">
                <a:solidFill>
                  <a:srgbClr val="000000"/>
                </a:solidFill>
                <a:latin typeface="Arial"/>
                <a:ea typeface="Arial"/>
                <a:cs typeface="Arial"/>
              </a:defRPr>
            </a:pPr>
            <a:r>
              <a:rPr sz="1637" b="0" i="1">
                <a:solidFill>
                  <a:srgbClr val="000000"/>
                </a:solidFill>
                <a:latin typeface="Arial"/>
                <a:ea typeface="Arial"/>
                <a:cs typeface="Arial"/>
              </a:rPr>
              <a:t>”</a:t>
            </a:r>
          </a:p>
        </p:txBody>
      </p:sp>
      <p:sp>
        <p:nvSpPr>
          <p:cNvPr id="192" name="pdf-text-47-0">
            <a:extLst xmlns:a="http://schemas.openxmlformats.org/drawingml/2006/main">
              <a:ext uri="{FF2B5EF4-FFF2-40B4-BE49-F238E27FC236}">
                <a16:creationId xmlns:a16="http://schemas.microsoft.com/office/drawing/2014/main" id="{4A82FE13-8E8D-4EE7-B753-71DE0E51BC88}"/>
              </a:ext>
            </a:extLst>
          </p:cNvPr>
          <p:cNvSpPr>
            <a:spLocks xmlns:a="http://schemas.openxmlformats.org/drawingml/2006/main" noGrp="1"/>
          </p:cNvSpPr>
          <p:nvPr/>
        </p:nvSpPr>
        <p:spPr>
          <a:xfrm xmlns:a="http://schemas.openxmlformats.org/drawingml/2006/main" rot="0">
            <a:off x="7367185" y="1093376"/>
            <a:ext cx="1255102" cy="20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82" b="0" i="1">
                <a:solidFill>
                  <a:srgbClr val="000000"/>
                </a:solidFill>
                <a:latin typeface="Arial"/>
                <a:ea typeface="Arial"/>
                <a:cs typeface="Arial"/>
              </a:defRPr>
            </a:defPPr>
          </a:lstStyle>
          <a:p xmlns:a="http://schemas.openxmlformats.org/drawingml/2006/main">
            <a:pPr algn="l">
              <a:defRPr sz="1482" b="0" i="1">
                <a:solidFill>
                  <a:srgbClr val="000000"/>
                </a:solidFill>
                <a:latin typeface="Arial"/>
                <a:ea typeface="Arial"/>
                <a:cs typeface="Arial"/>
              </a:defRPr>
            </a:pPr>
            <a:r>
              <a:rPr sz="1482" b="0" i="1">
                <a:solidFill>
                  <a:srgbClr val="000000"/>
                </a:solidFill>
                <a:latin typeface="Arial"/>
                <a:ea typeface="Arial"/>
                <a:cs typeface="Arial"/>
              </a:rPr>
              <a:t>labels to states</a:t>
            </a:r>
          </a:p>
        </p:txBody>
      </p:sp>
      <p:pic>
        <p:nvPicPr>
          <p:cNvPr id="193" name="">
            <a:extLst xmlns:a="http://schemas.openxmlformats.org/drawingml/2006/main">
              <a:ext uri="{FF2B5EF4-FFF2-40B4-BE49-F238E27FC236}">
                <a16:creationId xmlns:a16="http://schemas.microsoft.com/office/drawing/2014/main" id="{00497C48-B075-4CD2-9906-3BA64BD07751}"/>
              </a:ext>
            </a:extLst>
          </p:cNvPr>
          <p:cNvPicPr>
            <a:picLocks xmlns:a="http://schemas.openxmlformats.org/drawingml/2006/main" noChangeAspect="1"/>
          </p:cNvPicPr>
          <p:nvPr/>
        </p:nvPicPr>
        <p:blipFill>
          <a:blip xmlns:r="http://schemas.openxmlformats.org/officeDocument/2006/relationships" xmlns:a="http://schemas.openxmlformats.org/drawingml/2006/main" r:embed="R0dd72846b64a4ebe"/>
          <a:srcRect xmlns:a="http://schemas.openxmlformats.org/drawingml/2006/main" l="527" t="0" r="527" b="0"/>
          <a:stretch xmlns:a="http://schemas.openxmlformats.org/drawingml/2006/main">
            <a:fillRect l="0" t="0" r="0" b="0"/>
          </a:stretch>
        </p:blipFill>
        <p:spPr>
          <a:xfrm xmlns:a="http://schemas.openxmlformats.org/drawingml/2006/main">
            <a:off x="8183948" y="801372"/>
            <a:ext cx="379493" cy="393127"/>
          </a:xfrm>
          <a:prstGeom xmlns:a="http://schemas.openxmlformats.org/drawingml/2006/main" prst="rect">
            <a:avLst/>
          </a:prstGeom>
        </p:spPr>
      </p:pic>
      <p:sp>
        <p:nvSpPr>
          <p:cNvPr id="194" name="collie-source-component-71">
            <a:extLst xmlns:a="http://schemas.openxmlformats.org/drawingml/2006/main">
              <a:ext uri="{FF2B5EF4-FFF2-40B4-BE49-F238E27FC236}">
                <a16:creationId xmlns:a16="http://schemas.microsoft.com/office/drawing/2014/main" id="{5216568F-D1CA-4461-9A39-449735AD98E0}"/>
              </a:ext>
            </a:extLst>
          </p:cNvPr>
          <p:cNvSpPr>
            <a:spLocks xmlns:a="http://schemas.openxmlformats.org/drawingml/2006/main" noGrp="1"/>
          </p:cNvSpPr>
          <p:nvPr/>
        </p:nvSpPr>
        <p:spPr>
          <a:xfrm xmlns:a="http://schemas.openxmlformats.org/drawingml/2006/main" rot="0">
            <a:off x="8183948" y="801372"/>
            <a:ext cx="379493" cy="393127"/>
          </a:xfrm>
          <a:prstGeom xmlns:a="http://schemas.openxmlformats.org/drawingml/2006/main" prst="rect">
            <a:avLst/>
          </a:prstGeom>
          <a:noFill xmlns:a="http://schemas.openxmlformats.org/drawingml/2006/main"/>
          <a:ln xmlns:a="http://schemas.openxmlformats.org/drawingml/2006/main" w="0">
            <a:noFill/>
          </a:ln>
        </p:spPr>
      </p:sp>
      <p:pic>
        <p:nvPicPr>
          <p:cNvPr id="195" name="">
            <a:extLst xmlns:a="http://schemas.openxmlformats.org/drawingml/2006/main">
              <a:ext uri="{FF2B5EF4-FFF2-40B4-BE49-F238E27FC236}">
                <a16:creationId xmlns:a16="http://schemas.microsoft.com/office/drawing/2014/main" id="{B5798A2B-AC5E-4EF5-9E66-4DEC1DE7D852}"/>
              </a:ext>
            </a:extLst>
          </p:cNvPr>
          <p:cNvPicPr>
            <a:picLocks xmlns:a="http://schemas.openxmlformats.org/drawingml/2006/main" noChangeAspect="1"/>
          </p:cNvPicPr>
          <p:nvPr/>
        </p:nvPicPr>
        <p:blipFill>
          <a:blip xmlns:r="http://schemas.openxmlformats.org/officeDocument/2006/relationships" xmlns:a="http://schemas.openxmlformats.org/drawingml/2006/main" r:embed="R194c2a00180e4a3e"/>
          <a:srcRect xmlns:a="http://schemas.openxmlformats.org/drawingml/2006/main" l="1138" t="0" r="1138" b="0"/>
          <a:stretch xmlns:a="http://schemas.openxmlformats.org/drawingml/2006/main">
            <a:fillRect l="0" t="0" r="0" b="0"/>
          </a:stretch>
        </p:blipFill>
        <p:spPr>
          <a:xfrm xmlns:a="http://schemas.openxmlformats.org/drawingml/2006/main">
            <a:off x="8262726" y="880293"/>
            <a:ext cx="225005" cy="239837"/>
          </a:xfrm>
          <a:prstGeom xmlns:a="http://schemas.openxmlformats.org/drawingml/2006/main" prst="rect">
            <a:avLst/>
          </a:prstGeom>
        </p:spPr>
      </p:pic>
      <p:sp>
        <p:nvSpPr>
          <p:cNvPr id="196" name="collie-source-component-72">
            <a:extLst xmlns:a="http://schemas.openxmlformats.org/drawingml/2006/main">
              <a:ext uri="{FF2B5EF4-FFF2-40B4-BE49-F238E27FC236}">
                <a16:creationId xmlns:a16="http://schemas.microsoft.com/office/drawing/2014/main" id="{30A8EFF7-7B1B-4439-88F4-C9CED13EEA2B}"/>
              </a:ext>
            </a:extLst>
          </p:cNvPr>
          <p:cNvSpPr>
            <a:spLocks xmlns:a="http://schemas.openxmlformats.org/drawingml/2006/main" noGrp="1"/>
          </p:cNvSpPr>
          <p:nvPr/>
        </p:nvSpPr>
        <p:spPr>
          <a:xfrm xmlns:a="http://schemas.openxmlformats.org/drawingml/2006/main" rot="0">
            <a:off x="8262726" y="880293"/>
            <a:ext cx="225005" cy="239837"/>
          </a:xfrm>
          <a:prstGeom xmlns:a="http://schemas.openxmlformats.org/drawingml/2006/main" prst="rect">
            <a:avLst/>
          </a:prstGeom>
          <a:noFill xmlns:a="http://schemas.openxmlformats.org/drawingml/2006/main"/>
          <a:ln xmlns:a="http://schemas.openxmlformats.org/drawingml/2006/main" w="0">
            <a:noFill/>
          </a:ln>
        </p:spPr>
      </p:sp>
      <p:pic>
        <p:nvPicPr>
          <p:cNvPr id="197" name="">
            <a:extLst xmlns:a="http://schemas.openxmlformats.org/drawingml/2006/main">
              <a:ext uri="{FF2B5EF4-FFF2-40B4-BE49-F238E27FC236}">
                <a16:creationId xmlns:a16="http://schemas.microsoft.com/office/drawing/2014/main" id="{DA1D4650-5568-43C7-973C-3E2067744DF3}"/>
              </a:ext>
            </a:extLst>
          </p:cNvPr>
          <p:cNvPicPr>
            <a:picLocks xmlns:a="http://schemas.openxmlformats.org/drawingml/2006/main" noChangeAspect="1"/>
          </p:cNvPicPr>
          <p:nvPr/>
        </p:nvPicPr>
        <p:blipFill>
          <a:blip xmlns:r="http://schemas.openxmlformats.org/officeDocument/2006/relationships" xmlns:a="http://schemas.openxmlformats.org/drawingml/2006/main" r:embed="R4e97200a4ee14e16"/>
          <a:srcRect xmlns:a="http://schemas.openxmlformats.org/drawingml/2006/main" l="674" t="0" r="674" b="0"/>
          <a:stretch xmlns:a="http://schemas.openxmlformats.org/drawingml/2006/main">
            <a:fillRect l="0" t="0" r="0" b="0"/>
          </a:stretch>
        </p:blipFill>
        <p:spPr>
          <a:xfrm xmlns:a="http://schemas.openxmlformats.org/drawingml/2006/main">
            <a:off x="8606626" y="578671"/>
            <a:ext cx="378366" cy="393127"/>
          </a:xfrm>
          <a:prstGeom xmlns:a="http://schemas.openxmlformats.org/drawingml/2006/main" prst="rect">
            <a:avLst/>
          </a:prstGeom>
        </p:spPr>
      </p:pic>
      <p:sp>
        <p:nvSpPr>
          <p:cNvPr id="198" name="collie-source-component-73">
            <a:extLst xmlns:a="http://schemas.openxmlformats.org/drawingml/2006/main">
              <a:ext uri="{FF2B5EF4-FFF2-40B4-BE49-F238E27FC236}">
                <a16:creationId xmlns:a16="http://schemas.microsoft.com/office/drawing/2014/main" id="{F3E20981-A768-4BE1-96D2-ABC7882B4ECF}"/>
              </a:ext>
            </a:extLst>
          </p:cNvPr>
          <p:cNvSpPr>
            <a:spLocks xmlns:a="http://schemas.openxmlformats.org/drawingml/2006/main" noGrp="1"/>
          </p:cNvSpPr>
          <p:nvPr/>
        </p:nvSpPr>
        <p:spPr>
          <a:xfrm xmlns:a="http://schemas.openxmlformats.org/drawingml/2006/main" rot="0">
            <a:off x="8606626" y="578671"/>
            <a:ext cx="378366" cy="393127"/>
          </a:xfrm>
          <a:prstGeom xmlns:a="http://schemas.openxmlformats.org/drawingml/2006/main" prst="rect">
            <a:avLst/>
          </a:prstGeom>
          <a:noFill xmlns:a="http://schemas.openxmlformats.org/drawingml/2006/main"/>
          <a:ln xmlns:a="http://schemas.openxmlformats.org/drawingml/2006/main" w="0">
            <a:noFill/>
          </a:ln>
        </p:spPr>
      </p:sp>
      <p:pic>
        <p:nvPicPr>
          <p:cNvPr id="199" name="">
            <a:extLst xmlns:a="http://schemas.openxmlformats.org/drawingml/2006/main">
              <a:ext uri="{FF2B5EF4-FFF2-40B4-BE49-F238E27FC236}">
                <a16:creationId xmlns:a16="http://schemas.microsoft.com/office/drawing/2014/main" id="{70807112-6FD5-4B63-93EA-7005D64D85FE}"/>
              </a:ext>
            </a:extLst>
          </p:cNvPr>
          <p:cNvPicPr>
            <a:picLocks xmlns:a="http://schemas.openxmlformats.org/drawingml/2006/main" noChangeAspect="1"/>
          </p:cNvPicPr>
          <p:nvPr/>
        </p:nvPicPr>
        <p:blipFill>
          <a:blip xmlns:r="http://schemas.openxmlformats.org/officeDocument/2006/relationships" xmlns:a="http://schemas.openxmlformats.org/drawingml/2006/main" r:embed="R462d9c1d14924f04"/>
          <a:srcRect xmlns:a="http://schemas.openxmlformats.org/drawingml/2006/main" l="1137" t="0" r="1137" b="0"/>
          <a:stretch xmlns:a="http://schemas.openxmlformats.org/drawingml/2006/main">
            <a:fillRect l="0" t="0" r="0" b="0"/>
          </a:stretch>
        </p:blipFill>
        <p:spPr>
          <a:xfrm xmlns:a="http://schemas.openxmlformats.org/drawingml/2006/main">
            <a:off x="8684932" y="656834"/>
            <a:ext cx="225006" cy="239837"/>
          </a:xfrm>
          <a:prstGeom xmlns:a="http://schemas.openxmlformats.org/drawingml/2006/main" prst="rect">
            <a:avLst/>
          </a:prstGeom>
        </p:spPr>
      </p:pic>
      <p:sp>
        <p:nvSpPr>
          <p:cNvPr id="200" name="collie-source-component-74">
            <a:extLst xmlns:a="http://schemas.openxmlformats.org/drawingml/2006/main">
              <a:ext uri="{FF2B5EF4-FFF2-40B4-BE49-F238E27FC236}">
                <a16:creationId xmlns:a16="http://schemas.microsoft.com/office/drawing/2014/main" id="{ACB90D2F-177E-4AC6-B008-375F36BBDA74}"/>
              </a:ext>
            </a:extLst>
          </p:cNvPr>
          <p:cNvSpPr>
            <a:spLocks xmlns:a="http://schemas.openxmlformats.org/drawingml/2006/main" noGrp="1"/>
          </p:cNvSpPr>
          <p:nvPr/>
        </p:nvSpPr>
        <p:spPr>
          <a:xfrm xmlns:a="http://schemas.openxmlformats.org/drawingml/2006/main" rot="0">
            <a:off x="8684932" y="656834"/>
            <a:ext cx="225006" cy="239837"/>
          </a:xfrm>
          <a:prstGeom xmlns:a="http://schemas.openxmlformats.org/drawingml/2006/main" prst="rect">
            <a:avLst/>
          </a:prstGeom>
          <a:noFill xmlns:a="http://schemas.openxmlformats.org/drawingml/2006/main"/>
          <a:ln xmlns:a="http://schemas.openxmlformats.org/drawingml/2006/main" w="0">
            <a:noFill/>
          </a:ln>
        </p:spPr>
      </p:sp>
      <p:sp>
        <p:nvSpPr>
          <p:cNvPr id="201" name="pdf-path-100000">
            <a:extLst xmlns:a="http://schemas.openxmlformats.org/drawingml/2006/main">
              <a:ext uri="{FF2B5EF4-FFF2-40B4-BE49-F238E27FC236}">
                <a16:creationId xmlns:a16="http://schemas.microsoft.com/office/drawing/2014/main" id="{0D8CFD10-4622-4F5B-9A72-C35D8F2BB3C6}"/>
              </a:ext>
            </a:extLst>
          </p:cNvPr>
          <p:cNvSpPr>
            <a:spLocks xmlns:a="http://schemas.openxmlformats.org/drawingml/2006/main" noGrp="1"/>
          </p:cNvSpPr>
          <p:nvPr/>
        </p:nvSpPr>
        <p:spPr>
          <a:xfrm xmlns:a="http://schemas.openxmlformats.org/drawingml/2006/main" rot="0">
            <a:off x="1450275" y="467978"/>
            <a:ext cx="122069" cy="186204"/>
          </a:xfrm>
          <a:custGeom xmlns:a="http://schemas.openxmlformats.org/drawingml/2006/main">
            <a:pathLst>
              <a:path w="122069" h="186204">
                <a:moveTo>
                  <a:pt x="57833" y="143922"/>
                </a:moveTo>
                <a:lnTo>
                  <a:pt x="48584" y="186204"/>
                </a:lnTo>
                <a:lnTo>
                  <a:pt x="32525" y="186204"/>
                </a:lnTo>
                <a:lnTo>
                  <a:pt x="41774" y="143922"/>
                </a:lnTo>
                <a:cubicBezTo>
                  <a:pt x="28357" y="142905"/>
                  <a:pt x="18041" y="138890"/>
                  <a:pt x="10825" y="131877"/>
                </a:cubicBezTo>
                <a:cubicBezTo>
                  <a:pt x="3608" y="124864"/>
                  <a:pt x="0" y="115361"/>
                  <a:pt x="0" y="103367"/>
                </a:cubicBezTo>
                <a:cubicBezTo>
                  <a:pt x="0" y="93136"/>
                  <a:pt x="2660" y="83463"/>
                  <a:pt x="7979" y="74349"/>
                </a:cubicBezTo>
                <a:cubicBezTo>
                  <a:pt x="13298" y="65236"/>
                  <a:pt x="20684" y="57884"/>
                  <a:pt x="30136" y="52294"/>
                </a:cubicBezTo>
                <a:cubicBezTo>
                  <a:pt x="39589" y="46703"/>
                  <a:pt x="50921" y="43807"/>
                  <a:pt x="64135" y="43603"/>
                </a:cubicBezTo>
                <a:lnTo>
                  <a:pt x="73587" y="0"/>
                </a:lnTo>
                <a:lnTo>
                  <a:pt x="89646" y="0"/>
                </a:lnTo>
                <a:lnTo>
                  <a:pt x="80092" y="43603"/>
                </a:lnTo>
                <a:cubicBezTo>
                  <a:pt x="93780" y="44620"/>
                  <a:pt x="104198" y="48618"/>
                  <a:pt x="111346" y="55597"/>
                </a:cubicBezTo>
                <a:cubicBezTo>
                  <a:pt x="118495" y="62576"/>
                  <a:pt x="122069" y="72029"/>
                  <a:pt x="122069" y="83954"/>
                </a:cubicBezTo>
                <a:cubicBezTo>
                  <a:pt x="122069" y="92966"/>
                  <a:pt x="120477" y="101148"/>
                  <a:pt x="117292" y="108500"/>
                </a:cubicBezTo>
                <a:cubicBezTo>
                  <a:pt x="114107" y="115852"/>
                  <a:pt x="109432" y="122289"/>
                  <a:pt x="103266" y="127812"/>
                </a:cubicBezTo>
                <a:cubicBezTo>
                  <a:pt x="97100" y="133334"/>
                  <a:pt x="90510" y="137400"/>
                  <a:pt x="83497" y="140009"/>
                </a:cubicBezTo>
                <a:cubicBezTo>
                  <a:pt x="76484" y="142617"/>
                  <a:pt x="67929" y="143922"/>
                  <a:pt x="57833" y="143922"/>
                </a:cubicBezTo>
                <a:moveTo>
                  <a:pt x="78263" y="51735"/>
                </a:moveTo>
                <a:lnTo>
                  <a:pt x="59764" y="135689"/>
                </a:lnTo>
                <a:cubicBezTo>
                  <a:pt x="68031" y="135350"/>
                  <a:pt x="75552" y="132877"/>
                  <a:pt x="82328" y="128269"/>
                </a:cubicBezTo>
                <a:cubicBezTo>
                  <a:pt x="89104" y="123662"/>
                  <a:pt x="94423" y="117428"/>
                  <a:pt x="98286" y="109567"/>
                </a:cubicBezTo>
                <a:cubicBezTo>
                  <a:pt x="102148" y="101707"/>
                  <a:pt x="104079" y="93170"/>
                  <a:pt x="104079" y="83954"/>
                </a:cubicBezTo>
                <a:cubicBezTo>
                  <a:pt x="104079" y="78534"/>
                  <a:pt x="103130" y="73485"/>
                  <a:pt x="101233" y="68810"/>
                </a:cubicBezTo>
                <a:cubicBezTo>
                  <a:pt x="99336" y="64135"/>
                  <a:pt x="96405" y="60255"/>
                  <a:pt x="92441" y="57172"/>
                </a:cubicBezTo>
                <a:cubicBezTo>
                  <a:pt x="88477" y="54089"/>
                  <a:pt x="83751" y="52277"/>
                  <a:pt x="78263" y="51735"/>
                </a:cubicBezTo>
                <a:moveTo>
                  <a:pt x="62203" y="51938"/>
                </a:moveTo>
                <a:cubicBezTo>
                  <a:pt x="50210" y="52548"/>
                  <a:pt x="39826" y="57731"/>
                  <a:pt x="31051" y="67489"/>
                </a:cubicBezTo>
                <a:cubicBezTo>
                  <a:pt x="22276" y="77246"/>
                  <a:pt x="17889" y="89273"/>
                  <a:pt x="17889" y="103571"/>
                </a:cubicBezTo>
                <a:cubicBezTo>
                  <a:pt x="17889" y="112380"/>
                  <a:pt x="20226" y="119765"/>
                  <a:pt x="24902" y="125728"/>
                </a:cubicBezTo>
                <a:cubicBezTo>
                  <a:pt x="29577" y="131691"/>
                  <a:pt x="35845" y="135045"/>
                  <a:pt x="43705" y="135791"/>
                </a:cubicBezTo>
                <a:lnTo>
                  <a:pt x="62203" y="51938"/>
                </a:lnTo>
              </a:path>
            </a:pathLst>
          </a:custGeom>
          <a:solidFill xmlns:a="http://schemas.openxmlformats.org/drawingml/2006/main">
            <a:srgbClr val="7030A0"/>
          </a:solidFill>
          <a:ln xmlns:a="http://schemas.openxmlformats.org/drawingml/2006/main" w="0">
            <a:noFill/>
            <a:prstDash val="solid"/>
          </a:ln>
        </p:spPr>
      </p:sp>
      <p:sp>
        <p:nvSpPr>
          <p:cNvPr id="202" name="pdf-path-100001">
            <a:extLst xmlns:a="http://schemas.openxmlformats.org/drawingml/2006/main">
              <a:ext uri="{FF2B5EF4-FFF2-40B4-BE49-F238E27FC236}">
                <a16:creationId xmlns:a16="http://schemas.microsoft.com/office/drawing/2014/main" id="{47613BD1-B13E-48F4-9FB7-6DC9DAB7871B}"/>
              </a:ext>
            </a:extLst>
          </p:cNvPr>
          <p:cNvSpPr>
            <a:spLocks xmlns:a="http://schemas.openxmlformats.org/drawingml/2006/main" noGrp="1"/>
          </p:cNvSpPr>
          <p:nvPr/>
        </p:nvSpPr>
        <p:spPr>
          <a:xfrm xmlns:a="http://schemas.openxmlformats.org/drawingml/2006/main" rot="0">
            <a:off x="1605082" y="463607"/>
            <a:ext cx="64236" cy="192810"/>
          </a:xfrm>
          <a:custGeom xmlns:a="http://schemas.openxmlformats.org/drawingml/2006/main">
            <a:pathLst>
              <a:path w="64236" h="192810">
                <a:moveTo>
                  <a:pt x="17584" y="95440"/>
                </a:moveTo>
                <a:cubicBezTo>
                  <a:pt x="17584" y="119156"/>
                  <a:pt x="21395" y="138704"/>
                  <a:pt x="29018" y="154086"/>
                </a:cubicBezTo>
                <a:cubicBezTo>
                  <a:pt x="36641" y="169467"/>
                  <a:pt x="48279" y="179767"/>
                  <a:pt x="63931" y="184984"/>
                </a:cubicBezTo>
                <a:lnTo>
                  <a:pt x="61492" y="192810"/>
                </a:lnTo>
                <a:cubicBezTo>
                  <a:pt x="41638" y="187593"/>
                  <a:pt x="26426" y="176362"/>
                  <a:pt x="15856" y="159117"/>
                </a:cubicBezTo>
                <a:cubicBezTo>
                  <a:pt x="5285" y="141872"/>
                  <a:pt x="0" y="120985"/>
                  <a:pt x="0" y="96456"/>
                </a:cubicBezTo>
                <a:cubicBezTo>
                  <a:pt x="0" y="71995"/>
                  <a:pt x="5302" y="51108"/>
                  <a:pt x="15907" y="33795"/>
                </a:cubicBezTo>
                <a:cubicBezTo>
                  <a:pt x="26511" y="16483"/>
                  <a:pt x="41706" y="5218"/>
                  <a:pt x="61492" y="0"/>
                </a:cubicBezTo>
                <a:lnTo>
                  <a:pt x="64236" y="7826"/>
                </a:lnTo>
                <a:cubicBezTo>
                  <a:pt x="48380" y="13044"/>
                  <a:pt x="36641" y="23225"/>
                  <a:pt x="29018" y="38369"/>
                </a:cubicBezTo>
                <a:cubicBezTo>
                  <a:pt x="21395" y="53513"/>
                  <a:pt x="17584" y="72537"/>
                  <a:pt x="17584" y="95440"/>
                </a:cubicBezTo>
              </a:path>
            </a:pathLst>
          </a:custGeom>
          <a:solidFill xmlns:a="http://schemas.openxmlformats.org/drawingml/2006/main">
            <a:srgbClr val="7030A0"/>
          </a:solidFill>
          <a:ln xmlns:a="http://schemas.openxmlformats.org/drawingml/2006/main" w="0">
            <a:noFill/>
            <a:prstDash val="solid"/>
          </a:ln>
        </p:spPr>
      </p:sp>
      <p:sp>
        <p:nvSpPr>
          <p:cNvPr id="203" name="pdf-path-100002">
            <a:extLst xmlns:a="http://schemas.openxmlformats.org/drawingml/2006/main">
              <a:ext uri="{FF2B5EF4-FFF2-40B4-BE49-F238E27FC236}">
                <a16:creationId xmlns:a16="http://schemas.microsoft.com/office/drawing/2014/main" id="{8F1A64E5-5F97-4051-8B5C-3E524833847E}"/>
              </a:ext>
            </a:extLst>
          </p:cNvPr>
          <p:cNvSpPr>
            <a:spLocks xmlns:a="http://schemas.openxmlformats.org/drawingml/2006/main" noGrp="1"/>
          </p:cNvSpPr>
          <p:nvPr/>
        </p:nvSpPr>
        <p:spPr>
          <a:xfrm xmlns:a="http://schemas.openxmlformats.org/drawingml/2006/main" rot="0">
            <a:off x="1678222" y="511683"/>
            <a:ext cx="84361" cy="100522"/>
          </a:xfrm>
          <a:custGeom xmlns:a="http://schemas.openxmlformats.org/drawingml/2006/main">
            <a:pathLst>
              <a:path w="84361" h="100522">
                <a:moveTo>
                  <a:pt x="71554" y="26325"/>
                </a:moveTo>
                <a:cubicBezTo>
                  <a:pt x="70809" y="20294"/>
                  <a:pt x="68827" y="15720"/>
                  <a:pt x="65608" y="12603"/>
                </a:cubicBezTo>
                <a:cubicBezTo>
                  <a:pt x="62390" y="9486"/>
                  <a:pt x="57325" y="7928"/>
                  <a:pt x="50413" y="7928"/>
                </a:cubicBezTo>
                <a:cubicBezTo>
                  <a:pt x="45060" y="7928"/>
                  <a:pt x="40724" y="9300"/>
                  <a:pt x="37403" y="12044"/>
                </a:cubicBezTo>
                <a:cubicBezTo>
                  <a:pt x="34083" y="14789"/>
                  <a:pt x="32423" y="18397"/>
                  <a:pt x="32423" y="22869"/>
                </a:cubicBezTo>
                <a:cubicBezTo>
                  <a:pt x="32423" y="25308"/>
                  <a:pt x="32846" y="27460"/>
                  <a:pt x="33693" y="29323"/>
                </a:cubicBezTo>
                <a:cubicBezTo>
                  <a:pt x="34540" y="31187"/>
                  <a:pt x="36251" y="33236"/>
                  <a:pt x="38826" y="35472"/>
                </a:cubicBezTo>
                <a:cubicBezTo>
                  <a:pt x="41401" y="37708"/>
                  <a:pt x="45399" y="40453"/>
                  <a:pt x="50820" y="43705"/>
                </a:cubicBezTo>
                <a:cubicBezTo>
                  <a:pt x="55089" y="46280"/>
                  <a:pt x="58511" y="48635"/>
                  <a:pt x="61085" y="50769"/>
                </a:cubicBezTo>
                <a:cubicBezTo>
                  <a:pt x="63660" y="52904"/>
                  <a:pt x="65693" y="55021"/>
                  <a:pt x="67184" y="57122"/>
                </a:cubicBezTo>
                <a:cubicBezTo>
                  <a:pt x="68674" y="59222"/>
                  <a:pt x="69759" y="61441"/>
                  <a:pt x="70436" y="63779"/>
                </a:cubicBezTo>
                <a:cubicBezTo>
                  <a:pt x="71114" y="66117"/>
                  <a:pt x="71453" y="68946"/>
                  <a:pt x="71453" y="72266"/>
                </a:cubicBezTo>
                <a:cubicBezTo>
                  <a:pt x="71453" y="78297"/>
                  <a:pt x="69843" y="83463"/>
                  <a:pt x="66625" y="87766"/>
                </a:cubicBezTo>
                <a:cubicBezTo>
                  <a:pt x="63406" y="92069"/>
                  <a:pt x="59036" y="95270"/>
                  <a:pt x="53513" y="97371"/>
                </a:cubicBezTo>
                <a:cubicBezTo>
                  <a:pt x="47991" y="99471"/>
                  <a:pt x="41706" y="100522"/>
                  <a:pt x="34659" y="100522"/>
                </a:cubicBezTo>
                <a:cubicBezTo>
                  <a:pt x="29035" y="100522"/>
                  <a:pt x="23513" y="100098"/>
                  <a:pt x="18092" y="99251"/>
                </a:cubicBezTo>
                <a:cubicBezTo>
                  <a:pt x="12671" y="98404"/>
                  <a:pt x="6640" y="96964"/>
                  <a:pt x="0" y="94932"/>
                </a:cubicBezTo>
                <a:lnTo>
                  <a:pt x="4879" y="72774"/>
                </a:lnTo>
                <a:lnTo>
                  <a:pt x="12807" y="72774"/>
                </a:lnTo>
                <a:cubicBezTo>
                  <a:pt x="13078" y="79279"/>
                  <a:pt x="14907" y="84192"/>
                  <a:pt x="18295" y="87512"/>
                </a:cubicBezTo>
                <a:cubicBezTo>
                  <a:pt x="21683" y="90832"/>
                  <a:pt x="27070" y="92492"/>
                  <a:pt x="34456" y="92492"/>
                </a:cubicBezTo>
                <a:cubicBezTo>
                  <a:pt x="40893" y="92492"/>
                  <a:pt x="45924" y="91052"/>
                  <a:pt x="49549" y="88172"/>
                </a:cubicBezTo>
                <a:cubicBezTo>
                  <a:pt x="53174" y="85293"/>
                  <a:pt x="54987" y="81210"/>
                  <a:pt x="54987" y="75925"/>
                </a:cubicBezTo>
                <a:cubicBezTo>
                  <a:pt x="54987" y="72876"/>
                  <a:pt x="54479" y="70250"/>
                  <a:pt x="53462" y="68048"/>
                </a:cubicBezTo>
                <a:cubicBezTo>
                  <a:pt x="52446" y="65846"/>
                  <a:pt x="50786" y="63728"/>
                  <a:pt x="48482" y="61695"/>
                </a:cubicBezTo>
                <a:cubicBezTo>
                  <a:pt x="46178" y="59663"/>
                  <a:pt x="42519" y="57122"/>
                  <a:pt x="37505" y="54072"/>
                </a:cubicBezTo>
                <a:cubicBezTo>
                  <a:pt x="32220" y="50888"/>
                  <a:pt x="28103" y="48008"/>
                  <a:pt x="25156" y="45433"/>
                </a:cubicBezTo>
                <a:cubicBezTo>
                  <a:pt x="22208" y="42858"/>
                  <a:pt x="19989" y="40063"/>
                  <a:pt x="18498" y="37048"/>
                </a:cubicBezTo>
                <a:cubicBezTo>
                  <a:pt x="17008" y="34032"/>
                  <a:pt x="16262" y="30560"/>
                  <a:pt x="16262" y="26630"/>
                </a:cubicBezTo>
                <a:cubicBezTo>
                  <a:pt x="16262" y="21277"/>
                  <a:pt x="17702" y="16584"/>
                  <a:pt x="20582" y="12553"/>
                </a:cubicBezTo>
                <a:cubicBezTo>
                  <a:pt x="23462" y="8521"/>
                  <a:pt x="27578" y="5421"/>
                  <a:pt x="32931" y="3252"/>
                </a:cubicBezTo>
                <a:cubicBezTo>
                  <a:pt x="38284" y="1084"/>
                  <a:pt x="44518" y="0"/>
                  <a:pt x="51633" y="0"/>
                </a:cubicBezTo>
                <a:cubicBezTo>
                  <a:pt x="57935" y="0"/>
                  <a:pt x="63677" y="373"/>
                  <a:pt x="68861" y="1118"/>
                </a:cubicBezTo>
                <a:cubicBezTo>
                  <a:pt x="74044" y="1864"/>
                  <a:pt x="79211" y="3151"/>
                  <a:pt x="84361" y="4980"/>
                </a:cubicBezTo>
                <a:lnTo>
                  <a:pt x="79787" y="26325"/>
                </a:lnTo>
                <a:lnTo>
                  <a:pt x="71554" y="26325"/>
                </a:lnTo>
              </a:path>
            </a:pathLst>
          </a:custGeom>
          <a:solidFill xmlns:a="http://schemas.openxmlformats.org/drawingml/2006/main">
            <a:srgbClr val="7030A0"/>
          </a:solidFill>
          <a:ln xmlns:a="http://schemas.openxmlformats.org/drawingml/2006/main" w="0">
            <a:noFill/>
            <a:prstDash val="solid"/>
          </a:ln>
        </p:spPr>
      </p:sp>
      <p:sp>
        <p:nvSpPr>
          <p:cNvPr id="204" name="pdf-path-100003">
            <a:extLst xmlns:a="http://schemas.openxmlformats.org/drawingml/2006/main">
              <a:ext uri="{FF2B5EF4-FFF2-40B4-BE49-F238E27FC236}">
                <a16:creationId xmlns:a16="http://schemas.microsoft.com/office/drawing/2014/main" id="{C17A0717-1813-4D55-9655-1329088B8AB4}"/>
              </a:ext>
            </a:extLst>
          </p:cNvPr>
          <p:cNvSpPr>
            <a:spLocks xmlns:a="http://schemas.openxmlformats.org/drawingml/2006/main" noGrp="1"/>
          </p:cNvSpPr>
          <p:nvPr/>
        </p:nvSpPr>
        <p:spPr>
          <a:xfrm xmlns:a="http://schemas.openxmlformats.org/drawingml/2006/main" rot="0">
            <a:off x="1778127" y="463607"/>
            <a:ext cx="64236" cy="192810"/>
          </a:xfrm>
          <a:custGeom xmlns:a="http://schemas.openxmlformats.org/drawingml/2006/main">
            <a:pathLst>
              <a:path w="64236" h="192810">
                <a:moveTo>
                  <a:pt x="46653" y="95440"/>
                </a:moveTo>
                <a:cubicBezTo>
                  <a:pt x="46653" y="72537"/>
                  <a:pt x="42858" y="53513"/>
                  <a:pt x="35269" y="38369"/>
                </a:cubicBezTo>
                <a:cubicBezTo>
                  <a:pt x="27680" y="23225"/>
                  <a:pt x="15924" y="13044"/>
                  <a:pt x="0" y="7826"/>
                </a:cubicBezTo>
                <a:lnTo>
                  <a:pt x="2744" y="0"/>
                </a:lnTo>
                <a:cubicBezTo>
                  <a:pt x="22530" y="5218"/>
                  <a:pt x="37725" y="16483"/>
                  <a:pt x="48330" y="33795"/>
                </a:cubicBezTo>
                <a:cubicBezTo>
                  <a:pt x="58934" y="51108"/>
                  <a:pt x="64236" y="71995"/>
                  <a:pt x="64236" y="96456"/>
                </a:cubicBezTo>
                <a:cubicBezTo>
                  <a:pt x="64236" y="120985"/>
                  <a:pt x="58951" y="141872"/>
                  <a:pt x="48381" y="159117"/>
                </a:cubicBezTo>
                <a:cubicBezTo>
                  <a:pt x="37810" y="176362"/>
                  <a:pt x="22598" y="187593"/>
                  <a:pt x="2744" y="192810"/>
                </a:cubicBezTo>
                <a:lnTo>
                  <a:pt x="305" y="184984"/>
                </a:lnTo>
                <a:cubicBezTo>
                  <a:pt x="15957" y="179767"/>
                  <a:pt x="27595" y="169467"/>
                  <a:pt x="35218" y="154086"/>
                </a:cubicBezTo>
                <a:cubicBezTo>
                  <a:pt x="42841" y="138704"/>
                  <a:pt x="46653" y="119156"/>
                  <a:pt x="46653" y="95440"/>
                </a:cubicBezTo>
              </a:path>
            </a:pathLst>
          </a:custGeom>
          <a:solidFill xmlns:a="http://schemas.openxmlformats.org/drawingml/2006/main">
            <a:srgbClr val="7030A0"/>
          </a:solidFill>
          <a:ln xmlns:a="http://schemas.openxmlformats.org/drawingml/2006/main" w="0">
            <a:noFill/>
            <a:prstDash val="solid"/>
          </a:ln>
        </p:spPr>
      </p:sp>
      <p:sp>
        <p:nvSpPr>
          <p:cNvPr id="205" name="pdf-path-100004">
            <a:extLst xmlns:a="http://schemas.openxmlformats.org/drawingml/2006/main">
              <a:ext uri="{FF2B5EF4-FFF2-40B4-BE49-F238E27FC236}">
                <a16:creationId xmlns:a16="http://schemas.microsoft.com/office/drawing/2014/main" id="{3F95898D-0BF0-45FA-8D12-15C13A5F5110}"/>
              </a:ext>
            </a:extLst>
          </p:cNvPr>
          <p:cNvSpPr>
            <a:spLocks xmlns:a="http://schemas.openxmlformats.org/drawingml/2006/main" noGrp="1"/>
          </p:cNvSpPr>
          <p:nvPr/>
        </p:nvSpPr>
        <p:spPr>
          <a:xfrm xmlns:a="http://schemas.openxmlformats.org/drawingml/2006/main" rot="0">
            <a:off x="13410336" y="225948"/>
            <a:ext cx="145085" cy="98686"/>
          </a:xfrm>
          <a:custGeom xmlns:a="http://schemas.openxmlformats.org/drawingml/2006/main">
            <a:pathLst>
              <a:path w="145085" h="98686">
                <a:moveTo>
                  <a:pt x="91679" y="80208"/>
                </a:moveTo>
                <a:cubicBezTo>
                  <a:pt x="102240" y="65181"/>
                  <a:pt x="110276" y="52067"/>
                  <a:pt x="115793" y="40865"/>
                </a:cubicBezTo>
                <a:cubicBezTo>
                  <a:pt x="121309" y="29663"/>
                  <a:pt x="124067" y="20543"/>
                  <a:pt x="124067" y="13503"/>
                </a:cubicBezTo>
                <a:cubicBezTo>
                  <a:pt x="124067" y="10322"/>
                  <a:pt x="123390" y="8156"/>
                  <a:pt x="122037" y="7006"/>
                </a:cubicBezTo>
                <a:cubicBezTo>
                  <a:pt x="120683" y="5855"/>
                  <a:pt x="118381" y="5178"/>
                  <a:pt x="115134" y="4975"/>
                </a:cubicBezTo>
                <a:lnTo>
                  <a:pt x="116149" y="0"/>
                </a:lnTo>
                <a:lnTo>
                  <a:pt x="142343" y="0"/>
                </a:lnTo>
                <a:lnTo>
                  <a:pt x="145085" y="5077"/>
                </a:lnTo>
                <a:cubicBezTo>
                  <a:pt x="142715" y="11101"/>
                  <a:pt x="140820" y="15737"/>
                  <a:pt x="139399" y="18986"/>
                </a:cubicBezTo>
                <a:cubicBezTo>
                  <a:pt x="137978" y="22235"/>
                  <a:pt x="136115" y="26144"/>
                  <a:pt x="133815" y="30713"/>
                </a:cubicBezTo>
                <a:cubicBezTo>
                  <a:pt x="131512" y="35281"/>
                  <a:pt x="129076" y="39833"/>
                  <a:pt x="126505" y="44368"/>
                </a:cubicBezTo>
                <a:cubicBezTo>
                  <a:pt x="123933" y="48903"/>
                  <a:pt x="120903" y="53895"/>
                  <a:pt x="117417" y="59344"/>
                </a:cubicBezTo>
                <a:cubicBezTo>
                  <a:pt x="113932" y="64792"/>
                  <a:pt x="110024" y="70715"/>
                  <a:pt x="105691" y="77111"/>
                </a:cubicBezTo>
                <a:cubicBezTo>
                  <a:pt x="101359" y="83507"/>
                  <a:pt x="96249" y="90699"/>
                  <a:pt x="90361" y="98686"/>
                </a:cubicBezTo>
                <a:lnTo>
                  <a:pt x="78278" y="98686"/>
                </a:lnTo>
                <a:lnTo>
                  <a:pt x="74115" y="56247"/>
                </a:lnTo>
                <a:cubicBezTo>
                  <a:pt x="73776" y="52930"/>
                  <a:pt x="73422" y="48599"/>
                  <a:pt x="73049" y="43251"/>
                </a:cubicBezTo>
                <a:cubicBezTo>
                  <a:pt x="72678" y="37904"/>
                  <a:pt x="72423" y="33775"/>
                  <a:pt x="72289" y="30865"/>
                </a:cubicBezTo>
                <a:lnTo>
                  <a:pt x="71171" y="30763"/>
                </a:lnTo>
                <a:cubicBezTo>
                  <a:pt x="67517" y="39765"/>
                  <a:pt x="62541" y="49783"/>
                  <a:pt x="56247" y="60816"/>
                </a:cubicBezTo>
                <a:cubicBezTo>
                  <a:pt x="49952" y="71849"/>
                  <a:pt x="42168" y="84472"/>
                  <a:pt x="32895" y="98686"/>
                </a:cubicBezTo>
                <a:lnTo>
                  <a:pt x="19290" y="98686"/>
                </a:lnTo>
                <a:lnTo>
                  <a:pt x="11574" y="22235"/>
                </a:lnTo>
                <a:cubicBezTo>
                  <a:pt x="11167" y="18309"/>
                  <a:pt x="10660" y="15128"/>
                  <a:pt x="10051" y="12691"/>
                </a:cubicBezTo>
                <a:cubicBezTo>
                  <a:pt x="9442" y="10255"/>
                  <a:pt x="8426" y="8427"/>
                  <a:pt x="7004" y="7209"/>
                </a:cubicBezTo>
                <a:cubicBezTo>
                  <a:pt x="5583" y="5990"/>
                  <a:pt x="3249" y="5246"/>
                  <a:pt x="0" y="4975"/>
                </a:cubicBezTo>
                <a:lnTo>
                  <a:pt x="1116" y="0"/>
                </a:lnTo>
                <a:lnTo>
                  <a:pt x="27717" y="0"/>
                </a:lnTo>
                <a:lnTo>
                  <a:pt x="33809" y="80106"/>
                </a:lnTo>
                <a:cubicBezTo>
                  <a:pt x="43353" y="64539"/>
                  <a:pt x="50240" y="52693"/>
                  <a:pt x="54469" y="44571"/>
                </a:cubicBezTo>
                <a:cubicBezTo>
                  <a:pt x="58700" y="36449"/>
                  <a:pt x="61831" y="29427"/>
                  <a:pt x="63861" y="23504"/>
                </a:cubicBezTo>
                <a:cubicBezTo>
                  <a:pt x="65891" y="17581"/>
                  <a:pt x="67449" y="11405"/>
                  <a:pt x="68532" y="4975"/>
                </a:cubicBezTo>
                <a:lnTo>
                  <a:pt x="69648" y="0"/>
                </a:lnTo>
                <a:lnTo>
                  <a:pt x="84269" y="0"/>
                </a:lnTo>
                <a:lnTo>
                  <a:pt x="91679" y="80208"/>
                </a:lnTo>
              </a:path>
            </a:pathLst>
          </a:custGeom>
          <a:solidFill xmlns:a="http://schemas.openxmlformats.org/drawingml/2006/main">
            <a:srgbClr val="000000"/>
          </a:solidFill>
          <a:ln xmlns:a="http://schemas.openxmlformats.org/drawingml/2006/main" w="0">
            <a:noFill/>
            <a:prstDash val="solid"/>
          </a:ln>
        </p:spPr>
      </p:sp>
      <p:sp>
        <p:nvSpPr>
          <p:cNvPr id="206" name="pdf-path-100005">
            <a:extLst xmlns:a="http://schemas.openxmlformats.org/drawingml/2006/main">
              <a:ext uri="{FF2B5EF4-FFF2-40B4-BE49-F238E27FC236}">
                <a16:creationId xmlns:a16="http://schemas.microsoft.com/office/drawing/2014/main" id="{ADA86185-D05D-44AF-B5D8-AB0C61A2063F}"/>
              </a:ext>
            </a:extLst>
          </p:cNvPr>
          <p:cNvSpPr>
            <a:spLocks xmlns:a="http://schemas.openxmlformats.org/drawingml/2006/main" noGrp="1"/>
          </p:cNvSpPr>
          <p:nvPr/>
        </p:nvSpPr>
        <p:spPr>
          <a:xfrm xmlns:a="http://schemas.openxmlformats.org/drawingml/2006/main" rot="0">
            <a:off x="13583235" y="176301"/>
            <a:ext cx="64166" cy="192600"/>
          </a:xfrm>
          <a:custGeom xmlns:a="http://schemas.openxmlformats.org/drawingml/2006/main">
            <a:pathLst>
              <a:path w="64166" h="192600">
                <a:moveTo>
                  <a:pt x="17565" y="95335"/>
                </a:moveTo>
                <a:cubicBezTo>
                  <a:pt x="17565" y="119025"/>
                  <a:pt x="21372" y="138553"/>
                  <a:pt x="28987" y="153917"/>
                </a:cubicBezTo>
                <a:cubicBezTo>
                  <a:pt x="36601" y="169282"/>
                  <a:pt x="48227" y="179570"/>
                  <a:pt x="63863" y="184782"/>
                </a:cubicBezTo>
                <a:lnTo>
                  <a:pt x="61425" y="192600"/>
                </a:lnTo>
                <a:cubicBezTo>
                  <a:pt x="41593" y="187388"/>
                  <a:pt x="26398" y="176169"/>
                  <a:pt x="15840" y="158943"/>
                </a:cubicBezTo>
                <a:cubicBezTo>
                  <a:pt x="5279" y="141717"/>
                  <a:pt x="0" y="120853"/>
                  <a:pt x="0" y="96351"/>
                </a:cubicBezTo>
                <a:cubicBezTo>
                  <a:pt x="0" y="71916"/>
                  <a:pt x="5297" y="51052"/>
                  <a:pt x="15890" y="33758"/>
                </a:cubicBezTo>
                <a:cubicBezTo>
                  <a:pt x="26482" y="16465"/>
                  <a:pt x="41661" y="5212"/>
                  <a:pt x="61425" y="0"/>
                </a:cubicBezTo>
                <a:lnTo>
                  <a:pt x="64166" y="7818"/>
                </a:lnTo>
                <a:cubicBezTo>
                  <a:pt x="48328" y="13030"/>
                  <a:pt x="36601" y="23199"/>
                  <a:pt x="28987" y="38327"/>
                </a:cubicBezTo>
                <a:cubicBezTo>
                  <a:pt x="21372" y="53455"/>
                  <a:pt x="17565" y="72458"/>
                  <a:pt x="17565" y="95335"/>
                </a:cubicBezTo>
              </a:path>
            </a:pathLst>
          </a:custGeom>
          <a:solidFill xmlns:a="http://schemas.openxmlformats.org/drawingml/2006/main">
            <a:srgbClr val="000000"/>
          </a:solidFill>
          <a:ln xmlns:a="http://schemas.openxmlformats.org/drawingml/2006/main" w="0">
            <a:noFill/>
            <a:prstDash val="solid"/>
          </a:ln>
        </p:spPr>
      </p:sp>
      <p:sp>
        <p:nvSpPr>
          <p:cNvPr id="207" name="pdf-path-100006">
            <a:extLst xmlns:a="http://schemas.openxmlformats.org/drawingml/2006/main">
              <a:ext uri="{FF2B5EF4-FFF2-40B4-BE49-F238E27FC236}">
                <a16:creationId xmlns:a16="http://schemas.microsoft.com/office/drawing/2014/main" id="{97E04619-D325-4F05-B84D-4AE3A2631FCB}"/>
              </a:ext>
            </a:extLst>
          </p:cNvPr>
          <p:cNvSpPr>
            <a:spLocks xmlns:a="http://schemas.openxmlformats.org/drawingml/2006/main" noGrp="1"/>
          </p:cNvSpPr>
          <p:nvPr/>
        </p:nvSpPr>
        <p:spPr>
          <a:xfrm xmlns:a="http://schemas.openxmlformats.org/drawingml/2006/main" rot="0">
            <a:off x="13656391" y="224324"/>
            <a:ext cx="84269" cy="100412"/>
          </a:xfrm>
          <a:custGeom xmlns:a="http://schemas.openxmlformats.org/drawingml/2006/main">
            <a:pathLst>
              <a:path w="84269" h="100412">
                <a:moveTo>
                  <a:pt x="71476" y="26296"/>
                </a:moveTo>
                <a:cubicBezTo>
                  <a:pt x="70731" y="20272"/>
                  <a:pt x="68752" y="15703"/>
                  <a:pt x="65536" y="12590"/>
                </a:cubicBezTo>
                <a:cubicBezTo>
                  <a:pt x="62321" y="9476"/>
                  <a:pt x="57262" y="7919"/>
                  <a:pt x="50357" y="7919"/>
                </a:cubicBezTo>
                <a:cubicBezTo>
                  <a:pt x="45011" y="7919"/>
                  <a:pt x="40679" y="9290"/>
                  <a:pt x="37362" y="12031"/>
                </a:cubicBezTo>
                <a:cubicBezTo>
                  <a:pt x="34046" y="14773"/>
                  <a:pt x="32388" y="18377"/>
                  <a:pt x="32388" y="22844"/>
                </a:cubicBezTo>
                <a:cubicBezTo>
                  <a:pt x="32388" y="25281"/>
                  <a:pt x="32810" y="27430"/>
                  <a:pt x="33656" y="29291"/>
                </a:cubicBezTo>
                <a:cubicBezTo>
                  <a:pt x="34501" y="31153"/>
                  <a:pt x="36211" y="33200"/>
                  <a:pt x="38783" y="35434"/>
                </a:cubicBezTo>
                <a:cubicBezTo>
                  <a:pt x="41356" y="37667"/>
                  <a:pt x="45350" y="40408"/>
                  <a:pt x="50763" y="43657"/>
                </a:cubicBezTo>
                <a:cubicBezTo>
                  <a:pt x="55027" y="46229"/>
                  <a:pt x="58446" y="48582"/>
                  <a:pt x="61018" y="50714"/>
                </a:cubicBezTo>
                <a:cubicBezTo>
                  <a:pt x="63591" y="52846"/>
                  <a:pt x="65621" y="54961"/>
                  <a:pt x="67110" y="57059"/>
                </a:cubicBezTo>
                <a:cubicBezTo>
                  <a:pt x="68598" y="59157"/>
                  <a:pt x="69681" y="61374"/>
                  <a:pt x="70358" y="63709"/>
                </a:cubicBezTo>
                <a:cubicBezTo>
                  <a:pt x="71036" y="66044"/>
                  <a:pt x="71375" y="68870"/>
                  <a:pt x="71375" y="72187"/>
                </a:cubicBezTo>
                <a:cubicBezTo>
                  <a:pt x="71375" y="78211"/>
                  <a:pt x="69767" y="83372"/>
                  <a:pt x="66551" y="87670"/>
                </a:cubicBezTo>
                <a:cubicBezTo>
                  <a:pt x="63336" y="91968"/>
                  <a:pt x="58971" y="95166"/>
                  <a:pt x="53454" y="97264"/>
                </a:cubicBezTo>
                <a:cubicBezTo>
                  <a:pt x="47938" y="99363"/>
                  <a:pt x="41661" y="100412"/>
                  <a:pt x="34620" y="100412"/>
                </a:cubicBezTo>
                <a:cubicBezTo>
                  <a:pt x="29002" y="100412"/>
                  <a:pt x="23486" y="99989"/>
                  <a:pt x="18072" y="99143"/>
                </a:cubicBezTo>
                <a:cubicBezTo>
                  <a:pt x="12657" y="98297"/>
                  <a:pt x="6633" y="96858"/>
                  <a:pt x="0" y="94828"/>
                </a:cubicBezTo>
                <a:lnTo>
                  <a:pt x="4873" y="72695"/>
                </a:lnTo>
                <a:lnTo>
                  <a:pt x="12793" y="72695"/>
                </a:lnTo>
                <a:cubicBezTo>
                  <a:pt x="13063" y="79192"/>
                  <a:pt x="14891" y="84100"/>
                  <a:pt x="18274" y="87416"/>
                </a:cubicBezTo>
                <a:cubicBezTo>
                  <a:pt x="21660" y="90733"/>
                  <a:pt x="27040" y="92391"/>
                  <a:pt x="34418" y="92391"/>
                </a:cubicBezTo>
                <a:cubicBezTo>
                  <a:pt x="40848" y="92391"/>
                  <a:pt x="45873" y="90953"/>
                  <a:pt x="49495" y="88076"/>
                </a:cubicBezTo>
                <a:cubicBezTo>
                  <a:pt x="53116" y="85200"/>
                  <a:pt x="54926" y="81122"/>
                  <a:pt x="54926" y="75842"/>
                </a:cubicBezTo>
                <a:cubicBezTo>
                  <a:pt x="54926" y="72796"/>
                  <a:pt x="54419" y="70173"/>
                  <a:pt x="53404" y="67974"/>
                </a:cubicBezTo>
                <a:cubicBezTo>
                  <a:pt x="52389" y="65774"/>
                  <a:pt x="50730" y="63658"/>
                  <a:pt x="48428" y="61628"/>
                </a:cubicBezTo>
                <a:cubicBezTo>
                  <a:pt x="46127" y="59597"/>
                  <a:pt x="42472" y="57059"/>
                  <a:pt x="37463" y="54013"/>
                </a:cubicBezTo>
                <a:cubicBezTo>
                  <a:pt x="32184" y="50832"/>
                  <a:pt x="28073" y="47955"/>
                  <a:pt x="25127" y="45383"/>
                </a:cubicBezTo>
                <a:cubicBezTo>
                  <a:pt x="22183" y="42811"/>
                  <a:pt x="19966" y="40019"/>
                  <a:pt x="18477" y="37007"/>
                </a:cubicBezTo>
                <a:cubicBezTo>
                  <a:pt x="16989" y="33995"/>
                  <a:pt x="16244" y="30526"/>
                  <a:pt x="16244" y="26600"/>
                </a:cubicBezTo>
                <a:cubicBezTo>
                  <a:pt x="16244" y="21253"/>
                  <a:pt x="17681" y="16566"/>
                  <a:pt x="20559" y="12539"/>
                </a:cubicBezTo>
                <a:cubicBezTo>
                  <a:pt x="23435" y="8512"/>
                  <a:pt x="27548" y="5415"/>
                  <a:pt x="32895" y="3249"/>
                </a:cubicBezTo>
                <a:cubicBezTo>
                  <a:pt x="38242" y="1083"/>
                  <a:pt x="44469" y="0"/>
                  <a:pt x="51576" y="0"/>
                </a:cubicBezTo>
                <a:cubicBezTo>
                  <a:pt x="57870" y="0"/>
                  <a:pt x="63607" y="372"/>
                  <a:pt x="68785" y="1117"/>
                </a:cubicBezTo>
                <a:cubicBezTo>
                  <a:pt x="73963" y="1861"/>
                  <a:pt x="79124" y="3147"/>
                  <a:pt x="84269" y="4975"/>
                </a:cubicBezTo>
                <a:lnTo>
                  <a:pt x="79699" y="26296"/>
                </a:lnTo>
                <a:lnTo>
                  <a:pt x="71476" y="26296"/>
                </a:lnTo>
              </a:path>
            </a:pathLst>
          </a:custGeom>
          <a:solidFill xmlns:a="http://schemas.openxmlformats.org/drawingml/2006/main">
            <a:srgbClr val="000000"/>
          </a:solidFill>
          <a:ln xmlns:a="http://schemas.openxmlformats.org/drawingml/2006/main" w="0">
            <a:noFill/>
            <a:prstDash val="solid"/>
          </a:ln>
        </p:spPr>
      </p:sp>
      <p:sp>
        <p:nvSpPr>
          <p:cNvPr id="208" name="pdf-path-100007">
            <a:extLst xmlns:a="http://schemas.openxmlformats.org/drawingml/2006/main">
              <a:ext uri="{FF2B5EF4-FFF2-40B4-BE49-F238E27FC236}">
                <a16:creationId xmlns:a16="http://schemas.microsoft.com/office/drawing/2014/main" id="{538DFAE1-5A22-4775-B4C9-7B02D4467687}"/>
              </a:ext>
            </a:extLst>
          </p:cNvPr>
          <p:cNvSpPr>
            <a:spLocks xmlns:a="http://schemas.openxmlformats.org/drawingml/2006/main" noGrp="1"/>
          </p:cNvSpPr>
          <p:nvPr/>
        </p:nvSpPr>
        <p:spPr>
          <a:xfrm xmlns:a="http://schemas.openxmlformats.org/drawingml/2006/main" rot="0">
            <a:off x="13755162" y="176301"/>
            <a:ext cx="64166" cy="192600"/>
          </a:xfrm>
          <a:custGeom xmlns:a="http://schemas.openxmlformats.org/drawingml/2006/main">
            <a:pathLst>
              <a:path w="64166" h="192600">
                <a:moveTo>
                  <a:pt x="46602" y="95335"/>
                </a:moveTo>
                <a:cubicBezTo>
                  <a:pt x="46602" y="72458"/>
                  <a:pt x="42812" y="53455"/>
                  <a:pt x="35230" y="38327"/>
                </a:cubicBezTo>
                <a:cubicBezTo>
                  <a:pt x="27651" y="23199"/>
                  <a:pt x="15906" y="13030"/>
                  <a:pt x="0" y="7818"/>
                </a:cubicBezTo>
                <a:lnTo>
                  <a:pt x="2742" y="0"/>
                </a:lnTo>
                <a:cubicBezTo>
                  <a:pt x="22506" y="5212"/>
                  <a:pt x="37684" y="16465"/>
                  <a:pt x="48278" y="33758"/>
                </a:cubicBezTo>
                <a:cubicBezTo>
                  <a:pt x="58870" y="51052"/>
                  <a:pt x="64166" y="71916"/>
                  <a:pt x="64166" y="96351"/>
                </a:cubicBezTo>
                <a:cubicBezTo>
                  <a:pt x="64166" y="120853"/>
                  <a:pt x="58887" y="141717"/>
                  <a:pt x="48328" y="158943"/>
                </a:cubicBezTo>
                <a:cubicBezTo>
                  <a:pt x="37768" y="176169"/>
                  <a:pt x="22574" y="187388"/>
                  <a:pt x="2742" y="192600"/>
                </a:cubicBezTo>
                <a:lnTo>
                  <a:pt x="305" y="184782"/>
                </a:lnTo>
                <a:cubicBezTo>
                  <a:pt x="15941" y="179570"/>
                  <a:pt x="27565" y="169282"/>
                  <a:pt x="35180" y="153917"/>
                </a:cubicBezTo>
                <a:cubicBezTo>
                  <a:pt x="42794" y="138553"/>
                  <a:pt x="46602" y="119025"/>
                  <a:pt x="46602" y="95335"/>
                </a:cubicBezTo>
              </a:path>
            </a:pathLst>
          </a:custGeom>
          <a:solidFill xmlns:a="http://schemas.openxmlformats.org/drawingml/2006/main">
            <a:srgbClr val="000000"/>
          </a:solidFill>
          <a:ln xmlns:a="http://schemas.openxmlformats.org/drawingml/2006/main" w="0">
            <a:noFill/>
            <a:prstDash val="solid"/>
          </a:ln>
        </p:spPr>
      </p:sp>
      <p:sp>
        <p:nvSpPr>
          <p:cNvPr id="209" name="pdf-path-100008">
            <a:extLst xmlns:a="http://schemas.openxmlformats.org/drawingml/2006/main">
              <a:ext uri="{FF2B5EF4-FFF2-40B4-BE49-F238E27FC236}">
                <a16:creationId xmlns:a16="http://schemas.microsoft.com/office/drawing/2014/main" id="{F17F8815-8E57-4C1C-AF8D-780E1C574B62}"/>
              </a:ext>
            </a:extLst>
          </p:cNvPr>
          <p:cNvSpPr>
            <a:spLocks xmlns:a="http://schemas.openxmlformats.org/drawingml/2006/main" noGrp="1"/>
          </p:cNvSpPr>
          <p:nvPr/>
        </p:nvSpPr>
        <p:spPr>
          <a:xfrm xmlns:a="http://schemas.openxmlformats.org/drawingml/2006/main" rot="0">
            <a:off x="13369354" y="430638"/>
            <a:ext cx="121936" cy="186000"/>
          </a:xfrm>
          <a:custGeom xmlns:a="http://schemas.openxmlformats.org/drawingml/2006/main">
            <a:pathLst>
              <a:path w="121936" h="186000">
                <a:moveTo>
                  <a:pt x="57769" y="143764"/>
                </a:moveTo>
                <a:lnTo>
                  <a:pt x="48531" y="186000"/>
                </a:lnTo>
                <a:lnTo>
                  <a:pt x="32489" y="186000"/>
                </a:lnTo>
                <a:lnTo>
                  <a:pt x="41729" y="143764"/>
                </a:lnTo>
                <a:cubicBezTo>
                  <a:pt x="28327" y="142749"/>
                  <a:pt x="18022" y="138739"/>
                  <a:pt x="10813" y="131733"/>
                </a:cubicBezTo>
                <a:cubicBezTo>
                  <a:pt x="3605" y="124728"/>
                  <a:pt x="0" y="115235"/>
                  <a:pt x="0" y="103255"/>
                </a:cubicBezTo>
                <a:cubicBezTo>
                  <a:pt x="0" y="93034"/>
                  <a:pt x="2656" y="83372"/>
                  <a:pt x="7970" y="74268"/>
                </a:cubicBezTo>
                <a:cubicBezTo>
                  <a:pt x="13283" y="65164"/>
                  <a:pt x="20662" y="57820"/>
                  <a:pt x="30103" y="52236"/>
                </a:cubicBezTo>
                <a:cubicBezTo>
                  <a:pt x="39545" y="46652"/>
                  <a:pt x="50866" y="43759"/>
                  <a:pt x="64065" y="43556"/>
                </a:cubicBezTo>
                <a:lnTo>
                  <a:pt x="73508" y="0"/>
                </a:lnTo>
                <a:lnTo>
                  <a:pt x="89548" y="0"/>
                </a:lnTo>
                <a:lnTo>
                  <a:pt x="80004" y="43556"/>
                </a:lnTo>
                <a:cubicBezTo>
                  <a:pt x="93678" y="44571"/>
                  <a:pt x="104083" y="48564"/>
                  <a:pt x="111225" y="55536"/>
                </a:cubicBezTo>
                <a:cubicBezTo>
                  <a:pt x="118365" y="62508"/>
                  <a:pt x="121936" y="71950"/>
                  <a:pt x="121936" y="83863"/>
                </a:cubicBezTo>
                <a:cubicBezTo>
                  <a:pt x="121936" y="92865"/>
                  <a:pt x="120345" y="101038"/>
                  <a:pt x="117164" y="108382"/>
                </a:cubicBezTo>
                <a:cubicBezTo>
                  <a:pt x="113983" y="115726"/>
                  <a:pt x="109312" y="122156"/>
                  <a:pt x="103154" y="127672"/>
                </a:cubicBezTo>
                <a:cubicBezTo>
                  <a:pt x="96993" y="133189"/>
                  <a:pt x="90411" y="137250"/>
                  <a:pt x="83405" y="139856"/>
                </a:cubicBezTo>
                <a:cubicBezTo>
                  <a:pt x="76401" y="142461"/>
                  <a:pt x="67855" y="143764"/>
                  <a:pt x="57769" y="143764"/>
                </a:cubicBezTo>
                <a:moveTo>
                  <a:pt x="78177" y="51678"/>
                </a:moveTo>
                <a:lnTo>
                  <a:pt x="59700" y="135541"/>
                </a:lnTo>
                <a:cubicBezTo>
                  <a:pt x="67956" y="135202"/>
                  <a:pt x="75470" y="132732"/>
                  <a:pt x="82239" y="128129"/>
                </a:cubicBezTo>
                <a:cubicBezTo>
                  <a:pt x="89007" y="123526"/>
                  <a:pt x="94320" y="117299"/>
                  <a:pt x="98178" y="109448"/>
                </a:cubicBezTo>
                <a:cubicBezTo>
                  <a:pt x="102036" y="101596"/>
                  <a:pt x="103966" y="93068"/>
                  <a:pt x="103966" y="83863"/>
                </a:cubicBezTo>
                <a:cubicBezTo>
                  <a:pt x="103966" y="78448"/>
                  <a:pt x="103018" y="73405"/>
                  <a:pt x="101123" y="68735"/>
                </a:cubicBezTo>
                <a:cubicBezTo>
                  <a:pt x="99228" y="64064"/>
                  <a:pt x="96299" y="60189"/>
                  <a:pt x="92340" y="57110"/>
                </a:cubicBezTo>
                <a:cubicBezTo>
                  <a:pt x="88381" y="54030"/>
                  <a:pt x="83660" y="52219"/>
                  <a:pt x="78177" y="51678"/>
                </a:cubicBezTo>
                <a:moveTo>
                  <a:pt x="62136" y="51881"/>
                </a:moveTo>
                <a:cubicBezTo>
                  <a:pt x="50154" y="52490"/>
                  <a:pt x="39782" y="57668"/>
                  <a:pt x="31017" y="67415"/>
                </a:cubicBezTo>
                <a:cubicBezTo>
                  <a:pt x="22253" y="77162"/>
                  <a:pt x="17870" y="89176"/>
                  <a:pt x="17870" y="103457"/>
                </a:cubicBezTo>
                <a:cubicBezTo>
                  <a:pt x="17870" y="112257"/>
                  <a:pt x="20205" y="119634"/>
                  <a:pt x="24874" y="125591"/>
                </a:cubicBezTo>
                <a:cubicBezTo>
                  <a:pt x="29545" y="131547"/>
                  <a:pt x="35806" y="134898"/>
                  <a:pt x="43658" y="135642"/>
                </a:cubicBezTo>
                <a:lnTo>
                  <a:pt x="62136" y="51881"/>
                </a:lnTo>
              </a:path>
            </a:pathLst>
          </a:custGeom>
          <a:solidFill xmlns:a="http://schemas.openxmlformats.org/drawingml/2006/main">
            <a:srgbClr val="7030A0"/>
          </a:solidFill>
          <a:ln xmlns:a="http://schemas.openxmlformats.org/drawingml/2006/main" w="0">
            <a:noFill/>
            <a:prstDash val="solid"/>
          </a:ln>
        </p:spPr>
      </p:sp>
      <p:sp>
        <p:nvSpPr>
          <p:cNvPr id="210" name="pdf-path-100009">
            <a:extLst xmlns:a="http://schemas.openxmlformats.org/drawingml/2006/main">
              <a:ext uri="{FF2B5EF4-FFF2-40B4-BE49-F238E27FC236}">
                <a16:creationId xmlns:a16="http://schemas.microsoft.com/office/drawing/2014/main" id="{414BF51A-586B-4771-BA27-3C4193FB984D}"/>
              </a:ext>
            </a:extLst>
          </p:cNvPr>
          <p:cNvSpPr>
            <a:spLocks xmlns:a="http://schemas.openxmlformats.org/drawingml/2006/main" noGrp="1"/>
          </p:cNvSpPr>
          <p:nvPr/>
        </p:nvSpPr>
        <p:spPr>
          <a:xfrm xmlns:a="http://schemas.openxmlformats.org/drawingml/2006/main" rot="0">
            <a:off x="13524151" y="426272"/>
            <a:ext cx="64166" cy="192600"/>
          </a:xfrm>
          <a:custGeom xmlns:a="http://schemas.openxmlformats.org/drawingml/2006/main">
            <a:pathLst>
              <a:path w="64166" h="192600">
                <a:moveTo>
                  <a:pt x="17565" y="95336"/>
                </a:moveTo>
                <a:cubicBezTo>
                  <a:pt x="17565" y="119025"/>
                  <a:pt x="21372" y="138553"/>
                  <a:pt x="28987" y="153917"/>
                </a:cubicBezTo>
                <a:cubicBezTo>
                  <a:pt x="36601" y="169282"/>
                  <a:pt x="48227" y="179570"/>
                  <a:pt x="63863" y="184782"/>
                </a:cubicBezTo>
                <a:lnTo>
                  <a:pt x="61425" y="192600"/>
                </a:lnTo>
                <a:cubicBezTo>
                  <a:pt x="41593" y="187388"/>
                  <a:pt x="26398" y="176169"/>
                  <a:pt x="15840" y="158943"/>
                </a:cubicBezTo>
                <a:cubicBezTo>
                  <a:pt x="5279" y="141717"/>
                  <a:pt x="0" y="120853"/>
                  <a:pt x="0" y="96351"/>
                </a:cubicBezTo>
                <a:cubicBezTo>
                  <a:pt x="0" y="71916"/>
                  <a:pt x="5297" y="51052"/>
                  <a:pt x="15890" y="33758"/>
                </a:cubicBezTo>
                <a:cubicBezTo>
                  <a:pt x="26482" y="16465"/>
                  <a:pt x="41661" y="5212"/>
                  <a:pt x="61425" y="0"/>
                </a:cubicBezTo>
                <a:lnTo>
                  <a:pt x="64166" y="7818"/>
                </a:lnTo>
                <a:cubicBezTo>
                  <a:pt x="48328" y="13030"/>
                  <a:pt x="36601" y="23199"/>
                  <a:pt x="28987" y="38327"/>
                </a:cubicBezTo>
                <a:cubicBezTo>
                  <a:pt x="21372" y="53455"/>
                  <a:pt x="17565" y="72458"/>
                  <a:pt x="17565" y="95336"/>
                </a:cubicBezTo>
              </a:path>
            </a:pathLst>
          </a:custGeom>
          <a:solidFill xmlns:a="http://schemas.openxmlformats.org/drawingml/2006/main">
            <a:srgbClr val="7030A0"/>
          </a:solidFill>
          <a:ln xmlns:a="http://schemas.openxmlformats.org/drawingml/2006/main" w="0">
            <a:noFill/>
            <a:prstDash val="solid"/>
          </a:ln>
        </p:spPr>
      </p:sp>
      <p:sp>
        <p:nvSpPr>
          <p:cNvPr id="211" name="pdf-path-100010">
            <a:extLst xmlns:a="http://schemas.openxmlformats.org/drawingml/2006/main">
              <a:ext uri="{FF2B5EF4-FFF2-40B4-BE49-F238E27FC236}">
                <a16:creationId xmlns:a16="http://schemas.microsoft.com/office/drawing/2014/main" id="{3F1006E8-432A-4C45-AC9C-74E76E8AF6D9}"/>
              </a:ext>
            </a:extLst>
          </p:cNvPr>
          <p:cNvSpPr>
            <a:spLocks xmlns:a="http://schemas.openxmlformats.org/drawingml/2006/main" noGrp="1"/>
          </p:cNvSpPr>
          <p:nvPr/>
        </p:nvSpPr>
        <p:spPr>
          <a:xfrm xmlns:a="http://schemas.openxmlformats.org/drawingml/2006/main" rot="0">
            <a:off x="13597305" y="474295"/>
            <a:ext cx="84269" cy="100412"/>
          </a:xfrm>
          <a:custGeom xmlns:a="http://schemas.openxmlformats.org/drawingml/2006/main">
            <a:pathLst>
              <a:path w="84269" h="100412">
                <a:moveTo>
                  <a:pt x="71476" y="26296"/>
                </a:moveTo>
                <a:cubicBezTo>
                  <a:pt x="70731" y="20272"/>
                  <a:pt x="68752" y="15703"/>
                  <a:pt x="65536" y="12590"/>
                </a:cubicBezTo>
                <a:cubicBezTo>
                  <a:pt x="62321" y="9476"/>
                  <a:pt x="57262" y="7919"/>
                  <a:pt x="50357" y="7919"/>
                </a:cubicBezTo>
                <a:cubicBezTo>
                  <a:pt x="45011" y="7919"/>
                  <a:pt x="40679" y="9290"/>
                  <a:pt x="37362" y="12031"/>
                </a:cubicBezTo>
                <a:cubicBezTo>
                  <a:pt x="34046" y="14773"/>
                  <a:pt x="32388" y="18377"/>
                  <a:pt x="32388" y="22844"/>
                </a:cubicBezTo>
                <a:cubicBezTo>
                  <a:pt x="32388" y="25281"/>
                  <a:pt x="32810" y="27430"/>
                  <a:pt x="33656" y="29291"/>
                </a:cubicBezTo>
                <a:cubicBezTo>
                  <a:pt x="34501" y="31153"/>
                  <a:pt x="36211" y="33200"/>
                  <a:pt x="38783" y="35434"/>
                </a:cubicBezTo>
                <a:cubicBezTo>
                  <a:pt x="41356" y="37667"/>
                  <a:pt x="45350" y="40408"/>
                  <a:pt x="50763" y="43657"/>
                </a:cubicBezTo>
                <a:cubicBezTo>
                  <a:pt x="55027" y="46229"/>
                  <a:pt x="58446" y="48582"/>
                  <a:pt x="61018" y="50714"/>
                </a:cubicBezTo>
                <a:cubicBezTo>
                  <a:pt x="63591" y="52846"/>
                  <a:pt x="65621" y="54961"/>
                  <a:pt x="67110" y="57059"/>
                </a:cubicBezTo>
                <a:cubicBezTo>
                  <a:pt x="68598" y="59157"/>
                  <a:pt x="69681" y="61374"/>
                  <a:pt x="70358" y="63709"/>
                </a:cubicBezTo>
                <a:cubicBezTo>
                  <a:pt x="71036" y="66044"/>
                  <a:pt x="71375" y="68870"/>
                  <a:pt x="71375" y="72187"/>
                </a:cubicBezTo>
                <a:cubicBezTo>
                  <a:pt x="71375" y="78211"/>
                  <a:pt x="69767" y="83372"/>
                  <a:pt x="66551" y="87670"/>
                </a:cubicBezTo>
                <a:cubicBezTo>
                  <a:pt x="63336" y="91968"/>
                  <a:pt x="58971" y="95166"/>
                  <a:pt x="53454" y="97264"/>
                </a:cubicBezTo>
                <a:cubicBezTo>
                  <a:pt x="47938" y="99363"/>
                  <a:pt x="41661" y="100412"/>
                  <a:pt x="34620" y="100412"/>
                </a:cubicBezTo>
                <a:cubicBezTo>
                  <a:pt x="29002" y="100412"/>
                  <a:pt x="23486" y="99989"/>
                  <a:pt x="18072" y="99143"/>
                </a:cubicBezTo>
                <a:cubicBezTo>
                  <a:pt x="12657" y="98297"/>
                  <a:pt x="6633" y="96858"/>
                  <a:pt x="0" y="94828"/>
                </a:cubicBezTo>
                <a:lnTo>
                  <a:pt x="4873" y="72695"/>
                </a:lnTo>
                <a:lnTo>
                  <a:pt x="12793" y="72695"/>
                </a:lnTo>
                <a:cubicBezTo>
                  <a:pt x="13063" y="79192"/>
                  <a:pt x="14891" y="84100"/>
                  <a:pt x="18274" y="87416"/>
                </a:cubicBezTo>
                <a:cubicBezTo>
                  <a:pt x="21660" y="90733"/>
                  <a:pt x="27040" y="92391"/>
                  <a:pt x="34418" y="92391"/>
                </a:cubicBezTo>
                <a:cubicBezTo>
                  <a:pt x="40848" y="92391"/>
                  <a:pt x="45873" y="90953"/>
                  <a:pt x="49495" y="88076"/>
                </a:cubicBezTo>
                <a:cubicBezTo>
                  <a:pt x="53116" y="85200"/>
                  <a:pt x="54926" y="81122"/>
                  <a:pt x="54926" y="75842"/>
                </a:cubicBezTo>
                <a:cubicBezTo>
                  <a:pt x="54926" y="72796"/>
                  <a:pt x="54419" y="70173"/>
                  <a:pt x="53404" y="67974"/>
                </a:cubicBezTo>
                <a:cubicBezTo>
                  <a:pt x="52389" y="65774"/>
                  <a:pt x="50730" y="63658"/>
                  <a:pt x="48428" y="61628"/>
                </a:cubicBezTo>
                <a:cubicBezTo>
                  <a:pt x="46127" y="59597"/>
                  <a:pt x="42472" y="57059"/>
                  <a:pt x="37463" y="54013"/>
                </a:cubicBezTo>
                <a:cubicBezTo>
                  <a:pt x="32184" y="50832"/>
                  <a:pt x="28073" y="47955"/>
                  <a:pt x="25127" y="45383"/>
                </a:cubicBezTo>
                <a:cubicBezTo>
                  <a:pt x="22183" y="42811"/>
                  <a:pt x="19966" y="40019"/>
                  <a:pt x="18477" y="37007"/>
                </a:cubicBezTo>
                <a:cubicBezTo>
                  <a:pt x="16989" y="33995"/>
                  <a:pt x="16244" y="30526"/>
                  <a:pt x="16244" y="26600"/>
                </a:cubicBezTo>
                <a:cubicBezTo>
                  <a:pt x="16244" y="21253"/>
                  <a:pt x="17681" y="16566"/>
                  <a:pt x="20559" y="12539"/>
                </a:cubicBezTo>
                <a:cubicBezTo>
                  <a:pt x="23435" y="8512"/>
                  <a:pt x="27548" y="5415"/>
                  <a:pt x="32895" y="3249"/>
                </a:cubicBezTo>
                <a:cubicBezTo>
                  <a:pt x="38242" y="1083"/>
                  <a:pt x="44469" y="0"/>
                  <a:pt x="51576" y="0"/>
                </a:cubicBezTo>
                <a:cubicBezTo>
                  <a:pt x="57870" y="0"/>
                  <a:pt x="63607" y="372"/>
                  <a:pt x="68785" y="1117"/>
                </a:cubicBezTo>
                <a:cubicBezTo>
                  <a:pt x="73963" y="1861"/>
                  <a:pt x="79124" y="3147"/>
                  <a:pt x="84269" y="4975"/>
                </a:cubicBezTo>
                <a:lnTo>
                  <a:pt x="79699" y="26296"/>
                </a:lnTo>
                <a:lnTo>
                  <a:pt x="71476" y="26296"/>
                </a:lnTo>
              </a:path>
            </a:pathLst>
          </a:custGeom>
          <a:solidFill xmlns:a="http://schemas.openxmlformats.org/drawingml/2006/main">
            <a:srgbClr val="7030A0"/>
          </a:solidFill>
          <a:ln xmlns:a="http://schemas.openxmlformats.org/drawingml/2006/main" w="0">
            <a:noFill/>
            <a:prstDash val="solid"/>
          </a:ln>
        </p:spPr>
      </p:sp>
      <p:sp>
        <p:nvSpPr>
          <p:cNvPr id="212" name="pdf-path-100011">
            <a:extLst xmlns:a="http://schemas.openxmlformats.org/drawingml/2006/main">
              <a:ext uri="{FF2B5EF4-FFF2-40B4-BE49-F238E27FC236}">
                <a16:creationId xmlns:a16="http://schemas.microsoft.com/office/drawing/2014/main" id="{0DEF8A49-F6A2-4FD6-8DA8-C31A38457C76}"/>
              </a:ext>
            </a:extLst>
          </p:cNvPr>
          <p:cNvSpPr>
            <a:spLocks xmlns:a="http://schemas.openxmlformats.org/drawingml/2006/main" noGrp="1"/>
          </p:cNvSpPr>
          <p:nvPr/>
        </p:nvSpPr>
        <p:spPr>
          <a:xfrm xmlns:a="http://schemas.openxmlformats.org/drawingml/2006/main" rot="0">
            <a:off x="13696074" y="426272"/>
            <a:ext cx="64166" cy="192600"/>
          </a:xfrm>
          <a:custGeom xmlns:a="http://schemas.openxmlformats.org/drawingml/2006/main">
            <a:pathLst>
              <a:path w="64166" h="192600">
                <a:moveTo>
                  <a:pt x="46602" y="95336"/>
                </a:moveTo>
                <a:cubicBezTo>
                  <a:pt x="46602" y="72458"/>
                  <a:pt x="42812" y="53455"/>
                  <a:pt x="35230" y="38327"/>
                </a:cubicBezTo>
                <a:cubicBezTo>
                  <a:pt x="27651" y="23199"/>
                  <a:pt x="15906" y="13030"/>
                  <a:pt x="0" y="7818"/>
                </a:cubicBezTo>
                <a:lnTo>
                  <a:pt x="2742" y="0"/>
                </a:lnTo>
                <a:cubicBezTo>
                  <a:pt x="22506" y="5212"/>
                  <a:pt x="37684" y="16465"/>
                  <a:pt x="48278" y="33758"/>
                </a:cubicBezTo>
                <a:cubicBezTo>
                  <a:pt x="58870" y="51052"/>
                  <a:pt x="64166" y="71916"/>
                  <a:pt x="64166" y="96351"/>
                </a:cubicBezTo>
                <a:cubicBezTo>
                  <a:pt x="64166" y="120853"/>
                  <a:pt x="58887" y="141717"/>
                  <a:pt x="48328" y="158943"/>
                </a:cubicBezTo>
                <a:cubicBezTo>
                  <a:pt x="37768" y="176169"/>
                  <a:pt x="22574" y="187388"/>
                  <a:pt x="2742" y="192600"/>
                </a:cubicBezTo>
                <a:lnTo>
                  <a:pt x="305" y="184782"/>
                </a:lnTo>
                <a:cubicBezTo>
                  <a:pt x="15941" y="179570"/>
                  <a:pt x="27565" y="169282"/>
                  <a:pt x="35180" y="153917"/>
                </a:cubicBezTo>
                <a:cubicBezTo>
                  <a:pt x="42794" y="138553"/>
                  <a:pt x="46602" y="119025"/>
                  <a:pt x="46602" y="95336"/>
                </a:cubicBezTo>
              </a:path>
            </a:pathLst>
          </a:custGeom>
          <a:solidFill xmlns:a="http://schemas.openxmlformats.org/drawingml/2006/main">
            <a:srgbClr val="7030A0"/>
          </a:solidFill>
          <a:ln xmlns:a="http://schemas.openxmlformats.org/drawingml/2006/main" w="0">
            <a:noFill/>
            <a:prstDash val="solid"/>
          </a:ln>
        </p:spPr>
      </p:sp>
    </p:spTree>
    <p:extLst>
      <p:ext uri="{BB962C8B-B14F-4D97-AF65-F5344CB8AC3E}">
        <p14:creationId xmlns:p14="http://schemas.microsoft.com/office/powerpoint/2010/main" val="290523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2026-10-09T20:41:35.7160000Z</dcterms:created>
  <dcterms:modified xsi:type="dcterms:W3CDTF">2026-10-09T20:41:35.7160000Z</dcterms:modified>
</coreProperties>
</file>