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08e1e7b1d9452b" /><Relationship Type="http://schemas.openxmlformats.org/officeDocument/2006/relationships/extended-properties" Target="/docProps/app.xml" Id="R7bcc7240da234b07" /><Relationship Type="http://schemas.openxmlformats.org/officeDocument/2006/relationships/officeDocument" Target="/ppt/presentation.xml" Id="Ra9333bd4ea7f46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755087b4a848ae"/>
  </p:sldMasterIdLst>
  <p:notesMasterIdLst>
    <p:notesMasterId xmlns:r="http://schemas.openxmlformats.org/officeDocument/2006/relationships" r:id="R870600a58bf74808"/>
  </p:notesMasterIdLst>
  <p:sldIdLst>
    <p:sldId xmlns:r="http://schemas.openxmlformats.org/officeDocument/2006/relationships" id="256" r:id="R52f2637ba6a849ec"/>
  </p:sldIdLst>
  <p:sldSz cx="11887200" cy="38576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0239eba90645d7" /><Relationship Type="http://schemas.openxmlformats.org/officeDocument/2006/relationships/slideMaster" Target="/ppt/slideMasters/slideMaster1.xml" Id="Rfc755087b4a848ae" /><Relationship Type="http://schemas.openxmlformats.org/officeDocument/2006/relationships/notesMaster" Target="/ppt/notesMasters/notesMaster1.xml" Id="R870600a58bf74808" /><Relationship Type="http://schemas.openxmlformats.org/officeDocument/2006/relationships/presProps" Target="/ppt/presProps.xml" Id="Ra424d025bfb94e86" /><Relationship Type="http://schemas.openxmlformats.org/officeDocument/2006/relationships/tableStyles" Target="/ppt/tableStyles.xml" Id="R9a8325f8879441c6" /><Relationship Type="http://schemas.openxmlformats.org/officeDocument/2006/relationships/slide" Target="/ppt/slides/slide1.xml" Id="R52f2637ba6a849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3d5614d0494e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6f370c38154996" /><Relationship Type="http://schemas.openxmlformats.org/officeDocument/2006/relationships/notesMaster" Target="/ppt/notesMasters/notesMaster1.xml" Id="R492f18851d804d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"Balancing State Exploration and Skill Diversity in Unsupervised Skill Discovery (ComSD)",</a:t>
            </a:r>
          </a:p>
          <a:p xmlns:a="http://schemas.openxmlformats.org/drawingml/2006/main">
            <a:r>
              <a:t>  "paper_url": "https://arxiv.org/abs/2309.17203v3",</a:t>
            </a:r>
          </a:p>
          <a:p xmlns:a="http://schemas.openxmlformats.org/drawingml/2006/main">
            <a:r>
              <a:t>  "figure": "Figure 3",</a:t>
            </a:r>
          </a:p>
          <a:p xmlns:a="http://schemas.openxmlformats.org/drawingml/2006/main">
            <a:r>
              <a:t>  "license": "No reuse license found in inspected source landing page; retain attribution and review reuse terms",</a:t>
            </a:r>
          </a:p>
          <a:p xmlns:a="http://schemas.openxmlformats.org/drawingml/2006/main">
            <a:r>
              <a:t>  "notes": "Original vector geometry with native editable text and outline glyph paths for mathematical fonts. Native paths are not semantically attached connectors. Source comparison pending; no target application editing QA claimed.",</a:t>
            </a:r>
          </a:p>
          <a:p xmlns:a="http://schemas.openxmlformats.org/drawingml/2006/main">
            <a:r>
              <a:t>  "page": 4,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"f00f9ab7e47380da35cd32c54686f806bdcc02202890ef51e810964e3c299cf1",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98,</a:t>
            </a:r>
          </a:p>
          <a:p xmlns:a="http://schemas.openxmlformats.org/drawingml/2006/main">
            <a:r>
              <a:t>    54,</a:t>
            </a:r>
          </a:p>
          <a:p xmlns:a="http://schemas.openxmlformats.org/drawingml/2006/main">
            <a:r>
              <a:t>    514,</a:t>
            </a:r>
          </a:p>
          <a:p xmlns:a="http://schemas.openxmlformats.org/drawingml/2006/main">
            <a:r>
              <a:t>    189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"outlined_font_families": [</a:t>
            </a:r>
          </a:p>
          <a:p xmlns:a="http://schemas.openxmlformats.org/drawingml/2006/main">
            <a:r>
              <a:t>    "CMM",</a:t>
            </a:r>
          </a:p>
          <a:p xmlns:a="http://schemas.openxmlformats.org/drawingml/2006/main">
            <a:r>
              <a:t>    "CMSY",</a:t>
            </a:r>
          </a:p>
          <a:p xmlns:a="http://schemas.openxmlformats.org/drawingml/2006/main">
            <a:r>
              <a:t>    "CMEX",</a:t>
            </a:r>
          </a:p>
          <a:p xmlns:a="http://schemas.openxmlformats.org/drawingml/2006/main">
            <a:r>
              <a:t>    "CMR",</a:t>
            </a:r>
          </a:p>
          <a:p xmlns:a="http://schemas.openxmlformats.org/drawingml/2006/main">
            <a:r>
              <a:t>    "CambriaMath"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"outlined_math_limit": "Selected source mathematical fonts preserved as editable glyph outlines, not live equation/text objects.",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"3 source clipping groups intersect crop; extracted paths require explicit clipping review"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16292938ad430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3b9784a7f843e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1f40a3beb541c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97f9bdd9f344b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c6e6fb9a8f4f3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a97e719ab344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988A44A-F6F6-4E7C-A48C-BEC5EB5202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88720" y="1457325"/>
            <a:ext cx="9509760" cy="5572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7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4A84E46-84B5-4173-B913-42A5FE55B83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783080" y="2121694"/>
            <a:ext cx="832104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6ED8CA5-3BCC-4273-B8CA-76040DDBDD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88720" y="1607344"/>
            <a:ext cx="9509760" cy="642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3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F620EB7-90BE-4F5B-B8B7-B3EC9B0D17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8655" y="300038"/>
            <a:ext cx="10549890" cy="471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DC00344-1C90-45FE-8FC9-CA50F099D6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68655" y="1071563"/>
            <a:ext cx="1054989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858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1pPr>
            <a:lvl2pPr marL="30003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2pPr>
            <a:lvl3pPr marL="47148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3pPr>
            <a:lvl4pPr marL="64293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4pPr>
            <a:lvl5pPr marL="81438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5pPr>
            <a:lvl6pPr marL="98583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6pPr>
            <a:lvl7pPr marL="115728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7pPr>
            <a:lvl8pPr marL="132873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8pPr>
            <a:lvl9pPr marL="150018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34996FD-5FF3-457B-B931-ECFCAF932C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8655" y="300038"/>
            <a:ext cx="10549890" cy="471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C9569D6-D6D9-455F-AF17-8995AA28B5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68655" y="1071563"/>
            <a:ext cx="490347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858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1pPr>
            <a:lvl2pPr marL="30003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2pPr>
            <a:lvl3pPr marL="47148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3pPr>
            <a:lvl4pPr marL="64293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4pPr>
            <a:lvl5pPr marL="81438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5pPr>
            <a:lvl6pPr marL="98583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6pPr>
            <a:lvl7pPr marL="115728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7pPr>
            <a:lvl8pPr marL="132873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8pPr>
            <a:lvl9pPr marL="150018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90989C9-4EE8-4BCB-9F0B-72AA2C79351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315075" y="1071563"/>
            <a:ext cx="490347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858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1pPr>
            <a:lvl2pPr marL="30003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2pPr>
            <a:lvl3pPr marL="47148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3pPr>
            <a:lvl4pPr marL="64293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4pPr>
            <a:lvl5pPr marL="81438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5pPr>
            <a:lvl6pPr marL="98583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6pPr>
            <a:lvl7pPr marL="115728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7pPr>
            <a:lvl8pPr marL="132873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8pPr>
            <a:lvl9pPr marL="150018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C811A35-5ACC-4B10-B110-F38DC6D499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8655" y="300038"/>
            <a:ext cx="10549890" cy="471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4F4D71D-F316-4432-A201-8DEA64653A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68655" y="1071563"/>
            <a:ext cx="490347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858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1pPr>
            <a:lvl2pPr marL="30003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2pPr>
            <a:lvl3pPr marL="47148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3pPr>
            <a:lvl4pPr marL="64293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4pPr>
            <a:lvl5pPr marL="81438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5pPr>
            <a:lvl6pPr marL="98583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6pPr>
            <a:lvl7pPr marL="115728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7pPr>
            <a:lvl8pPr marL="132873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8pPr>
            <a:lvl9pPr marL="150018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0cc499043d4bc2" /><Relationship Type="http://schemas.openxmlformats.org/officeDocument/2006/relationships/slideLayout" Target="/ppt/slideLayouts/slideLayout1.xml" Id="Re485b2f2386946f5" /><Relationship Type="http://schemas.openxmlformats.org/officeDocument/2006/relationships/slideLayout" Target="/ppt/slideLayouts/slideLayout2.xml" Id="R0afa5795f00d4f78" /><Relationship Type="http://schemas.openxmlformats.org/officeDocument/2006/relationships/slideLayout" Target="/ppt/slideLayouts/slideLayout3.xml" Id="Rc02292d36c904cc0" /><Relationship Type="http://schemas.openxmlformats.org/officeDocument/2006/relationships/slideLayout" Target="/ppt/slideLayouts/slideLayout4.xml" Id="R51d97c02d124459f" /><Relationship Type="http://schemas.openxmlformats.org/officeDocument/2006/relationships/slideLayout" Target="/ppt/slideLayouts/slideLayout5.xml" Id="Rf643f483374c4c7f" /><Relationship Type="http://schemas.openxmlformats.org/officeDocument/2006/relationships/slideLayout" Target="/ppt/slideLayouts/slideLayout6.xml" Id="R6ceb7fd3dfcd4d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85b2f2386946f5"/>
    <p:sldLayoutId xmlns:r="http://schemas.openxmlformats.org/officeDocument/2006/relationships" id="2147483650" r:id="R0afa5795f00d4f78"/>
    <p:sldLayoutId xmlns:r="http://schemas.openxmlformats.org/officeDocument/2006/relationships" id="2147483651" r:id="Rc02292d36c904cc0"/>
    <p:sldLayoutId xmlns:r="http://schemas.openxmlformats.org/officeDocument/2006/relationships" id="2147483652" r:id="R51d97c02d124459f"/>
    <p:sldLayoutId xmlns:r="http://schemas.openxmlformats.org/officeDocument/2006/relationships" id="2147483653" r:id="Rf643f483374c4c7f"/>
    <p:sldLayoutId xmlns:r="http://schemas.openxmlformats.org/officeDocument/2006/relationships" id="2147483654" r:id="R6ceb7fd3dfcd4d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626eddd7134b33" /><Relationship Type="http://schemas.openxmlformats.org/officeDocument/2006/relationships/notesSlide" Target="/ppt/notesSlides/notesSlide1.xml" Id="R3c4f72c8b82649c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8" name="pdf-path-1">
            <a:extLst xmlns:a="http://schemas.openxmlformats.org/drawingml/2006/main">
              <a:ext uri="{FF2B5EF4-FFF2-40B4-BE49-F238E27FC236}">
                <a16:creationId xmlns:a16="http://schemas.microsoft.com/office/drawing/2014/main" id="{DF65325C-0B7E-4341-A99D-D46BE516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3" y="59133"/>
            <a:ext cx="11752497" cy="3749704"/>
          </a:xfrm>
          <a:custGeom xmlns:a="http://schemas.openxmlformats.org/drawingml/2006/main">
            <a:pathLst>
              <a:path w="11752497" h="3749704">
                <a:moveTo>
                  <a:pt x="0" y="0"/>
                </a:moveTo>
                <a:lnTo>
                  <a:pt x="11752497" y="0"/>
                </a:lnTo>
                <a:lnTo>
                  <a:pt x="11752497" y="3749704"/>
                </a:lnTo>
                <a:lnTo>
                  <a:pt x="0" y="374970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df-path-2">
            <a:extLst xmlns:a="http://schemas.openxmlformats.org/drawingml/2006/main">
              <a:ext uri="{FF2B5EF4-FFF2-40B4-BE49-F238E27FC236}">
                <a16:creationId xmlns:a16="http://schemas.microsoft.com/office/drawing/2014/main" id="{3C1774E2-5F7A-41DD-8415-70D19F08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96" y="69406"/>
            <a:ext cx="7211760" cy="3698338"/>
          </a:xfrm>
          <a:custGeom xmlns:a="http://schemas.openxmlformats.org/drawingml/2006/main">
            <a:pathLst>
              <a:path w="7211760" h="3698338">
                <a:moveTo>
                  <a:pt x="554751" y="0"/>
                </a:moveTo>
                <a:lnTo>
                  <a:pt x="6657009" y="0"/>
                </a:lnTo>
                <a:cubicBezTo>
                  <a:pt x="6675178" y="0"/>
                  <a:pt x="6693302" y="890"/>
                  <a:pt x="6711384" y="2671"/>
                </a:cubicBezTo>
                <a:cubicBezTo>
                  <a:pt x="6729465" y="4452"/>
                  <a:pt x="6747416" y="7115"/>
                  <a:pt x="6765235" y="10659"/>
                </a:cubicBezTo>
                <a:cubicBezTo>
                  <a:pt x="6783055" y="14204"/>
                  <a:pt x="6800657" y="18613"/>
                  <a:pt x="6818044" y="23887"/>
                </a:cubicBezTo>
                <a:cubicBezTo>
                  <a:pt x="6835430" y="29161"/>
                  <a:pt x="6852516" y="35275"/>
                  <a:pt x="6869302" y="42228"/>
                </a:cubicBezTo>
                <a:cubicBezTo>
                  <a:pt x="6886087" y="49181"/>
                  <a:pt x="6902492" y="56940"/>
                  <a:pt x="6918515" y="65504"/>
                </a:cubicBezTo>
                <a:cubicBezTo>
                  <a:pt x="6934539" y="74069"/>
                  <a:pt x="6950104" y="83398"/>
                  <a:pt x="6965211" y="93492"/>
                </a:cubicBezTo>
                <a:cubicBezTo>
                  <a:pt x="6980318" y="103586"/>
                  <a:pt x="6994893" y="114396"/>
                  <a:pt x="7008938" y="125923"/>
                </a:cubicBezTo>
                <a:cubicBezTo>
                  <a:pt x="7022983" y="137449"/>
                  <a:pt x="7036429" y="149635"/>
                  <a:pt x="7049277" y="162483"/>
                </a:cubicBezTo>
                <a:cubicBezTo>
                  <a:pt x="7062124" y="175330"/>
                  <a:pt x="7074311" y="188776"/>
                  <a:pt x="7085836" y="202821"/>
                </a:cubicBezTo>
                <a:cubicBezTo>
                  <a:pt x="7097363" y="216865"/>
                  <a:pt x="7108173" y="231441"/>
                  <a:pt x="7118266" y="246548"/>
                </a:cubicBezTo>
                <a:cubicBezTo>
                  <a:pt x="7128360" y="261655"/>
                  <a:pt x="7137690" y="277220"/>
                  <a:pt x="7146255" y="293243"/>
                </a:cubicBezTo>
                <a:cubicBezTo>
                  <a:pt x="7154820" y="309266"/>
                  <a:pt x="7162578" y="325671"/>
                  <a:pt x="7169531" y="342457"/>
                </a:cubicBezTo>
                <a:cubicBezTo>
                  <a:pt x="7176484" y="359243"/>
                  <a:pt x="7182598" y="376329"/>
                  <a:pt x="7187872" y="393715"/>
                </a:cubicBezTo>
                <a:cubicBezTo>
                  <a:pt x="7193146" y="411101"/>
                  <a:pt x="7197556" y="428704"/>
                  <a:pt x="7201100" y="446524"/>
                </a:cubicBezTo>
                <a:cubicBezTo>
                  <a:pt x="7204645" y="464344"/>
                  <a:pt x="7207307" y="482294"/>
                  <a:pt x="7209089" y="500376"/>
                </a:cubicBezTo>
                <a:cubicBezTo>
                  <a:pt x="7210869" y="518457"/>
                  <a:pt x="7211760" y="536582"/>
                  <a:pt x="7211760" y="554751"/>
                </a:cubicBezTo>
                <a:lnTo>
                  <a:pt x="7211760" y="3143587"/>
                </a:lnTo>
                <a:cubicBezTo>
                  <a:pt x="7211760" y="3161756"/>
                  <a:pt x="7210869" y="3179882"/>
                  <a:pt x="7209089" y="3197963"/>
                </a:cubicBezTo>
                <a:cubicBezTo>
                  <a:pt x="7207307" y="3216044"/>
                  <a:pt x="7204644" y="3233994"/>
                  <a:pt x="7201100" y="3251814"/>
                </a:cubicBezTo>
                <a:cubicBezTo>
                  <a:pt x="7197555" y="3269634"/>
                  <a:pt x="7193146" y="3287237"/>
                  <a:pt x="7187872" y="3304623"/>
                </a:cubicBezTo>
                <a:cubicBezTo>
                  <a:pt x="7182598" y="3322010"/>
                  <a:pt x="7176484" y="3339095"/>
                  <a:pt x="7169531" y="3355881"/>
                </a:cubicBezTo>
                <a:cubicBezTo>
                  <a:pt x="7162578" y="3372667"/>
                  <a:pt x="7154820" y="3389072"/>
                  <a:pt x="7146255" y="3405095"/>
                </a:cubicBezTo>
                <a:cubicBezTo>
                  <a:pt x="7137690" y="3421118"/>
                  <a:pt x="7128360" y="3436683"/>
                  <a:pt x="7118266" y="3451790"/>
                </a:cubicBezTo>
                <a:cubicBezTo>
                  <a:pt x="7108172" y="3466897"/>
                  <a:pt x="7097362" y="3481473"/>
                  <a:pt x="7085835" y="3495517"/>
                </a:cubicBezTo>
                <a:cubicBezTo>
                  <a:pt x="7074311" y="3509562"/>
                  <a:pt x="7062124" y="3523008"/>
                  <a:pt x="7049277" y="3535855"/>
                </a:cubicBezTo>
                <a:cubicBezTo>
                  <a:pt x="7036429" y="3548703"/>
                  <a:pt x="7022983" y="3560889"/>
                  <a:pt x="7008939" y="3572415"/>
                </a:cubicBezTo>
                <a:cubicBezTo>
                  <a:pt x="6994894" y="3583941"/>
                  <a:pt x="6980318" y="3594752"/>
                  <a:pt x="6965211" y="3604846"/>
                </a:cubicBezTo>
                <a:cubicBezTo>
                  <a:pt x="6950104" y="3614940"/>
                  <a:pt x="6934539" y="3624269"/>
                  <a:pt x="6918515" y="3632834"/>
                </a:cubicBezTo>
                <a:cubicBezTo>
                  <a:pt x="6902492" y="3641398"/>
                  <a:pt x="6886087" y="3649157"/>
                  <a:pt x="6869302" y="3656110"/>
                </a:cubicBezTo>
                <a:cubicBezTo>
                  <a:pt x="6852516" y="3663062"/>
                  <a:pt x="6835430" y="3669176"/>
                  <a:pt x="6818044" y="3674450"/>
                </a:cubicBezTo>
                <a:cubicBezTo>
                  <a:pt x="6800657" y="3679725"/>
                  <a:pt x="6783055" y="3684134"/>
                  <a:pt x="6765235" y="3687679"/>
                </a:cubicBezTo>
                <a:cubicBezTo>
                  <a:pt x="6747416" y="3691224"/>
                  <a:pt x="6729465" y="3693886"/>
                  <a:pt x="6711384" y="3695667"/>
                </a:cubicBezTo>
                <a:cubicBezTo>
                  <a:pt x="6693302" y="3697448"/>
                  <a:pt x="6675178" y="3698338"/>
                  <a:pt x="6657009" y="3698338"/>
                </a:cubicBezTo>
                <a:lnTo>
                  <a:pt x="554751" y="3698338"/>
                </a:lnTo>
                <a:cubicBezTo>
                  <a:pt x="536582" y="3698338"/>
                  <a:pt x="518457" y="3697448"/>
                  <a:pt x="500376" y="3695667"/>
                </a:cubicBezTo>
                <a:cubicBezTo>
                  <a:pt x="482294" y="3693886"/>
                  <a:pt x="464344" y="3691224"/>
                  <a:pt x="446524" y="3687679"/>
                </a:cubicBezTo>
                <a:cubicBezTo>
                  <a:pt x="428705" y="3684134"/>
                  <a:pt x="411102" y="3679725"/>
                  <a:pt x="393715" y="3674450"/>
                </a:cubicBezTo>
                <a:cubicBezTo>
                  <a:pt x="376329" y="3669176"/>
                  <a:pt x="359243" y="3663062"/>
                  <a:pt x="342457" y="3656110"/>
                </a:cubicBezTo>
                <a:cubicBezTo>
                  <a:pt x="325671" y="3649157"/>
                  <a:pt x="309267" y="3641398"/>
                  <a:pt x="293243" y="3632834"/>
                </a:cubicBezTo>
                <a:cubicBezTo>
                  <a:pt x="277220" y="3624269"/>
                  <a:pt x="261655" y="3614940"/>
                  <a:pt x="246548" y="3604846"/>
                </a:cubicBezTo>
                <a:cubicBezTo>
                  <a:pt x="231441" y="3594752"/>
                  <a:pt x="216865" y="3583941"/>
                  <a:pt x="202821" y="3572415"/>
                </a:cubicBezTo>
                <a:cubicBezTo>
                  <a:pt x="188776" y="3560889"/>
                  <a:pt x="175330" y="3548703"/>
                  <a:pt x="162483" y="3535855"/>
                </a:cubicBezTo>
                <a:cubicBezTo>
                  <a:pt x="149635" y="3523008"/>
                  <a:pt x="137449" y="3509562"/>
                  <a:pt x="125923" y="3495517"/>
                </a:cubicBezTo>
                <a:cubicBezTo>
                  <a:pt x="114397" y="3481473"/>
                  <a:pt x="103587" y="3466897"/>
                  <a:pt x="93492" y="3451790"/>
                </a:cubicBezTo>
                <a:cubicBezTo>
                  <a:pt x="83398" y="3436683"/>
                  <a:pt x="74069" y="3421118"/>
                  <a:pt x="65504" y="3405095"/>
                </a:cubicBezTo>
                <a:cubicBezTo>
                  <a:pt x="56940" y="3389072"/>
                  <a:pt x="49181" y="3372667"/>
                  <a:pt x="42228" y="3355881"/>
                </a:cubicBezTo>
                <a:cubicBezTo>
                  <a:pt x="35275" y="3339095"/>
                  <a:pt x="29162" y="3322009"/>
                  <a:pt x="23888" y="3304623"/>
                </a:cubicBezTo>
                <a:cubicBezTo>
                  <a:pt x="18613" y="3287237"/>
                  <a:pt x="14204" y="3269634"/>
                  <a:pt x="10659" y="3251814"/>
                </a:cubicBezTo>
                <a:cubicBezTo>
                  <a:pt x="7115" y="3233994"/>
                  <a:pt x="4452" y="3216044"/>
                  <a:pt x="2671" y="3197963"/>
                </a:cubicBezTo>
                <a:cubicBezTo>
                  <a:pt x="891" y="3179882"/>
                  <a:pt x="0" y="3161756"/>
                  <a:pt x="0" y="3143587"/>
                </a:cubicBezTo>
                <a:lnTo>
                  <a:pt x="0" y="554751"/>
                </a:lnTo>
                <a:cubicBezTo>
                  <a:pt x="0" y="536582"/>
                  <a:pt x="891" y="518457"/>
                  <a:pt x="2671" y="500376"/>
                </a:cubicBezTo>
                <a:cubicBezTo>
                  <a:pt x="4452" y="482294"/>
                  <a:pt x="7115" y="464344"/>
                  <a:pt x="10659" y="446524"/>
                </a:cubicBezTo>
                <a:cubicBezTo>
                  <a:pt x="14204" y="428704"/>
                  <a:pt x="18613" y="411101"/>
                  <a:pt x="23888" y="393715"/>
                </a:cubicBezTo>
                <a:cubicBezTo>
                  <a:pt x="29162" y="376329"/>
                  <a:pt x="35275" y="359243"/>
                  <a:pt x="42228" y="342457"/>
                </a:cubicBezTo>
                <a:cubicBezTo>
                  <a:pt x="49181" y="325671"/>
                  <a:pt x="56940" y="309266"/>
                  <a:pt x="65504" y="293243"/>
                </a:cubicBezTo>
                <a:cubicBezTo>
                  <a:pt x="74069" y="277220"/>
                  <a:pt x="83398" y="261655"/>
                  <a:pt x="93492" y="246548"/>
                </a:cubicBezTo>
                <a:cubicBezTo>
                  <a:pt x="103587" y="231441"/>
                  <a:pt x="114397" y="216865"/>
                  <a:pt x="125923" y="202821"/>
                </a:cubicBezTo>
                <a:cubicBezTo>
                  <a:pt x="137449" y="188776"/>
                  <a:pt x="149635" y="175330"/>
                  <a:pt x="162483" y="162483"/>
                </a:cubicBezTo>
                <a:cubicBezTo>
                  <a:pt x="175330" y="149635"/>
                  <a:pt x="188776" y="137449"/>
                  <a:pt x="202821" y="125923"/>
                </a:cubicBezTo>
                <a:cubicBezTo>
                  <a:pt x="216865" y="114396"/>
                  <a:pt x="231441" y="103586"/>
                  <a:pt x="246548" y="93492"/>
                </a:cubicBezTo>
                <a:cubicBezTo>
                  <a:pt x="261654" y="83398"/>
                  <a:pt x="277220" y="74069"/>
                  <a:pt x="293243" y="65504"/>
                </a:cubicBezTo>
                <a:cubicBezTo>
                  <a:pt x="309267" y="56940"/>
                  <a:pt x="325671" y="49181"/>
                  <a:pt x="342457" y="42228"/>
                </a:cubicBezTo>
                <a:cubicBezTo>
                  <a:pt x="359243" y="35275"/>
                  <a:pt x="376329" y="29161"/>
                  <a:pt x="393715" y="23887"/>
                </a:cubicBezTo>
                <a:cubicBezTo>
                  <a:pt x="411102" y="18613"/>
                  <a:pt x="428705" y="14204"/>
                  <a:pt x="446524" y="10659"/>
                </a:cubicBezTo>
                <a:cubicBezTo>
                  <a:pt x="464344" y="7115"/>
                  <a:pt x="482294" y="4452"/>
                  <a:pt x="500376" y="2671"/>
                </a:cubicBezTo>
                <a:cubicBezTo>
                  <a:pt x="518457" y="890"/>
                  <a:pt x="536582" y="0"/>
                  <a:pt x="554751" y="0"/>
                </a:cubicBezTo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df-path-3">
            <a:extLst xmlns:a="http://schemas.openxmlformats.org/drawingml/2006/main">
              <a:ext uri="{FF2B5EF4-FFF2-40B4-BE49-F238E27FC236}">
                <a16:creationId xmlns:a16="http://schemas.microsoft.com/office/drawing/2014/main" id="{65455D02-8F3E-4B22-9A48-5F45E853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780" y="814210"/>
            <a:ext cx="4848932" cy="452019"/>
          </a:xfrm>
          <a:custGeom xmlns:a="http://schemas.openxmlformats.org/drawingml/2006/main">
            <a:pathLst>
              <a:path w="4848932" h="452019">
                <a:moveTo>
                  <a:pt x="116087" y="0"/>
                </a:moveTo>
                <a:lnTo>
                  <a:pt x="136633" y="0"/>
                </a:lnTo>
                <a:lnTo>
                  <a:pt x="136633" y="20546"/>
                </a:lnTo>
                <a:lnTo>
                  <a:pt x="116087" y="20546"/>
                </a:lnTo>
                <a:lnTo>
                  <a:pt x="116087" y="0"/>
                </a:lnTo>
                <a:moveTo>
                  <a:pt x="157180" y="0"/>
                </a:moveTo>
                <a:lnTo>
                  <a:pt x="177726" y="0"/>
                </a:lnTo>
                <a:lnTo>
                  <a:pt x="177726" y="20546"/>
                </a:lnTo>
                <a:lnTo>
                  <a:pt x="157180" y="20546"/>
                </a:lnTo>
                <a:lnTo>
                  <a:pt x="157180" y="0"/>
                </a:lnTo>
                <a:moveTo>
                  <a:pt x="198272" y="0"/>
                </a:moveTo>
                <a:lnTo>
                  <a:pt x="218818" y="0"/>
                </a:lnTo>
                <a:lnTo>
                  <a:pt x="218818" y="20546"/>
                </a:lnTo>
                <a:lnTo>
                  <a:pt x="198272" y="20546"/>
                </a:lnTo>
                <a:lnTo>
                  <a:pt x="198272" y="0"/>
                </a:lnTo>
                <a:moveTo>
                  <a:pt x="239364" y="0"/>
                </a:moveTo>
                <a:lnTo>
                  <a:pt x="259911" y="0"/>
                </a:lnTo>
                <a:lnTo>
                  <a:pt x="259911" y="20546"/>
                </a:lnTo>
                <a:lnTo>
                  <a:pt x="239364" y="20546"/>
                </a:lnTo>
                <a:lnTo>
                  <a:pt x="239364" y="0"/>
                </a:lnTo>
                <a:moveTo>
                  <a:pt x="280457" y="0"/>
                </a:moveTo>
                <a:lnTo>
                  <a:pt x="301004" y="0"/>
                </a:lnTo>
                <a:lnTo>
                  <a:pt x="301004" y="20546"/>
                </a:lnTo>
                <a:lnTo>
                  <a:pt x="280457" y="20546"/>
                </a:lnTo>
                <a:lnTo>
                  <a:pt x="280457" y="0"/>
                </a:lnTo>
                <a:moveTo>
                  <a:pt x="321550" y="0"/>
                </a:moveTo>
                <a:lnTo>
                  <a:pt x="342096" y="0"/>
                </a:lnTo>
                <a:lnTo>
                  <a:pt x="342096" y="20546"/>
                </a:lnTo>
                <a:lnTo>
                  <a:pt x="321550" y="20546"/>
                </a:lnTo>
                <a:lnTo>
                  <a:pt x="321550" y="0"/>
                </a:lnTo>
                <a:moveTo>
                  <a:pt x="362643" y="0"/>
                </a:moveTo>
                <a:lnTo>
                  <a:pt x="383189" y="0"/>
                </a:lnTo>
                <a:lnTo>
                  <a:pt x="383189" y="20546"/>
                </a:lnTo>
                <a:lnTo>
                  <a:pt x="362643" y="20546"/>
                </a:lnTo>
                <a:lnTo>
                  <a:pt x="362643" y="0"/>
                </a:lnTo>
                <a:moveTo>
                  <a:pt x="403735" y="0"/>
                </a:moveTo>
                <a:lnTo>
                  <a:pt x="424281" y="0"/>
                </a:lnTo>
                <a:lnTo>
                  <a:pt x="424281" y="20546"/>
                </a:lnTo>
                <a:lnTo>
                  <a:pt x="403735" y="20546"/>
                </a:lnTo>
                <a:lnTo>
                  <a:pt x="403735" y="0"/>
                </a:lnTo>
                <a:moveTo>
                  <a:pt x="444828" y="0"/>
                </a:moveTo>
                <a:lnTo>
                  <a:pt x="465374" y="0"/>
                </a:lnTo>
                <a:lnTo>
                  <a:pt x="465374" y="20546"/>
                </a:lnTo>
                <a:lnTo>
                  <a:pt x="444828" y="20546"/>
                </a:lnTo>
                <a:lnTo>
                  <a:pt x="444828" y="0"/>
                </a:lnTo>
                <a:moveTo>
                  <a:pt x="485921" y="0"/>
                </a:moveTo>
                <a:lnTo>
                  <a:pt x="506467" y="0"/>
                </a:lnTo>
                <a:lnTo>
                  <a:pt x="506467" y="20546"/>
                </a:lnTo>
                <a:lnTo>
                  <a:pt x="485921" y="20546"/>
                </a:lnTo>
                <a:lnTo>
                  <a:pt x="485921" y="0"/>
                </a:lnTo>
                <a:moveTo>
                  <a:pt x="527013" y="0"/>
                </a:moveTo>
                <a:lnTo>
                  <a:pt x="547559" y="0"/>
                </a:lnTo>
                <a:lnTo>
                  <a:pt x="547559" y="20546"/>
                </a:lnTo>
                <a:lnTo>
                  <a:pt x="527013" y="20546"/>
                </a:lnTo>
                <a:lnTo>
                  <a:pt x="527013" y="0"/>
                </a:lnTo>
                <a:moveTo>
                  <a:pt x="568106" y="0"/>
                </a:moveTo>
                <a:lnTo>
                  <a:pt x="588652" y="0"/>
                </a:lnTo>
                <a:lnTo>
                  <a:pt x="588652" y="20546"/>
                </a:lnTo>
                <a:lnTo>
                  <a:pt x="568106" y="20546"/>
                </a:lnTo>
                <a:lnTo>
                  <a:pt x="568106" y="0"/>
                </a:lnTo>
                <a:moveTo>
                  <a:pt x="609198" y="0"/>
                </a:moveTo>
                <a:lnTo>
                  <a:pt x="629745" y="0"/>
                </a:lnTo>
                <a:lnTo>
                  <a:pt x="629745" y="20546"/>
                </a:lnTo>
                <a:lnTo>
                  <a:pt x="609198" y="20546"/>
                </a:lnTo>
                <a:lnTo>
                  <a:pt x="609198" y="0"/>
                </a:lnTo>
                <a:moveTo>
                  <a:pt x="650291" y="0"/>
                </a:moveTo>
                <a:lnTo>
                  <a:pt x="670838" y="0"/>
                </a:lnTo>
                <a:lnTo>
                  <a:pt x="670838" y="20546"/>
                </a:lnTo>
                <a:lnTo>
                  <a:pt x="650291" y="20546"/>
                </a:lnTo>
                <a:lnTo>
                  <a:pt x="650291" y="0"/>
                </a:lnTo>
                <a:moveTo>
                  <a:pt x="691384" y="0"/>
                </a:moveTo>
                <a:lnTo>
                  <a:pt x="711930" y="0"/>
                </a:lnTo>
                <a:lnTo>
                  <a:pt x="711930" y="20546"/>
                </a:lnTo>
                <a:lnTo>
                  <a:pt x="691384" y="20546"/>
                </a:lnTo>
                <a:lnTo>
                  <a:pt x="691384" y="0"/>
                </a:lnTo>
                <a:moveTo>
                  <a:pt x="732476" y="0"/>
                </a:moveTo>
                <a:lnTo>
                  <a:pt x="753023" y="0"/>
                </a:lnTo>
                <a:lnTo>
                  <a:pt x="753023" y="20546"/>
                </a:lnTo>
                <a:lnTo>
                  <a:pt x="732476" y="20546"/>
                </a:lnTo>
                <a:lnTo>
                  <a:pt x="732476" y="0"/>
                </a:lnTo>
                <a:moveTo>
                  <a:pt x="773569" y="0"/>
                </a:moveTo>
                <a:lnTo>
                  <a:pt x="794115" y="0"/>
                </a:lnTo>
                <a:lnTo>
                  <a:pt x="794115" y="20546"/>
                </a:lnTo>
                <a:lnTo>
                  <a:pt x="773569" y="20546"/>
                </a:lnTo>
                <a:lnTo>
                  <a:pt x="773569" y="0"/>
                </a:lnTo>
                <a:moveTo>
                  <a:pt x="814662" y="0"/>
                </a:moveTo>
                <a:lnTo>
                  <a:pt x="835208" y="0"/>
                </a:lnTo>
                <a:lnTo>
                  <a:pt x="835208" y="20546"/>
                </a:lnTo>
                <a:lnTo>
                  <a:pt x="814662" y="20546"/>
                </a:lnTo>
                <a:lnTo>
                  <a:pt x="814662" y="0"/>
                </a:lnTo>
                <a:moveTo>
                  <a:pt x="855754" y="0"/>
                </a:moveTo>
                <a:lnTo>
                  <a:pt x="876301" y="0"/>
                </a:lnTo>
                <a:lnTo>
                  <a:pt x="876301" y="20546"/>
                </a:lnTo>
                <a:lnTo>
                  <a:pt x="855754" y="20546"/>
                </a:lnTo>
                <a:lnTo>
                  <a:pt x="855754" y="0"/>
                </a:lnTo>
                <a:moveTo>
                  <a:pt x="896847" y="0"/>
                </a:moveTo>
                <a:lnTo>
                  <a:pt x="917393" y="0"/>
                </a:lnTo>
                <a:lnTo>
                  <a:pt x="917393" y="20546"/>
                </a:lnTo>
                <a:lnTo>
                  <a:pt x="896847" y="20546"/>
                </a:lnTo>
                <a:lnTo>
                  <a:pt x="896847" y="0"/>
                </a:lnTo>
                <a:moveTo>
                  <a:pt x="937940" y="0"/>
                </a:moveTo>
                <a:lnTo>
                  <a:pt x="958486" y="0"/>
                </a:lnTo>
                <a:lnTo>
                  <a:pt x="958486" y="20546"/>
                </a:lnTo>
                <a:lnTo>
                  <a:pt x="937940" y="20546"/>
                </a:lnTo>
                <a:lnTo>
                  <a:pt x="937940" y="0"/>
                </a:lnTo>
                <a:moveTo>
                  <a:pt x="979032" y="0"/>
                </a:moveTo>
                <a:lnTo>
                  <a:pt x="999579" y="0"/>
                </a:lnTo>
                <a:lnTo>
                  <a:pt x="999579" y="20546"/>
                </a:lnTo>
                <a:lnTo>
                  <a:pt x="979032" y="20546"/>
                </a:lnTo>
                <a:lnTo>
                  <a:pt x="979032" y="0"/>
                </a:lnTo>
                <a:moveTo>
                  <a:pt x="1020125" y="0"/>
                </a:moveTo>
                <a:lnTo>
                  <a:pt x="1040671" y="0"/>
                </a:lnTo>
                <a:lnTo>
                  <a:pt x="1040671" y="20546"/>
                </a:lnTo>
                <a:lnTo>
                  <a:pt x="1020125" y="20546"/>
                </a:lnTo>
                <a:lnTo>
                  <a:pt x="1020125" y="0"/>
                </a:lnTo>
                <a:moveTo>
                  <a:pt x="1061217" y="0"/>
                </a:moveTo>
                <a:lnTo>
                  <a:pt x="1081764" y="0"/>
                </a:lnTo>
                <a:lnTo>
                  <a:pt x="1081764" y="20546"/>
                </a:lnTo>
                <a:lnTo>
                  <a:pt x="1061217" y="20546"/>
                </a:lnTo>
                <a:lnTo>
                  <a:pt x="1061217" y="0"/>
                </a:lnTo>
                <a:moveTo>
                  <a:pt x="1102310" y="0"/>
                </a:moveTo>
                <a:lnTo>
                  <a:pt x="1122857" y="0"/>
                </a:lnTo>
                <a:lnTo>
                  <a:pt x="1122857" y="20546"/>
                </a:lnTo>
                <a:lnTo>
                  <a:pt x="1102310" y="20546"/>
                </a:lnTo>
                <a:lnTo>
                  <a:pt x="1102310" y="0"/>
                </a:lnTo>
                <a:moveTo>
                  <a:pt x="1143403" y="0"/>
                </a:moveTo>
                <a:lnTo>
                  <a:pt x="1163949" y="0"/>
                </a:lnTo>
                <a:lnTo>
                  <a:pt x="1163949" y="20546"/>
                </a:lnTo>
                <a:lnTo>
                  <a:pt x="1143403" y="20546"/>
                </a:lnTo>
                <a:lnTo>
                  <a:pt x="1143403" y="0"/>
                </a:lnTo>
                <a:moveTo>
                  <a:pt x="1184496" y="0"/>
                </a:moveTo>
                <a:lnTo>
                  <a:pt x="1205042" y="0"/>
                </a:lnTo>
                <a:lnTo>
                  <a:pt x="1205042" y="20546"/>
                </a:lnTo>
                <a:lnTo>
                  <a:pt x="1184496" y="20546"/>
                </a:lnTo>
                <a:lnTo>
                  <a:pt x="1184496" y="0"/>
                </a:lnTo>
                <a:moveTo>
                  <a:pt x="1225588" y="0"/>
                </a:moveTo>
                <a:lnTo>
                  <a:pt x="1246134" y="0"/>
                </a:lnTo>
                <a:lnTo>
                  <a:pt x="1246134" y="20546"/>
                </a:lnTo>
                <a:lnTo>
                  <a:pt x="1225588" y="20546"/>
                </a:lnTo>
                <a:lnTo>
                  <a:pt x="1225588" y="0"/>
                </a:lnTo>
                <a:moveTo>
                  <a:pt x="1266681" y="0"/>
                </a:moveTo>
                <a:lnTo>
                  <a:pt x="1287227" y="0"/>
                </a:lnTo>
                <a:lnTo>
                  <a:pt x="1287227" y="20546"/>
                </a:lnTo>
                <a:lnTo>
                  <a:pt x="1266681" y="20546"/>
                </a:lnTo>
                <a:lnTo>
                  <a:pt x="1266681" y="0"/>
                </a:lnTo>
                <a:moveTo>
                  <a:pt x="1307773" y="0"/>
                </a:moveTo>
                <a:lnTo>
                  <a:pt x="1328320" y="0"/>
                </a:lnTo>
                <a:lnTo>
                  <a:pt x="1328320" y="20546"/>
                </a:lnTo>
                <a:lnTo>
                  <a:pt x="1307773" y="20546"/>
                </a:lnTo>
                <a:lnTo>
                  <a:pt x="1307773" y="0"/>
                </a:lnTo>
                <a:moveTo>
                  <a:pt x="1348866" y="0"/>
                </a:moveTo>
                <a:lnTo>
                  <a:pt x="1369413" y="0"/>
                </a:lnTo>
                <a:lnTo>
                  <a:pt x="1369413" y="20546"/>
                </a:lnTo>
                <a:lnTo>
                  <a:pt x="1348866" y="20546"/>
                </a:lnTo>
                <a:lnTo>
                  <a:pt x="1348866" y="0"/>
                </a:lnTo>
                <a:moveTo>
                  <a:pt x="1389959" y="0"/>
                </a:moveTo>
                <a:lnTo>
                  <a:pt x="1410505" y="0"/>
                </a:lnTo>
                <a:lnTo>
                  <a:pt x="1410505" y="20546"/>
                </a:lnTo>
                <a:lnTo>
                  <a:pt x="1389959" y="20546"/>
                </a:lnTo>
                <a:lnTo>
                  <a:pt x="1389959" y="0"/>
                </a:lnTo>
                <a:moveTo>
                  <a:pt x="1431051" y="0"/>
                </a:moveTo>
                <a:lnTo>
                  <a:pt x="1451597" y="0"/>
                </a:lnTo>
                <a:lnTo>
                  <a:pt x="1451597" y="20546"/>
                </a:lnTo>
                <a:lnTo>
                  <a:pt x="1431051" y="20546"/>
                </a:lnTo>
                <a:lnTo>
                  <a:pt x="1431051" y="0"/>
                </a:lnTo>
                <a:moveTo>
                  <a:pt x="1472144" y="0"/>
                </a:moveTo>
                <a:lnTo>
                  <a:pt x="1492691" y="0"/>
                </a:lnTo>
                <a:lnTo>
                  <a:pt x="1492691" y="20546"/>
                </a:lnTo>
                <a:lnTo>
                  <a:pt x="1472144" y="20546"/>
                </a:lnTo>
                <a:lnTo>
                  <a:pt x="1472144" y="0"/>
                </a:lnTo>
                <a:moveTo>
                  <a:pt x="1513237" y="0"/>
                </a:moveTo>
                <a:lnTo>
                  <a:pt x="1533783" y="0"/>
                </a:lnTo>
                <a:lnTo>
                  <a:pt x="1533783" y="20546"/>
                </a:lnTo>
                <a:lnTo>
                  <a:pt x="1513237" y="20546"/>
                </a:lnTo>
                <a:lnTo>
                  <a:pt x="1513237" y="0"/>
                </a:lnTo>
                <a:moveTo>
                  <a:pt x="1554329" y="0"/>
                </a:moveTo>
                <a:lnTo>
                  <a:pt x="1574876" y="0"/>
                </a:lnTo>
                <a:lnTo>
                  <a:pt x="1574876" y="20546"/>
                </a:lnTo>
                <a:lnTo>
                  <a:pt x="1554329" y="20546"/>
                </a:lnTo>
                <a:lnTo>
                  <a:pt x="1554329" y="0"/>
                </a:lnTo>
                <a:moveTo>
                  <a:pt x="1595422" y="0"/>
                </a:moveTo>
                <a:lnTo>
                  <a:pt x="1615968" y="0"/>
                </a:lnTo>
                <a:lnTo>
                  <a:pt x="1615968" y="20546"/>
                </a:lnTo>
                <a:lnTo>
                  <a:pt x="1595422" y="20546"/>
                </a:lnTo>
                <a:lnTo>
                  <a:pt x="1595422" y="0"/>
                </a:lnTo>
                <a:moveTo>
                  <a:pt x="1636514" y="0"/>
                </a:moveTo>
                <a:lnTo>
                  <a:pt x="1657061" y="0"/>
                </a:lnTo>
                <a:lnTo>
                  <a:pt x="1657061" y="20546"/>
                </a:lnTo>
                <a:lnTo>
                  <a:pt x="1636514" y="20546"/>
                </a:lnTo>
                <a:lnTo>
                  <a:pt x="1636514" y="0"/>
                </a:lnTo>
                <a:moveTo>
                  <a:pt x="1677607" y="0"/>
                </a:moveTo>
                <a:lnTo>
                  <a:pt x="1698154" y="0"/>
                </a:lnTo>
                <a:lnTo>
                  <a:pt x="1698154" y="20546"/>
                </a:lnTo>
                <a:lnTo>
                  <a:pt x="1677607" y="20546"/>
                </a:lnTo>
                <a:lnTo>
                  <a:pt x="1677607" y="0"/>
                </a:lnTo>
                <a:moveTo>
                  <a:pt x="1718700" y="0"/>
                </a:moveTo>
                <a:lnTo>
                  <a:pt x="1739246" y="0"/>
                </a:lnTo>
                <a:lnTo>
                  <a:pt x="1739246" y="20546"/>
                </a:lnTo>
                <a:lnTo>
                  <a:pt x="1718700" y="20546"/>
                </a:lnTo>
                <a:lnTo>
                  <a:pt x="1718700" y="0"/>
                </a:lnTo>
                <a:moveTo>
                  <a:pt x="1759792" y="0"/>
                </a:moveTo>
                <a:lnTo>
                  <a:pt x="1780339" y="0"/>
                </a:lnTo>
                <a:lnTo>
                  <a:pt x="1780339" y="20546"/>
                </a:lnTo>
                <a:lnTo>
                  <a:pt x="1759792" y="20546"/>
                </a:lnTo>
                <a:lnTo>
                  <a:pt x="1759792" y="0"/>
                </a:lnTo>
                <a:moveTo>
                  <a:pt x="1800885" y="0"/>
                </a:moveTo>
                <a:lnTo>
                  <a:pt x="1821431" y="0"/>
                </a:lnTo>
                <a:lnTo>
                  <a:pt x="1821431" y="20546"/>
                </a:lnTo>
                <a:lnTo>
                  <a:pt x="1800885" y="20546"/>
                </a:lnTo>
                <a:lnTo>
                  <a:pt x="1800885" y="0"/>
                </a:lnTo>
                <a:moveTo>
                  <a:pt x="1841978" y="0"/>
                </a:moveTo>
                <a:lnTo>
                  <a:pt x="1862524" y="0"/>
                </a:lnTo>
                <a:lnTo>
                  <a:pt x="1862524" y="20546"/>
                </a:lnTo>
                <a:lnTo>
                  <a:pt x="1841978" y="20546"/>
                </a:lnTo>
                <a:lnTo>
                  <a:pt x="1841978" y="0"/>
                </a:lnTo>
                <a:moveTo>
                  <a:pt x="1883071" y="0"/>
                </a:moveTo>
                <a:lnTo>
                  <a:pt x="1903617" y="0"/>
                </a:lnTo>
                <a:lnTo>
                  <a:pt x="1903617" y="20546"/>
                </a:lnTo>
                <a:lnTo>
                  <a:pt x="1883071" y="20546"/>
                </a:lnTo>
                <a:lnTo>
                  <a:pt x="1883071" y="0"/>
                </a:lnTo>
                <a:moveTo>
                  <a:pt x="1924163" y="0"/>
                </a:moveTo>
                <a:lnTo>
                  <a:pt x="1944709" y="0"/>
                </a:lnTo>
                <a:lnTo>
                  <a:pt x="1944709" y="20546"/>
                </a:lnTo>
                <a:lnTo>
                  <a:pt x="1924163" y="20546"/>
                </a:lnTo>
                <a:lnTo>
                  <a:pt x="1924163" y="0"/>
                </a:lnTo>
                <a:moveTo>
                  <a:pt x="1965256" y="0"/>
                </a:moveTo>
                <a:lnTo>
                  <a:pt x="1985802" y="0"/>
                </a:lnTo>
                <a:lnTo>
                  <a:pt x="1985802" y="20546"/>
                </a:lnTo>
                <a:lnTo>
                  <a:pt x="1965256" y="20546"/>
                </a:lnTo>
                <a:lnTo>
                  <a:pt x="1965256" y="0"/>
                </a:lnTo>
                <a:moveTo>
                  <a:pt x="2006348" y="0"/>
                </a:moveTo>
                <a:lnTo>
                  <a:pt x="2026895" y="0"/>
                </a:lnTo>
                <a:lnTo>
                  <a:pt x="2026895" y="20546"/>
                </a:lnTo>
                <a:lnTo>
                  <a:pt x="2006348" y="20546"/>
                </a:lnTo>
                <a:lnTo>
                  <a:pt x="2006348" y="0"/>
                </a:lnTo>
                <a:moveTo>
                  <a:pt x="2047441" y="0"/>
                </a:moveTo>
                <a:lnTo>
                  <a:pt x="2067987" y="0"/>
                </a:lnTo>
                <a:lnTo>
                  <a:pt x="2067987" y="20546"/>
                </a:lnTo>
                <a:lnTo>
                  <a:pt x="2047441" y="20546"/>
                </a:lnTo>
                <a:lnTo>
                  <a:pt x="2047441" y="0"/>
                </a:lnTo>
                <a:moveTo>
                  <a:pt x="2088534" y="0"/>
                </a:moveTo>
                <a:lnTo>
                  <a:pt x="2109080" y="0"/>
                </a:lnTo>
                <a:lnTo>
                  <a:pt x="2109080" y="20546"/>
                </a:lnTo>
                <a:lnTo>
                  <a:pt x="2088534" y="20546"/>
                </a:lnTo>
                <a:lnTo>
                  <a:pt x="2088534" y="0"/>
                </a:lnTo>
                <a:moveTo>
                  <a:pt x="2129626" y="0"/>
                </a:moveTo>
                <a:lnTo>
                  <a:pt x="2150173" y="0"/>
                </a:lnTo>
                <a:lnTo>
                  <a:pt x="2150173" y="20546"/>
                </a:lnTo>
                <a:lnTo>
                  <a:pt x="2129626" y="20546"/>
                </a:lnTo>
                <a:lnTo>
                  <a:pt x="2129626" y="0"/>
                </a:lnTo>
                <a:moveTo>
                  <a:pt x="2170719" y="0"/>
                </a:moveTo>
                <a:lnTo>
                  <a:pt x="2191265" y="0"/>
                </a:lnTo>
                <a:lnTo>
                  <a:pt x="2191265" y="20546"/>
                </a:lnTo>
                <a:lnTo>
                  <a:pt x="2170719" y="20546"/>
                </a:lnTo>
                <a:lnTo>
                  <a:pt x="2170719" y="0"/>
                </a:lnTo>
                <a:moveTo>
                  <a:pt x="2211812" y="0"/>
                </a:moveTo>
                <a:lnTo>
                  <a:pt x="2232358" y="0"/>
                </a:lnTo>
                <a:lnTo>
                  <a:pt x="2232358" y="20546"/>
                </a:lnTo>
                <a:lnTo>
                  <a:pt x="2211812" y="20546"/>
                </a:lnTo>
                <a:lnTo>
                  <a:pt x="2211812" y="0"/>
                </a:lnTo>
                <a:moveTo>
                  <a:pt x="2252904" y="0"/>
                </a:moveTo>
                <a:lnTo>
                  <a:pt x="2273450" y="0"/>
                </a:lnTo>
                <a:lnTo>
                  <a:pt x="2273450" y="20546"/>
                </a:lnTo>
                <a:lnTo>
                  <a:pt x="2252904" y="20546"/>
                </a:lnTo>
                <a:lnTo>
                  <a:pt x="2252904" y="0"/>
                </a:lnTo>
                <a:moveTo>
                  <a:pt x="2293997" y="0"/>
                </a:moveTo>
                <a:lnTo>
                  <a:pt x="2314544" y="0"/>
                </a:lnTo>
                <a:lnTo>
                  <a:pt x="2314544" y="20546"/>
                </a:lnTo>
                <a:lnTo>
                  <a:pt x="2293997" y="20546"/>
                </a:lnTo>
                <a:lnTo>
                  <a:pt x="2293997" y="0"/>
                </a:lnTo>
                <a:moveTo>
                  <a:pt x="2335090" y="0"/>
                </a:moveTo>
                <a:lnTo>
                  <a:pt x="2355636" y="0"/>
                </a:lnTo>
                <a:lnTo>
                  <a:pt x="2355636" y="20546"/>
                </a:lnTo>
                <a:lnTo>
                  <a:pt x="2335090" y="20546"/>
                </a:lnTo>
                <a:lnTo>
                  <a:pt x="2335090" y="0"/>
                </a:lnTo>
                <a:moveTo>
                  <a:pt x="2376182" y="0"/>
                </a:moveTo>
                <a:lnTo>
                  <a:pt x="2396728" y="0"/>
                </a:lnTo>
                <a:lnTo>
                  <a:pt x="2396728" y="20546"/>
                </a:lnTo>
                <a:lnTo>
                  <a:pt x="2376182" y="20546"/>
                </a:lnTo>
                <a:lnTo>
                  <a:pt x="2376182" y="0"/>
                </a:lnTo>
                <a:moveTo>
                  <a:pt x="2417275" y="0"/>
                </a:moveTo>
                <a:lnTo>
                  <a:pt x="2437821" y="0"/>
                </a:lnTo>
                <a:lnTo>
                  <a:pt x="2437821" y="20546"/>
                </a:lnTo>
                <a:lnTo>
                  <a:pt x="2417275" y="20546"/>
                </a:lnTo>
                <a:lnTo>
                  <a:pt x="2417275" y="0"/>
                </a:lnTo>
                <a:moveTo>
                  <a:pt x="2458367" y="0"/>
                </a:moveTo>
                <a:lnTo>
                  <a:pt x="2478914" y="0"/>
                </a:lnTo>
                <a:lnTo>
                  <a:pt x="2478914" y="20546"/>
                </a:lnTo>
                <a:lnTo>
                  <a:pt x="2458367" y="20546"/>
                </a:lnTo>
                <a:lnTo>
                  <a:pt x="2458367" y="0"/>
                </a:lnTo>
                <a:moveTo>
                  <a:pt x="2499461" y="0"/>
                </a:moveTo>
                <a:lnTo>
                  <a:pt x="2520007" y="0"/>
                </a:lnTo>
                <a:lnTo>
                  <a:pt x="2520007" y="20546"/>
                </a:lnTo>
                <a:lnTo>
                  <a:pt x="2499461" y="20546"/>
                </a:lnTo>
                <a:lnTo>
                  <a:pt x="2499461" y="0"/>
                </a:lnTo>
                <a:moveTo>
                  <a:pt x="2540553" y="0"/>
                </a:moveTo>
                <a:lnTo>
                  <a:pt x="2561099" y="0"/>
                </a:lnTo>
                <a:lnTo>
                  <a:pt x="2561099" y="20546"/>
                </a:lnTo>
                <a:lnTo>
                  <a:pt x="2540553" y="20546"/>
                </a:lnTo>
                <a:lnTo>
                  <a:pt x="2540553" y="0"/>
                </a:lnTo>
                <a:moveTo>
                  <a:pt x="2581645" y="0"/>
                </a:moveTo>
                <a:lnTo>
                  <a:pt x="2602192" y="0"/>
                </a:lnTo>
                <a:lnTo>
                  <a:pt x="2602192" y="20546"/>
                </a:lnTo>
                <a:lnTo>
                  <a:pt x="2581645" y="20546"/>
                </a:lnTo>
                <a:lnTo>
                  <a:pt x="2581645" y="0"/>
                </a:lnTo>
                <a:moveTo>
                  <a:pt x="2622738" y="0"/>
                </a:moveTo>
                <a:lnTo>
                  <a:pt x="2643284" y="0"/>
                </a:lnTo>
                <a:lnTo>
                  <a:pt x="2643284" y="20546"/>
                </a:lnTo>
                <a:lnTo>
                  <a:pt x="2622738" y="20546"/>
                </a:lnTo>
                <a:lnTo>
                  <a:pt x="2622738" y="0"/>
                </a:lnTo>
                <a:moveTo>
                  <a:pt x="2663831" y="0"/>
                </a:moveTo>
                <a:lnTo>
                  <a:pt x="2684377" y="0"/>
                </a:lnTo>
                <a:lnTo>
                  <a:pt x="2684377" y="20546"/>
                </a:lnTo>
                <a:lnTo>
                  <a:pt x="2663831" y="20546"/>
                </a:lnTo>
                <a:lnTo>
                  <a:pt x="2663831" y="0"/>
                </a:lnTo>
                <a:moveTo>
                  <a:pt x="2704924" y="0"/>
                </a:moveTo>
                <a:lnTo>
                  <a:pt x="2725470" y="0"/>
                </a:lnTo>
                <a:lnTo>
                  <a:pt x="2725470" y="20546"/>
                </a:lnTo>
                <a:lnTo>
                  <a:pt x="2704924" y="20546"/>
                </a:lnTo>
                <a:lnTo>
                  <a:pt x="2704924" y="0"/>
                </a:lnTo>
                <a:moveTo>
                  <a:pt x="2746016" y="0"/>
                </a:moveTo>
                <a:lnTo>
                  <a:pt x="2766562" y="0"/>
                </a:lnTo>
                <a:lnTo>
                  <a:pt x="2766562" y="20546"/>
                </a:lnTo>
                <a:lnTo>
                  <a:pt x="2746016" y="20546"/>
                </a:lnTo>
                <a:lnTo>
                  <a:pt x="2746016" y="0"/>
                </a:lnTo>
                <a:moveTo>
                  <a:pt x="2787109" y="0"/>
                </a:moveTo>
                <a:lnTo>
                  <a:pt x="2807655" y="0"/>
                </a:lnTo>
                <a:lnTo>
                  <a:pt x="2807655" y="20546"/>
                </a:lnTo>
                <a:lnTo>
                  <a:pt x="2787109" y="20546"/>
                </a:lnTo>
                <a:lnTo>
                  <a:pt x="2787109" y="0"/>
                </a:lnTo>
                <a:moveTo>
                  <a:pt x="2828201" y="0"/>
                </a:moveTo>
                <a:lnTo>
                  <a:pt x="2848747" y="0"/>
                </a:lnTo>
                <a:lnTo>
                  <a:pt x="2848747" y="20546"/>
                </a:lnTo>
                <a:lnTo>
                  <a:pt x="2828201" y="20546"/>
                </a:lnTo>
                <a:lnTo>
                  <a:pt x="2828201" y="0"/>
                </a:lnTo>
                <a:moveTo>
                  <a:pt x="2869294" y="0"/>
                </a:moveTo>
                <a:lnTo>
                  <a:pt x="2889840" y="0"/>
                </a:lnTo>
                <a:lnTo>
                  <a:pt x="2889840" y="20546"/>
                </a:lnTo>
                <a:lnTo>
                  <a:pt x="2869294" y="20546"/>
                </a:lnTo>
                <a:lnTo>
                  <a:pt x="2869294" y="0"/>
                </a:lnTo>
                <a:moveTo>
                  <a:pt x="2910387" y="0"/>
                </a:moveTo>
                <a:lnTo>
                  <a:pt x="2930933" y="0"/>
                </a:lnTo>
                <a:lnTo>
                  <a:pt x="2930933" y="20546"/>
                </a:lnTo>
                <a:lnTo>
                  <a:pt x="2910387" y="20546"/>
                </a:lnTo>
                <a:lnTo>
                  <a:pt x="2910387" y="0"/>
                </a:lnTo>
                <a:moveTo>
                  <a:pt x="2951479" y="0"/>
                </a:moveTo>
                <a:lnTo>
                  <a:pt x="2972026" y="0"/>
                </a:lnTo>
                <a:lnTo>
                  <a:pt x="2972026" y="20546"/>
                </a:lnTo>
                <a:lnTo>
                  <a:pt x="2951479" y="20546"/>
                </a:lnTo>
                <a:lnTo>
                  <a:pt x="2951479" y="0"/>
                </a:lnTo>
                <a:moveTo>
                  <a:pt x="2992572" y="0"/>
                </a:moveTo>
                <a:lnTo>
                  <a:pt x="3013118" y="0"/>
                </a:lnTo>
                <a:lnTo>
                  <a:pt x="3013118" y="20546"/>
                </a:lnTo>
                <a:lnTo>
                  <a:pt x="2992572" y="20546"/>
                </a:lnTo>
                <a:lnTo>
                  <a:pt x="2992572" y="0"/>
                </a:lnTo>
                <a:moveTo>
                  <a:pt x="3033664" y="0"/>
                </a:moveTo>
                <a:lnTo>
                  <a:pt x="3054211" y="0"/>
                </a:lnTo>
                <a:lnTo>
                  <a:pt x="3054211" y="20546"/>
                </a:lnTo>
                <a:lnTo>
                  <a:pt x="3033664" y="20546"/>
                </a:lnTo>
                <a:lnTo>
                  <a:pt x="3033664" y="0"/>
                </a:lnTo>
                <a:moveTo>
                  <a:pt x="3074757" y="0"/>
                </a:moveTo>
                <a:lnTo>
                  <a:pt x="3095304" y="0"/>
                </a:lnTo>
                <a:lnTo>
                  <a:pt x="3095304" y="20546"/>
                </a:lnTo>
                <a:lnTo>
                  <a:pt x="3074757" y="20546"/>
                </a:lnTo>
                <a:lnTo>
                  <a:pt x="3074757" y="0"/>
                </a:lnTo>
                <a:moveTo>
                  <a:pt x="3115850" y="0"/>
                </a:moveTo>
                <a:lnTo>
                  <a:pt x="3136396" y="0"/>
                </a:lnTo>
                <a:lnTo>
                  <a:pt x="3136396" y="20546"/>
                </a:lnTo>
                <a:lnTo>
                  <a:pt x="3115850" y="20546"/>
                </a:lnTo>
                <a:lnTo>
                  <a:pt x="3115850" y="0"/>
                </a:lnTo>
                <a:moveTo>
                  <a:pt x="3156943" y="0"/>
                </a:moveTo>
                <a:lnTo>
                  <a:pt x="3177489" y="0"/>
                </a:lnTo>
                <a:lnTo>
                  <a:pt x="3177489" y="20546"/>
                </a:lnTo>
                <a:lnTo>
                  <a:pt x="3156943" y="20546"/>
                </a:lnTo>
                <a:lnTo>
                  <a:pt x="3156943" y="0"/>
                </a:lnTo>
                <a:moveTo>
                  <a:pt x="3198035" y="0"/>
                </a:moveTo>
                <a:lnTo>
                  <a:pt x="3218581" y="0"/>
                </a:lnTo>
                <a:lnTo>
                  <a:pt x="3218581" y="20546"/>
                </a:lnTo>
                <a:lnTo>
                  <a:pt x="3198035" y="20546"/>
                </a:lnTo>
                <a:lnTo>
                  <a:pt x="3198035" y="0"/>
                </a:lnTo>
                <a:moveTo>
                  <a:pt x="3239128" y="0"/>
                </a:moveTo>
                <a:lnTo>
                  <a:pt x="3259674" y="0"/>
                </a:lnTo>
                <a:lnTo>
                  <a:pt x="3259674" y="20546"/>
                </a:lnTo>
                <a:lnTo>
                  <a:pt x="3239128" y="20546"/>
                </a:lnTo>
                <a:lnTo>
                  <a:pt x="3239128" y="0"/>
                </a:lnTo>
                <a:moveTo>
                  <a:pt x="3280220" y="0"/>
                </a:moveTo>
                <a:lnTo>
                  <a:pt x="3300767" y="0"/>
                </a:lnTo>
                <a:lnTo>
                  <a:pt x="3300767" y="20546"/>
                </a:lnTo>
                <a:lnTo>
                  <a:pt x="3280220" y="20546"/>
                </a:lnTo>
                <a:lnTo>
                  <a:pt x="3280220" y="0"/>
                </a:lnTo>
                <a:moveTo>
                  <a:pt x="3321313" y="0"/>
                </a:moveTo>
                <a:lnTo>
                  <a:pt x="3341860" y="0"/>
                </a:lnTo>
                <a:lnTo>
                  <a:pt x="3341860" y="20546"/>
                </a:lnTo>
                <a:lnTo>
                  <a:pt x="3321313" y="20546"/>
                </a:lnTo>
                <a:lnTo>
                  <a:pt x="3321313" y="0"/>
                </a:lnTo>
                <a:moveTo>
                  <a:pt x="3362406" y="0"/>
                </a:moveTo>
                <a:lnTo>
                  <a:pt x="3382952" y="0"/>
                </a:lnTo>
                <a:lnTo>
                  <a:pt x="3382952" y="20546"/>
                </a:lnTo>
                <a:lnTo>
                  <a:pt x="3362406" y="20546"/>
                </a:lnTo>
                <a:lnTo>
                  <a:pt x="3362406" y="0"/>
                </a:lnTo>
                <a:moveTo>
                  <a:pt x="3403498" y="0"/>
                </a:moveTo>
                <a:lnTo>
                  <a:pt x="3424045" y="0"/>
                </a:lnTo>
                <a:lnTo>
                  <a:pt x="3424045" y="20546"/>
                </a:lnTo>
                <a:lnTo>
                  <a:pt x="3403498" y="20546"/>
                </a:lnTo>
                <a:lnTo>
                  <a:pt x="3403498" y="0"/>
                </a:lnTo>
                <a:moveTo>
                  <a:pt x="3444591" y="0"/>
                </a:moveTo>
                <a:lnTo>
                  <a:pt x="3465137" y="0"/>
                </a:lnTo>
                <a:lnTo>
                  <a:pt x="3465137" y="20546"/>
                </a:lnTo>
                <a:lnTo>
                  <a:pt x="3444591" y="20546"/>
                </a:lnTo>
                <a:lnTo>
                  <a:pt x="3444591" y="0"/>
                </a:lnTo>
                <a:moveTo>
                  <a:pt x="3485683" y="0"/>
                </a:moveTo>
                <a:lnTo>
                  <a:pt x="3506230" y="0"/>
                </a:lnTo>
                <a:lnTo>
                  <a:pt x="3506230" y="20546"/>
                </a:lnTo>
                <a:lnTo>
                  <a:pt x="3485683" y="20546"/>
                </a:lnTo>
                <a:lnTo>
                  <a:pt x="3485683" y="0"/>
                </a:lnTo>
                <a:moveTo>
                  <a:pt x="3526777" y="0"/>
                </a:moveTo>
                <a:lnTo>
                  <a:pt x="3547323" y="0"/>
                </a:lnTo>
                <a:lnTo>
                  <a:pt x="3547323" y="20546"/>
                </a:lnTo>
                <a:lnTo>
                  <a:pt x="3526777" y="20546"/>
                </a:lnTo>
                <a:lnTo>
                  <a:pt x="3526777" y="0"/>
                </a:lnTo>
                <a:moveTo>
                  <a:pt x="3567869" y="0"/>
                </a:moveTo>
                <a:lnTo>
                  <a:pt x="3588415" y="0"/>
                </a:lnTo>
                <a:lnTo>
                  <a:pt x="3588415" y="20546"/>
                </a:lnTo>
                <a:lnTo>
                  <a:pt x="3567869" y="20546"/>
                </a:lnTo>
                <a:lnTo>
                  <a:pt x="3567869" y="0"/>
                </a:lnTo>
                <a:moveTo>
                  <a:pt x="3608962" y="0"/>
                </a:moveTo>
                <a:lnTo>
                  <a:pt x="3629508" y="0"/>
                </a:lnTo>
                <a:lnTo>
                  <a:pt x="3629508" y="20546"/>
                </a:lnTo>
                <a:lnTo>
                  <a:pt x="3608962" y="20546"/>
                </a:lnTo>
                <a:lnTo>
                  <a:pt x="3608962" y="0"/>
                </a:lnTo>
                <a:moveTo>
                  <a:pt x="3650054" y="0"/>
                </a:moveTo>
                <a:lnTo>
                  <a:pt x="3670600" y="0"/>
                </a:lnTo>
                <a:lnTo>
                  <a:pt x="3670600" y="20546"/>
                </a:lnTo>
                <a:lnTo>
                  <a:pt x="3650054" y="20546"/>
                </a:lnTo>
                <a:lnTo>
                  <a:pt x="3650054" y="0"/>
                </a:lnTo>
                <a:moveTo>
                  <a:pt x="3691146" y="0"/>
                </a:moveTo>
                <a:lnTo>
                  <a:pt x="3711694" y="0"/>
                </a:lnTo>
                <a:lnTo>
                  <a:pt x="3711694" y="20546"/>
                </a:lnTo>
                <a:lnTo>
                  <a:pt x="3691146" y="20546"/>
                </a:lnTo>
                <a:lnTo>
                  <a:pt x="3691146" y="0"/>
                </a:lnTo>
                <a:moveTo>
                  <a:pt x="3732240" y="0"/>
                </a:moveTo>
                <a:lnTo>
                  <a:pt x="3752786" y="0"/>
                </a:lnTo>
                <a:lnTo>
                  <a:pt x="3752786" y="20546"/>
                </a:lnTo>
                <a:lnTo>
                  <a:pt x="3732240" y="20546"/>
                </a:lnTo>
                <a:lnTo>
                  <a:pt x="3732240" y="0"/>
                </a:lnTo>
                <a:moveTo>
                  <a:pt x="3773332" y="0"/>
                </a:moveTo>
                <a:lnTo>
                  <a:pt x="3793879" y="0"/>
                </a:lnTo>
                <a:lnTo>
                  <a:pt x="3793879" y="20546"/>
                </a:lnTo>
                <a:lnTo>
                  <a:pt x="3773332" y="20546"/>
                </a:lnTo>
                <a:lnTo>
                  <a:pt x="3773332" y="0"/>
                </a:lnTo>
                <a:moveTo>
                  <a:pt x="3814425" y="0"/>
                </a:moveTo>
                <a:lnTo>
                  <a:pt x="3834971" y="0"/>
                </a:lnTo>
                <a:lnTo>
                  <a:pt x="3834971" y="20546"/>
                </a:lnTo>
                <a:lnTo>
                  <a:pt x="3814425" y="20546"/>
                </a:lnTo>
                <a:lnTo>
                  <a:pt x="3814425" y="0"/>
                </a:lnTo>
                <a:moveTo>
                  <a:pt x="3855517" y="0"/>
                </a:moveTo>
                <a:lnTo>
                  <a:pt x="3876063" y="0"/>
                </a:lnTo>
                <a:lnTo>
                  <a:pt x="3876063" y="20546"/>
                </a:lnTo>
                <a:lnTo>
                  <a:pt x="3855517" y="20546"/>
                </a:lnTo>
                <a:lnTo>
                  <a:pt x="3855517" y="0"/>
                </a:lnTo>
                <a:moveTo>
                  <a:pt x="3896610" y="0"/>
                </a:moveTo>
                <a:lnTo>
                  <a:pt x="3917157" y="0"/>
                </a:lnTo>
                <a:lnTo>
                  <a:pt x="3917157" y="20546"/>
                </a:lnTo>
                <a:lnTo>
                  <a:pt x="3896610" y="20546"/>
                </a:lnTo>
                <a:lnTo>
                  <a:pt x="3896610" y="0"/>
                </a:lnTo>
                <a:moveTo>
                  <a:pt x="3937703" y="0"/>
                </a:moveTo>
                <a:lnTo>
                  <a:pt x="3958249" y="0"/>
                </a:lnTo>
                <a:lnTo>
                  <a:pt x="3958249" y="20546"/>
                </a:lnTo>
                <a:lnTo>
                  <a:pt x="3937703" y="20546"/>
                </a:lnTo>
                <a:lnTo>
                  <a:pt x="3937703" y="0"/>
                </a:lnTo>
                <a:moveTo>
                  <a:pt x="3978796" y="0"/>
                </a:moveTo>
                <a:lnTo>
                  <a:pt x="3999342" y="0"/>
                </a:lnTo>
                <a:lnTo>
                  <a:pt x="3999342" y="20546"/>
                </a:lnTo>
                <a:lnTo>
                  <a:pt x="3978796" y="20546"/>
                </a:lnTo>
                <a:lnTo>
                  <a:pt x="3978796" y="0"/>
                </a:lnTo>
                <a:moveTo>
                  <a:pt x="4019888" y="0"/>
                </a:moveTo>
                <a:lnTo>
                  <a:pt x="4040434" y="0"/>
                </a:lnTo>
                <a:lnTo>
                  <a:pt x="4040434" y="20546"/>
                </a:lnTo>
                <a:lnTo>
                  <a:pt x="4019888" y="20546"/>
                </a:lnTo>
                <a:lnTo>
                  <a:pt x="4019888" y="0"/>
                </a:lnTo>
                <a:moveTo>
                  <a:pt x="4060980" y="0"/>
                </a:moveTo>
                <a:lnTo>
                  <a:pt x="4081527" y="0"/>
                </a:lnTo>
                <a:lnTo>
                  <a:pt x="4081527" y="20546"/>
                </a:lnTo>
                <a:lnTo>
                  <a:pt x="4060980" y="20546"/>
                </a:lnTo>
                <a:lnTo>
                  <a:pt x="4060980" y="0"/>
                </a:lnTo>
                <a:moveTo>
                  <a:pt x="4102073" y="0"/>
                </a:moveTo>
                <a:lnTo>
                  <a:pt x="4122620" y="0"/>
                </a:lnTo>
                <a:lnTo>
                  <a:pt x="4122620" y="20546"/>
                </a:lnTo>
                <a:lnTo>
                  <a:pt x="4102073" y="20546"/>
                </a:lnTo>
                <a:lnTo>
                  <a:pt x="4102073" y="0"/>
                </a:lnTo>
                <a:moveTo>
                  <a:pt x="4143166" y="0"/>
                </a:moveTo>
                <a:lnTo>
                  <a:pt x="4163713" y="0"/>
                </a:lnTo>
                <a:lnTo>
                  <a:pt x="4163713" y="20546"/>
                </a:lnTo>
                <a:lnTo>
                  <a:pt x="4143166" y="20546"/>
                </a:lnTo>
                <a:lnTo>
                  <a:pt x="4143166" y="0"/>
                </a:lnTo>
                <a:moveTo>
                  <a:pt x="4184259" y="0"/>
                </a:moveTo>
                <a:lnTo>
                  <a:pt x="4204805" y="0"/>
                </a:lnTo>
                <a:lnTo>
                  <a:pt x="4204805" y="20546"/>
                </a:lnTo>
                <a:lnTo>
                  <a:pt x="4184259" y="20546"/>
                </a:lnTo>
                <a:lnTo>
                  <a:pt x="4184259" y="0"/>
                </a:lnTo>
                <a:moveTo>
                  <a:pt x="4225351" y="0"/>
                </a:moveTo>
                <a:lnTo>
                  <a:pt x="4245897" y="0"/>
                </a:lnTo>
                <a:lnTo>
                  <a:pt x="4245897" y="20546"/>
                </a:lnTo>
                <a:lnTo>
                  <a:pt x="4225351" y="20546"/>
                </a:lnTo>
                <a:lnTo>
                  <a:pt x="4225351" y="0"/>
                </a:lnTo>
                <a:moveTo>
                  <a:pt x="4266444" y="0"/>
                </a:moveTo>
                <a:lnTo>
                  <a:pt x="4286990" y="0"/>
                </a:lnTo>
                <a:lnTo>
                  <a:pt x="4286990" y="20546"/>
                </a:lnTo>
                <a:lnTo>
                  <a:pt x="4266444" y="20546"/>
                </a:lnTo>
                <a:lnTo>
                  <a:pt x="4266444" y="0"/>
                </a:lnTo>
                <a:moveTo>
                  <a:pt x="4307536" y="0"/>
                </a:moveTo>
                <a:lnTo>
                  <a:pt x="4328083" y="0"/>
                </a:lnTo>
                <a:lnTo>
                  <a:pt x="4328083" y="20546"/>
                </a:lnTo>
                <a:lnTo>
                  <a:pt x="4307536" y="20546"/>
                </a:lnTo>
                <a:lnTo>
                  <a:pt x="4307536" y="0"/>
                </a:lnTo>
                <a:moveTo>
                  <a:pt x="4348630" y="0"/>
                </a:moveTo>
                <a:lnTo>
                  <a:pt x="4369176" y="0"/>
                </a:lnTo>
                <a:lnTo>
                  <a:pt x="4369176" y="20546"/>
                </a:lnTo>
                <a:lnTo>
                  <a:pt x="4348630" y="20546"/>
                </a:lnTo>
                <a:lnTo>
                  <a:pt x="4348630" y="0"/>
                </a:lnTo>
                <a:moveTo>
                  <a:pt x="4389722" y="0"/>
                </a:moveTo>
                <a:lnTo>
                  <a:pt x="4410268" y="0"/>
                </a:lnTo>
                <a:lnTo>
                  <a:pt x="4410268" y="20546"/>
                </a:lnTo>
                <a:lnTo>
                  <a:pt x="4389722" y="20546"/>
                </a:lnTo>
                <a:lnTo>
                  <a:pt x="4389722" y="0"/>
                </a:lnTo>
                <a:moveTo>
                  <a:pt x="4430814" y="0"/>
                </a:moveTo>
                <a:lnTo>
                  <a:pt x="4451361" y="0"/>
                </a:lnTo>
                <a:lnTo>
                  <a:pt x="4451361" y="20546"/>
                </a:lnTo>
                <a:lnTo>
                  <a:pt x="4430814" y="20546"/>
                </a:lnTo>
                <a:lnTo>
                  <a:pt x="4430814" y="0"/>
                </a:lnTo>
                <a:moveTo>
                  <a:pt x="4471907" y="0"/>
                </a:moveTo>
                <a:lnTo>
                  <a:pt x="4492453" y="0"/>
                </a:lnTo>
                <a:lnTo>
                  <a:pt x="4492453" y="20546"/>
                </a:lnTo>
                <a:lnTo>
                  <a:pt x="4471907" y="20546"/>
                </a:lnTo>
                <a:lnTo>
                  <a:pt x="4471907" y="0"/>
                </a:lnTo>
                <a:moveTo>
                  <a:pt x="4513000" y="0"/>
                </a:moveTo>
                <a:lnTo>
                  <a:pt x="4533547" y="0"/>
                </a:lnTo>
                <a:lnTo>
                  <a:pt x="4533547" y="20546"/>
                </a:lnTo>
                <a:lnTo>
                  <a:pt x="4513000" y="20546"/>
                </a:lnTo>
                <a:lnTo>
                  <a:pt x="4513000" y="0"/>
                </a:lnTo>
                <a:moveTo>
                  <a:pt x="4554093" y="0"/>
                </a:moveTo>
                <a:lnTo>
                  <a:pt x="4574639" y="0"/>
                </a:lnTo>
                <a:lnTo>
                  <a:pt x="4574639" y="20546"/>
                </a:lnTo>
                <a:lnTo>
                  <a:pt x="4554093" y="20546"/>
                </a:lnTo>
                <a:lnTo>
                  <a:pt x="4554093" y="0"/>
                </a:lnTo>
                <a:moveTo>
                  <a:pt x="4595185" y="0"/>
                </a:moveTo>
                <a:lnTo>
                  <a:pt x="4615731" y="0"/>
                </a:lnTo>
                <a:lnTo>
                  <a:pt x="4615731" y="20546"/>
                </a:lnTo>
                <a:lnTo>
                  <a:pt x="4595185" y="20546"/>
                </a:lnTo>
                <a:lnTo>
                  <a:pt x="4595185" y="0"/>
                </a:lnTo>
                <a:moveTo>
                  <a:pt x="4636278" y="0"/>
                </a:moveTo>
                <a:lnTo>
                  <a:pt x="4656824" y="0"/>
                </a:lnTo>
                <a:lnTo>
                  <a:pt x="4656824" y="20546"/>
                </a:lnTo>
                <a:lnTo>
                  <a:pt x="4636278" y="20546"/>
                </a:lnTo>
                <a:lnTo>
                  <a:pt x="4636278" y="0"/>
                </a:lnTo>
                <a:moveTo>
                  <a:pt x="4677370" y="0"/>
                </a:moveTo>
                <a:lnTo>
                  <a:pt x="4697916" y="0"/>
                </a:lnTo>
                <a:lnTo>
                  <a:pt x="4697916" y="20546"/>
                </a:lnTo>
                <a:lnTo>
                  <a:pt x="4677370" y="20546"/>
                </a:lnTo>
                <a:lnTo>
                  <a:pt x="4677370" y="0"/>
                </a:lnTo>
                <a:moveTo>
                  <a:pt x="4718463" y="0"/>
                </a:moveTo>
                <a:lnTo>
                  <a:pt x="4739010" y="0"/>
                </a:lnTo>
                <a:lnTo>
                  <a:pt x="4739010" y="20546"/>
                </a:lnTo>
                <a:lnTo>
                  <a:pt x="4718463" y="20546"/>
                </a:lnTo>
                <a:lnTo>
                  <a:pt x="4718463" y="0"/>
                </a:lnTo>
                <a:moveTo>
                  <a:pt x="4759556" y="0"/>
                </a:moveTo>
                <a:lnTo>
                  <a:pt x="4773938" y="0"/>
                </a:lnTo>
                <a:cubicBezTo>
                  <a:pt x="4776179" y="0"/>
                  <a:pt x="4778414" y="100"/>
                  <a:pt x="4780646" y="301"/>
                </a:cubicBezTo>
                <a:lnTo>
                  <a:pt x="4778807" y="20765"/>
                </a:lnTo>
                <a:cubicBezTo>
                  <a:pt x="4777187" y="20619"/>
                  <a:pt x="4775565" y="20546"/>
                  <a:pt x="4773938" y="20546"/>
                </a:cubicBezTo>
                <a:lnTo>
                  <a:pt x="4759556" y="20546"/>
                </a:lnTo>
                <a:lnTo>
                  <a:pt x="4759556" y="0"/>
                </a:lnTo>
                <a:moveTo>
                  <a:pt x="4803709" y="6162"/>
                </a:moveTo>
                <a:cubicBezTo>
                  <a:pt x="4811563" y="9559"/>
                  <a:pt x="4818629" y="14166"/>
                  <a:pt x="4824909" y="19983"/>
                </a:cubicBezTo>
                <a:lnTo>
                  <a:pt x="4810945" y="35056"/>
                </a:lnTo>
                <a:cubicBezTo>
                  <a:pt x="4806386" y="30831"/>
                  <a:pt x="4801255" y="27486"/>
                  <a:pt x="4795553" y="25020"/>
                </a:cubicBezTo>
                <a:lnTo>
                  <a:pt x="4803709" y="6162"/>
                </a:lnTo>
                <a:moveTo>
                  <a:pt x="4840381" y="40215"/>
                </a:moveTo>
                <a:cubicBezTo>
                  <a:pt x="4844175" y="47465"/>
                  <a:pt x="4846715" y="55131"/>
                  <a:pt x="4848001" y="63214"/>
                </a:cubicBezTo>
                <a:lnTo>
                  <a:pt x="4827711" y="66442"/>
                </a:lnTo>
                <a:cubicBezTo>
                  <a:pt x="4826777" y="60575"/>
                  <a:pt x="4824933" y="55009"/>
                  <a:pt x="4822177" y="49743"/>
                </a:cubicBezTo>
                <a:lnTo>
                  <a:pt x="4840381" y="40215"/>
                </a:lnTo>
                <a:moveTo>
                  <a:pt x="4848932" y="84819"/>
                </a:moveTo>
                <a:lnTo>
                  <a:pt x="4848932" y="105366"/>
                </a:lnTo>
                <a:lnTo>
                  <a:pt x="4828386" y="105366"/>
                </a:lnTo>
                <a:lnTo>
                  <a:pt x="4828386" y="84819"/>
                </a:lnTo>
                <a:lnTo>
                  <a:pt x="4848932" y="84819"/>
                </a:lnTo>
                <a:moveTo>
                  <a:pt x="4848932" y="125912"/>
                </a:moveTo>
                <a:lnTo>
                  <a:pt x="4848932" y="146458"/>
                </a:lnTo>
                <a:lnTo>
                  <a:pt x="4828386" y="146458"/>
                </a:lnTo>
                <a:lnTo>
                  <a:pt x="4828386" y="125912"/>
                </a:lnTo>
                <a:lnTo>
                  <a:pt x="4848932" y="125912"/>
                </a:lnTo>
                <a:moveTo>
                  <a:pt x="4848932" y="167004"/>
                </a:moveTo>
                <a:lnTo>
                  <a:pt x="4848932" y="187551"/>
                </a:lnTo>
                <a:lnTo>
                  <a:pt x="4828386" y="187551"/>
                </a:lnTo>
                <a:lnTo>
                  <a:pt x="4828386" y="167004"/>
                </a:lnTo>
                <a:lnTo>
                  <a:pt x="4848932" y="167004"/>
                </a:lnTo>
                <a:moveTo>
                  <a:pt x="4848932" y="208097"/>
                </a:moveTo>
                <a:lnTo>
                  <a:pt x="4848932" y="228644"/>
                </a:lnTo>
                <a:lnTo>
                  <a:pt x="4828386" y="228644"/>
                </a:lnTo>
                <a:lnTo>
                  <a:pt x="4828386" y="208097"/>
                </a:lnTo>
                <a:lnTo>
                  <a:pt x="4848932" y="208097"/>
                </a:lnTo>
                <a:moveTo>
                  <a:pt x="4848932" y="249190"/>
                </a:moveTo>
                <a:lnTo>
                  <a:pt x="4848932" y="269736"/>
                </a:lnTo>
                <a:lnTo>
                  <a:pt x="4828386" y="269736"/>
                </a:lnTo>
                <a:lnTo>
                  <a:pt x="4828386" y="249190"/>
                </a:lnTo>
                <a:lnTo>
                  <a:pt x="4848932" y="249190"/>
                </a:lnTo>
                <a:moveTo>
                  <a:pt x="4848932" y="290282"/>
                </a:moveTo>
                <a:lnTo>
                  <a:pt x="4848932" y="310829"/>
                </a:lnTo>
                <a:lnTo>
                  <a:pt x="4828386" y="310829"/>
                </a:lnTo>
                <a:lnTo>
                  <a:pt x="4828386" y="290282"/>
                </a:lnTo>
                <a:lnTo>
                  <a:pt x="4848932" y="290282"/>
                </a:lnTo>
                <a:moveTo>
                  <a:pt x="4848932" y="331375"/>
                </a:moveTo>
                <a:lnTo>
                  <a:pt x="4848932" y="351921"/>
                </a:lnTo>
                <a:lnTo>
                  <a:pt x="4828386" y="351921"/>
                </a:lnTo>
                <a:lnTo>
                  <a:pt x="4828386" y="331375"/>
                </a:lnTo>
                <a:lnTo>
                  <a:pt x="4848932" y="331375"/>
                </a:lnTo>
                <a:moveTo>
                  <a:pt x="4848932" y="372468"/>
                </a:moveTo>
                <a:lnTo>
                  <a:pt x="4848932" y="377025"/>
                </a:lnTo>
                <a:cubicBezTo>
                  <a:pt x="4848932" y="383014"/>
                  <a:pt x="4848225" y="388918"/>
                  <a:pt x="4846811" y="394737"/>
                </a:cubicBezTo>
                <a:lnTo>
                  <a:pt x="4826846" y="389884"/>
                </a:lnTo>
                <a:cubicBezTo>
                  <a:pt x="4827872" y="385658"/>
                  <a:pt x="4828386" y="381372"/>
                  <a:pt x="4828386" y="377025"/>
                </a:cubicBezTo>
                <a:lnTo>
                  <a:pt x="4828386" y="372468"/>
                </a:lnTo>
                <a:lnTo>
                  <a:pt x="4848932" y="372468"/>
                </a:lnTo>
                <a:moveTo>
                  <a:pt x="4837123" y="417421"/>
                </a:moveTo>
                <a:cubicBezTo>
                  <a:pt x="4832463" y="424708"/>
                  <a:pt x="4826716" y="431000"/>
                  <a:pt x="4819881" y="436299"/>
                </a:cubicBezTo>
                <a:lnTo>
                  <a:pt x="4807293" y="420060"/>
                </a:lnTo>
                <a:cubicBezTo>
                  <a:pt x="4812257" y="416212"/>
                  <a:pt x="4816430" y="411643"/>
                  <a:pt x="4819813" y="406353"/>
                </a:cubicBezTo>
                <a:lnTo>
                  <a:pt x="4837123" y="417421"/>
                </a:lnTo>
                <a:moveTo>
                  <a:pt x="4797809" y="448118"/>
                </a:moveTo>
                <a:cubicBezTo>
                  <a:pt x="4790378" y="450614"/>
                  <a:pt x="4782741" y="451912"/>
                  <a:pt x="4774900" y="452013"/>
                </a:cubicBezTo>
                <a:lnTo>
                  <a:pt x="4774637" y="431468"/>
                </a:lnTo>
                <a:cubicBezTo>
                  <a:pt x="4780329" y="431395"/>
                  <a:pt x="4785873" y="430453"/>
                  <a:pt x="4791268" y="428641"/>
                </a:cubicBezTo>
                <a:lnTo>
                  <a:pt x="4797809" y="448118"/>
                </a:lnTo>
                <a:moveTo>
                  <a:pt x="4754288" y="452019"/>
                </a:moveTo>
                <a:lnTo>
                  <a:pt x="4733742" y="452019"/>
                </a:lnTo>
                <a:lnTo>
                  <a:pt x="4733742" y="431473"/>
                </a:lnTo>
                <a:lnTo>
                  <a:pt x="4754288" y="431473"/>
                </a:lnTo>
                <a:lnTo>
                  <a:pt x="4754288" y="452019"/>
                </a:lnTo>
                <a:moveTo>
                  <a:pt x="4713195" y="452019"/>
                </a:moveTo>
                <a:lnTo>
                  <a:pt x="4692648" y="452019"/>
                </a:lnTo>
                <a:lnTo>
                  <a:pt x="4692648" y="431473"/>
                </a:lnTo>
                <a:lnTo>
                  <a:pt x="4713195" y="431473"/>
                </a:lnTo>
                <a:lnTo>
                  <a:pt x="4713195" y="452019"/>
                </a:lnTo>
                <a:moveTo>
                  <a:pt x="4672102" y="452019"/>
                </a:moveTo>
                <a:lnTo>
                  <a:pt x="4651556" y="452019"/>
                </a:lnTo>
                <a:lnTo>
                  <a:pt x="4651556" y="431473"/>
                </a:lnTo>
                <a:lnTo>
                  <a:pt x="4672102" y="431473"/>
                </a:lnTo>
                <a:lnTo>
                  <a:pt x="4672102" y="452019"/>
                </a:lnTo>
                <a:moveTo>
                  <a:pt x="4631009" y="452019"/>
                </a:moveTo>
                <a:lnTo>
                  <a:pt x="4610463" y="452019"/>
                </a:lnTo>
                <a:lnTo>
                  <a:pt x="4610463" y="431473"/>
                </a:lnTo>
                <a:lnTo>
                  <a:pt x="4631009" y="431473"/>
                </a:lnTo>
                <a:lnTo>
                  <a:pt x="4631009" y="452019"/>
                </a:lnTo>
                <a:moveTo>
                  <a:pt x="4589918" y="452019"/>
                </a:moveTo>
                <a:lnTo>
                  <a:pt x="4569371" y="452019"/>
                </a:lnTo>
                <a:lnTo>
                  <a:pt x="4569371" y="431473"/>
                </a:lnTo>
                <a:lnTo>
                  <a:pt x="4589918" y="431473"/>
                </a:lnTo>
                <a:lnTo>
                  <a:pt x="4589918" y="452019"/>
                </a:lnTo>
                <a:moveTo>
                  <a:pt x="4548825" y="452019"/>
                </a:moveTo>
                <a:lnTo>
                  <a:pt x="4528278" y="452019"/>
                </a:lnTo>
                <a:lnTo>
                  <a:pt x="4528278" y="431473"/>
                </a:lnTo>
                <a:lnTo>
                  <a:pt x="4548825" y="431473"/>
                </a:lnTo>
                <a:lnTo>
                  <a:pt x="4548825" y="452019"/>
                </a:lnTo>
                <a:moveTo>
                  <a:pt x="4507732" y="452019"/>
                </a:moveTo>
                <a:lnTo>
                  <a:pt x="4487185" y="452019"/>
                </a:lnTo>
                <a:lnTo>
                  <a:pt x="4487185" y="431473"/>
                </a:lnTo>
                <a:lnTo>
                  <a:pt x="4507732" y="431473"/>
                </a:lnTo>
                <a:lnTo>
                  <a:pt x="4507732" y="452019"/>
                </a:lnTo>
                <a:moveTo>
                  <a:pt x="4466639" y="452019"/>
                </a:moveTo>
                <a:lnTo>
                  <a:pt x="4446092" y="452019"/>
                </a:lnTo>
                <a:lnTo>
                  <a:pt x="4446092" y="431473"/>
                </a:lnTo>
                <a:lnTo>
                  <a:pt x="4466639" y="431473"/>
                </a:lnTo>
                <a:lnTo>
                  <a:pt x="4466639" y="452019"/>
                </a:lnTo>
                <a:moveTo>
                  <a:pt x="4425547" y="452019"/>
                </a:moveTo>
                <a:lnTo>
                  <a:pt x="4405000" y="452019"/>
                </a:lnTo>
                <a:lnTo>
                  <a:pt x="4405000" y="431473"/>
                </a:lnTo>
                <a:lnTo>
                  <a:pt x="4425547" y="431473"/>
                </a:lnTo>
                <a:lnTo>
                  <a:pt x="4425547" y="452019"/>
                </a:lnTo>
                <a:moveTo>
                  <a:pt x="4384454" y="452019"/>
                </a:moveTo>
                <a:lnTo>
                  <a:pt x="4363907" y="452019"/>
                </a:lnTo>
                <a:lnTo>
                  <a:pt x="4363907" y="431473"/>
                </a:lnTo>
                <a:lnTo>
                  <a:pt x="4384454" y="431473"/>
                </a:lnTo>
                <a:lnTo>
                  <a:pt x="4384454" y="452019"/>
                </a:lnTo>
                <a:moveTo>
                  <a:pt x="4343361" y="452019"/>
                </a:moveTo>
                <a:lnTo>
                  <a:pt x="4322815" y="452019"/>
                </a:lnTo>
                <a:lnTo>
                  <a:pt x="4322815" y="431473"/>
                </a:lnTo>
                <a:lnTo>
                  <a:pt x="4343361" y="431473"/>
                </a:lnTo>
                <a:lnTo>
                  <a:pt x="4343361" y="452019"/>
                </a:lnTo>
                <a:moveTo>
                  <a:pt x="4302268" y="452019"/>
                </a:moveTo>
                <a:lnTo>
                  <a:pt x="4281722" y="452019"/>
                </a:lnTo>
                <a:lnTo>
                  <a:pt x="4281722" y="431473"/>
                </a:lnTo>
                <a:lnTo>
                  <a:pt x="4302268" y="431473"/>
                </a:lnTo>
                <a:lnTo>
                  <a:pt x="4302268" y="452019"/>
                </a:lnTo>
                <a:moveTo>
                  <a:pt x="4261175" y="452019"/>
                </a:moveTo>
                <a:lnTo>
                  <a:pt x="4240629" y="452019"/>
                </a:lnTo>
                <a:lnTo>
                  <a:pt x="4240629" y="431473"/>
                </a:lnTo>
                <a:lnTo>
                  <a:pt x="4261175" y="431473"/>
                </a:lnTo>
                <a:lnTo>
                  <a:pt x="4261175" y="452019"/>
                </a:lnTo>
                <a:moveTo>
                  <a:pt x="4220083" y="452019"/>
                </a:moveTo>
                <a:lnTo>
                  <a:pt x="4199537" y="452019"/>
                </a:lnTo>
                <a:lnTo>
                  <a:pt x="4199537" y="431473"/>
                </a:lnTo>
                <a:lnTo>
                  <a:pt x="4220083" y="431473"/>
                </a:lnTo>
                <a:lnTo>
                  <a:pt x="4220083" y="452019"/>
                </a:lnTo>
                <a:moveTo>
                  <a:pt x="4178991" y="452019"/>
                </a:moveTo>
                <a:lnTo>
                  <a:pt x="4158444" y="452019"/>
                </a:lnTo>
                <a:lnTo>
                  <a:pt x="4158444" y="431473"/>
                </a:lnTo>
                <a:lnTo>
                  <a:pt x="4178991" y="431473"/>
                </a:lnTo>
                <a:lnTo>
                  <a:pt x="4178991" y="452019"/>
                </a:lnTo>
                <a:moveTo>
                  <a:pt x="4137898" y="452019"/>
                </a:moveTo>
                <a:lnTo>
                  <a:pt x="4117352" y="452019"/>
                </a:lnTo>
                <a:lnTo>
                  <a:pt x="4117352" y="431473"/>
                </a:lnTo>
                <a:lnTo>
                  <a:pt x="4137898" y="431473"/>
                </a:lnTo>
                <a:lnTo>
                  <a:pt x="4137898" y="452019"/>
                </a:lnTo>
                <a:moveTo>
                  <a:pt x="4096805" y="452019"/>
                </a:moveTo>
                <a:lnTo>
                  <a:pt x="4076258" y="452019"/>
                </a:lnTo>
                <a:lnTo>
                  <a:pt x="4076258" y="431473"/>
                </a:lnTo>
                <a:lnTo>
                  <a:pt x="4096805" y="431473"/>
                </a:lnTo>
                <a:lnTo>
                  <a:pt x="4096805" y="452019"/>
                </a:lnTo>
                <a:moveTo>
                  <a:pt x="4055712" y="452019"/>
                </a:moveTo>
                <a:lnTo>
                  <a:pt x="4035166" y="452019"/>
                </a:lnTo>
                <a:lnTo>
                  <a:pt x="4035166" y="431473"/>
                </a:lnTo>
                <a:lnTo>
                  <a:pt x="4055712" y="431473"/>
                </a:lnTo>
                <a:lnTo>
                  <a:pt x="4055712" y="452019"/>
                </a:lnTo>
                <a:moveTo>
                  <a:pt x="4014620" y="452019"/>
                </a:moveTo>
                <a:lnTo>
                  <a:pt x="3994074" y="452019"/>
                </a:lnTo>
                <a:lnTo>
                  <a:pt x="3994074" y="431473"/>
                </a:lnTo>
                <a:lnTo>
                  <a:pt x="4014620" y="431473"/>
                </a:lnTo>
                <a:lnTo>
                  <a:pt x="4014620" y="452019"/>
                </a:lnTo>
                <a:moveTo>
                  <a:pt x="3973527" y="452019"/>
                </a:moveTo>
                <a:lnTo>
                  <a:pt x="3952981" y="452019"/>
                </a:lnTo>
                <a:lnTo>
                  <a:pt x="3952981" y="431473"/>
                </a:lnTo>
                <a:lnTo>
                  <a:pt x="3973527" y="431473"/>
                </a:lnTo>
                <a:lnTo>
                  <a:pt x="3973527" y="452019"/>
                </a:lnTo>
                <a:moveTo>
                  <a:pt x="3932435" y="452019"/>
                </a:moveTo>
                <a:lnTo>
                  <a:pt x="3911889" y="452019"/>
                </a:lnTo>
                <a:lnTo>
                  <a:pt x="3911889" y="431473"/>
                </a:lnTo>
                <a:lnTo>
                  <a:pt x="3932435" y="431473"/>
                </a:lnTo>
                <a:lnTo>
                  <a:pt x="3932435" y="452019"/>
                </a:lnTo>
                <a:moveTo>
                  <a:pt x="3891342" y="452019"/>
                </a:moveTo>
                <a:lnTo>
                  <a:pt x="3870796" y="452019"/>
                </a:lnTo>
                <a:lnTo>
                  <a:pt x="3870796" y="431473"/>
                </a:lnTo>
                <a:lnTo>
                  <a:pt x="3891342" y="431473"/>
                </a:lnTo>
                <a:lnTo>
                  <a:pt x="3891342" y="452019"/>
                </a:lnTo>
                <a:moveTo>
                  <a:pt x="3850249" y="452019"/>
                </a:moveTo>
                <a:lnTo>
                  <a:pt x="3829703" y="452019"/>
                </a:lnTo>
                <a:lnTo>
                  <a:pt x="3829703" y="431473"/>
                </a:lnTo>
                <a:lnTo>
                  <a:pt x="3850249" y="431473"/>
                </a:lnTo>
                <a:lnTo>
                  <a:pt x="3850249" y="452019"/>
                </a:lnTo>
                <a:moveTo>
                  <a:pt x="3809157" y="452019"/>
                </a:moveTo>
                <a:lnTo>
                  <a:pt x="3788611" y="452019"/>
                </a:lnTo>
                <a:lnTo>
                  <a:pt x="3788611" y="431473"/>
                </a:lnTo>
                <a:lnTo>
                  <a:pt x="3809157" y="431473"/>
                </a:lnTo>
                <a:lnTo>
                  <a:pt x="3809157" y="452019"/>
                </a:lnTo>
                <a:moveTo>
                  <a:pt x="3768064" y="452019"/>
                </a:moveTo>
                <a:lnTo>
                  <a:pt x="3747518" y="452019"/>
                </a:lnTo>
                <a:lnTo>
                  <a:pt x="3747518" y="431473"/>
                </a:lnTo>
                <a:lnTo>
                  <a:pt x="3768064" y="431473"/>
                </a:lnTo>
                <a:lnTo>
                  <a:pt x="3768064" y="452019"/>
                </a:lnTo>
                <a:moveTo>
                  <a:pt x="3726972" y="452019"/>
                </a:moveTo>
                <a:lnTo>
                  <a:pt x="3706426" y="452019"/>
                </a:lnTo>
                <a:lnTo>
                  <a:pt x="3706426" y="431473"/>
                </a:lnTo>
                <a:lnTo>
                  <a:pt x="3726972" y="431473"/>
                </a:lnTo>
                <a:lnTo>
                  <a:pt x="3726972" y="452019"/>
                </a:lnTo>
                <a:moveTo>
                  <a:pt x="3685879" y="452019"/>
                </a:moveTo>
                <a:lnTo>
                  <a:pt x="3665332" y="452019"/>
                </a:lnTo>
                <a:lnTo>
                  <a:pt x="3665332" y="431473"/>
                </a:lnTo>
                <a:lnTo>
                  <a:pt x="3685879" y="431473"/>
                </a:lnTo>
                <a:lnTo>
                  <a:pt x="3685879" y="452019"/>
                </a:lnTo>
                <a:moveTo>
                  <a:pt x="3644786" y="452019"/>
                </a:moveTo>
                <a:lnTo>
                  <a:pt x="3624240" y="452019"/>
                </a:lnTo>
                <a:lnTo>
                  <a:pt x="3624240" y="431473"/>
                </a:lnTo>
                <a:lnTo>
                  <a:pt x="3644786" y="431473"/>
                </a:lnTo>
                <a:lnTo>
                  <a:pt x="3644786" y="452019"/>
                </a:lnTo>
                <a:moveTo>
                  <a:pt x="3603694" y="452019"/>
                </a:moveTo>
                <a:lnTo>
                  <a:pt x="3583147" y="452019"/>
                </a:lnTo>
                <a:lnTo>
                  <a:pt x="3583147" y="431473"/>
                </a:lnTo>
                <a:lnTo>
                  <a:pt x="3603694" y="431473"/>
                </a:lnTo>
                <a:lnTo>
                  <a:pt x="3603694" y="452019"/>
                </a:lnTo>
                <a:moveTo>
                  <a:pt x="3562601" y="452019"/>
                </a:moveTo>
                <a:lnTo>
                  <a:pt x="3542055" y="452019"/>
                </a:lnTo>
                <a:lnTo>
                  <a:pt x="3542055" y="431473"/>
                </a:lnTo>
                <a:lnTo>
                  <a:pt x="3562601" y="431473"/>
                </a:lnTo>
                <a:lnTo>
                  <a:pt x="3562601" y="452019"/>
                </a:lnTo>
                <a:moveTo>
                  <a:pt x="3521509" y="452019"/>
                </a:moveTo>
                <a:lnTo>
                  <a:pt x="3500962" y="452019"/>
                </a:lnTo>
                <a:lnTo>
                  <a:pt x="3500962" y="431473"/>
                </a:lnTo>
                <a:lnTo>
                  <a:pt x="3521509" y="431473"/>
                </a:lnTo>
                <a:lnTo>
                  <a:pt x="3521509" y="452019"/>
                </a:lnTo>
                <a:moveTo>
                  <a:pt x="3480415" y="452019"/>
                </a:moveTo>
                <a:lnTo>
                  <a:pt x="3459869" y="452019"/>
                </a:lnTo>
                <a:lnTo>
                  <a:pt x="3459869" y="431473"/>
                </a:lnTo>
                <a:lnTo>
                  <a:pt x="3480415" y="431473"/>
                </a:lnTo>
                <a:lnTo>
                  <a:pt x="3480415" y="452019"/>
                </a:lnTo>
                <a:moveTo>
                  <a:pt x="3439323" y="452019"/>
                </a:moveTo>
                <a:lnTo>
                  <a:pt x="3418777" y="452019"/>
                </a:lnTo>
                <a:lnTo>
                  <a:pt x="3418777" y="431473"/>
                </a:lnTo>
                <a:lnTo>
                  <a:pt x="3439323" y="431473"/>
                </a:lnTo>
                <a:lnTo>
                  <a:pt x="3439323" y="452019"/>
                </a:lnTo>
                <a:moveTo>
                  <a:pt x="3398230" y="452019"/>
                </a:moveTo>
                <a:lnTo>
                  <a:pt x="3377684" y="452019"/>
                </a:lnTo>
                <a:lnTo>
                  <a:pt x="3377684" y="431473"/>
                </a:lnTo>
                <a:lnTo>
                  <a:pt x="3398230" y="431473"/>
                </a:lnTo>
                <a:lnTo>
                  <a:pt x="3398230" y="452019"/>
                </a:lnTo>
                <a:moveTo>
                  <a:pt x="3357138" y="452019"/>
                </a:moveTo>
                <a:lnTo>
                  <a:pt x="3336591" y="452019"/>
                </a:lnTo>
                <a:lnTo>
                  <a:pt x="3336591" y="431473"/>
                </a:lnTo>
                <a:lnTo>
                  <a:pt x="3357138" y="431473"/>
                </a:lnTo>
                <a:lnTo>
                  <a:pt x="3357138" y="452019"/>
                </a:lnTo>
                <a:moveTo>
                  <a:pt x="3316045" y="452019"/>
                </a:moveTo>
                <a:lnTo>
                  <a:pt x="3295499" y="452019"/>
                </a:lnTo>
                <a:lnTo>
                  <a:pt x="3295499" y="431473"/>
                </a:lnTo>
                <a:lnTo>
                  <a:pt x="3316045" y="431473"/>
                </a:lnTo>
                <a:lnTo>
                  <a:pt x="3316045" y="452019"/>
                </a:lnTo>
                <a:moveTo>
                  <a:pt x="3274952" y="452019"/>
                </a:moveTo>
                <a:lnTo>
                  <a:pt x="3254406" y="452019"/>
                </a:lnTo>
                <a:lnTo>
                  <a:pt x="3254406" y="431473"/>
                </a:lnTo>
                <a:lnTo>
                  <a:pt x="3274952" y="431473"/>
                </a:lnTo>
                <a:lnTo>
                  <a:pt x="3274952" y="452019"/>
                </a:lnTo>
                <a:moveTo>
                  <a:pt x="3233860" y="452019"/>
                </a:moveTo>
                <a:lnTo>
                  <a:pt x="3213313" y="452019"/>
                </a:lnTo>
                <a:lnTo>
                  <a:pt x="3213313" y="431473"/>
                </a:lnTo>
                <a:lnTo>
                  <a:pt x="3233860" y="431473"/>
                </a:lnTo>
                <a:lnTo>
                  <a:pt x="3233860" y="452019"/>
                </a:lnTo>
                <a:moveTo>
                  <a:pt x="3192767" y="452019"/>
                </a:moveTo>
                <a:lnTo>
                  <a:pt x="3172221" y="452019"/>
                </a:lnTo>
                <a:lnTo>
                  <a:pt x="3172221" y="431473"/>
                </a:lnTo>
                <a:lnTo>
                  <a:pt x="3192767" y="431473"/>
                </a:lnTo>
                <a:lnTo>
                  <a:pt x="3192767" y="452019"/>
                </a:lnTo>
                <a:moveTo>
                  <a:pt x="3151674" y="452019"/>
                </a:moveTo>
                <a:lnTo>
                  <a:pt x="3131128" y="452019"/>
                </a:lnTo>
                <a:lnTo>
                  <a:pt x="3131128" y="431473"/>
                </a:lnTo>
                <a:lnTo>
                  <a:pt x="3151674" y="431473"/>
                </a:lnTo>
                <a:lnTo>
                  <a:pt x="3151674" y="452019"/>
                </a:lnTo>
                <a:moveTo>
                  <a:pt x="3110582" y="452019"/>
                </a:moveTo>
                <a:lnTo>
                  <a:pt x="3090036" y="452019"/>
                </a:lnTo>
                <a:lnTo>
                  <a:pt x="3090036" y="431473"/>
                </a:lnTo>
                <a:lnTo>
                  <a:pt x="3110582" y="431473"/>
                </a:lnTo>
                <a:lnTo>
                  <a:pt x="3110582" y="452019"/>
                </a:lnTo>
                <a:moveTo>
                  <a:pt x="3069489" y="452019"/>
                </a:moveTo>
                <a:lnTo>
                  <a:pt x="3048943" y="452019"/>
                </a:lnTo>
                <a:lnTo>
                  <a:pt x="3048943" y="431473"/>
                </a:lnTo>
                <a:lnTo>
                  <a:pt x="3069489" y="431473"/>
                </a:lnTo>
                <a:lnTo>
                  <a:pt x="3069489" y="452019"/>
                </a:lnTo>
                <a:moveTo>
                  <a:pt x="3028396" y="452019"/>
                </a:moveTo>
                <a:lnTo>
                  <a:pt x="3007850" y="452019"/>
                </a:lnTo>
                <a:lnTo>
                  <a:pt x="3007850" y="431473"/>
                </a:lnTo>
                <a:lnTo>
                  <a:pt x="3028396" y="431473"/>
                </a:lnTo>
                <a:lnTo>
                  <a:pt x="3028396" y="452019"/>
                </a:lnTo>
                <a:moveTo>
                  <a:pt x="2987304" y="452019"/>
                </a:moveTo>
                <a:lnTo>
                  <a:pt x="2966757" y="452019"/>
                </a:lnTo>
                <a:lnTo>
                  <a:pt x="2966757" y="431473"/>
                </a:lnTo>
                <a:lnTo>
                  <a:pt x="2987304" y="431473"/>
                </a:lnTo>
                <a:lnTo>
                  <a:pt x="2987304" y="452019"/>
                </a:lnTo>
                <a:moveTo>
                  <a:pt x="2946211" y="452019"/>
                </a:moveTo>
                <a:lnTo>
                  <a:pt x="2925665" y="452019"/>
                </a:lnTo>
                <a:lnTo>
                  <a:pt x="2925665" y="431473"/>
                </a:lnTo>
                <a:lnTo>
                  <a:pt x="2946211" y="431473"/>
                </a:lnTo>
                <a:lnTo>
                  <a:pt x="2946211" y="452019"/>
                </a:lnTo>
                <a:moveTo>
                  <a:pt x="2905119" y="452019"/>
                </a:moveTo>
                <a:lnTo>
                  <a:pt x="2884572" y="452019"/>
                </a:lnTo>
                <a:lnTo>
                  <a:pt x="2884572" y="431473"/>
                </a:lnTo>
                <a:lnTo>
                  <a:pt x="2905119" y="431473"/>
                </a:lnTo>
                <a:lnTo>
                  <a:pt x="2905119" y="452019"/>
                </a:lnTo>
                <a:moveTo>
                  <a:pt x="2864026" y="452019"/>
                </a:moveTo>
                <a:lnTo>
                  <a:pt x="2843479" y="452019"/>
                </a:lnTo>
                <a:lnTo>
                  <a:pt x="2843479" y="431473"/>
                </a:lnTo>
                <a:lnTo>
                  <a:pt x="2864026" y="431473"/>
                </a:lnTo>
                <a:lnTo>
                  <a:pt x="2864026" y="452019"/>
                </a:lnTo>
                <a:moveTo>
                  <a:pt x="2822933" y="452019"/>
                </a:moveTo>
                <a:lnTo>
                  <a:pt x="2802387" y="452019"/>
                </a:lnTo>
                <a:lnTo>
                  <a:pt x="2802387" y="431473"/>
                </a:lnTo>
                <a:lnTo>
                  <a:pt x="2822933" y="431473"/>
                </a:lnTo>
                <a:lnTo>
                  <a:pt x="2822933" y="452019"/>
                </a:lnTo>
                <a:moveTo>
                  <a:pt x="2781840" y="452019"/>
                </a:moveTo>
                <a:lnTo>
                  <a:pt x="2761294" y="452019"/>
                </a:lnTo>
                <a:lnTo>
                  <a:pt x="2761294" y="431473"/>
                </a:lnTo>
                <a:lnTo>
                  <a:pt x="2781840" y="431473"/>
                </a:lnTo>
                <a:lnTo>
                  <a:pt x="2781840" y="452019"/>
                </a:lnTo>
                <a:moveTo>
                  <a:pt x="2740748" y="452019"/>
                </a:moveTo>
                <a:lnTo>
                  <a:pt x="2720202" y="452019"/>
                </a:lnTo>
                <a:lnTo>
                  <a:pt x="2720202" y="431473"/>
                </a:lnTo>
                <a:lnTo>
                  <a:pt x="2740748" y="431473"/>
                </a:lnTo>
                <a:lnTo>
                  <a:pt x="2740748" y="452019"/>
                </a:lnTo>
                <a:moveTo>
                  <a:pt x="2699655" y="452019"/>
                </a:moveTo>
                <a:lnTo>
                  <a:pt x="2679109" y="452019"/>
                </a:lnTo>
                <a:lnTo>
                  <a:pt x="2679109" y="431473"/>
                </a:lnTo>
                <a:lnTo>
                  <a:pt x="2699655" y="431473"/>
                </a:lnTo>
                <a:lnTo>
                  <a:pt x="2699655" y="452019"/>
                </a:lnTo>
                <a:moveTo>
                  <a:pt x="2658562" y="452019"/>
                </a:moveTo>
                <a:lnTo>
                  <a:pt x="2638016" y="452019"/>
                </a:lnTo>
                <a:lnTo>
                  <a:pt x="2638016" y="431473"/>
                </a:lnTo>
                <a:lnTo>
                  <a:pt x="2658562" y="431473"/>
                </a:lnTo>
                <a:lnTo>
                  <a:pt x="2658562" y="452019"/>
                </a:lnTo>
                <a:moveTo>
                  <a:pt x="2617470" y="452019"/>
                </a:moveTo>
                <a:lnTo>
                  <a:pt x="2596923" y="452019"/>
                </a:lnTo>
                <a:lnTo>
                  <a:pt x="2596923" y="431473"/>
                </a:lnTo>
                <a:lnTo>
                  <a:pt x="2617470" y="431473"/>
                </a:lnTo>
                <a:lnTo>
                  <a:pt x="2617470" y="452019"/>
                </a:lnTo>
                <a:moveTo>
                  <a:pt x="2576377" y="452019"/>
                </a:moveTo>
                <a:lnTo>
                  <a:pt x="2555831" y="452019"/>
                </a:lnTo>
                <a:lnTo>
                  <a:pt x="2555831" y="431473"/>
                </a:lnTo>
                <a:lnTo>
                  <a:pt x="2576377" y="431473"/>
                </a:lnTo>
                <a:lnTo>
                  <a:pt x="2576377" y="452019"/>
                </a:lnTo>
                <a:moveTo>
                  <a:pt x="2535285" y="452019"/>
                </a:moveTo>
                <a:lnTo>
                  <a:pt x="2514738" y="452019"/>
                </a:lnTo>
                <a:lnTo>
                  <a:pt x="2514738" y="431473"/>
                </a:lnTo>
                <a:lnTo>
                  <a:pt x="2535285" y="431473"/>
                </a:lnTo>
                <a:lnTo>
                  <a:pt x="2535285" y="452019"/>
                </a:lnTo>
                <a:moveTo>
                  <a:pt x="2494192" y="452019"/>
                </a:moveTo>
                <a:lnTo>
                  <a:pt x="2473646" y="452019"/>
                </a:lnTo>
                <a:lnTo>
                  <a:pt x="2473646" y="431473"/>
                </a:lnTo>
                <a:lnTo>
                  <a:pt x="2494192" y="431473"/>
                </a:lnTo>
                <a:lnTo>
                  <a:pt x="2494192" y="452019"/>
                </a:lnTo>
                <a:moveTo>
                  <a:pt x="2453099" y="452019"/>
                </a:moveTo>
                <a:lnTo>
                  <a:pt x="2432553" y="452019"/>
                </a:lnTo>
                <a:lnTo>
                  <a:pt x="2432553" y="431473"/>
                </a:lnTo>
                <a:lnTo>
                  <a:pt x="2453099" y="431473"/>
                </a:lnTo>
                <a:lnTo>
                  <a:pt x="2453099" y="452019"/>
                </a:lnTo>
                <a:moveTo>
                  <a:pt x="2412007" y="452019"/>
                </a:moveTo>
                <a:lnTo>
                  <a:pt x="2391460" y="452019"/>
                </a:lnTo>
                <a:lnTo>
                  <a:pt x="2391460" y="431473"/>
                </a:lnTo>
                <a:lnTo>
                  <a:pt x="2412007" y="431473"/>
                </a:lnTo>
                <a:lnTo>
                  <a:pt x="2412007" y="452019"/>
                </a:lnTo>
                <a:moveTo>
                  <a:pt x="2370914" y="452019"/>
                </a:moveTo>
                <a:lnTo>
                  <a:pt x="2350368" y="452019"/>
                </a:lnTo>
                <a:lnTo>
                  <a:pt x="2350368" y="431473"/>
                </a:lnTo>
                <a:lnTo>
                  <a:pt x="2370914" y="431473"/>
                </a:lnTo>
                <a:lnTo>
                  <a:pt x="2370914" y="452019"/>
                </a:lnTo>
                <a:moveTo>
                  <a:pt x="2329821" y="452019"/>
                </a:moveTo>
                <a:lnTo>
                  <a:pt x="2309275" y="452019"/>
                </a:lnTo>
                <a:lnTo>
                  <a:pt x="2309275" y="431473"/>
                </a:lnTo>
                <a:lnTo>
                  <a:pt x="2329821" y="431473"/>
                </a:lnTo>
                <a:lnTo>
                  <a:pt x="2329821" y="452019"/>
                </a:lnTo>
                <a:moveTo>
                  <a:pt x="2288729" y="452019"/>
                </a:moveTo>
                <a:lnTo>
                  <a:pt x="2268182" y="452019"/>
                </a:lnTo>
                <a:lnTo>
                  <a:pt x="2268182" y="431473"/>
                </a:lnTo>
                <a:lnTo>
                  <a:pt x="2288729" y="431473"/>
                </a:lnTo>
                <a:lnTo>
                  <a:pt x="2288729" y="452019"/>
                </a:lnTo>
                <a:moveTo>
                  <a:pt x="2247636" y="452019"/>
                </a:moveTo>
                <a:lnTo>
                  <a:pt x="2227089" y="452019"/>
                </a:lnTo>
                <a:lnTo>
                  <a:pt x="2227089" y="431473"/>
                </a:lnTo>
                <a:lnTo>
                  <a:pt x="2247636" y="431473"/>
                </a:lnTo>
                <a:lnTo>
                  <a:pt x="2247636" y="452019"/>
                </a:lnTo>
                <a:moveTo>
                  <a:pt x="2206543" y="452019"/>
                </a:moveTo>
                <a:lnTo>
                  <a:pt x="2185997" y="452019"/>
                </a:lnTo>
                <a:lnTo>
                  <a:pt x="2185997" y="431473"/>
                </a:lnTo>
                <a:lnTo>
                  <a:pt x="2206543" y="431473"/>
                </a:lnTo>
                <a:lnTo>
                  <a:pt x="2206543" y="452019"/>
                </a:lnTo>
                <a:moveTo>
                  <a:pt x="2165451" y="452019"/>
                </a:moveTo>
                <a:lnTo>
                  <a:pt x="2144904" y="452019"/>
                </a:lnTo>
                <a:lnTo>
                  <a:pt x="2144904" y="431473"/>
                </a:lnTo>
                <a:lnTo>
                  <a:pt x="2165451" y="431473"/>
                </a:lnTo>
                <a:lnTo>
                  <a:pt x="2165451" y="452019"/>
                </a:lnTo>
                <a:moveTo>
                  <a:pt x="2124358" y="452019"/>
                </a:moveTo>
                <a:lnTo>
                  <a:pt x="2103812" y="452019"/>
                </a:lnTo>
                <a:lnTo>
                  <a:pt x="2103812" y="431473"/>
                </a:lnTo>
                <a:lnTo>
                  <a:pt x="2124358" y="431473"/>
                </a:lnTo>
                <a:lnTo>
                  <a:pt x="2124358" y="452019"/>
                </a:lnTo>
                <a:moveTo>
                  <a:pt x="2083266" y="452019"/>
                </a:moveTo>
                <a:lnTo>
                  <a:pt x="2062719" y="452019"/>
                </a:lnTo>
                <a:lnTo>
                  <a:pt x="2062719" y="431473"/>
                </a:lnTo>
                <a:lnTo>
                  <a:pt x="2083266" y="431473"/>
                </a:lnTo>
                <a:lnTo>
                  <a:pt x="2083266" y="452019"/>
                </a:lnTo>
                <a:moveTo>
                  <a:pt x="2042173" y="452019"/>
                </a:moveTo>
                <a:lnTo>
                  <a:pt x="2021626" y="452019"/>
                </a:lnTo>
                <a:lnTo>
                  <a:pt x="2021626" y="431473"/>
                </a:lnTo>
                <a:lnTo>
                  <a:pt x="2042173" y="431473"/>
                </a:lnTo>
                <a:lnTo>
                  <a:pt x="2042173" y="452019"/>
                </a:lnTo>
                <a:moveTo>
                  <a:pt x="2001080" y="452019"/>
                </a:moveTo>
                <a:lnTo>
                  <a:pt x="1980534" y="452019"/>
                </a:lnTo>
                <a:lnTo>
                  <a:pt x="1980534" y="431473"/>
                </a:lnTo>
                <a:lnTo>
                  <a:pt x="2001080" y="431473"/>
                </a:lnTo>
                <a:lnTo>
                  <a:pt x="2001080" y="452019"/>
                </a:lnTo>
                <a:moveTo>
                  <a:pt x="1959987" y="452019"/>
                </a:moveTo>
                <a:lnTo>
                  <a:pt x="1939441" y="452019"/>
                </a:lnTo>
                <a:lnTo>
                  <a:pt x="1939441" y="431473"/>
                </a:lnTo>
                <a:lnTo>
                  <a:pt x="1959987" y="431473"/>
                </a:lnTo>
                <a:lnTo>
                  <a:pt x="1959987" y="452019"/>
                </a:lnTo>
                <a:moveTo>
                  <a:pt x="1918895" y="452019"/>
                </a:moveTo>
                <a:lnTo>
                  <a:pt x="1898349" y="452019"/>
                </a:lnTo>
                <a:lnTo>
                  <a:pt x="1898349" y="431473"/>
                </a:lnTo>
                <a:lnTo>
                  <a:pt x="1918895" y="431473"/>
                </a:lnTo>
                <a:lnTo>
                  <a:pt x="1918895" y="452019"/>
                </a:lnTo>
                <a:moveTo>
                  <a:pt x="1877802" y="452019"/>
                </a:moveTo>
                <a:lnTo>
                  <a:pt x="1857256" y="452019"/>
                </a:lnTo>
                <a:lnTo>
                  <a:pt x="1857256" y="431473"/>
                </a:lnTo>
                <a:lnTo>
                  <a:pt x="1877802" y="431473"/>
                </a:lnTo>
                <a:lnTo>
                  <a:pt x="1877802" y="452019"/>
                </a:lnTo>
                <a:moveTo>
                  <a:pt x="1836709" y="452019"/>
                </a:moveTo>
                <a:lnTo>
                  <a:pt x="1816163" y="452019"/>
                </a:lnTo>
                <a:lnTo>
                  <a:pt x="1816163" y="431473"/>
                </a:lnTo>
                <a:lnTo>
                  <a:pt x="1836709" y="431473"/>
                </a:lnTo>
                <a:lnTo>
                  <a:pt x="1836709" y="452019"/>
                </a:lnTo>
                <a:moveTo>
                  <a:pt x="1795617" y="452019"/>
                </a:moveTo>
                <a:lnTo>
                  <a:pt x="1775071" y="452019"/>
                </a:lnTo>
                <a:lnTo>
                  <a:pt x="1775071" y="431473"/>
                </a:lnTo>
                <a:lnTo>
                  <a:pt x="1795617" y="431473"/>
                </a:lnTo>
                <a:lnTo>
                  <a:pt x="1795617" y="452019"/>
                </a:lnTo>
                <a:moveTo>
                  <a:pt x="1754524" y="452019"/>
                </a:moveTo>
                <a:lnTo>
                  <a:pt x="1733978" y="452019"/>
                </a:lnTo>
                <a:lnTo>
                  <a:pt x="1733978" y="431473"/>
                </a:lnTo>
                <a:lnTo>
                  <a:pt x="1754524" y="431473"/>
                </a:lnTo>
                <a:lnTo>
                  <a:pt x="1754524" y="452019"/>
                </a:lnTo>
                <a:moveTo>
                  <a:pt x="1713432" y="452019"/>
                </a:moveTo>
                <a:lnTo>
                  <a:pt x="1692886" y="452019"/>
                </a:lnTo>
                <a:lnTo>
                  <a:pt x="1692886" y="431473"/>
                </a:lnTo>
                <a:lnTo>
                  <a:pt x="1713432" y="431473"/>
                </a:lnTo>
                <a:lnTo>
                  <a:pt x="1713432" y="452019"/>
                </a:lnTo>
                <a:moveTo>
                  <a:pt x="1672339" y="452019"/>
                </a:moveTo>
                <a:lnTo>
                  <a:pt x="1651792" y="452019"/>
                </a:lnTo>
                <a:lnTo>
                  <a:pt x="1651792" y="431473"/>
                </a:lnTo>
                <a:lnTo>
                  <a:pt x="1672339" y="431473"/>
                </a:lnTo>
                <a:lnTo>
                  <a:pt x="1672339" y="452019"/>
                </a:lnTo>
                <a:moveTo>
                  <a:pt x="1631246" y="452019"/>
                </a:moveTo>
                <a:lnTo>
                  <a:pt x="1610700" y="452019"/>
                </a:lnTo>
                <a:lnTo>
                  <a:pt x="1610700" y="431473"/>
                </a:lnTo>
                <a:lnTo>
                  <a:pt x="1631246" y="431473"/>
                </a:lnTo>
                <a:lnTo>
                  <a:pt x="1631246" y="452019"/>
                </a:lnTo>
                <a:moveTo>
                  <a:pt x="1590154" y="452019"/>
                </a:moveTo>
                <a:lnTo>
                  <a:pt x="1569607" y="452019"/>
                </a:lnTo>
                <a:lnTo>
                  <a:pt x="1569607" y="431473"/>
                </a:lnTo>
                <a:lnTo>
                  <a:pt x="1590154" y="431473"/>
                </a:lnTo>
                <a:lnTo>
                  <a:pt x="1590154" y="452019"/>
                </a:lnTo>
                <a:moveTo>
                  <a:pt x="1549061" y="452019"/>
                </a:moveTo>
                <a:lnTo>
                  <a:pt x="1528515" y="452019"/>
                </a:lnTo>
                <a:lnTo>
                  <a:pt x="1528515" y="431473"/>
                </a:lnTo>
                <a:lnTo>
                  <a:pt x="1549061" y="431473"/>
                </a:lnTo>
                <a:lnTo>
                  <a:pt x="1549061" y="452019"/>
                </a:lnTo>
                <a:moveTo>
                  <a:pt x="1507968" y="452019"/>
                </a:moveTo>
                <a:lnTo>
                  <a:pt x="1487422" y="452019"/>
                </a:lnTo>
                <a:lnTo>
                  <a:pt x="1487422" y="431473"/>
                </a:lnTo>
                <a:lnTo>
                  <a:pt x="1507968" y="431473"/>
                </a:lnTo>
                <a:lnTo>
                  <a:pt x="1507968" y="452019"/>
                </a:lnTo>
                <a:moveTo>
                  <a:pt x="1466876" y="452019"/>
                </a:moveTo>
                <a:lnTo>
                  <a:pt x="1446329" y="452019"/>
                </a:lnTo>
                <a:lnTo>
                  <a:pt x="1446329" y="431473"/>
                </a:lnTo>
                <a:lnTo>
                  <a:pt x="1466876" y="431473"/>
                </a:lnTo>
                <a:lnTo>
                  <a:pt x="1466876" y="452019"/>
                </a:lnTo>
                <a:moveTo>
                  <a:pt x="1425783" y="452019"/>
                </a:moveTo>
                <a:lnTo>
                  <a:pt x="1405237" y="452019"/>
                </a:lnTo>
                <a:lnTo>
                  <a:pt x="1405237" y="431473"/>
                </a:lnTo>
                <a:lnTo>
                  <a:pt x="1425783" y="431473"/>
                </a:lnTo>
                <a:lnTo>
                  <a:pt x="1425783" y="452019"/>
                </a:lnTo>
                <a:moveTo>
                  <a:pt x="1384691" y="452019"/>
                </a:moveTo>
                <a:lnTo>
                  <a:pt x="1364144" y="452019"/>
                </a:lnTo>
                <a:lnTo>
                  <a:pt x="1364144" y="431473"/>
                </a:lnTo>
                <a:lnTo>
                  <a:pt x="1384691" y="431473"/>
                </a:lnTo>
                <a:lnTo>
                  <a:pt x="1384691" y="452019"/>
                </a:lnTo>
                <a:moveTo>
                  <a:pt x="1343598" y="452019"/>
                </a:moveTo>
                <a:lnTo>
                  <a:pt x="1323052" y="452019"/>
                </a:lnTo>
                <a:lnTo>
                  <a:pt x="1323052" y="431473"/>
                </a:lnTo>
                <a:lnTo>
                  <a:pt x="1343598" y="431473"/>
                </a:lnTo>
                <a:lnTo>
                  <a:pt x="1343598" y="452019"/>
                </a:lnTo>
                <a:moveTo>
                  <a:pt x="1302505" y="452019"/>
                </a:moveTo>
                <a:lnTo>
                  <a:pt x="1281959" y="452019"/>
                </a:lnTo>
                <a:lnTo>
                  <a:pt x="1281959" y="431473"/>
                </a:lnTo>
                <a:lnTo>
                  <a:pt x="1302505" y="431473"/>
                </a:lnTo>
                <a:lnTo>
                  <a:pt x="1302505" y="452019"/>
                </a:lnTo>
                <a:moveTo>
                  <a:pt x="1261413" y="452019"/>
                </a:moveTo>
                <a:lnTo>
                  <a:pt x="1240866" y="452019"/>
                </a:lnTo>
                <a:lnTo>
                  <a:pt x="1240866" y="431473"/>
                </a:lnTo>
                <a:lnTo>
                  <a:pt x="1261413" y="431473"/>
                </a:lnTo>
                <a:lnTo>
                  <a:pt x="1261413" y="452019"/>
                </a:lnTo>
                <a:moveTo>
                  <a:pt x="1220320" y="452019"/>
                </a:moveTo>
                <a:lnTo>
                  <a:pt x="1199773" y="452019"/>
                </a:lnTo>
                <a:lnTo>
                  <a:pt x="1199773" y="431473"/>
                </a:lnTo>
                <a:lnTo>
                  <a:pt x="1220320" y="431473"/>
                </a:lnTo>
                <a:lnTo>
                  <a:pt x="1220320" y="452019"/>
                </a:lnTo>
                <a:moveTo>
                  <a:pt x="1179227" y="452019"/>
                </a:moveTo>
                <a:lnTo>
                  <a:pt x="1158681" y="452019"/>
                </a:lnTo>
                <a:lnTo>
                  <a:pt x="1158681" y="431473"/>
                </a:lnTo>
                <a:lnTo>
                  <a:pt x="1179227" y="431473"/>
                </a:lnTo>
                <a:lnTo>
                  <a:pt x="1179227" y="452019"/>
                </a:lnTo>
                <a:moveTo>
                  <a:pt x="1138134" y="452019"/>
                </a:moveTo>
                <a:lnTo>
                  <a:pt x="1117588" y="452019"/>
                </a:lnTo>
                <a:lnTo>
                  <a:pt x="1117588" y="431473"/>
                </a:lnTo>
                <a:lnTo>
                  <a:pt x="1138134" y="431473"/>
                </a:lnTo>
                <a:lnTo>
                  <a:pt x="1138134" y="452019"/>
                </a:lnTo>
                <a:moveTo>
                  <a:pt x="1097042" y="452019"/>
                </a:moveTo>
                <a:lnTo>
                  <a:pt x="1076496" y="452019"/>
                </a:lnTo>
                <a:lnTo>
                  <a:pt x="1076496" y="431473"/>
                </a:lnTo>
                <a:lnTo>
                  <a:pt x="1097042" y="431473"/>
                </a:lnTo>
                <a:lnTo>
                  <a:pt x="1097042" y="452019"/>
                </a:lnTo>
                <a:moveTo>
                  <a:pt x="1055949" y="452019"/>
                </a:moveTo>
                <a:lnTo>
                  <a:pt x="1035403" y="452019"/>
                </a:lnTo>
                <a:lnTo>
                  <a:pt x="1035403" y="431473"/>
                </a:lnTo>
                <a:lnTo>
                  <a:pt x="1055949" y="431473"/>
                </a:lnTo>
                <a:lnTo>
                  <a:pt x="1055949" y="452019"/>
                </a:lnTo>
                <a:moveTo>
                  <a:pt x="1014856" y="452019"/>
                </a:moveTo>
                <a:lnTo>
                  <a:pt x="994310" y="452019"/>
                </a:lnTo>
                <a:lnTo>
                  <a:pt x="994310" y="431473"/>
                </a:lnTo>
                <a:lnTo>
                  <a:pt x="1014856" y="431473"/>
                </a:lnTo>
                <a:lnTo>
                  <a:pt x="1014856" y="452019"/>
                </a:lnTo>
                <a:moveTo>
                  <a:pt x="973764" y="452019"/>
                </a:moveTo>
                <a:lnTo>
                  <a:pt x="953218" y="452019"/>
                </a:lnTo>
                <a:lnTo>
                  <a:pt x="953218" y="431473"/>
                </a:lnTo>
                <a:lnTo>
                  <a:pt x="973764" y="431473"/>
                </a:lnTo>
                <a:lnTo>
                  <a:pt x="973764" y="452019"/>
                </a:lnTo>
                <a:moveTo>
                  <a:pt x="932671" y="452019"/>
                </a:moveTo>
                <a:lnTo>
                  <a:pt x="912125" y="452019"/>
                </a:lnTo>
                <a:lnTo>
                  <a:pt x="912125" y="431473"/>
                </a:lnTo>
                <a:lnTo>
                  <a:pt x="932671" y="431473"/>
                </a:lnTo>
                <a:lnTo>
                  <a:pt x="932671" y="452019"/>
                </a:lnTo>
                <a:moveTo>
                  <a:pt x="891579" y="452019"/>
                </a:moveTo>
                <a:lnTo>
                  <a:pt x="871033" y="452019"/>
                </a:lnTo>
                <a:lnTo>
                  <a:pt x="871033" y="431473"/>
                </a:lnTo>
                <a:lnTo>
                  <a:pt x="891579" y="431473"/>
                </a:lnTo>
                <a:lnTo>
                  <a:pt x="891579" y="452019"/>
                </a:lnTo>
                <a:moveTo>
                  <a:pt x="850486" y="452019"/>
                </a:moveTo>
                <a:lnTo>
                  <a:pt x="829939" y="452019"/>
                </a:lnTo>
                <a:lnTo>
                  <a:pt x="829939" y="431473"/>
                </a:lnTo>
                <a:lnTo>
                  <a:pt x="850486" y="431473"/>
                </a:lnTo>
                <a:lnTo>
                  <a:pt x="850486" y="452019"/>
                </a:lnTo>
                <a:moveTo>
                  <a:pt x="809393" y="452019"/>
                </a:moveTo>
                <a:lnTo>
                  <a:pt x="788847" y="452019"/>
                </a:lnTo>
                <a:lnTo>
                  <a:pt x="788847" y="431473"/>
                </a:lnTo>
                <a:lnTo>
                  <a:pt x="809393" y="431473"/>
                </a:lnTo>
                <a:lnTo>
                  <a:pt x="809393" y="452019"/>
                </a:lnTo>
                <a:moveTo>
                  <a:pt x="768301" y="452019"/>
                </a:moveTo>
                <a:lnTo>
                  <a:pt x="747754" y="452019"/>
                </a:lnTo>
                <a:lnTo>
                  <a:pt x="747754" y="431473"/>
                </a:lnTo>
                <a:lnTo>
                  <a:pt x="768301" y="431473"/>
                </a:lnTo>
                <a:lnTo>
                  <a:pt x="768301" y="452019"/>
                </a:lnTo>
                <a:moveTo>
                  <a:pt x="727208" y="452019"/>
                </a:moveTo>
                <a:lnTo>
                  <a:pt x="706662" y="452019"/>
                </a:lnTo>
                <a:lnTo>
                  <a:pt x="706662" y="431473"/>
                </a:lnTo>
                <a:lnTo>
                  <a:pt x="727208" y="431473"/>
                </a:lnTo>
                <a:lnTo>
                  <a:pt x="727208" y="452019"/>
                </a:lnTo>
                <a:moveTo>
                  <a:pt x="686116" y="452019"/>
                </a:moveTo>
                <a:lnTo>
                  <a:pt x="665569" y="452019"/>
                </a:lnTo>
                <a:lnTo>
                  <a:pt x="665569" y="431473"/>
                </a:lnTo>
                <a:lnTo>
                  <a:pt x="686116" y="431473"/>
                </a:lnTo>
                <a:lnTo>
                  <a:pt x="686116" y="452019"/>
                </a:lnTo>
                <a:moveTo>
                  <a:pt x="645023" y="452019"/>
                </a:moveTo>
                <a:lnTo>
                  <a:pt x="624476" y="452019"/>
                </a:lnTo>
                <a:lnTo>
                  <a:pt x="624476" y="431473"/>
                </a:lnTo>
                <a:lnTo>
                  <a:pt x="645023" y="431473"/>
                </a:lnTo>
                <a:lnTo>
                  <a:pt x="645023" y="452019"/>
                </a:lnTo>
                <a:moveTo>
                  <a:pt x="603930" y="452019"/>
                </a:moveTo>
                <a:lnTo>
                  <a:pt x="583384" y="452019"/>
                </a:lnTo>
                <a:lnTo>
                  <a:pt x="583384" y="431473"/>
                </a:lnTo>
                <a:lnTo>
                  <a:pt x="603930" y="431473"/>
                </a:lnTo>
                <a:lnTo>
                  <a:pt x="603930" y="452019"/>
                </a:lnTo>
                <a:moveTo>
                  <a:pt x="562837" y="452019"/>
                </a:moveTo>
                <a:lnTo>
                  <a:pt x="542291" y="452019"/>
                </a:lnTo>
                <a:lnTo>
                  <a:pt x="542291" y="431473"/>
                </a:lnTo>
                <a:lnTo>
                  <a:pt x="562837" y="431473"/>
                </a:lnTo>
                <a:lnTo>
                  <a:pt x="562837" y="452019"/>
                </a:lnTo>
                <a:moveTo>
                  <a:pt x="521745" y="452019"/>
                </a:moveTo>
                <a:lnTo>
                  <a:pt x="501199" y="452019"/>
                </a:lnTo>
                <a:lnTo>
                  <a:pt x="501199" y="431473"/>
                </a:lnTo>
                <a:lnTo>
                  <a:pt x="521745" y="431473"/>
                </a:lnTo>
                <a:lnTo>
                  <a:pt x="521745" y="452019"/>
                </a:lnTo>
                <a:moveTo>
                  <a:pt x="480652" y="452019"/>
                </a:moveTo>
                <a:lnTo>
                  <a:pt x="460106" y="452019"/>
                </a:lnTo>
                <a:lnTo>
                  <a:pt x="460106" y="431473"/>
                </a:lnTo>
                <a:lnTo>
                  <a:pt x="480652" y="431473"/>
                </a:lnTo>
                <a:lnTo>
                  <a:pt x="480652" y="452019"/>
                </a:lnTo>
                <a:moveTo>
                  <a:pt x="439560" y="452019"/>
                </a:moveTo>
                <a:lnTo>
                  <a:pt x="419013" y="452019"/>
                </a:lnTo>
                <a:lnTo>
                  <a:pt x="419013" y="431473"/>
                </a:lnTo>
                <a:lnTo>
                  <a:pt x="439560" y="431473"/>
                </a:lnTo>
                <a:lnTo>
                  <a:pt x="439560" y="452019"/>
                </a:lnTo>
                <a:moveTo>
                  <a:pt x="398467" y="452019"/>
                </a:moveTo>
                <a:lnTo>
                  <a:pt x="377920" y="452019"/>
                </a:lnTo>
                <a:lnTo>
                  <a:pt x="377920" y="431473"/>
                </a:lnTo>
                <a:lnTo>
                  <a:pt x="398467" y="431473"/>
                </a:lnTo>
                <a:lnTo>
                  <a:pt x="398467" y="452019"/>
                </a:lnTo>
                <a:moveTo>
                  <a:pt x="357374" y="452019"/>
                </a:moveTo>
                <a:lnTo>
                  <a:pt x="336828" y="452019"/>
                </a:lnTo>
                <a:lnTo>
                  <a:pt x="336828" y="431473"/>
                </a:lnTo>
                <a:lnTo>
                  <a:pt x="357374" y="431473"/>
                </a:lnTo>
                <a:lnTo>
                  <a:pt x="357374" y="452019"/>
                </a:lnTo>
                <a:moveTo>
                  <a:pt x="316281" y="452019"/>
                </a:moveTo>
                <a:lnTo>
                  <a:pt x="295735" y="452019"/>
                </a:lnTo>
                <a:lnTo>
                  <a:pt x="295735" y="431473"/>
                </a:lnTo>
                <a:lnTo>
                  <a:pt x="316281" y="431473"/>
                </a:lnTo>
                <a:lnTo>
                  <a:pt x="316281" y="452019"/>
                </a:lnTo>
                <a:moveTo>
                  <a:pt x="275189" y="452019"/>
                </a:moveTo>
                <a:lnTo>
                  <a:pt x="254643" y="452019"/>
                </a:lnTo>
                <a:lnTo>
                  <a:pt x="254643" y="431473"/>
                </a:lnTo>
                <a:lnTo>
                  <a:pt x="275189" y="431473"/>
                </a:lnTo>
                <a:lnTo>
                  <a:pt x="275189" y="452019"/>
                </a:lnTo>
                <a:moveTo>
                  <a:pt x="234096" y="452019"/>
                </a:moveTo>
                <a:lnTo>
                  <a:pt x="213550" y="452019"/>
                </a:lnTo>
                <a:lnTo>
                  <a:pt x="213550" y="431473"/>
                </a:lnTo>
                <a:lnTo>
                  <a:pt x="234096" y="431473"/>
                </a:lnTo>
                <a:lnTo>
                  <a:pt x="234096" y="452019"/>
                </a:lnTo>
                <a:moveTo>
                  <a:pt x="193003" y="452019"/>
                </a:moveTo>
                <a:lnTo>
                  <a:pt x="172457" y="452019"/>
                </a:lnTo>
                <a:lnTo>
                  <a:pt x="172457" y="431473"/>
                </a:lnTo>
                <a:lnTo>
                  <a:pt x="193003" y="431473"/>
                </a:lnTo>
                <a:lnTo>
                  <a:pt x="193003" y="452019"/>
                </a:lnTo>
                <a:moveTo>
                  <a:pt x="151911" y="452019"/>
                </a:moveTo>
                <a:lnTo>
                  <a:pt x="131365" y="452019"/>
                </a:lnTo>
                <a:lnTo>
                  <a:pt x="131365" y="431473"/>
                </a:lnTo>
                <a:lnTo>
                  <a:pt x="151911" y="431473"/>
                </a:lnTo>
                <a:lnTo>
                  <a:pt x="151911" y="452019"/>
                </a:lnTo>
                <a:moveTo>
                  <a:pt x="110818" y="452019"/>
                </a:moveTo>
                <a:lnTo>
                  <a:pt x="90272" y="452019"/>
                </a:lnTo>
                <a:lnTo>
                  <a:pt x="90272" y="431473"/>
                </a:lnTo>
                <a:lnTo>
                  <a:pt x="110818" y="431473"/>
                </a:lnTo>
                <a:lnTo>
                  <a:pt x="110818" y="452019"/>
                </a:lnTo>
                <a:moveTo>
                  <a:pt x="69274" y="451800"/>
                </a:moveTo>
                <a:cubicBezTo>
                  <a:pt x="61294" y="451190"/>
                  <a:pt x="53610" y="449350"/>
                  <a:pt x="46220" y="446279"/>
                </a:cubicBezTo>
                <a:lnTo>
                  <a:pt x="54104" y="427306"/>
                </a:lnTo>
                <a:cubicBezTo>
                  <a:pt x="59469" y="429535"/>
                  <a:pt x="65048" y="430871"/>
                  <a:pt x="70841" y="431314"/>
                </a:cubicBezTo>
                <a:lnTo>
                  <a:pt x="69274" y="451800"/>
                </a:lnTo>
                <a:moveTo>
                  <a:pt x="24853" y="432792"/>
                </a:moveTo>
                <a:cubicBezTo>
                  <a:pt x="18441" y="427027"/>
                  <a:pt x="13180" y="420355"/>
                  <a:pt x="9069" y="412774"/>
                </a:cubicBezTo>
                <a:lnTo>
                  <a:pt x="27131" y="402980"/>
                </a:lnTo>
                <a:cubicBezTo>
                  <a:pt x="30115" y="408483"/>
                  <a:pt x="33935" y="413328"/>
                  <a:pt x="38590" y="417513"/>
                </a:cubicBezTo>
                <a:lnTo>
                  <a:pt x="24853" y="432792"/>
                </a:lnTo>
                <a:moveTo>
                  <a:pt x="1098" y="389810"/>
                </a:moveTo>
                <a:cubicBezTo>
                  <a:pt x="366" y="385580"/>
                  <a:pt x="0" y="381318"/>
                  <a:pt x="0" y="377025"/>
                </a:cubicBezTo>
                <a:lnTo>
                  <a:pt x="0" y="368095"/>
                </a:lnTo>
                <a:lnTo>
                  <a:pt x="20546" y="368095"/>
                </a:lnTo>
                <a:lnTo>
                  <a:pt x="20546" y="377025"/>
                </a:lnTo>
                <a:cubicBezTo>
                  <a:pt x="20546" y="380141"/>
                  <a:pt x="20812" y="383235"/>
                  <a:pt x="21343" y="386307"/>
                </a:cubicBezTo>
                <a:lnTo>
                  <a:pt x="1098" y="389810"/>
                </a:lnTo>
                <a:moveTo>
                  <a:pt x="0" y="347549"/>
                </a:moveTo>
                <a:lnTo>
                  <a:pt x="0" y="327003"/>
                </a:lnTo>
                <a:lnTo>
                  <a:pt x="20546" y="327003"/>
                </a:lnTo>
                <a:lnTo>
                  <a:pt x="20546" y="347549"/>
                </a:lnTo>
                <a:lnTo>
                  <a:pt x="0" y="347549"/>
                </a:lnTo>
                <a:moveTo>
                  <a:pt x="0" y="306457"/>
                </a:moveTo>
                <a:lnTo>
                  <a:pt x="0" y="285910"/>
                </a:lnTo>
                <a:lnTo>
                  <a:pt x="20546" y="285910"/>
                </a:lnTo>
                <a:lnTo>
                  <a:pt x="20546" y="306457"/>
                </a:lnTo>
                <a:lnTo>
                  <a:pt x="0" y="306457"/>
                </a:lnTo>
                <a:moveTo>
                  <a:pt x="0" y="265364"/>
                </a:moveTo>
                <a:lnTo>
                  <a:pt x="0" y="244817"/>
                </a:lnTo>
                <a:lnTo>
                  <a:pt x="20546" y="244817"/>
                </a:lnTo>
                <a:lnTo>
                  <a:pt x="20546" y="265364"/>
                </a:lnTo>
                <a:lnTo>
                  <a:pt x="0" y="265364"/>
                </a:lnTo>
                <a:moveTo>
                  <a:pt x="0" y="224271"/>
                </a:moveTo>
                <a:lnTo>
                  <a:pt x="0" y="203725"/>
                </a:lnTo>
                <a:lnTo>
                  <a:pt x="20546" y="203725"/>
                </a:lnTo>
                <a:lnTo>
                  <a:pt x="20546" y="224271"/>
                </a:lnTo>
                <a:lnTo>
                  <a:pt x="0" y="224271"/>
                </a:lnTo>
                <a:moveTo>
                  <a:pt x="0" y="183178"/>
                </a:moveTo>
                <a:lnTo>
                  <a:pt x="0" y="162632"/>
                </a:lnTo>
                <a:lnTo>
                  <a:pt x="20546" y="162632"/>
                </a:lnTo>
                <a:lnTo>
                  <a:pt x="20546" y="183178"/>
                </a:lnTo>
                <a:lnTo>
                  <a:pt x="0" y="183178"/>
                </a:lnTo>
                <a:moveTo>
                  <a:pt x="0" y="142086"/>
                </a:moveTo>
                <a:lnTo>
                  <a:pt x="0" y="121539"/>
                </a:lnTo>
                <a:lnTo>
                  <a:pt x="20546" y="121539"/>
                </a:lnTo>
                <a:lnTo>
                  <a:pt x="20546" y="142086"/>
                </a:lnTo>
                <a:lnTo>
                  <a:pt x="0" y="142086"/>
                </a:lnTo>
                <a:moveTo>
                  <a:pt x="0" y="100993"/>
                </a:moveTo>
                <a:lnTo>
                  <a:pt x="0" y="80447"/>
                </a:lnTo>
                <a:lnTo>
                  <a:pt x="20546" y="80447"/>
                </a:lnTo>
                <a:lnTo>
                  <a:pt x="20546" y="100993"/>
                </a:lnTo>
                <a:lnTo>
                  <a:pt x="0" y="100993"/>
                </a:lnTo>
                <a:moveTo>
                  <a:pt x="1883" y="58294"/>
                </a:moveTo>
                <a:cubicBezTo>
                  <a:pt x="3734" y="50191"/>
                  <a:pt x="6846" y="42605"/>
                  <a:pt x="11219" y="35537"/>
                </a:cubicBezTo>
                <a:lnTo>
                  <a:pt x="28692" y="46347"/>
                </a:lnTo>
                <a:cubicBezTo>
                  <a:pt x="25517" y="51479"/>
                  <a:pt x="23257" y="56986"/>
                  <a:pt x="21913" y="62869"/>
                </a:cubicBezTo>
                <a:lnTo>
                  <a:pt x="1883" y="58294"/>
                </a:lnTo>
                <a:moveTo>
                  <a:pt x="28172" y="16412"/>
                </a:moveTo>
                <a:cubicBezTo>
                  <a:pt x="34798" y="11116"/>
                  <a:pt x="42113" y="7061"/>
                  <a:pt x="50114" y="4247"/>
                </a:cubicBezTo>
                <a:lnTo>
                  <a:pt x="56931" y="23630"/>
                </a:lnTo>
                <a:cubicBezTo>
                  <a:pt x="51121" y="25673"/>
                  <a:pt x="45811" y="28617"/>
                  <a:pt x="41000" y="32462"/>
                </a:cubicBezTo>
                <a:lnTo>
                  <a:pt x="28172" y="16412"/>
                </a:lnTo>
                <a:moveTo>
                  <a:pt x="73066" y="25"/>
                </a:moveTo>
                <a:cubicBezTo>
                  <a:pt x="73707" y="8"/>
                  <a:pt x="74351" y="0"/>
                  <a:pt x="74994" y="0"/>
                </a:cubicBezTo>
                <a:lnTo>
                  <a:pt x="95540" y="0"/>
                </a:lnTo>
                <a:lnTo>
                  <a:pt x="95540" y="20546"/>
                </a:lnTo>
                <a:lnTo>
                  <a:pt x="74994" y="20546"/>
                </a:lnTo>
                <a:cubicBezTo>
                  <a:pt x="74528" y="20546"/>
                  <a:pt x="74061" y="20552"/>
                  <a:pt x="73594" y="20564"/>
                </a:cubicBezTo>
                <a:lnTo>
                  <a:pt x="73066" y="25"/>
                </a:lnTo>
              </a:path>
            </a:pathLst>
          </a:custGeom>
          <a:solidFill xmlns:a="http://schemas.openxmlformats.org/drawingml/2006/main">
            <a:srgbClr val="FF66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df-path-4">
            <a:extLst xmlns:a="http://schemas.openxmlformats.org/drawingml/2006/main">
              <a:ext uri="{FF2B5EF4-FFF2-40B4-BE49-F238E27FC236}">
                <a16:creationId xmlns:a16="http://schemas.microsoft.com/office/drawing/2014/main" id="{CE0C23E7-32F4-46DA-89CD-D1F0E475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9316" y="79679"/>
            <a:ext cx="4150359" cy="3698338"/>
          </a:xfrm>
          <a:custGeom xmlns:a="http://schemas.openxmlformats.org/drawingml/2006/main">
            <a:pathLst>
              <a:path w="4150359" h="3698338">
                <a:moveTo>
                  <a:pt x="554751" y="0"/>
                </a:moveTo>
                <a:lnTo>
                  <a:pt x="3595607" y="0"/>
                </a:lnTo>
                <a:cubicBezTo>
                  <a:pt x="3613776" y="0"/>
                  <a:pt x="3631900" y="890"/>
                  <a:pt x="3649983" y="2671"/>
                </a:cubicBezTo>
                <a:cubicBezTo>
                  <a:pt x="3668062" y="4452"/>
                  <a:pt x="3686013" y="7115"/>
                  <a:pt x="3703831" y="10659"/>
                </a:cubicBezTo>
                <a:cubicBezTo>
                  <a:pt x="3721652" y="14204"/>
                  <a:pt x="3739255" y="18613"/>
                  <a:pt x="3756642" y="23887"/>
                </a:cubicBezTo>
                <a:cubicBezTo>
                  <a:pt x="3774029" y="29161"/>
                  <a:pt x="3791115" y="35275"/>
                  <a:pt x="3807899" y="42228"/>
                </a:cubicBezTo>
                <a:cubicBezTo>
                  <a:pt x="3824685" y="49181"/>
                  <a:pt x="3841090" y="56940"/>
                  <a:pt x="3857113" y="65504"/>
                </a:cubicBezTo>
                <a:cubicBezTo>
                  <a:pt x="3873137" y="74069"/>
                  <a:pt x="3888702" y="83398"/>
                  <a:pt x="3903806" y="93492"/>
                </a:cubicBezTo>
                <a:cubicBezTo>
                  <a:pt x="3918915" y="103586"/>
                  <a:pt x="3933490" y="114396"/>
                  <a:pt x="3947534" y="125923"/>
                </a:cubicBezTo>
                <a:cubicBezTo>
                  <a:pt x="3961581" y="137449"/>
                  <a:pt x="3975027" y="149635"/>
                  <a:pt x="3987873" y="162483"/>
                </a:cubicBezTo>
                <a:cubicBezTo>
                  <a:pt x="4000721" y="175330"/>
                  <a:pt x="4012907" y="188776"/>
                  <a:pt x="4024433" y="202821"/>
                </a:cubicBezTo>
                <a:cubicBezTo>
                  <a:pt x="4035960" y="216865"/>
                  <a:pt x="4046770" y="231441"/>
                  <a:pt x="4056863" y="246548"/>
                </a:cubicBezTo>
                <a:cubicBezTo>
                  <a:pt x="4066957" y="261654"/>
                  <a:pt x="4076287" y="277219"/>
                  <a:pt x="4084851" y="293243"/>
                </a:cubicBezTo>
                <a:cubicBezTo>
                  <a:pt x="4093416" y="309267"/>
                  <a:pt x="4101175" y="325671"/>
                  <a:pt x="4108127" y="342457"/>
                </a:cubicBezTo>
                <a:cubicBezTo>
                  <a:pt x="4115081" y="359242"/>
                  <a:pt x="4121196" y="376329"/>
                  <a:pt x="4126471" y="393715"/>
                </a:cubicBezTo>
                <a:cubicBezTo>
                  <a:pt x="4131744" y="411102"/>
                  <a:pt x="4136153" y="428705"/>
                  <a:pt x="4139698" y="446524"/>
                </a:cubicBezTo>
                <a:cubicBezTo>
                  <a:pt x="4143243" y="464344"/>
                  <a:pt x="4145906" y="482294"/>
                  <a:pt x="4147686" y="500376"/>
                </a:cubicBezTo>
                <a:cubicBezTo>
                  <a:pt x="4149469" y="518457"/>
                  <a:pt x="4150359" y="536582"/>
                  <a:pt x="4150357" y="554751"/>
                </a:cubicBezTo>
                <a:lnTo>
                  <a:pt x="4150357" y="3143588"/>
                </a:lnTo>
                <a:cubicBezTo>
                  <a:pt x="4150359" y="3161757"/>
                  <a:pt x="4149469" y="3179882"/>
                  <a:pt x="4147686" y="3197963"/>
                </a:cubicBezTo>
                <a:cubicBezTo>
                  <a:pt x="4145906" y="3216044"/>
                  <a:pt x="4143243" y="3233995"/>
                  <a:pt x="4139698" y="3251814"/>
                </a:cubicBezTo>
                <a:cubicBezTo>
                  <a:pt x="4136153" y="3269634"/>
                  <a:pt x="4131744" y="3287237"/>
                  <a:pt x="4126471" y="3304623"/>
                </a:cubicBezTo>
                <a:cubicBezTo>
                  <a:pt x="4121196" y="3322010"/>
                  <a:pt x="4115081" y="3339096"/>
                  <a:pt x="4108127" y="3355881"/>
                </a:cubicBezTo>
                <a:cubicBezTo>
                  <a:pt x="4101175" y="3372667"/>
                  <a:pt x="4093416" y="3389072"/>
                  <a:pt x="4084852" y="3405095"/>
                </a:cubicBezTo>
                <a:cubicBezTo>
                  <a:pt x="4076287" y="3421119"/>
                  <a:pt x="4066957" y="3436684"/>
                  <a:pt x="4056863" y="3451790"/>
                </a:cubicBezTo>
                <a:cubicBezTo>
                  <a:pt x="4046770" y="3466897"/>
                  <a:pt x="4035960" y="3481473"/>
                  <a:pt x="4024433" y="3495518"/>
                </a:cubicBezTo>
                <a:cubicBezTo>
                  <a:pt x="4012907" y="3509562"/>
                  <a:pt x="4000721" y="3523008"/>
                  <a:pt x="3987873" y="3535856"/>
                </a:cubicBezTo>
                <a:cubicBezTo>
                  <a:pt x="3975027" y="3548703"/>
                  <a:pt x="3961581" y="3560889"/>
                  <a:pt x="3947534" y="3572415"/>
                </a:cubicBezTo>
                <a:cubicBezTo>
                  <a:pt x="3933490" y="3583942"/>
                  <a:pt x="3918915" y="3594751"/>
                  <a:pt x="3903806" y="3604845"/>
                </a:cubicBezTo>
                <a:cubicBezTo>
                  <a:pt x="3888702" y="3614940"/>
                  <a:pt x="3873137" y="3624269"/>
                  <a:pt x="3857113" y="3632834"/>
                </a:cubicBezTo>
                <a:cubicBezTo>
                  <a:pt x="3841090" y="3641399"/>
                  <a:pt x="3824685" y="3649157"/>
                  <a:pt x="3807899" y="3656110"/>
                </a:cubicBezTo>
                <a:cubicBezTo>
                  <a:pt x="3791115" y="3663063"/>
                  <a:pt x="3774029" y="3669177"/>
                  <a:pt x="3756642" y="3674451"/>
                </a:cubicBezTo>
                <a:cubicBezTo>
                  <a:pt x="3739255" y="3679725"/>
                  <a:pt x="3721652" y="3684134"/>
                  <a:pt x="3703831" y="3687679"/>
                </a:cubicBezTo>
                <a:cubicBezTo>
                  <a:pt x="3686013" y="3691223"/>
                  <a:pt x="3668062" y="3693886"/>
                  <a:pt x="3649983" y="3695667"/>
                </a:cubicBezTo>
                <a:cubicBezTo>
                  <a:pt x="3631900" y="3697448"/>
                  <a:pt x="3613776" y="3698338"/>
                  <a:pt x="3595607" y="3698338"/>
                </a:cubicBezTo>
                <a:lnTo>
                  <a:pt x="554751" y="3698338"/>
                </a:lnTo>
                <a:cubicBezTo>
                  <a:pt x="536583" y="3698338"/>
                  <a:pt x="518457" y="3697448"/>
                  <a:pt x="500376" y="3695667"/>
                </a:cubicBezTo>
                <a:cubicBezTo>
                  <a:pt x="482295" y="3693886"/>
                  <a:pt x="464344" y="3691223"/>
                  <a:pt x="446524" y="3687678"/>
                </a:cubicBezTo>
                <a:cubicBezTo>
                  <a:pt x="428704" y="3684134"/>
                  <a:pt x="411101" y="3679724"/>
                  <a:pt x="393714" y="3674451"/>
                </a:cubicBezTo>
                <a:cubicBezTo>
                  <a:pt x="376327" y="3669176"/>
                  <a:pt x="359242" y="3663063"/>
                  <a:pt x="342455" y="3656110"/>
                </a:cubicBezTo>
                <a:cubicBezTo>
                  <a:pt x="325670" y="3649157"/>
                  <a:pt x="309265" y="3641399"/>
                  <a:pt x="293242" y="3632833"/>
                </a:cubicBezTo>
                <a:cubicBezTo>
                  <a:pt x="277218" y="3624269"/>
                  <a:pt x="261654" y="3614939"/>
                  <a:pt x="246547" y="3604845"/>
                </a:cubicBezTo>
                <a:cubicBezTo>
                  <a:pt x="231439" y="3594751"/>
                  <a:pt x="216865" y="3583942"/>
                  <a:pt x="202820" y="3572415"/>
                </a:cubicBezTo>
                <a:cubicBezTo>
                  <a:pt x="188775" y="3560889"/>
                  <a:pt x="175329" y="3548703"/>
                  <a:pt x="162482" y="3535856"/>
                </a:cubicBezTo>
                <a:cubicBezTo>
                  <a:pt x="149635" y="3523008"/>
                  <a:pt x="137448" y="3509562"/>
                  <a:pt x="125923" y="3495518"/>
                </a:cubicBezTo>
                <a:cubicBezTo>
                  <a:pt x="114396" y="3481473"/>
                  <a:pt x="103586" y="3466897"/>
                  <a:pt x="93491" y="3451790"/>
                </a:cubicBezTo>
                <a:cubicBezTo>
                  <a:pt x="83398" y="3436684"/>
                  <a:pt x="74068" y="3421119"/>
                  <a:pt x="65503" y="3405095"/>
                </a:cubicBezTo>
                <a:cubicBezTo>
                  <a:pt x="56939" y="3389072"/>
                  <a:pt x="49180" y="3372667"/>
                  <a:pt x="42227" y="3355881"/>
                </a:cubicBezTo>
                <a:cubicBezTo>
                  <a:pt x="35275" y="3339096"/>
                  <a:pt x="29161" y="3322010"/>
                  <a:pt x="23887" y="3304623"/>
                </a:cubicBezTo>
                <a:cubicBezTo>
                  <a:pt x="18614" y="3287237"/>
                  <a:pt x="14204" y="3269634"/>
                  <a:pt x="10658" y="3251814"/>
                </a:cubicBezTo>
                <a:cubicBezTo>
                  <a:pt x="7114" y="3233995"/>
                  <a:pt x="4452" y="3216044"/>
                  <a:pt x="2672" y="3197963"/>
                </a:cubicBezTo>
                <a:cubicBezTo>
                  <a:pt x="890" y="3179882"/>
                  <a:pt x="0" y="3161757"/>
                  <a:pt x="0" y="3143588"/>
                </a:cubicBezTo>
                <a:lnTo>
                  <a:pt x="0" y="554751"/>
                </a:lnTo>
                <a:cubicBezTo>
                  <a:pt x="0" y="536582"/>
                  <a:pt x="890" y="518457"/>
                  <a:pt x="2672" y="500376"/>
                </a:cubicBezTo>
                <a:cubicBezTo>
                  <a:pt x="4452" y="482294"/>
                  <a:pt x="7114" y="464344"/>
                  <a:pt x="10658" y="446524"/>
                </a:cubicBezTo>
                <a:cubicBezTo>
                  <a:pt x="14203" y="428705"/>
                  <a:pt x="18613" y="411102"/>
                  <a:pt x="23887" y="393715"/>
                </a:cubicBezTo>
                <a:cubicBezTo>
                  <a:pt x="29161" y="376329"/>
                  <a:pt x="35275" y="359242"/>
                  <a:pt x="42227" y="342457"/>
                </a:cubicBezTo>
                <a:cubicBezTo>
                  <a:pt x="49180" y="325671"/>
                  <a:pt x="56940" y="309267"/>
                  <a:pt x="65504" y="293243"/>
                </a:cubicBezTo>
                <a:cubicBezTo>
                  <a:pt x="74068" y="277219"/>
                  <a:pt x="83398" y="261654"/>
                  <a:pt x="93492" y="246548"/>
                </a:cubicBezTo>
                <a:cubicBezTo>
                  <a:pt x="103586" y="231441"/>
                  <a:pt x="114396" y="216865"/>
                  <a:pt x="125923" y="202821"/>
                </a:cubicBezTo>
                <a:cubicBezTo>
                  <a:pt x="137448" y="188776"/>
                  <a:pt x="149635" y="175330"/>
                  <a:pt x="162482" y="162483"/>
                </a:cubicBezTo>
                <a:cubicBezTo>
                  <a:pt x="175329" y="149635"/>
                  <a:pt x="188775" y="137449"/>
                  <a:pt x="202820" y="125923"/>
                </a:cubicBezTo>
                <a:cubicBezTo>
                  <a:pt x="216865" y="114396"/>
                  <a:pt x="231439" y="103586"/>
                  <a:pt x="246547" y="93492"/>
                </a:cubicBezTo>
                <a:cubicBezTo>
                  <a:pt x="261654" y="83398"/>
                  <a:pt x="277218" y="74069"/>
                  <a:pt x="293242" y="65504"/>
                </a:cubicBezTo>
                <a:cubicBezTo>
                  <a:pt x="309265" y="56940"/>
                  <a:pt x="325670" y="49181"/>
                  <a:pt x="342455" y="42228"/>
                </a:cubicBezTo>
                <a:cubicBezTo>
                  <a:pt x="359242" y="35275"/>
                  <a:pt x="376327" y="29161"/>
                  <a:pt x="393714" y="23887"/>
                </a:cubicBezTo>
                <a:cubicBezTo>
                  <a:pt x="411101" y="18613"/>
                  <a:pt x="428704" y="14204"/>
                  <a:pt x="446524" y="10659"/>
                </a:cubicBezTo>
                <a:cubicBezTo>
                  <a:pt x="464344" y="7115"/>
                  <a:pt x="482295" y="4452"/>
                  <a:pt x="500376" y="2671"/>
                </a:cubicBezTo>
                <a:cubicBezTo>
                  <a:pt x="518457" y="890"/>
                  <a:pt x="536583" y="0"/>
                  <a:pt x="554751" y="0"/>
                </a:cubicBezTo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df-text-3-0">
            <a:extLst xmlns:a="http://schemas.openxmlformats.org/drawingml/2006/main">
              <a:ext uri="{FF2B5EF4-FFF2-40B4-BE49-F238E27FC236}">
                <a16:creationId xmlns:a16="http://schemas.microsoft.com/office/drawing/2014/main" id="{307DE61A-F197-4D87-B0E6-81E6B92C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568" y="1823389"/>
            <a:ext cx="383413" cy="1438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3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13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3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update</a:t>
            </a:r>
          </a:p>
        </p:txBody>
      </p:sp>
      <p:sp>
        <p:nvSpPr>
          <p:cNvPr id="6" name="pdf-path-6">
            <a:extLst xmlns:a="http://schemas.openxmlformats.org/drawingml/2006/main">
              <a:ext uri="{FF2B5EF4-FFF2-40B4-BE49-F238E27FC236}">
                <a16:creationId xmlns:a16="http://schemas.microsoft.com/office/drawing/2014/main" id="{AC6F2971-9674-42D1-84C9-7A46FCB1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6892" y="2627423"/>
            <a:ext cx="821853" cy="308195"/>
          </a:xfrm>
          <a:custGeom xmlns:a="http://schemas.openxmlformats.org/drawingml/2006/main">
            <a:pathLst>
              <a:path w="821853" h="308195">
                <a:moveTo>
                  <a:pt x="0" y="308195"/>
                </a:moveTo>
                <a:lnTo>
                  <a:pt x="205463" y="0"/>
                </a:lnTo>
                <a:lnTo>
                  <a:pt x="616390" y="0"/>
                </a:lnTo>
                <a:lnTo>
                  <a:pt x="821853" y="308195"/>
                </a:lnTo>
                <a:lnTo>
                  <a:pt x="0" y="308195"/>
                </a:lnTo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df-path-7">
            <a:extLst xmlns:a="http://schemas.openxmlformats.org/drawingml/2006/main">
              <a:ext uri="{FF2B5EF4-FFF2-40B4-BE49-F238E27FC236}">
                <a16:creationId xmlns:a16="http://schemas.microsoft.com/office/drawing/2014/main" id="{C97FCCA7-3B2C-4368-80A8-CAE18BA6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7819" y="2394222"/>
            <a:ext cx="95" cy="233200"/>
          </a:xfrm>
          <a:custGeom xmlns:a="http://schemas.openxmlformats.org/drawingml/2006/main">
            <a:pathLst>
              <a:path w="95" h="233200">
                <a:moveTo>
                  <a:pt x="0" y="2332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10">
            <a:solidFill>
              <a:srgbClr val="000000"/>
            </a:solidFill>
            <a:prstDash val="solid"/>
          </a:ln>
        </p:spPr>
      </p:sp>
      <p:sp>
        <p:nvSpPr>
          <p:cNvPr id="8" name="pdf-path-8">
            <a:extLst xmlns:a="http://schemas.openxmlformats.org/drawingml/2006/main">
              <a:ext uri="{FF2B5EF4-FFF2-40B4-BE49-F238E27FC236}">
                <a16:creationId xmlns:a16="http://schemas.microsoft.com/office/drawing/2014/main" id="{5F0EB2F2-8CC4-4309-B4F2-51BDD582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9294" y="2336487"/>
            <a:ext cx="77049" cy="77049"/>
          </a:xfrm>
          <a:custGeom xmlns:a="http://schemas.openxmlformats.org/drawingml/2006/main">
            <a:pathLst>
              <a:path w="77049" h="77049">
                <a:moveTo>
                  <a:pt x="38525" y="0"/>
                </a:moveTo>
                <a:lnTo>
                  <a:pt x="77049" y="77049"/>
                </a:lnTo>
                <a:lnTo>
                  <a:pt x="38525" y="57736"/>
                </a:lnTo>
                <a:lnTo>
                  <a:pt x="0" y="77049"/>
                </a:lnTo>
                <a:lnTo>
                  <a:pt x="38525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df-path-9">
            <a:extLst xmlns:a="http://schemas.openxmlformats.org/drawingml/2006/main">
              <a:ext uri="{FF2B5EF4-FFF2-40B4-BE49-F238E27FC236}">
                <a16:creationId xmlns:a16="http://schemas.microsoft.com/office/drawing/2014/main" id="{D5ADF009-4BA2-4A7D-9E32-B5AE5E61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9294" y="2336487"/>
            <a:ext cx="77049" cy="77049"/>
          </a:xfrm>
          <a:custGeom xmlns:a="http://schemas.openxmlformats.org/drawingml/2006/main">
            <a:pathLst>
              <a:path w="77049" h="77049">
                <a:moveTo>
                  <a:pt x="38525" y="0"/>
                </a:moveTo>
                <a:lnTo>
                  <a:pt x="0" y="77049"/>
                </a:lnTo>
                <a:lnTo>
                  <a:pt x="38525" y="57736"/>
                </a:lnTo>
                <a:lnTo>
                  <a:pt x="77049" y="770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410">
            <a:solidFill>
              <a:srgbClr val="000000"/>
            </a:solidFill>
            <a:prstDash val="solid"/>
          </a:ln>
        </p:spPr>
      </p:sp>
      <p:sp>
        <p:nvSpPr>
          <p:cNvPr id="10" name="pdf-text-4-0">
            <a:extLst xmlns:a="http://schemas.openxmlformats.org/drawingml/2006/main">
              <a:ext uri="{FF2B5EF4-FFF2-40B4-BE49-F238E27FC236}">
                <a16:creationId xmlns:a16="http://schemas.microsoft.com/office/drawing/2014/main" id="{6D4AE789-14C2-40D7-B88B-0A4CF5E8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4529" y="3284186"/>
            <a:ext cx="689123" cy="1540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skill vector</a:t>
            </a:r>
          </a:p>
        </p:txBody>
      </p:sp>
      <p:sp>
        <p:nvSpPr>
          <p:cNvPr id="11" name="pdf-path-11">
            <a:extLst xmlns:a="http://schemas.openxmlformats.org/drawingml/2006/main">
              <a:ext uri="{FF2B5EF4-FFF2-40B4-BE49-F238E27FC236}">
                <a16:creationId xmlns:a16="http://schemas.microsoft.com/office/drawing/2014/main" id="{1F60065E-B356-40B9-8097-01F7FD4E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6072" y="3020885"/>
            <a:ext cx="95" cy="233201"/>
          </a:xfrm>
          <a:custGeom xmlns:a="http://schemas.openxmlformats.org/drawingml/2006/main">
            <a:pathLst>
              <a:path w="95" h="233201">
                <a:moveTo>
                  <a:pt x="0" y="2332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10">
            <a:solidFill>
              <a:srgbClr val="000000"/>
            </a:solidFill>
            <a:prstDash val="solid"/>
          </a:ln>
        </p:spPr>
      </p:sp>
      <p:sp>
        <p:nvSpPr>
          <p:cNvPr id="12" name="pdf-path-12">
            <a:extLst xmlns:a="http://schemas.openxmlformats.org/drawingml/2006/main">
              <a:ext uri="{FF2B5EF4-FFF2-40B4-BE49-F238E27FC236}">
                <a16:creationId xmlns:a16="http://schemas.microsoft.com/office/drawing/2014/main" id="{F522CD29-CFAF-4A9B-82B4-43F6BD23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7548" y="2963150"/>
            <a:ext cx="77048" cy="77049"/>
          </a:xfrm>
          <a:custGeom xmlns:a="http://schemas.openxmlformats.org/drawingml/2006/main">
            <a:pathLst>
              <a:path w="77048" h="77049">
                <a:moveTo>
                  <a:pt x="38524" y="0"/>
                </a:moveTo>
                <a:lnTo>
                  <a:pt x="77048" y="77049"/>
                </a:lnTo>
                <a:lnTo>
                  <a:pt x="38524" y="57735"/>
                </a:lnTo>
                <a:lnTo>
                  <a:pt x="0" y="77049"/>
                </a:lnTo>
                <a:lnTo>
                  <a:pt x="38524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df-path-13">
            <a:extLst xmlns:a="http://schemas.openxmlformats.org/drawingml/2006/main">
              <a:ext uri="{FF2B5EF4-FFF2-40B4-BE49-F238E27FC236}">
                <a16:creationId xmlns:a16="http://schemas.microsoft.com/office/drawing/2014/main" id="{184FB8CD-5D44-4826-9C47-297922A3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7548" y="2963150"/>
            <a:ext cx="77048" cy="77049"/>
          </a:xfrm>
          <a:custGeom xmlns:a="http://schemas.openxmlformats.org/drawingml/2006/main">
            <a:pathLst>
              <a:path w="77048" h="77049">
                <a:moveTo>
                  <a:pt x="38524" y="0"/>
                </a:moveTo>
                <a:lnTo>
                  <a:pt x="0" y="77049"/>
                </a:lnTo>
                <a:lnTo>
                  <a:pt x="38524" y="57735"/>
                </a:lnTo>
                <a:lnTo>
                  <a:pt x="77048" y="770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410">
            <a:solidFill>
              <a:srgbClr val="000000"/>
            </a:solidFill>
            <a:prstDash val="solid"/>
          </a:ln>
        </p:spPr>
      </p:sp>
      <p:sp>
        <p:nvSpPr>
          <p:cNvPr id="14" name="pdf-text-5-0">
            <a:extLst xmlns:a="http://schemas.openxmlformats.org/drawingml/2006/main">
              <a:ext uri="{FF2B5EF4-FFF2-40B4-BE49-F238E27FC236}">
                <a16:creationId xmlns:a16="http://schemas.microsoft.com/office/drawing/2014/main" id="{275FA28C-7CAE-4E9F-940C-8396B3A1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657" y="3284186"/>
            <a:ext cx="903165" cy="1540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state transition</a:t>
            </a:r>
          </a:p>
        </p:txBody>
      </p:sp>
      <p:sp>
        <p:nvSpPr>
          <p:cNvPr id="15" name="pdf-path-15">
            <a:extLst xmlns:a="http://schemas.openxmlformats.org/drawingml/2006/main">
              <a:ext uri="{FF2B5EF4-FFF2-40B4-BE49-F238E27FC236}">
                <a16:creationId xmlns:a16="http://schemas.microsoft.com/office/drawing/2014/main" id="{383DAEDC-DB95-4EFC-B996-FF9758EA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177" y="3010612"/>
            <a:ext cx="95" cy="233201"/>
          </a:xfrm>
          <a:custGeom xmlns:a="http://schemas.openxmlformats.org/drawingml/2006/main">
            <a:pathLst>
              <a:path w="95" h="233201">
                <a:moveTo>
                  <a:pt x="0" y="2332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10">
            <a:solidFill>
              <a:srgbClr val="000000"/>
            </a:solidFill>
            <a:prstDash val="solid"/>
          </a:ln>
        </p:spPr>
      </p:sp>
      <p:sp>
        <p:nvSpPr>
          <p:cNvPr id="16" name="pdf-path-16">
            <a:extLst xmlns:a="http://schemas.openxmlformats.org/drawingml/2006/main">
              <a:ext uri="{FF2B5EF4-FFF2-40B4-BE49-F238E27FC236}">
                <a16:creationId xmlns:a16="http://schemas.microsoft.com/office/drawing/2014/main" id="{49CD4AC1-DF0D-42EE-A611-25CEF538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653" y="2952877"/>
            <a:ext cx="77048" cy="77049"/>
          </a:xfrm>
          <a:custGeom xmlns:a="http://schemas.openxmlformats.org/drawingml/2006/main">
            <a:pathLst>
              <a:path w="77048" h="77049">
                <a:moveTo>
                  <a:pt x="38524" y="0"/>
                </a:moveTo>
                <a:lnTo>
                  <a:pt x="77048" y="77049"/>
                </a:lnTo>
                <a:lnTo>
                  <a:pt x="38524" y="57735"/>
                </a:lnTo>
                <a:lnTo>
                  <a:pt x="0" y="77049"/>
                </a:lnTo>
                <a:lnTo>
                  <a:pt x="38524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df-path-17">
            <a:extLst xmlns:a="http://schemas.openxmlformats.org/drawingml/2006/main">
              <a:ext uri="{FF2B5EF4-FFF2-40B4-BE49-F238E27FC236}">
                <a16:creationId xmlns:a16="http://schemas.microsoft.com/office/drawing/2014/main" id="{14FCF9AE-D595-4093-990C-0C923EA0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653" y="2952877"/>
            <a:ext cx="77048" cy="77049"/>
          </a:xfrm>
          <a:custGeom xmlns:a="http://schemas.openxmlformats.org/drawingml/2006/main">
            <a:pathLst>
              <a:path w="77048" h="77049">
                <a:moveTo>
                  <a:pt x="38524" y="0"/>
                </a:moveTo>
                <a:lnTo>
                  <a:pt x="0" y="77049"/>
                </a:lnTo>
                <a:lnTo>
                  <a:pt x="38524" y="57735"/>
                </a:lnTo>
                <a:lnTo>
                  <a:pt x="77048" y="770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410">
            <a:solidFill>
              <a:srgbClr val="000000"/>
            </a:solidFill>
            <a:prstDash val="solid"/>
          </a:ln>
        </p:spPr>
      </p:sp>
      <p:sp>
        <p:nvSpPr>
          <p:cNvPr id="18" name="pdf-path-18">
            <a:extLst xmlns:a="http://schemas.openxmlformats.org/drawingml/2006/main">
              <a:ext uri="{FF2B5EF4-FFF2-40B4-BE49-F238E27FC236}">
                <a16:creationId xmlns:a16="http://schemas.microsoft.com/office/drawing/2014/main" id="{26D7A564-B9FD-4ADC-8E8B-7C526602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8306" y="1466556"/>
            <a:ext cx="1130048" cy="534204"/>
          </a:xfrm>
          <a:custGeom xmlns:a="http://schemas.openxmlformats.org/drawingml/2006/main">
            <a:pathLst>
              <a:path w="1130048" h="534204">
                <a:moveTo>
                  <a:pt x="1130048" y="267102"/>
                </a:moveTo>
                <a:cubicBezTo>
                  <a:pt x="1130048" y="275850"/>
                  <a:pt x="1129141" y="284577"/>
                  <a:pt x="1127327" y="293283"/>
                </a:cubicBezTo>
                <a:cubicBezTo>
                  <a:pt x="1125513" y="301988"/>
                  <a:pt x="1122801" y="310631"/>
                  <a:pt x="1119191" y="319211"/>
                </a:cubicBezTo>
                <a:cubicBezTo>
                  <a:pt x="1115581" y="327791"/>
                  <a:pt x="1111090" y="336266"/>
                  <a:pt x="1105718" y="344638"/>
                </a:cubicBezTo>
                <a:cubicBezTo>
                  <a:pt x="1100346" y="353009"/>
                  <a:pt x="1094119" y="361236"/>
                  <a:pt x="1087037" y="369317"/>
                </a:cubicBezTo>
                <a:cubicBezTo>
                  <a:pt x="1079956" y="377400"/>
                  <a:pt x="1072054" y="385298"/>
                  <a:pt x="1063330" y="393013"/>
                </a:cubicBezTo>
                <a:cubicBezTo>
                  <a:pt x="1054607" y="400728"/>
                  <a:pt x="1045104" y="408223"/>
                  <a:pt x="1034824" y="415496"/>
                </a:cubicBezTo>
                <a:cubicBezTo>
                  <a:pt x="1024543" y="422770"/>
                  <a:pt x="1013533" y="429788"/>
                  <a:pt x="1001794" y="436550"/>
                </a:cubicBezTo>
                <a:cubicBezTo>
                  <a:pt x="990053" y="443312"/>
                  <a:pt x="977642" y="449786"/>
                  <a:pt x="964556" y="455972"/>
                </a:cubicBezTo>
                <a:cubicBezTo>
                  <a:pt x="951471" y="462158"/>
                  <a:pt x="937775" y="468025"/>
                  <a:pt x="923471" y="473575"/>
                </a:cubicBezTo>
                <a:cubicBezTo>
                  <a:pt x="909166" y="479125"/>
                  <a:pt x="894321" y="484330"/>
                  <a:pt x="878935" y="489189"/>
                </a:cubicBezTo>
                <a:cubicBezTo>
                  <a:pt x="863547" y="494050"/>
                  <a:pt x="847695" y="498541"/>
                  <a:pt x="831374" y="502665"/>
                </a:cubicBezTo>
                <a:cubicBezTo>
                  <a:pt x="815054" y="506789"/>
                  <a:pt x="798346" y="510525"/>
                  <a:pt x="781249" y="513872"/>
                </a:cubicBezTo>
                <a:cubicBezTo>
                  <a:pt x="764152" y="517220"/>
                  <a:pt x="746750" y="520164"/>
                  <a:pt x="729041" y="522703"/>
                </a:cubicBezTo>
                <a:cubicBezTo>
                  <a:pt x="711333" y="525242"/>
                  <a:pt x="693404" y="527365"/>
                  <a:pt x="675255" y="529072"/>
                </a:cubicBezTo>
                <a:cubicBezTo>
                  <a:pt x="657105" y="530779"/>
                  <a:pt x="638822" y="532061"/>
                  <a:pt x="620406" y="532918"/>
                </a:cubicBezTo>
                <a:cubicBezTo>
                  <a:pt x="601990" y="533776"/>
                  <a:pt x="583529" y="534204"/>
                  <a:pt x="565024" y="534204"/>
                </a:cubicBezTo>
                <a:cubicBezTo>
                  <a:pt x="546519" y="534204"/>
                  <a:pt x="528058" y="533776"/>
                  <a:pt x="509642" y="532918"/>
                </a:cubicBezTo>
                <a:cubicBezTo>
                  <a:pt x="491226" y="532061"/>
                  <a:pt x="472943" y="530779"/>
                  <a:pt x="454793" y="529072"/>
                </a:cubicBezTo>
                <a:cubicBezTo>
                  <a:pt x="436644" y="527365"/>
                  <a:pt x="418715" y="525242"/>
                  <a:pt x="401006" y="522703"/>
                </a:cubicBezTo>
                <a:cubicBezTo>
                  <a:pt x="383298" y="520164"/>
                  <a:pt x="365895" y="517220"/>
                  <a:pt x="348798" y="513872"/>
                </a:cubicBezTo>
                <a:cubicBezTo>
                  <a:pt x="331702" y="510525"/>
                  <a:pt x="314994" y="506789"/>
                  <a:pt x="298674" y="502665"/>
                </a:cubicBezTo>
                <a:cubicBezTo>
                  <a:pt x="282353" y="498541"/>
                  <a:pt x="266500" y="494050"/>
                  <a:pt x="251113" y="489189"/>
                </a:cubicBezTo>
                <a:cubicBezTo>
                  <a:pt x="235727" y="484330"/>
                  <a:pt x="220881" y="479125"/>
                  <a:pt x="206577" y="473575"/>
                </a:cubicBezTo>
                <a:cubicBezTo>
                  <a:pt x="192272" y="468025"/>
                  <a:pt x="178577" y="462158"/>
                  <a:pt x="165492" y="455972"/>
                </a:cubicBezTo>
                <a:cubicBezTo>
                  <a:pt x="152406" y="449786"/>
                  <a:pt x="139994" y="443312"/>
                  <a:pt x="128254" y="436550"/>
                </a:cubicBezTo>
                <a:cubicBezTo>
                  <a:pt x="116515" y="429788"/>
                  <a:pt x="105504" y="422770"/>
                  <a:pt x="95223" y="415496"/>
                </a:cubicBezTo>
                <a:cubicBezTo>
                  <a:pt x="84942" y="408223"/>
                  <a:pt x="75441" y="400728"/>
                  <a:pt x="66718" y="393013"/>
                </a:cubicBezTo>
                <a:cubicBezTo>
                  <a:pt x="57994" y="385298"/>
                  <a:pt x="50091" y="377400"/>
                  <a:pt x="43009" y="369317"/>
                </a:cubicBezTo>
                <a:cubicBezTo>
                  <a:pt x="35928" y="361236"/>
                  <a:pt x="29701" y="353009"/>
                  <a:pt x="24329" y="344638"/>
                </a:cubicBezTo>
                <a:cubicBezTo>
                  <a:pt x="18958" y="336267"/>
                  <a:pt x="14467" y="327791"/>
                  <a:pt x="10856" y="319211"/>
                </a:cubicBezTo>
                <a:cubicBezTo>
                  <a:pt x="7247" y="310631"/>
                  <a:pt x="4535" y="301988"/>
                  <a:pt x="2721" y="293283"/>
                </a:cubicBezTo>
                <a:cubicBezTo>
                  <a:pt x="907" y="284577"/>
                  <a:pt x="0" y="275850"/>
                  <a:pt x="0" y="267102"/>
                </a:cubicBezTo>
                <a:cubicBezTo>
                  <a:pt x="0" y="258354"/>
                  <a:pt x="907" y="249627"/>
                  <a:pt x="2721" y="240922"/>
                </a:cubicBezTo>
                <a:cubicBezTo>
                  <a:pt x="4535" y="232216"/>
                  <a:pt x="7247" y="223573"/>
                  <a:pt x="10856" y="214993"/>
                </a:cubicBezTo>
                <a:cubicBezTo>
                  <a:pt x="14467" y="206413"/>
                  <a:pt x="18958" y="197938"/>
                  <a:pt x="24329" y="189566"/>
                </a:cubicBezTo>
                <a:cubicBezTo>
                  <a:pt x="29701" y="181195"/>
                  <a:pt x="35928" y="172968"/>
                  <a:pt x="43009" y="164886"/>
                </a:cubicBezTo>
                <a:cubicBezTo>
                  <a:pt x="50091" y="156805"/>
                  <a:pt x="57994" y="148906"/>
                  <a:pt x="66718" y="141191"/>
                </a:cubicBezTo>
                <a:cubicBezTo>
                  <a:pt x="75441" y="133476"/>
                  <a:pt x="84943" y="125982"/>
                  <a:pt x="95224" y="118708"/>
                </a:cubicBezTo>
                <a:cubicBezTo>
                  <a:pt x="105504" y="111435"/>
                  <a:pt x="116515" y="104417"/>
                  <a:pt x="128254" y="97655"/>
                </a:cubicBezTo>
                <a:cubicBezTo>
                  <a:pt x="139994" y="90892"/>
                  <a:pt x="152406" y="84418"/>
                  <a:pt x="165492" y="78232"/>
                </a:cubicBezTo>
                <a:cubicBezTo>
                  <a:pt x="178577" y="72047"/>
                  <a:pt x="192272" y="66179"/>
                  <a:pt x="206577" y="60629"/>
                </a:cubicBezTo>
                <a:cubicBezTo>
                  <a:pt x="220881" y="55080"/>
                  <a:pt x="235727" y="49875"/>
                  <a:pt x="251113" y="45015"/>
                </a:cubicBezTo>
                <a:cubicBezTo>
                  <a:pt x="266500" y="40155"/>
                  <a:pt x="282353" y="35663"/>
                  <a:pt x="298674" y="31539"/>
                </a:cubicBezTo>
                <a:cubicBezTo>
                  <a:pt x="314994" y="27415"/>
                  <a:pt x="331702" y="23680"/>
                  <a:pt x="348798" y="20332"/>
                </a:cubicBezTo>
                <a:cubicBezTo>
                  <a:pt x="365895" y="16985"/>
                  <a:pt x="383298" y="14041"/>
                  <a:pt x="401006" y="11501"/>
                </a:cubicBezTo>
                <a:cubicBezTo>
                  <a:pt x="418715" y="8962"/>
                  <a:pt x="436644" y="6839"/>
                  <a:pt x="454793" y="5132"/>
                </a:cubicBezTo>
                <a:cubicBezTo>
                  <a:pt x="472943" y="3426"/>
                  <a:pt x="491226" y="2144"/>
                  <a:pt x="509642" y="1286"/>
                </a:cubicBezTo>
                <a:cubicBezTo>
                  <a:pt x="528058" y="429"/>
                  <a:pt x="546519" y="0"/>
                  <a:pt x="565024" y="0"/>
                </a:cubicBezTo>
                <a:cubicBezTo>
                  <a:pt x="583529" y="0"/>
                  <a:pt x="601990" y="429"/>
                  <a:pt x="620406" y="1286"/>
                </a:cubicBezTo>
                <a:cubicBezTo>
                  <a:pt x="638822" y="2144"/>
                  <a:pt x="657105" y="3426"/>
                  <a:pt x="675255" y="5132"/>
                </a:cubicBezTo>
                <a:cubicBezTo>
                  <a:pt x="693404" y="6839"/>
                  <a:pt x="711333" y="8962"/>
                  <a:pt x="729041" y="11501"/>
                </a:cubicBezTo>
                <a:cubicBezTo>
                  <a:pt x="746750" y="14041"/>
                  <a:pt x="764152" y="16985"/>
                  <a:pt x="781249" y="20332"/>
                </a:cubicBezTo>
                <a:cubicBezTo>
                  <a:pt x="798346" y="23680"/>
                  <a:pt x="815054" y="27415"/>
                  <a:pt x="831374" y="31539"/>
                </a:cubicBezTo>
                <a:cubicBezTo>
                  <a:pt x="847695" y="35663"/>
                  <a:pt x="863547" y="40155"/>
                  <a:pt x="878935" y="45015"/>
                </a:cubicBezTo>
                <a:cubicBezTo>
                  <a:pt x="894321" y="49875"/>
                  <a:pt x="909166" y="55080"/>
                  <a:pt x="923471" y="60629"/>
                </a:cubicBezTo>
                <a:cubicBezTo>
                  <a:pt x="937775" y="66179"/>
                  <a:pt x="951471" y="72047"/>
                  <a:pt x="964556" y="78232"/>
                </a:cubicBezTo>
                <a:cubicBezTo>
                  <a:pt x="977642" y="84418"/>
                  <a:pt x="990053" y="90892"/>
                  <a:pt x="1001794" y="97655"/>
                </a:cubicBezTo>
                <a:cubicBezTo>
                  <a:pt x="1013533" y="104417"/>
                  <a:pt x="1024543" y="111435"/>
                  <a:pt x="1034824" y="118708"/>
                </a:cubicBezTo>
                <a:cubicBezTo>
                  <a:pt x="1045104" y="125982"/>
                  <a:pt x="1054607" y="133476"/>
                  <a:pt x="1063330" y="141191"/>
                </a:cubicBezTo>
                <a:cubicBezTo>
                  <a:pt x="1072054" y="148906"/>
                  <a:pt x="1079956" y="156805"/>
                  <a:pt x="1087037" y="164886"/>
                </a:cubicBezTo>
                <a:cubicBezTo>
                  <a:pt x="1094119" y="172968"/>
                  <a:pt x="1100346" y="181195"/>
                  <a:pt x="1105718" y="189566"/>
                </a:cubicBezTo>
                <a:cubicBezTo>
                  <a:pt x="1111090" y="197938"/>
                  <a:pt x="1115581" y="206413"/>
                  <a:pt x="1119191" y="214993"/>
                </a:cubicBezTo>
                <a:cubicBezTo>
                  <a:pt x="1122801" y="223573"/>
                  <a:pt x="1125513" y="232216"/>
                  <a:pt x="1127327" y="240922"/>
                </a:cubicBezTo>
                <a:cubicBezTo>
                  <a:pt x="1129141" y="249627"/>
                  <a:pt x="1130048" y="258354"/>
                  <a:pt x="1130048" y="267102"/>
                </a:cubicBezTo>
              </a:path>
            </a:pathLst>
          </a:custGeom>
          <a:solidFill xmlns:a="http://schemas.openxmlformats.org/drawingml/2006/main">
            <a:srgbClr val="E1D5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df-text-6-0">
            <a:extLst xmlns:a="http://schemas.openxmlformats.org/drawingml/2006/main">
              <a:ext uri="{FF2B5EF4-FFF2-40B4-BE49-F238E27FC236}">
                <a16:creationId xmlns:a16="http://schemas.microsoft.com/office/drawing/2014/main" id="{B8BA588F-A284-430E-BFCC-AB959924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645" y="1560301"/>
            <a:ext cx="721233" cy="164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9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9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9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contrastive</a:t>
            </a:r>
          </a:p>
        </p:txBody>
      </p:sp>
      <p:sp>
        <p:nvSpPr>
          <p:cNvPr id="20" name="pdf-text-8-0">
            <a:extLst xmlns:a="http://schemas.openxmlformats.org/drawingml/2006/main">
              <a:ext uri="{FF2B5EF4-FFF2-40B4-BE49-F238E27FC236}">
                <a16:creationId xmlns:a16="http://schemas.microsoft.com/office/drawing/2014/main" id="{212DA8D0-B4CC-4ED6-9F7B-B125E1E2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3980" y="1765764"/>
            <a:ext cx="538643" cy="164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9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9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9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learning</a:t>
            </a:r>
          </a:p>
        </p:txBody>
      </p:sp>
      <p:sp>
        <p:nvSpPr>
          <p:cNvPr id="21" name="pdf-path-22">
            <a:extLst xmlns:a="http://schemas.openxmlformats.org/drawingml/2006/main">
              <a:ext uri="{FF2B5EF4-FFF2-40B4-BE49-F238E27FC236}">
                <a16:creationId xmlns:a16="http://schemas.microsoft.com/office/drawing/2014/main" id="{86901EEA-1918-4228-8A55-D85DA482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1916" y="1682292"/>
            <a:ext cx="500303" cy="95"/>
          </a:xfrm>
          <a:custGeom xmlns:a="http://schemas.openxmlformats.org/drawingml/2006/main">
            <a:pathLst>
              <a:path w="500303" h="95">
                <a:moveTo>
                  <a:pt x="0" y="0"/>
                </a:moveTo>
                <a:lnTo>
                  <a:pt x="5003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10">
            <a:solidFill>
              <a:srgbClr val="000000"/>
            </a:solidFill>
            <a:prstDash val="solid"/>
          </a:ln>
        </p:spPr>
      </p:sp>
      <p:sp>
        <p:nvSpPr>
          <p:cNvPr id="22" name="pdf-path-23">
            <a:extLst xmlns:a="http://schemas.openxmlformats.org/drawingml/2006/main">
              <a:ext uri="{FF2B5EF4-FFF2-40B4-BE49-F238E27FC236}">
                <a16:creationId xmlns:a16="http://schemas.microsoft.com/office/drawing/2014/main" id="{C80C3B9A-18B5-421D-A819-15F93B18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905" y="1643768"/>
            <a:ext cx="77049" cy="77049"/>
          </a:xfrm>
          <a:custGeom xmlns:a="http://schemas.openxmlformats.org/drawingml/2006/main">
            <a:pathLst>
              <a:path w="77049" h="77049">
                <a:moveTo>
                  <a:pt x="77049" y="38524"/>
                </a:moveTo>
                <a:lnTo>
                  <a:pt x="0" y="77049"/>
                </a:lnTo>
                <a:lnTo>
                  <a:pt x="19314" y="38524"/>
                </a:lnTo>
                <a:lnTo>
                  <a:pt x="0" y="0"/>
                </a:lnTo>
                <a:lnTo>
                  <a:pt x="77049" y="3852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df-path-24">
            <a:extLst xmlns:a="http://schemas.openxmlformats.org/drawingml/2006/main">
              <a:ext uri="{FF2B5EF4-FFF2-40B4-BE49-F238E27FC236}">
                <a16:creationId xmlns:a16="http://schemas.microsoft.com/office/drawing/2014/main" id="{6C051D28-8FE6-414E-BDCE-13356976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905" y="1643768"/>
            <a:ext cx="77049" cy="77049"/>
          </a:xfrm>
          <a:custGeom xmlns:a="http://schemas.openxmlformats.org/drawingml/2006/main">
            <a:pathLst>
              <a:path w="77049" h="77049">
                <a:moveTo>
                  <a:pt x="77049" y="38524"/>
                </a:moveTo>
                <a:lnTo>
                  <a:pt x="0" y="0"/>
                </a:lnTo>
                <a:lnTo>
                  <a:pt x="19314" y="38524"/>
                </a:lnTo>
                <a:lnTo>
                  <a:pt x="0" y="770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410">
            <a:solidFill>
              <a:srgbClr val="000000"/>
            </a:solidFill>
            <a:prstDash val="solid"/>
          </a:ln>
        </p:spPr>
      </p:sp>
      <p:sp>
        <p:nvSpPr>
          <p:cNvPr id="24" name="pdf-path-25">
            <a:extLst xmlns:a="http://schemas.openxmlformats.org/drawingml/2006/main">
              <a:ext uri="{FF2B5EF4-FFF2-40B4-BE49-F238E27FC236}">
                <a16:creationId xmlns:a16="http://schemas.microsoft.com/office/drawing/2014/main" id="{997EACCD-6306-418C-9F73-881D9A71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1916" y="1682292"/>
            <a:ext cx="95" cy="513658"/>
          </a:xfrm>
          <a:custGeom xmlns:a="http://schemas.openxmlformats.org/drawingml/2006/main">
            <a:pathLst>
              <a:path w="95" h="513658">
                <a:moveTo>
                  <a:pt x="0" y="51365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10">
            <a:solidFill>
              <a:srgbClr val="000000"/>
            </a:solidFill>
            <a:prstDash val="solid"/>
          </a:ln>
        </p:spPr>
      </p:sp>
      <p:sp>
        <p:nvSpPr>
          <p:cNvPr id="25" name="pdf-path-26">
            <a:extLst xmlns:a="http://schemas.openxmlformats.org/drawingml/2006/main">
              <a:ext uri="{FF2B5EF4-FFF2-40B4-BE49-F238E27FC236}">
                <a16:creationId xmlns:a16="http://schemas.microsoft.com/office/drawing/2014/main" id="{8F4E0EF9-CF2F-4A39-826D-5E021CB9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893" y="1682292"/>
            <a:ext cx="490031" cy="95"/>
          </a:xfrm>
          <a:custGeom xmlns:a="http://schemas.openxmlformats.org/drawingml/2006/main">
            <a:pathLst>
              <a:path w="490031" h="95">
                <a:moveTo>
                  <a:pt x="49003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10">
            <a:solidFill>
              <a:srgbClr val="000000"/>
            </a:solidFill>
            <a:prstDash val="solid"/>
          </a:ln>
        </p:spPr>
      </p:sp>
      <p:sp>
        <p:nvSpPr>
          <p:cNvPr id="26" name="pdf-path-27">
            <a:extLst xmlns:a="http://schemas.openxmlformats.org/drawingml/2006/main">
              <a:ext uri="{FF2B5EF4-FFF2-40B4-BE49-F238E27FC236}">
                <a16:creationId xmlns:a16="http://schemas.microsoft.com/office/drawing/2014/main" id="{865697C5-A659-40F4-9418-9FFB5BD0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6158" y="1643768"/>
            <a:ext cx="77049" cy="77049"/>
          </a:xfrm>
          <a:custGeom xmlns:a="http://schemas.openxmlformats.org/drawingml/2006/main">
            <a:pathLst>
              <a:path w="77049" h="77049">
                <a:moveTo>
                  <a:pt x="0" y="38524"/>
                </a:moveTo>
                <a:lnTo>
                  <a:pt x="77049" y="0"/>
                </a:lnTo>
                <a:lnTo>
                  <a:pt x="57735" y="38524"/>
                </a:lnTo>
                <a:lnTo>
                  <a:pt x="77049" y="77049"/>
                </a:lnTo>
                <a:lnTo>
                  <a:pt x="0" y="3852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df-path-28">
            <a:extLst xmlns:a="http://schemas.openxmlformats.org/drawingml/2006/main">
              <a:ext uri="{FF2B5EF4-FFF2-40B4-BE49-F238E27FC236}">
                <a16:creationId xmlns:a16="http://schemas.microsoft.com/office/drawing/2014/main" id="{D42054AF-A28F-4069-8D30-C4742889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6158" y="1643768"/>
            <a:ext cx="77049" cy="77049"/>
          </a:xfrm>
          <a:custGeom xmlns:a="http://schemas.openxmlformats.org/drawingml/2006/main">
            <a:pathLst>
              <a:path w="77049" h="77049">
                <a:moveTo>
                  <a:pt x="0" y="38524"/>
                </a:moveTo>
                <a:lnTo>
                  <a:pt x="77049" y="77049"/>
                </a:lnTo>
                <a:lnTo>
                  <a:pt x="57735" y="38524"/>
                </a:lnTo>
                <a:lnTo>
                  <a:pt x="7704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410">
            <a:solidFill>
              <a:srgbClr val="000000"/>
            </a:solidFill>
            <a:prstDash val="solid"/>
          </a:ln>
        </p:spPr>
      </p:sp>
      <p:sp>
        <p:nvSpPr>
          <p:cNvPr id="28" name="pdf-path-29">
            <a:extLst xmlns:a="http://schemas.openxmlformats.org/drawingml/2006/main">
              <a:ext uri="{FF2B5EF4-FFF2-40B4-BE49-F238E27FC236}">
                <a16:creationId xmlns:a16="http://schemas.microsoft.com/office/drawing/2014/main" id="{22444369-DC72-4111-8874-34960CA9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3924" y="1682292"/>
            <a:ext cx="95" cy="513658"/>
          </a:xfrm>
          <a:custGeom xmlns:a="http://schemas.openxmlformats.org/drawingml/2006/main">
            <a:pathLst>
              <a:path w="95" h="513658">
                <a:moveTo>
                  <a:pt x="0" y="51365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10">
            <a:solidFill>
              <a:srgbClr val="000000"/>
            </a:solidFill>
            <a:prstDash val="solid"/>
          </a:ln>
        </p:spPr>
      </p:sp>
      <p:sp>
        <p:nvSpPr>
          <p:cNvPr id="29" name="pdf-text-9-0">
            <a:extLst xmlns:a="http://schemas.openxmlformats.org/drawingml/2006/main">
              <a:ext uri="{FF2B5EF4-FFF2-40B4-BE49-F238E27FC236}">
                <a16:creationId xmlns:a16="http://schemas.microsoft.com/office/drawing/2014/main" id="{0419CA0B-053B-44D1-A2B7-0E63F6A5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3084" y="1531488"/>
            <a:ext cx="320122" cy="1746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k-nn</a:t>
            </a:r>
          </a:p>
        </p:txBody>
      </p:sp>
      <p:sp>
        <p:nvSpPr>
          <p:cNvPr id="30" name="pdf-path-31">
            <a:extLst xmlns:a="http://schemas.openxmlformats.org/drawingml/2006/main">
              <a:ext uri="{FF2B5EF4-FFF2-40B4-BE49-F238E27FC236}">
                <a16:creationId xmlns:a16="http://schemas.microsoft.com/office/drawing/2014/main" id="{954219FB-3EB1-4378-9B78-B1C1F3D4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9642" y="1785024"/>
            <a:ext cx="335932" cy="95"/>
          </a:xfrm>
          <a:custGeom xmlns:a="http://schemas.openxmlformats.org/drawingml/2006/main">
            <a:pathLst>
              <a:path w="335932" h="95">
                <a:moveTo>
                  <a:pt x="33593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10">
            <a:solidFill>
              <a:srgbClr val="000000"/>
            </a:solidFill>
            <a:prstDash val="solid"/>
          </a:ln>
        </p:spPr>
      </p:sp>
      <p:sp>
        <p:nvSpPr>
          <p:cNvPr id="31" name="pdf-path-32">
            <a:extLst xmlns:a="http://schemas.openxmlformats.org/drawingml/2006/main">
              <a:ext uri="{FF2B5EF4-FFF2-40B4-BE49-F238E27FC236}">
                <a16:creationId xmlns:a16="http://schemas.microsoft.com/office/drawing/2014/main" id="{B704F285-1342-4F98-9D38-92CCCD0A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6" y="1746500"/>
            <a:ext cx="77049" cy="77049"/>
          </a:xfrm>
          <a:custGeom xmlns:a="http://schemas.openxmlformats.org/drawingml/2006/main">
            <a:pathLst>
              <a:path w="77049" h="77049">
                <a:moveTo>
                  <a:pt x="0" y="38524"/>
                </a:moveTo>
                <a:lnTo>
                  <a:pt x="77049" y="0"/>
                </a:lnTo>
                <a:lnTo>
                  <a:pt x="57736" y="38524"/>
                </a:lnTo>
                <a:lnTo>
                  <a:pt x="77049" y="77049"/>
                </a:lnTo>
                <a:lnTo>
                  <a:pt x="0" y="3852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df-path-33">
            <a:extLst xmlns:a="http://schemas.openxmlformats.org/drawingml/2006/main">
              <a:ext uri="{FF2B5EF4-FFF2-40B4-BE49-F238E27FC236}">
                <a16:creationId xmlns:a16="http://schemas.microsoft.com/office/drawing/2014/main" id="{9A1E428F-AB05-457D-922D-7CFB89AA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6" y="1746500"/>
            <a:ext cx="77049" cy="77049"/>
          </a:xfrm>
          <a:custGeom xmlns:a="http://schemas.openxmlformats.org/drawingml/2006/main">
            <a:pathLst>
              <a:path w="77049" h="77049">
                <a:moveTo>
                  <a:pt x="0" y="38524"/>
                </a:moveTo>
                <a:lnTo>
                  <a:pt x="77049" y="77049"/>
                </a:lnTo>
                <a:lnTo>
                  <a:pt x="57736" y="38524"/>
                </a:lnTo>
                <a:lnTo>
                  <a:pt x="7704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410">
            <a:solidFill>
              <a:srgbClr val="000000"/>
            </a:solidFill>
            <a:prstDash val="solid"/>
          </a:ln>
        </p:spPr>
      </p:sp>
      <p:sp>
        <p:nvSpPr>
          <p:cNvPr id="33" name="pdf-text-10-0">
            <a:extLst xmlns:a="http://schemas.openxmlformats.org/drawingml/2006/main">
              <a:ext uri="{FF2B5EF4-FFF2-40B4-BE49-F238E27FC236}">
                <a16:creationId xmlns:a16="http://schemas.microsoft.com/office/drawing/2014/main" id="{458D6F16-77C4-4CB0-9F66-73F4A158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3862" y="1823389"/>
            <a:ext cx="383414" cy="1438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3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13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3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update</a:t>
            </a:r>
          </a:p>
        </p:txBody>
      </p:sp>
      <p:sp>
        <p:nvSpPr>
          <p:cNvPr id="34" name="pdf-path-35">
            <a:extLst xmlns:a="http://schemas.openxmlformats.org/drawingml/2006/main">
              <a:ext uri="{FF2B5EF4-FFF2-40B4-BE49-F238E27FC236}">
                <a16:creationId xmlns:a16="http://schemas.microsoft.com/office/drawing/2014/main" id="{8C0D0376-4405-4E87-A2A5-47D48167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719" y="1785024"/>
            <a:ext cx="335932" cy="95"/>
          </a:xfrm>
          <a:custGeom xmlns:a="http://schemas.openxmlformats.org/drawingml/2006/main">
            <a:pathLst>
              <a:path w="335932" h="95">
                <a:moveTo>
                  <a:pt x="0" y="0"/>
                </a:moveTo>
                <a:lnTo>
                  <a:pt x="3359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10">
            <a:solidFill>
              <a:srgbClr val="000000"/>
            </a:solidFill>
            <a:prstDash val="solid"/>
          </a:ln>
        </p:spPr>
      </p:sp>
      <p:sp>
        <p:nvSpPr>
          <p:cNvPr id="35" name="pdf-path-36">
            <a:extLst xmlns:a="http://schemas.openxmlformats.org/drawingml/2006/main">
              <a:ext uri="{FF2B5EF4-FFF2-40B4-BE49-F238E27FC236}">
                <a16:creationId xmlns:a16="http://schemas.microsoft.com/office/drawing/2014/main" id="{31759347-1B11-4E6F-9C29-8D9FD099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338" y="1746500"/>
            <a:ext cx="77049" cy="77049"/>
          </a:xfrm>
          <a:custGeom xmlns:a="http://schemas.openxmlformats.org/drawingml/2006/main">
            <a:pathLst>
              <a:path w="77049" h="77049">
                <a:moveTo>
                  <a:pt x="77049" y="38524"/>
                </a:moveTo>
                <a:lnTo>
                  <a:pt x="0" y="77049"/>
                </a:lnTo>
                <a:lnTo>
                  <a:pt x="19314" y="38524"/>
                </a:lnTo>
                <a:lnTo>
                  <a:pt x="0" y="0"/>
                </a:lnTo>
                <a:lnTo>
                  <a:pt x="77049" y="3852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df-path-37">
            <a:extLst xmlns:a="http://schemas.openxmlformats.org/drawingml/2006/main">
              <a:ext uri="{FF2B5EF4-FFF2-40B4-BE49-F238E27FC236}">
                <a16:creationId xmlns:a16="http://schemas.microsoft.com/office/drawing/2014/main" id="{714F1260-27D1-4A02-8EA1-BC718712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338" y="1746500"/>
            <a:ext cx="77049" cy="77049"/>
          </a:xfrm>
          <a:custGeom xmlns:a="http://schemas.openxmlformats.org/drawingml/2006/main">
            <a:pathLst>
              <a:path w="77049" h="77049">
                <a:moveTo>
                  <a:pt x="77049" y="38524"/>
                </a:moveTo>
                <a:lnTo>
                  <a:pt x="0" y="0"/>
                </a:lnTo>
                <a:lnTo>
                  <a:pt x="19314" y="38524"/>
                </a:lnTo>
                <a:lnTo>
                  <a:pt x="0" y="770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410">
            <a:solidFill>
              <a:srgbClr val="000000"/>
            </a:solidFill>
            <a:prstDash val="solid"/>
          </a:ln>
        </p:spPr>
      </p:sp>
      <p:sp>
        <p:nvSpPr>
          <p:cNvPr id="37" name="pdf-text-11-0">
            <a:extLst xmlns:a="http://schemas.openxmlformats.org/drawingml/2006/main">
              <a:ext uri="{FF2B5EF4-FFF2-40B4-BE49-F238E27FC236}">
                <a16:creationId xmlns:a16="http://schemas.microsoft.com/office/drawing/2014/main" id="{24B3C03F-006B-4E28-B280-4D06FB50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674" y="958198"/>
            <a:ext cx="105370" cy="1849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5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5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5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×</a:t>
            </a:r>
          </a:p>
        </p:txBody>
      </p:sp>
      <p:sp>
        <p:nvSpPr>
          <p:cNvPr id="38" name="pdf-path-39">
            <a:extLst xmlns:a="http://schemas.openxmlformats.org/drawingml/2006/main">
              <a:ext uri="{FF2B5EF4-FFF2-40B4-BE49-F238E27FC236}">
                <a16:creationId xmlns:a16="http://schemas.microsoft.com/office/drawing/2014/main" id="{F01BE7F6-C884-4591-B0F5-B6B35BC7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814" y="1233869"/>
            <a:ext cx="9965" cy="972354"/>
          </a:xfrm>
          <a:custGeom xmlns:a="http://schemas.openxmlformats.org/drawingml/2006/main">
            <a:pathLst>
              <a:path w="9965" h="972354">
                <a:moveTo>
                  <a:pt x="0" y="972354"/>
                </a:moveTo>
                <a:lnTo>
                  <a:pt x="9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10">
            <a:solidFill>
              <a:srgbClr val="000000"/>
            </a:solidFill>
            <a:prstDash val="solid"/>
          </a:ln>
        </p:spPr>
      </p:sp>
      <p:sp>
        <p:nvSpPr>
          <p:cNvPr id="39" name="pdf-path-40">
            <a:extLst xmlns:a="http://schemas.openxmlformats.org/drawingml/2006/main">
              <a:ext uri="{FF2B5EF4-FFF2-40B4-BE49-F238E27FC236}">
                <a16:creationId xmlns:a16="http://schemas.microsoft.com/office/drawing/2014/main" id="{B88124F7-FD54-4269-9F50-F7A28991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638" y="1216712"/>
            <a:ext cx="77049" cy="77357"/>
          </a:xfrm>
          <a:custGeom xmlns:a="http://schemas.openxmlformats.org/drawingml/2006/main">
            <a:pathLst>
              <a:path w="77049" h="77357">
                <a:moveTo>
                  <a:pt x="77049" y="77357"/>
                </a:moveTo>
                <a:lnTo>
                  <a:pt x="39244" y="0"/>
                </a:lnTo>
                <a:lnTo>
                  <a:pt x="0" y="76638"/>
                </a:lnTo>
              </a:path>
            </a:pathLst>
          </a:custGeom>
          <a:noFill xmlns:a="http://schemas.openxmlformats.org/drawingml/2006/main"/>
          <a:ln xmlns:a="http://schemas.openxmlformats.org/drawingml/2006/main" w="15410">
            <a:solidFill>
              <a:srgbClr val="000000"/>
            </a:solidFill>
            <a:prstDash val="solid"/>
          </a:ln>
        </p:spPr>
      </p:sp>
      <p:sp>
        <p:nvSpPr>
          <p:cNvPr id="40" name="pdf-path-41">
            <a:extLst xmlns:a="http://schemas.openxmlformats.org/drawingml/2006/main">
              <a:ext uri="{FF2B5EF4-FFF2-40B4-BE49-F238E27FC236}">
                <a16:creationId xmlns:a16="http://schemas.microsoft.com/office/drawing/2014/main" id="{1A847660-4638-4889-A0D1-E5FAB8AF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883" y="880986"/>
            <a:ext cx="1065841" cy="318468"/>
          </a:xfrm>
          <a:custGeom xmlns:a="http://schemas.openxmlformats.org/drawingml/2006/main">
            <a:pathLst>
              <a:path w="1065841" h="318468">
                <a:moveTo>
                  <a:pt x="178239" y="0"/>
                </a:moveTo>
                <a:lnTo>
                  <a:pt x="239878" y="0"/>
                </a:lnTo>
                <a:lnTo>
                  <a:pt x="239878" y="20546"/>
                </a:lnTo>
                <a:lnTo>
                  <a:pt x="178239" y="20546"/>
                </a:lnTo>
                <a:lnTo>
                  <a:pt x="178239" y="0"/>
                </a:lnTo>
                <a:moveTo>
                  <a:pt x="301517" y="0"/>
                </a:moveTo>
                <a:lnTo>
                  <a:pt x="363156" y="0"/>
                </a:lnTo>
                <a:lnTo>
                  <a:pt x="363156" y="20546"/>
                </a:lnTo>
                <a:lnTo>
                  <a:pt x="301517" y="20546"/>
                </a:lnTo>
                <a:lnTo>
                  <a:pt x="301517" y="0"/>
                </a:lnTo>
                <a:moveTo>
                  <a:pt x="424795" y="0"/>
                </a:moveTo>
                <a:lnTo>
                  <a:pt x="486434" y="0"/>
                </a:lnTo>
                <a:lnTo>
                  <a:pt x="486434" y="20546"/>
                </a:lnTo>
                <a:lnTo>
                  <a:pt x="424795" y="20546"/>
                </a:lnTo>
                <a:lnTo>
                  <a:pt x="424795" y="0"/>
                </a:lnTo>
                <a:moveTo>
                  <a:pt x="548073" y="0"/>
                </a:moveTo>
                <a:lnTo>
                  <a:pt x="609712" y="0"/>
                </a:lnTo>
                <a:lnTo>
                  <a:pt x="609712" y="20546"/>
                </a:lnTo>
                <a:lnTo>
                  <a:pt x="548073" y="20546"/>
                </a:lnTo>
                <a:lnTo>
                  <a:pt x="548073" y="0"/>
                </a:lnTo>
                <a:moveTo>
                  <a:pt x="671351" y="0"/>
                </a:moveTo>
                <a:lnTo>
                  <a:pt x="732990" y="0"/>
                </a:lnTo>
                <a:lnTo>
                  <a:pt x="732990" y="20546"/>
                </a:lnTo>
                <a:lnTo>
                  <a:pt x="671351" y="20546"/>
                </a:lnTo>
                <a:lnTo>
                  <a:pt x="671351" y="0"/>
                </a:lnTo>
                <a:moveTo>
                  <a:pt x="794629" y="0"/>
                </a:moveTo>
                <a:lnTo>
                  <a:pt x="856268" y="0"/>
                </a:lnTo>
                <a:lnTo>
                  <a:pt x="856268" y="20546"/>
                </a:lnTo>
                <a:lnTo>
                  <a:pt x="794629" y="20546"/>
                </a:lnTo>
                <a:lnTo>
                  <a:pt x="794629" y="0"/>
                </a:lnTo>
                <a:moveTo>
                  <a:pt x="917907" y="0"/>
                </a:moveTo>
                <a:lnTo>
                  <a:pt x="979546" y="0"/>
                </a:lnTo>
                <a:lnTo>
                  <a:pt x="979546" y="20546"/>
                </a:lnTo>
                <a:lnTo>
                  <a:pt x="917907" y="20546"/>
                </a:lnTo>
                <a:lnTo>
                  <a:pt x="917907" y="0"/>
                </a:lnTo>
                <a:moveTo>
                  <a:pt x="1045910" y="12610"/>
                </a:moveTo>
                <a:cubicBezTo>
                  <a:pt x="1059197" y="23601"/>
                  <a:pt x="1065840" y="37718"/>
                  <a:pt x="1065840" y="54961"/>
                </a:cubicBezTo>
                <a:lnTo>
                  <a:pt x="1065840" y="78500"/>
                </a:lnTo>
                <a:lnTo>
                  <a:pt x="1045294" y="78500"/>
                </a:lnTo>
                <a:lnTo>
                  <a:pt x="1045294" y="54961"/>
                </a:lnTo>
                <a:cubicBezTo>
                  <a:pt x="1045294" y="44164"/>
                  <a:pt x="1041134" y="35324"/>
                  <a:pt x="1032814" y="28442"/>
                </a:cubicBezTo>
                <a:lnTo>
                  <a:pt x="1045910" y="12610"/>
                </a:lnTo>
                <a:moveTo>
                  <a:pt x="1065840" y="140139"/>
                </a:moveTo>
                <a:lnTo>
                  <a:pt x="1065840" y="201778"/>
                </a:lnTo>
                <a:lnTo>
                  <a:pt x="1045294" y="201778"/>
                </a:lnTo>
                <a:lnTo>
                  <a:pt x="1045294" y="140139"/>
                </a:lnTo>
                <a:lnTo>
                  <a:pt x="1065840" y="140139"/>
                </a:lnTo>
                <a:moveTo>
                  <a:pt x="1065840" y="263417"/>
                </a:moveTo>
                <a:lnTo>
                  <a:pt x="1065840" y="263506"/>
                </a:lnTo>
                <a:cubicBezTo>
                  <a:pt x="1065841" y="295161"/>
                  <a:pt x="1050181" y="313287"/>
                  <a:pt x="1018863" y="317885"/>
                </a:cubicBezTo>
                <a:lnTo>
                  <a:pt x="1015878" y="297557"/>
                </a:lnTo>
                <a:cubicBezTo>
                  <a:pt x="1035488" y="294678"/>
                  <a:pt x="1045294" y="283327"/>
                  <a:pt x="1045294" y="263506"/>
                </a:cubicBezTo>
                <a:lnTo>
                  <a:pt x="1045294" y="263417"/>
                </a:lnTo>
                <a:lnTo>
                  <a:pt x="1065840" y="263417"/>
                </a:lnTo>
                <a:moveTo>
                  <a:pt x="956096" y="318468"/>
                </a:moveTo>
                <a:lnTo>
                  <a:pt x="894457" y="318468"/>
                </a:lnTo>
                <a:lnTo>
                  <a:pt x="894457" y="297921"/>
                </a:lnTo>
                <a:lnTo>
                  <a:pt x="956096" y="297921"/>
                </a:lnTo>
                <a:lnTo>
                  <a:pt x="956096" y="318468"/>
                </a:lnTo>
                <a:moveTo>
                  <a:pt x="832818" y="318468"/>
                </a:moveTo>
                <a:lnTo>
                  <a:pt x="771179" y="318468"/>
                </a:lnTo>
                <a:lnTo>
                  <a:pt x="771179" y="297921"/>
                </a:lnTo>
                <a:lnTo>
                  <a:pt x="832818" y="297921"/>
                </a:lnTo>
                <a:lnTo>
                  <a:pt x="832818" y="318468"/>
                </a:lnTo>
                <a:moveTo>
                  <a:pt x="709540" y="318468"/>
                </a:moveTo>
                <a:lnTo>
                  <a:pt x="647901" y="318468"/>
                </a:lnTo>
                <a:lnTo>
                  <a:pt x="647901" y="297921"/>
                </a:lnTo>
                <a:lnTo>
                  <a:pt x="709540" y="297921"/>
                </a:lnTo>
                <a:lnTo>
                  <a:pt x="709540" y="318468"/>
                </a:lnTo>
                <a:moveTo>
                  <a:pt x="586262" y="318468"/>
                </a:moveTo>
                <a:lnTo>
                  <a:pt x="524624" y="318468"/>
                </a:lnTo>
                <a:lnTo>
                  <a:pt x="524624" y="297921"/>
                </a:lnTo>
                <a:lnTo>
                  <a:pt x="586262" y="297921"/>
                </a:lnTo>
                <a:lnTo>
                  <a:pt x="586262" y="318468"/>
                </a:lnTo>
                <a:moveTo>
                  <a:pt x="462984" y="318468"/>
                </a:moveTo>
                <a:lnTo>
                  <a:pt x="401345" y="318468"/>
                </a:lnTo>
                <a:lnTo>
                  <a:pt x="401345" y="297921"/>
                </a:lnTo>
                <a:lnTo>
                  <a:pt x="462984" y="297921"/>
                </a:lnTo>
                <a:lnTo>
                  <a:pt x="462984" y="318468"/>
                </a:lnTo>
                <a:moveTo>
                  <a:pt x="339707" y="318468"/>
                </a:moveTo>
                <a:lnTo>
                  <a:pt x="278067" y="318468"/>
                </a:lnTo>
                <a:lnTo>
                  <a:pt x="278067" y="297921"/>
                </a:lnTo>
                <a:lnTo>
                  <a:pt x="339707" y="297921"/>
                </a:lnTo>
                <a:lnTo>
                  <a:pt x="339707" y="318468"/>
                </a:lnTo>
                <a:moveTo>
                  <a:pt x="216429" y="318468"/>
                </a:moveTo>
                <a:lnTo>
                  <a:pt x="154790" y="318468"/>
                </a:lnTo>
                <a:lnTo>
                  <a:pt x="154790" y="297921"/>
                </a:lnTo>
                <a:lnTo>
                  <a:pt x="216429" y="297921"/>
                </a:lnTo>
                <a:lnTo>
                  <a:pt x="216429" y="318468"/>
                </a:lnTo>
                <a:moveTo>
                  <a:pt x="93150" y="318468"/>
                </a:moveTo>
                <a:lnTo>
                  <a:pt x="54961" y="318468"/>
                </a:lnTo>
                <a:cubicBezTo>
                  <a:pt x="45088" y="318468"/>
                  <a:pt x="35884" y="315988"/>
                  <a:pt x="27347" y="311027"/>
                </a:cubicBezTo>
                <a:lnTo>
                  <a:pt x="37670" y="293263"/>
                </a:lnTo>
                <a:cubicBezTo>
                  <a:pt x="43016" y="296368"/>
                  <a:pt x="48779" y="297921"/>
                  <a:pt x="54961" y="297921"/>
                </a:cubicBezTo>
                <a:lnTo>
                  <a:pt x="93150" y="297921"/>
                </a:lnTo>
                <a:lnTo>
                  <a:pt x="93150" y="318468"/>
                </a:lnTo>
                <a:moveTo>
                  <a:pt x="0" y="246824"/>
                </a:moveTo>
                <a:lnTo>
                  <a:pt x="0" y="185185"/>
                </a:lnTo>
                <a:lnTo>
                  <a:pt x="20546" y="185185"/>
                </a:lnTo>
                <a:lnTo>
                  <a:pt x="20546" y="246824"/>
                </a:lnTo>
                <a:lnTo>
                  <a:pt x="0" y="246824"/>
                </a:lnTo>
                <a:moveTo>
                  <a:pt x="0" y="123546"/>
                </a:moveTo>
                <a:lnTo>
                  <a:pt x="0" y="61907"/>
                </a:lnTo>
                <a:lnTo>
                  <a:pt x="20546" y="61907"/>
                </a:lnTo>
                <a:lnTo>
                  <a:pt x="20546" y="123546"/>
                </a:lnTo>
                <a:lnTo>
                  <a:pt x="0" y="123546"/>
                </a:lnTo>
                <a:moveTo>
                  <a:pt x="38775" y="2437"/>
                </a:moveTo>
                <a:cubicBezTo>
                  <a:pt x="44048" y="812"/>
                  <a:pt x="49444" y="0"/>
                  <a:pt x="54961" y="0"/>
                </a:cubicBezTo>
                <a:lnTo>
                  <a:pt x="116600" y="0"/>
                </a:lnTo>
                <a:lnTo>
                  <a:pt x="116600" y="20546"/>
                </a:lnTo>
                <a:lnTo>
                  <a:pt x="54961" y="20546"/>
                </a:lnTo>
                <a:cubicBezTo>
                  <a:pt x="51506" y="20546"/>
                  <a:pt x="48128" y="21055"/>
                  <a:pt x="44826" y="22072"/>
                </a:cubicBezTo>
                <a:lnTo>
                  <a:pt x="38775" y="2437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df-path-42">
            <a:extLst xmlns:a="http://schemas.openxmlformats.org/drawingml/2006/main">
              <a:ext uri="{FF2B5EF4-FFF2-40B4-BE49-F238E27FC236}">
                <a16:creationId xmlns:a16="http://schemas.microsoft.com/office/drawing/2014/main" id="{D8DF6A71-0114-4F4B-8D35-49DE3E6B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0491" y="870712"/>
            <a:ext cx="1058135" cy="328741"/>
          </a:xfrm>
          <a:custGeom xmlns:a="http://schemas.openxmlformats.org/drawingml/2006/main">
            <a:pathLst>
              <a:path w="1058135" h="328741">
                <a:moveTo>
                  <a:pt x="179780" y="0"/>
                </a:moveTo>
                <a:lnTo>
                  <a:pt x="241419" y="0"/>
                </a:lnTo>
                <a:lnTo>
                  <a:pt x="241419" y="20546"/>
                </a:lnTo>
                <a:lnTo>
                  <a:pt x="179780" y="20546"/>
                </a:lnTo>
                <a:lnTo>
                  <a:pt x="179780" y="0"/>
                </a:lnTo>
                <a:moveTo>
                  <a:pt x="303058" y="0"/>
                </a:moveTo>
                <a:lnTo>
                  <a:pt x="364697" y="0"/>
                </a:lnTo>
                <a:lnTo>
                  <a:pt x="364697" y="20546"/>
                </a:lnTo>
                <a:lnTo>
                  <a:pt x="303058" y="20546"/>
                </a:lnTo>
                <a:lnTo>
                  <a:pt x="303058" y="0"/>
                </a:lnTo>
                <a:moveTo>
                  <a:pt x="426336" y="0"/>
                </a:moveTo>
                <a:lnTo>
                  <a:pt x="487975" y="0"/>
                </a:lnTo>
                <a:lnTo>
                  <a:pt x="487975" y="20546"/>
                </a:lnTo>
                <a:lnTo>
                  <a:pt x="426336" y="20546"/>
                </a:lnTo>
                <a:lnTo>
                  <a:pt x="426336" y="0"/>
                </a:lnTo>
                <a:moveTo>
                  <a:pt x="549614" y="0"/>
                </a:moveTo>
                <a:lnTo>
                  <a:pt x="611253" y="0"/>
                </a:lnTo>
                <a:lnTo>
                  <a:pt x="611253" y="20546"/>
                </a:lnTo>
                <a:lnTo>
                  <a:pt x="549614" y="20546"/>
                </a:lnTo>
                <a:lnTo>
                  <a:pt x="549614" y="0"/>
                </a:lnTo>
                <a:moveTo>
                  <a:pt x="672893" y="0"/>
                </a:moveTo>
                <a:lnTo>
                  <a:pt x="734531" y="0"/>
                </a:lnTo>
                <a:lnTo>
                  <a:pt x="734531" y="20546"/>
                </a:lnTo>
                <a:lnTo>
                  <a:pt x="672893" y="20546"/>
                </a:lnTo>
                <a:lnTo>
                  <a:pt x="672893" y="0"/>
                </a:lnTo>
                <a:moveTo>
                  <a:pt x="796170" y="0"/>
                </a:moveTo>
                <a:lnTo>
                  <a:pt x="857809" y="0"/>
                </a:lnTo>
                <a:lnTo>
                  <a:pt x="857809" y="20546"/>
                </a:lnTo>
                <a:lnTo>
                  <a:pt x="796170" y="20546"/>
                </a:lnTo>
                <a:lnTo>
                  <a:pt x="796170" y="0"/>
                </a:lnTo>
                <a:moveTo>
                  <a:pt x="919448" y="0"/>
                </a:moveTo>
                <a:lnTo>
                  <a:pt x="981087" y="0"/>
                </a:lnTo>
                <a:lnTo>
                  <a:pt x="981087" y="20546"/>
                </a:lnTo>
                <a:lnTo>
                  <a:pt x="919448" y="20546"/>
                </a:lnTo>
                <a:lnTo>
                  <a:pt x="919448" y="0"/>
                </a:lnTo>
                <a:moveTo>
                  <a:pt x="1046549" y="22223"/>
                </a:moveTo>
                <a:cubicBezTo>
                  <a:pt x="1054273" y="32344"/>
                  <a:pt x="1058135" y="43770"/>
                  <a:pt x="1058135" y="56502"/>
                </a:cubicBezTo>
                <a:lnTo>
                  <a:pt x="1058135" y="88470"/>
                </a:lnTo>
                <a:lnTo>
                  <a:pt x="1037589" y="88470"/>
                </a:lnTo>
                <a:lnTo>
                  <a:pt x="1037589" y="56503"/>
                </a:lnTo>
                <a:cubicBezTo>
                  <a:pt x="1037589" y="48400"/>
                  <a:pt x="1035132" y="41129"/>
                  <a:pt x="1030216" y="34688"/>
                </a:cubicBezTo>
                <a:lnTo>
                  <a:pt x="1046549" y="22223"/>
                </a:lnTo>
                <a:moveTo>
                  <a:pt x="1058135" y="150108"/>
                </a:moveTo>
                <a:lnTo>
                  <a:pt x="1058135" y="211747"/>
                </a:lnTo>
                <a:lnTo>
                  <a:pt x="1037589" y="211747"/>
                </a:lnTo>
                <a:lnTo>
                  <a:pt x="1037589" y="150108"/>
                </a:lnTo>
                <a:lnTo>
                  <a:pt x="1058135" y="150108"/>
                </a:lnTo>
                <a:moveTo>
                  <a:pt x="1058120" y="273541"/>
                </a:moveTo>
                <a:cubicBezTo>
                  <a:pt x="1057401" y="304724"/>
                  <a:pt x="1041656" y="322870"/>
                  <a:pt x="1010887" y="327978"/>
                </a:cubicBezTo>
                <a:lnTo>
                  <a:pt x="1007522" y="307709"/>
                </a:lnTo>
                <a:cubicBezTo>
                  <a:pt x="1027102" y="304459"/>
                  <a:pt x="1037122" y="292911"/>
                  <a:pt x="1037580" y="273067"/>
                </a:cubicBezTo>
                <a:lnTo>
                  <a:pt x="1058120" y="273541"/>
                </a:lnTo>
                <a:moveTo>
                  <a:pt x="947972" y="328741"/>
                </a:moveTo>
                <a:lnTo>
                  <a:pt x="886333" y="328741"/>
                </a:lnTo>
                <a:lnTo>
                  <a:pt x="886333" y="308195"/>
                </a:lnTo>
                <a:lnTo>
                  <a:pt x="947972" y="308195"/>
                </a:lnTo>
                <a:lnTo>
                  <a:pt x="947972" y="328741"/>
                </a:lnTo>
                <a:moveTo>
                  <a:pt x="824695" y="328741"/>
                </a:moveTo>
                <a:lnTo>
                  <a:pt x="763055" y="328741"/>
                </a:lnTo>
                <a:lnTo>
                  <a:pt x="763055" y="308195"/>
                </a:lnTo>
                <a:lnTo>
                  <a:pt x="824695" y="308195"/>
                </a:lnTo>
                <a:lnTo>
                  <a:pt x="824695" y="328741"/>
                </a:lnTo>
                <a:moveTo>
                  <a:pt x="701416" y="328741"/>
                </a:moveTo>
                <a:lnTo>
                  <a:pt x="639778" y="328741"/>
                </a:lnTo>
                <a:lnTo>
                  <a:pt x="639778" y="308195"/>
                </a:lnTo>
                <a:lnTo>
                  <a:pt x="701416" y="308195"/>
                </a:lnTo>
                <a:lnTo>
                  <a:pt x="701416" y="328741"/>
                </a:lnTo>
                <a:moveTo>
                  <a:pt x="578138" y="328741"/>
                </a:moveTo>
                <a:lnTo>
                  <a:pt x="516499" y="328741"/>
                </a:lnTo>
                <a:lnTo>
                  <a:pt x="516499" y="308195"/>
                </a:lnTo>
                <a:lnTo>
                  <a:pt x="578138" y="308195"/>
                </a:lnTo>
                <a:lnTo>
                  <a:pt x="578138" y="328741"/>
                </a:lnTo>
                <a:moveTo>
                  <a:pt x="454861" y="328741"/>
                </a:moveTo>
                <a:lnTo>
                  <a:pt x="393221" y="328741"/>
                </a:lnTo>
                <a:lnTo>
                  <a:pt x="393221" y="308195"/>
                </a:lnTo>
                <a:lnTo>
                  <a:pt x="454861" y="308195"/>
                </a:lnTo>
                <a:lnTo>
                  <a:pt x="454861" y="328741"/>
                </a:lnTo>
                <a:moveTo>
                  <a:pt x="331582" y="328741"/>
                </a:moveTo>
                <a:lnTo>
                  <a:pt x="269944" y="328741"/>
                </a:lnTo>
                <a:lnTo>
                  <a:pt x="269944" y="308195"/>
                </a:lnTo>
                <a:lnTo>
                  <a:pt x="331582" y="308195"/>
                </a:lnTo>
                <a:lnTo>
                  <a:pt x="331582" y="328741"/>
                </a:lnTo>
                <a:moveTo>
                  <a:pt x="208305" y="328741"/>
                </a:moveTo>
                <a:lnTo>
                  <a:pt x="146665" y="328741"/>
                </a:lnTo>
                <a:lnTo>
                  <a:pt x="146665" y="308195"/>
                </a:lnTo>
                <a:lnTo>
                  <a:pt x="208305" y="308195"/>
                </a:lnTo>
                <a:lnTo>
                  <a:pt x="208305" y="328741"/>
                </a:lnTo>
                <a:moveTo>
                  <a:pt x="85027" y="328741"/>
                </a:moveTo>
                <a:lnTo>
                  <a:pt x="56503" y="328741"/>
                </a:lnTo>
                <a:cubicBezTo>
                  <a:pt x="42058" y="328741"/>
                  <a:pt x="29467" y="323913"/>
                  <a:pt x="18726" y="314256"/>
                </a:cubicBezTo>
                <a:lnTo>
                  <a:pt x="32462" y="298977"/>
                </a:lnTo>
                <a:cubicBezTo>
                  <a:pt x="39297" y="305122"/>
                  <a:pt x="47310" y="308195"/>
                  <a:pt x="56503" y="308195"/>
                </a:cubicBezTo>
                <a:lnTo>
                  <a:pt x="85027" y="308195"/>
                </a:lnTo>
                <a:lnTo>
                  <a:pt x="85027" y="328741"/>
                </a:lnTo>
                <a:moveTo>
                  <a:pt x="0" y="248250"/>
                </a:moveTo>
                <a:lnTo>
                  <a:pt x="0" y="186611"/>
                </a:lnTo>
                <a:lnTo>
                  <a:pt x="20547" y="186611"/>
                </a:lnTo>
                <a:lnTo>
                  <a:pt x="20547" y="248250"/>
                </a:lnTo>
                <a:lnTo>
                  <a:pt x="0" y="248250"/>
                </a:lnTo>
                <a:moveTo>
                  <a:pt x="0" y="124972"/>
                </a:moveTo>
                <a:lnTo>
                  <a:pt x="0" y="63333"/>
                </a:lnTo>
                <a:lnTo>
                  <a:pt x="20547" y="63333"/>
                </a:lnTo>
                <a:lnTo>
                  <a:pt x="20547" y="124972"/>
                </a:lnTo>
                <a:lnTo>
                  <a:pt x="0" y="124972"/>
                </a:lnTo>
                <a:moveTo>
                  <a:pt x="37757" y="3200"/>
                </a:moveTo>
                <a:cubicBezTo>
                  <a:pt x="43823" y="1067"/>
                  <a:pt x="50072" y="0"/>
                  <a:pt x="56503" y="0"/>
                </a:cubicBezTo>
                <a:lnTo>
                  <a:pt x="118141" y="0"/>
                </a:lnTo>
                <a:lnTo>
                  <a:pt x="118141" y="20546"/>
                </a:lnTo>
                <a:lnTo>
                  <a:pt x="56503" y="20546"/>
                </a:lnTo>
                <a:cubicBezTo>
                  <a:pt x="52410" y="20546"/>
                  <a:pt x="48434" y="21225"/>
                  <a:pt x="44574" y="22583"/>
                </a:cubicBezTo>
                <a:lnTo>
                  <a:pt x="37757" y="3200"/>
                </a:lnTo>
              </a:path>
            </a:pathLst>
          </a:custGeom>
          <a:solidFill xmlns:a="http://schemas.openxmlformats.org/drawingml/2006/main">
            <a:srgbClr val="FF66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df-text-12-0">
            <a:extLst xmlns:a="http://schemas.openxmlformats.org/drawingml/2006/main">
              <a:ext uri="{FF2B5EF4-FFF2-40B4-BE49-F238E27FC236}">
                <a16:creationId xmlns:a16="http://schemas.microsoft.com/office/drawing/2014/main" id="{A8C664F7-7A66-41F2-B4BB-875AE1BB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199" y="664529"/>
            <a:ext cx="513583" cy="1540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estimate</a:t>
            </a:r>
          </a:p>
        </p:txBody>
      </p:sp>
      <p:sp>
        <p:nvSpPr>
          <p:cNvPr id="43" name="pdf-text-13-0">
            <a:extLst xmlns:a="http://schemas.openxmlformats.org/drawingml/2006/main">
              <a:ext uri="{FF2B5EF4-FFF2-40B4-BE49-F238E27FC236}">
                <a16:creationId xmlns:a16="http://schemas.microsoft.com/office/drawing/2014/main" id="{D19B37C6-216B-4A75-880E-FA5D2842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173" y="664529"/>
            <a:ext cx="547639" cy="1540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13" b="1" i="0">
                <a:solidFill>
                  <a:srgbClr val="FF66B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13" b="1" i="0">
                <a:solidFill>
                  <a:srgbClr val="FF66B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13" b="1" i="0">
                <a:solidFill>
                  <a:srgbClr val="FF66B3"/>
                </a:solidFill>
                <a:latin typeface="Times New Roman"/>
                <a:ea typeface="Times New Roman"/>
                <a:cs typeface="Times New Roman"/>
              </a:rPr>
              <a:t>estimate</a:t>
            </a:r>
          </a:p>
        </p:txBody>
      </p:sp>
      <p:sp>
        <p:nvSpPr>
          <p:cNvPr id="44" name="pdf-text-14-0">
            <a:extLst xmlns:a="http://schemas.openxmlformats.org/drawingml/2006/main">
              <a:ext uri="{FF2B5EF4-FFF2-40B4-BE49-F238E27FC236}">
                <a16:creationId xmlns:a16="http://schemas.microsoft.com/office/drawing/2014/main" id="{3D4E2923-C097-47D0-9CE2-1C445D96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646" y="294695"/>
            <a:ext cx="547639" cy="1540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13" b="1" i="0">
                <a:solidFill>
                  <a:srgbClr val="FF66B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13" b="1" i="0">
                <a:solidFill>
                  <a:srgbClr val="FF66B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13" b="1" i="0">
                <a:solidFill>
                  <a:srgbClr val="FF66B3"/>
                </a:solidFill>
                <a:latin typeface="Times New Roman"/>
                <a:ea typeface="Times New Roman"/>
                <a:cs typeface="Times New Roman"/>
              </a:rPr>
              <a:t>estimate</a:t>
            </a:r>
          </a:p>
        </p:txBody>
      </p:sp>
      <p:sp>
        <p:nvSpPr>
          <p:cNvPr id="45" name="pdf-path-46">
            <a:extLst xmlns:a="http://schemas.openxmlformats.org/drawingml/2006/main">
              <a:ext uri="{FF2B5EF4-FFF2-40B4-BE49-F238E27FC236}">
                <a16:creationId xmlns:a16="http://schemas.microsoft.com/office/drawing/2014/main" id="{CF7D24A1-F900-4026-A0CE-516309CE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5356" y="470059"/>
            <a:ext cx="716655" cy="369834"/>
          </a:xfrm>
          <a:custGeom xmlns:a="http://schemas.openxmlformats.org/drawingml/2006/main">
            <a:pathLst>
              <a:path w="716655" h="369834">
                <a:moveTo>
                  <a:pt x="716655" y="369834"/>
                </a:moveTo>
                <a:lnTo>
                  <a:pt x="716655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546">
            <a:solidFill>
              <a:srgbClr val="FF66B3"/>
            </a:solidFill>
            <a:prstDash val="solid"/>
          </a:ln>
        </p:spPr>
      </p:sp>
      <p:sp>
        <p:nvSpPr>
          <p:cNvPr id="46" name="pdf-path-47">
            <a:extLst xmlns:a="http://schemas.openxmlformats.org/drawingml/2006/main">
              <a:ext uri="{FF2B5EF4-FFF2-40B4-BE49-F238E27FC236}">
                <a16:creationId xmlns:a16="http://schemas.microsoft.com/office/drawing/2014/main" id="{EA2E5036-0EBD-4726-8EB4-3C9EE438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170" y="470059"/>
            <a:ext cx="82185" cy="41093"/>
          </a:xfrm>
          <a:custGeom xmlns:a="http://schemas.openxmlformats.org/drawingml/2006/main">
            <a:pathLst>
              <a:path w="82185" h="41093">
                <a:moveTo>
                  <a:pt x="0" y="0"/>
                </a:moveTo>
                <a:lnTo>
                  <a:pt x="82185" y="41093"/>
                </a:lnTo>
                <a:lnTo>
                  <a:pt x="82185" y="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66B3"/>
          </a:solidFill>
          <a:ln xmlns:a="http://schemas.openxmlformats.org/drawingml/2006/main" w="20546">
            <a:solidFill>
              <a:srgbClr val="FF66B3"/>
            </a:solidFill>
            <a:prstDash val="solid"/>
          </a:ln>
        </p:spPr>
      </p:sp>
      <p:sp>
        <p:nvSpPr>
          <p:cNvPr id="47" name="pdf-text-15-0">
            <a:extLst xmlns:a="http://schemas.openxmlformats.org/drawingml/2006/main">
              <a:ext uri="{FF2B5EF4-FFF2-40B4-BE49-F238E27FC236}">
                <a16:creationId xmlns:a16="http://schemas.microsoft.com/office/drawing/2014/main" id="{59A29E42-9EA2-46D8-B54F-15FA8B01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6695" y="947924"/>
            <a:ext cx="105370" cy="1849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5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5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5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48" name="pdf-path-50">
            <a:extLst xmlns:a="http://schemas.openxmlformats.org/drawingml/2006/main">
              <a:ext uri="{FF2B5EF4-FFF2-40B4-BE49-F238E27FC236}">
                <a16:creationId xmlns:a16="http://schemas.microsoft.com/office/drawing/2014/main" id="{31FAA893-5D49-4E28-AD5D-9FDF1487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941" y="2011033"/>
            <a:ext cx="688302" cy="308195"/>
          </a:xfrm>
          <a:custGeom xmlns:a="http://schemas.openxmlformats.org/drawingml/2006/main">
            <a:pathLst>
              <a:path w="688302" h="308195">
                <a:moveTo>
                  <a:pt x="0" y="0"/>
                </a:moveTo>
                <a:lnTo>
                  <a:pt x="688302" y="0"/>
                </a:lnTo>
                <a:lnTo>
                  <a:pt x="688302" y="308195"/>
                </a:lnTo>
                <a:lnTo>
                  <a:pt x="0" y="308195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pdf-path-51">
            <a:extLst xmlns:a="http://schemas.openxmlformats.org/drawingml/2006/main">
              <a:ext uri="{FF2B5EF4-FFF2-40B4-BE49-F238E27FC236}">
                <a16:creationId xmlns:a16="http://schemas.microsoft.com/office/drawing/2014/main" id="{F0FF3C97-9993-4C85-BC55-7AB0B944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997" y="2627423"/>
            <a:ext cx="821853" cy="308195"/>
          </a:xfrm>
          <a:custGeom xmlns:a="http://schemas.openxmlformats.org/drawingml/2006/main">
            <a:pathLst>
              <a:path w="821853" h="308195">
                <a:moveTo>
                  <a:pt x="0" y="308195"/>
                </a:moveTo>
                <a:lnTo>
                  <a:pt x="205463" y="0"/>
                </a:lnTo>
                <a:lnTo>
                  <a:pt x="616390" y="0"/>
                </a:lnTo>
                <a:lnTo>
                  <a:pt x="821853" y="308195"/>
                </a:lnTo>
                <a:lnTo>
                  <a:pt x="0" y="308195"/>
                </a:lnTo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df-path-52">
            <a:extLst xmlns:a="http://schemas.openxmlformats.org/drawingml/2006/main">
              <a:ext uri="{FF2B5EF4-FFF2-40B4-BE49-F238E27FC236}">
                <a16:creationId xmlns:a16="http://schemas.microsoft.com/office/drawing/2014/main" id="{A8181220-9C56-4FFF-B91A-EBCB79F2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5524" y="2699346"/>
            <a:ext cx="96398" cy="175066"/>
          </a:xfrm>
          <a:custGeom xmlns:a="http://schemas.openxmlformats.org/drawingml/2006/main">
            <a:pathLst>
              <a:path w="96398" h="175066">
                <a:moveTo>
                  <a:pt x="12269" y="166793"/>
                </a:moveTo>
                <a:cubicBezTo>
                  <a:pt x="12529" y="166793"/>
                  <a:pt x="12918" y="166922"/>
                  <a:pt x="13437" y="167178"/>
                </a:cubicBezTo>
                <a:cubicBezTo>
                  <a:pt x="13957" y="167435"/>
                  <a:pt x="14671" y="167627"/>
                  <a:pt x="15579" y="167755"/>
                </a:cubicBezTo>
                <a:cubicBezTo>
                  <a:pt x="16489" y="167884"/>
                  <a:pt x="17267" y="167948"/>
                  <a:pt x="17916" y="167948"/>
                </a:cubicBezTo>
                <a:cubicBezTo>
                  <a:pt x="19604" y="167948"/>
                  <a:pt x="21162" y="167114"/>
                  <a:pt x="22590" y="165447"/>
                </a:cubicBezTo>
                <a:cubicBezTo>
                  <a:pt x="24019" y="163780"/>
                  <a:pt x="25057" y="161920"/>
                  <a:pt x="25706" y="159868"/>
                </a:cubicBezTo>
                <a:cubicBezTo>
                  <a:pt x="27004" y="156405"/>
                  <a:pt x="29212" y="146593"/>
                  <a:pt x="32327" y="130434"/>
                </a:cubicBezTo>
                <a:cubicBezTo>
                  <a:pt x="35444" y="114274"/>
                  <a:pt x="38429" y="98883"/>
                  <a:pt x="41286" y="84263"/>
                </a:cubicBezTo>
                <a:cubicBezTo>
                  <a:pt x="44142" y="69642"/>
                  <a:pt x="45570" y="62267"/>
                  <a:pt x="45570" y="62139"/>
                </a:cubicBezTo>
                <a:lnTo>
                  <a:pt x="45570" y="61562"/>
                </a:lnTo>
                <a:lnTo>
                  <a:pt x="36417" y="61562"/>
                </a:lnTo>
                <a:cubicBezTo>
                  <a:pt x="30315" y="61562"/>
                  <a:pt x="27069" y="61433"/>
                  <a:pt x="26680" y="61177"/>
                </a:cubicBezTo>
                <a:cubicBezTo>
                  <a:pt x="26161" y="60792"/>
                  <a:pt x="25901" y="60151"/>
                  <a:pt x="25901" y="59253"/>
                </a:cubicBezTo>
                <a:lnTo>
                  <a:pt x="27264" y="53866"/>
                </a:lnTo>
                <a:cubicBezTo>
                  <a:pt x="27524" y="53225"/>
                  <a:pt x="28043" y="52904"/>
                  <a:pt x="28822" y="52904"/>
                </a:cubicBezTo>
                <a:cubicBezTo>
                  <a:pt x="29601" y="52904"/>
                  <a:pt x="32652" y="52840"/>
                  <a:pt x="37975" y="52712"/>
                </a:cubicBezTo>
                <a:cubicBezTo>
                  <a:pt x="44207" y="52712"/>
                  <a:pt x="47323" y="52648"/>
                  <a:pt x="47323" y="52520"/>
                </a:cubicBezTo>
                <a:cubicBezTo>
                  <a:pt x="47323" y="52263"/>
                  <a:pt x="47907" y="49057"/>
                  <a:pt x="49075" y="42901"/>
                </a:cubicBezTo>
                <a:cubicBezTo>
                  <a:pt x="50244" y="36745"/>
                  <a:pt x="51023" y="33025"/>
                  <a:pt x="51412" y="31743"/>
                </a:cubicBezTo>
                <a:cubicBezTo>
                  <a:pt x="56216" y="10581"/>
                  <a:pt x="65694" y="0"/>
                  <a:pt x="79845" y="0"/>
                </a:cubicBezTo>
                <a:cubicBezTo>
                  <a:pt x="84649" y="256"/>
                  <a:pt x="88608" y="1667"/>
                  <a:pt x="91725" y="4232"/>
                </a:cubicBezTo>
                <a:cubicBezTo>
                  <a:pt x="94840" y="6798"/>
                  <a:pt x="96398" y="10196"/>
                  <a:pt x="96398" y="14429"/>
                </a:cubicBezTo>
                <a:cubicBezTo>
                  <a:pt x="96398" y="19046"/>
                  <a:pt x="95035" y="22380"/>
                  <a:pt x="92308" y="24432"/>
                </a:cubicBezTo>
                <a:cubicBezTo>
                  <a:pt x="89582" y="26484"/>
                  <a:pt x="86856" y="27574"/>
                  <a:pt x="84130" y="27703"/>
                </a:cubicBezTo>
                <a:cubicBezTo>
                  <a:pt x="78417" y="27703"/>
                  <a:pt x="75561" y="25010"/>
                  <a:pt x="75561" y="19623"/>
                </a:cubicBezTo>
                <a:cubicBezTo>
                  <a:pt x="75561" y="17186"/>
                  <a:pt x="76275" y="15070"/>
                  <a:pt x="77703" y="13274"/>
                </a:cubicBezTo>
                <a:cubicBezTo>
                  <a:pt x="79131" y="11479"/>
                  <a:pt x="80689" y="10132"/>
                  <a:pt x="82377" y="9234"/>
                </a:cubicBezTo>
                <a:lnTo>
                  <a:pt x="84130" y="8273"/>
                </a:lnTo>
                <a:cubicBezTo>
                  <a:pt x="82052" y="7503"/>
                  <a:pt x="80105" y="7118"/>
                  <a:pt x="78287" y="7118"/>
                </a:cubicBezTo>
                <a:cubicBezTo>
                  <a:pt x="76729" y="7118"/>
                  <a:pt x="75236" y="7759"/>
                  <a:pt x="73808" y="9042"/>
                </a:cubicBezTo>
                <a:cubicBezTo>
                  <a:pt x="72380" y="10325"/>
                  <a:pt x="71406" y="12120"/>
                  <a:pt x="70887" y="14429"/>
                </a:cubicBezTo>
                <a:cubicBezTo>
                  <a:pt x="69978" y="18148"/>
                  <a:pt x="68940" y="23150"/>
                  <a:pt x="67771" y="29434"/>
                </a:cubicBezTo>
                <a:cubicBezTo>
                  <a:pt x="66602" y="35719"/>
                  <a:pt x="65564" y="41041"/>
                  <a:pt x="64655" y="45402"/>
                </a:cubicBezTo>
                <a:cubicBezTo>
                  <a:pt x="63746" y="49763"/>
                  <a:pt x="63292" y="52071"/>
                  <a:pt x="63292" y="52328"/>
                </a:cubicBezTo>
                <a:cubicBezTo>
                  <a:pt x="63292" y="52584"/>
                  <a:pt x="66862" y="52712"/>
                  <a:pt x="74003" y="52712"/>
                </a:cubicBezTo>
                <a:cubicBezTo>
                  <a:pt x="79845" y="52712"/>
                  <a:pt x="83221" y="52776"/>
                  <a:pt x="84130" y="52904"/>
                </a:cubicBezTo>
                <a:cubicBezTo>
                  <a:pt x="85038" y="53033"/>
                  <a:pt x="85752" y="53418"/>
                  <a:pt x="86272" y="54059"/>
                </a:cubicBezTo>
                <a:cubicBezTo>
                  <a:pt x="86401" y="54572"/>
                  <a:pt x="86272" y="55662"/>
                  <a:pt x="85882" y="57329"/>
                </a:cubicBezTo>
                <a:cubicBezTo>
                  <a:pt x="85493" y="58997"/>
                  <a:pt x="85168" y="60022"/>
                  <a:pt x="84908" y="60408"/>
                </a:cubicBezTo>
                <a:cubicBezTo>
                  <a:pt x="84649" y="61048"/>
                  <a:pt x="84065" y="61369"/>
                  <a:pt x="83156" y="61369"/>
                </a:cubicBezTo>
                <a:cubicBezTo>
                  <a:pt x="82247" y="61369"/>
                  <a:pt x="78742" y="61433"/>
                  <a:pt x="72640" y="61562"/>
                </a:cubicBezTo>
                <a:lnTo>
                  <a:pt x="61734" y="61562"/>
                </a:lnTo>
                <a:lnTo>
                  <a:pt x="57255" y="85032"/>
                </a:lnTo>
                <a:cubicBezTo>
                  <a:pt x="51023" y="116839"/>
                  <a:pt x="46674" y="136718"/>
                  <a:pt x="44207" y="144670"/>
                </a:cubicBezTo>
                <a:cubicBezTo>
                  <a:pt x="40702" y="155571"/>
                  <a:pt x="36157" y="163651"/>
                  <a:pt x="30575" y="168910"/>
                </a:cubicBezTo>
                <a:cubicBezTo>
                  <a:pt x="25771" y="173014"/>
                  <a:pt x="21032" y="175066"/>
                  <a:pt x="16359" y="175066"/>
                </a:cubicBezTo>
                <a:cubicBezTo>
                  <a:pt x="12204" y="175066"/>
                  <a:pt x="8439" y="173847"/>
                  <a:pt x="5063" y="171411"/>
                </a:cubicBezTo>
                <a:cubicBezTo>
                  <a:pt x="1688" y="168974"/>
                  <a:pt x="0" y="165511"/>
                  <a:pt x="0" y="161022"/>
                </a:cubicBezTo>
                <a:cubicBezTo>
                  <a:pt x="0" y="156277"/>
                  <a:pt x="1363" y="152814"/>
                  <a:pt x="4090" y="150634"/>
                </a:cubicBezTo>
                <a:cubicBezTo>
                  <a:pt x="6816" y="148453"/>
                  <a:pt x="9543" y="147363"/>
                  <a:pt x="12269" y="147363"/>
                </a:cubicBezTo>
                <a:cubicBezTo>
                  <a:pt x="17981" y="147363"/>
                  <a:pt x="20838" y="150056"/>
                  <a:pt x="20838" y="155443"/>
                </a:cubicBezTo>
                <a:cubicBezTo>
                  <a:pt x="20838" y="157880"/>
                  <a:pt x="20124" y="159996"/>
                  <a:pt x="18696" y="161792"/>
                </a:cubicBezTo>
                <a:cubicBezTo>
                  <a:pt x="17267" y="163587"/>
                  <a:pt x="15709" y="164934"/>
                  <a:pt x="14022" y="165831"/>
                </a:cubicBezTo>
                <a:lnTo>
                  <a:pt x="12269" y="16679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51" name="pdf-path-54">
            <a:extLst xmlns:a="http://schemas.openxmlformats.org/drawingml/2006/main">
              <a:ext uri="{FF2B5EF4-FFF2-40B4-BE49-F238E27FC236}">
                <a16:creationId xmlns:a16="http://schemas.microsoft.com/office/drawing/2014/main" id="{5761D2B3-46F6-410C-95F8-B7F88EF0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1483" y="2767941"/>
            <a:ext cx="58791" cy="97249"/>
          </a:xfrm>
          <a:custGeom xmlns:a="http://schemas.openxmlformats.org/drawingml/2006/main">
            <a:pathLst>
              <a:path w="58791" h="97249">
                <a:moveTo>
                  <a:pt x="0" y="68687"/>
                </a:moveTo>
                <a:cubicBezTo>
                  <a:pt x="0" y="59438"/>
                  <a:pt x="1790" y="49690"/>
                  <a:pt x="5370" y="39444"/>
                </a:cubicBezTo>
                <a:cubicBezTo>
                  <a:pt x="8949" y="29198"/>
                  <a:pt x="13814" y="20357"/>
                  <a:pt x="19964" y="12921"/>
                </a:cubicBezTo>
                <a:cubicBezTo>
                  <a:pt x="26114" y="5486"/>
                  <a:pt x="32494" y="1224"/>
                  <a:pt x="39102" y="136"/>
                </a:cubicBezTo>
                <a:cubicBezTo>
                  <a:pt x="39194" y="136"/>
                  <a:pt x="39561" y="136"/>
                  <a:pt x="40204" y="136"/>
                </a:cubicBezTo>
                <a:cubicBezTo>
                  <a:pt x="40846" y="136"/>
                  <a:pt x="41397" y="91"/>
                  <a:pt x="41856" y="0"/>
                </a:cubicBezTo>
                <a:cubicBezTo>
                  <a:pt x="46812" y="363"/>
                  <a:pt x="50668" y="2584"/>
                  <a:pt x="53422" y="6665"/>
                </a:cubicBezTo>
                <a:cubicBezTo>
                  <a:pt x="57001" y="12105"/>
                  <a:pt x="58791" y="19405"/>
                  <a:pt x="58791" y="28563"/>
                </a:cubicBezTo>
                <a:cubicBezTo>
                  <a:pt x="58791" y="38991"/>
                  <a:pt x="56726" y="49599"/>
                  <a:pt x="52595" y="60390"/>
                </a:cubicBezTo>
                <a:cubicBezTo>
                  <a:pt x="48465" y="71180"/>
                  <a:pt x="43187" y="80021"/>
                  <a:pt x="36762" y="86912"/>
                </a:cubicBezTo>
                <a:cubicBezTo>
                  <a:pt x="30337" y="93804"/>
                  <a:pt x="24186" y="97249"/>
                  <a:pt x="18312" y="97249"/>
                </a:cubicBezTo>
                <a:lnTo>
                  <a:pt x="17348" y="97249"/>
                </a:lnTo>
                <a:cubicBezTo>
                  <a:pt x="14044" y="97249"/>
                  <a:pt x="11198" y="96343"/>
                  <a:pt x="8812" y="94529"/>
                </a:cubicBezTo>
                <a:cubicBezTo>
                  <a:pt x="6425" y="92715"/>
                  <a:pt x="4635" y="90312"/>
                  <a:pt x="3442" y="87320"/>
                </a:cubicBezTo>
                <a:cubicBezTo>
                  <a:pt x="2249" y="84328"/>
                  <a:pt x="1377" y="81290"/>
                  <a:pt x="826" y="78208"/>
                </a:cubicBezTo>
                <a:cubicBezTo>
                  <a:pt x="276" y="75124"/>
                  <a:pt x="0" y="71951"/>
                  <a:pt x="0" y="68687"/>
                </a:cubicBezTo>
                <a:moveTo>
                  <a:pt x="47914" y="18906"/>
                </a:moveTo>
                <a:cubicBezTo>
                  <a:pt x="47914" y="9657"/>
                  <a:pt x="45482" y="5033"/>
                  <a:pt x="40617" y="5033"/>
                </a:cubicBezTo>
                <a:cubicBezTo>
                  <a:pt x="37312" y="5033"/>
                  <a:pt x="34100" y="7073"/>
                  <a:pt x="30979" y="11153"/>
                </a:cubicBezTo>
                <a:cubicBezTo>
                  <a:pt x="27858" y="15234"/>
                  <a:pt x="25288" y="19858"/>
                  <a:pt x="23269" y="25027"/>
                </a:cubicBezTo>
                <a:cubicBezTo>
                  <a:pt x="21249" y="30195"/>
                  <a:pt x="19689" y="34729"/>
                  <a:pt x="18588" y="38628"/>
                </a:cubicBezTo>
                <a:cubicBezTo>
                  <a:pt x="17486" y="42527"/>
                  <a:pt x="16889" y="44794"/>
                  <a:pt x="16798" y="45428"/>
                </a:cubicBezTo>
                <a:cubicBezTo>
                  <a:pt x="21295" y="45519"/>
                  <a:pt x="25747" y="45565"/>
                  <a:pt x="30153" y="45565"/>
                </a:cubicBezTo>
                <a:lnTo>
                  <a:pt x="43508" y="45428"/>
                </a:lnTo>
                <a:cubicBezTo>
                  <a:pt x="43600" y="45338"/>
                  <a:pt x="43967" y="43841"/>
                  <a:pt x="44610" y="40940"/>
                </a:cubicBezTo>
                <a:cubicBezTo>
                  <a:pt x="45252" y="38038"/>
                  <a:pt x="45987" y="34412"/>
                  <a:pt x="46812" y="30059"/>
                </a:cubicBezTo>
                <a:cubicBezTo>
                  <a:pt x="47639" y="25706"/>
                  <a:pt x="48006" y="21989"/>
                  <a:pt x="47914" y="18906"/>
                </a:cubicBezTo>
                <a:moveTo>
                  <a:pt x="10739" y="77936"/>
                </a:moveTo>
                <a:cubicBezTo>
                  <a:pt x="10739" y="87547"/>
                  <a:pt x="13172" y="92353"/>
                  <a:pt x="18037" y="92353"/>
                </a:cubicBezTo>
                <a:cubicBezTo>
                  <a:pt x="19413" y="92353"/>
                  <a:pt x="20882" y="91899"/>
                  <a:pt x="22442" y="90993"/>
                </a:cubicBezTo>
                <a:cubicBezTo>
                  <a:pt x="24003" y="90086"/>
                  <a:pt x="25885" y="88363"/>
                  <a:pt x="28088" y="85824"/>
                </a:cubicBezTo>
                <a:cubicBezTo>
                  <a:pt x="30290" y="83285"/>
                  <a:pt x="32494" y="79341"/>
                  <a:pt x="34696" y="73991"/>
                </a:cubicBezTo>
                <a:cubicBezTo>
                  <a:pt x="36899" y="68641"/>
                  <a:pt x="39102" y="62022"/>
                  <a:pt x="41305" y="54133"/>
                </a:cubicBezTo>
                <a:lnTo>
                  <a:pt x="41994" y="51821"/>
                </a:lnTo>
                <a:lnTo>
                  <a:pt x="15145" y="51821"/>
                </a:lnTo>
                <a:cubicBezTo>
                  <a:pt x="15145" y="52093"/>
                  <a:pt x="14732" y="53816"/>
                  <a:pt x="13906" y="56990"/>
                </a:cubicBezTo>
                <a:cubicBezTo>
                  <a:pt x="13080" y="60163"/>
                  <a:pt x="12346" y="63699"/>
                  <a:pt x="11703" y="67598"/>
                </a:cubicBezTo>
                <a:cubicBezTo>
                  <a:pt x="11061" y="71498"/>
                  <a:pt x="10739" y="74943"/>
                  <a:pt x="10739" y="7793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52" name="pdf-path-56">
            <a:extLst xmlns:a="http://schemas.openxmlformats.org/drawingml/2006/main">
              <a:ext uri="{FF2B5EF4-FFF2-40B4-BE49-F238E27FC236}">
                <a16:creationId xmlns:a16="http://schemas.microsoft.com/office/drawing/2014/main" id="{87DFB7BE-1DF0-45DC-AB0C-E3857C74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3862" y="2820189"/>
            <a:ext cx="33486" cy="64043"/>
          </a:xfrm>
          <a:custGeom xmlns:a="http://schemas.openxmlformats.org/drawingml/2006/main">
            <a:pathLst>
              <a:path w="33486" h="64043">
                <a:moveTo>
                  <a:pt x="12655" y="8462"/>
                </a:moveTo>
                <a:lnTo>
                  <a:pt x="11389" y="8943"/>
                </a:lnTo>
                <a:cubicBezTo>
                  <a:pt x="10481" y="9263"/>
                  <a:pt x="9183" y="9584"/>
                  <a:pt x="7495" y="9905"/>
                </a:cubicBezTo>
                <a:cubicBezTo>
                  <a:pt x="5808" y="10225"/>
                  <a:pt x="3926" y="10449"/>
                  <a:pt x="1850" y="10577"/>
                </a:cubicBezTo>
                <a:lnTo>
                  <a:pt x="0" y="10577"/>
                </a:lnTo>
                <a:lnTo>
                  <a:pt x="0" y="6154"/>
                </a:lnTo>
                <a:lnTo>
                  <a:pt x="1850" y="6154"/>
                </a:lnTo>
                <a:cubicBezTo>
                  <a:pt x="4900" y="6026"/>
                  <a:pt x="7722" y="5545"/>
                  <a:pt x="10318" y="4712"/>
                </a:cubicBezTo>
                <a:cubicBezTo>
                  <a:pt x="12914" y="3878"/>
                  <a:pt x="14731" y="3109"/>
                  <a:pt x="15770" y="2404"/>
                </a:cubicBezTo>
                <a:cubicBezTo>
                  <a:pt x="16808" y="1699"/>
                  <a:pt x="17716" y="994"/>
                  <a:pt x="18495" y="288"/>
                </a:cubicBezTo>
                <a:cubicBezTo>
                  <a:pt x="18625" y="96"/>
                  <a:pt x="19014" y="0"/>
                  <a:pt x="19663" y="0"/>
                </a:cubicBezTo>
                <a:cubicBezTo>
                  <a:pt x="20247" y="0"/>
                  <a:pt x="20799" y="192"/>
                  <a:pt x="21318" y="577"/>
                </a:cubicBezTo>
                <a:lnTo>
                  <a:pt x="21318" y="29329"/>
                </a:lnTo>
                <a:lnTo>
                  <a:pt x="21416" y="58177"/>
                </a:lnTo>
                <a:cubicBezTo>
                  <a:pt x="21869" y="58626"/>
                  <a:pt x="22259" y="58915"/>
                  <a:pt x="22584" y="59043"/>
                </a:cubicBezTo>
                <a:cubicBezTo>
                  <a:pt x="22908" y="59171"/>
                  <a:pt x="23687" y="59299"/>
                  <a:pt x="24920" y="59427"/>
                </a:cubicBezTo>
                <a:cubicBezTo>
                  <a:pt x="26152" y="59556"/>
                  <a:pt x="28164" y="59620"/>
                  <a:pt x="30955" y="59620"/>
                </a:cubicBezTo>
                <a:lnTo>
                  <a:pt x="33486" y="59620"/>
                </a:lnTo>
                <a:lnTo>
                  <a:pt x="33486" y="64043"/>
                </a:lnTo>
                <a:lnTo>
                  <a:pt x="32415" y="64043"/>
                </a:lnTo>
                <a:cubicBezTo>
                  <a:pt x="31052" y="63851"/>
                  <a:pt x="25893" y="63754"/>
                  <a:pt x="16938" y="63754"/>
                </a:cubicBezTo>
                <a:cubicBezTo>
                  <a:pt x="8112" y="63754"/>
                  <a:pt x="3018" y="63851"/>
                  <a:pt x="1655" y="64043"/>
                </a:cubicBezTo>
                <a:lnTo>
                  <a:pt x="487" y="64043"/>
                </a:lnTo>
                <a:lnTo>
                  <a:pt x="487" y="59620"/>
                </a:lnTo>
                <a:lnTo>
                  <a:pt x="3018" y="59620"/>
                </a:lnTo>
                <a:cubicBezTo>
                  <a:pt x="4445" y="59620"/>
                  <a:pt x="5678" y="59620"/>
                  <a:pt x="6716" y="59620"/>
                </a:cubicBezTo>
                <a:cubicBezTo>
                  <a:pt x="7755" y="59620"/>
                  <a:pt x="8566" y="59588"/>
                  <a:pt x="9150" y="59524"/>
                </a:cubicBezTo>
                <a:cubicBezTo>
                  <a:pt x="9734" y="59459"/>
                  <a:pt x="10253" y="59363"/>
                  <a:pt x="10708" y="59235"/>
                </a:cubicBezTo>
                <a:cubicBezTo>
                  <a:pt x="11162" y="59107"/>
                  <a:pt x="11422" y="59043"/>
                  <a:pt x="11487" y="59043"/>
                </a:cubicBezTo>
                <a:cubicBezTo>
                  <a:pt x="11551" y="59043"/>
                  <a:pt x="11746" y="58882"/>
                  <a:pt x="12070" y="58562"/>
                </a:cubicBezTo>
                <a:cubicBezTo>
                  <a:pt x="12395" y="58241"/>
                  <a:pt x="12590" y="58113"/>
                  <a:pt x="12655" y="58177"/>
                </a:cubicBezTo>
                <a:lnTo>
                  <a:pt x="12655" y="846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2000"/>
              </a:srgbClr>
            </a:solidFill>
            <a:prstDash val="solid"/>
          </a:ln>
        </p:spPr>
      </p:sp>
      <p:sp>
        <p:nvSpPr>
          <p:cNvPr id="53" name="pdf-path-58">
            <a:extLst xmlns:a="http://schemas.openxmlformats.org/drawingml/2006/main">
              <a:ext uri="{FF2B5EF4-FFF2-40B4-BE49-F238E27FC236}">
                <a16:creationId xmlns:a16="http://schemas.microsoft.com/office/drawing/2014/main" id="{24246318-06F3-4C55-803B-721C3D5D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1630" y="2699346"/>
            <a:ext cx="96398" cy="175066"/>
          </a:xfrm>
          <a:custGeom xmlns:a="http://schemas.openxmlformats.org/drawingml/2006/main">
            <a:pathLst>
              <a:path w="96398" h="175066">
                <a:moveTo>
                  <a:pt x="12269" y="166793"/>
                </a:moveTo>
                <a:cubicBezTo>
                  <a:pt x="12529" y="166793"/>
                  <a:pt x="12918" y="166922"/>
                  <a:pt x="13437" y="167178"/>
                </a:cubicBezTo>
                <a:cubicBezTo>
                  <a:pt x="13956" y="167435"/>
                  <a:pt x="14670" y="167627"/>
                  <a:pt x="15579" y="167755"/>
                </a:cubicBezTo>
                <a:cubicBezTo>
                  <a:pt x="16488" y="167884"/>
                  <a:pt x="17267" y="167948"/>
                  <a:pt x="17916" y="167948"/>
                </a:cubicBezTo>
                <a:cubicBezTo>
                  <a:pt x="19603" y="167948"/>
                  <a:pt x="21162" y="167114"/>
                  <a:pt x="22590" y="165447"/>
                </a:cubicBezTo>
                <a:cubicBezTo>
                  <a:pt x="24018" y="163780"/>
                  <a:pt x="25056" y="161920"/>
                  <a:pt x="25706" y="159868"/>
                </a:cubicBezTo>
                <a:cubicBezTo>
                  <a:pt x="27004" y="156405"/>
                  <a:pt x="29212" y="146593"/>
                  <a:pt x="32327" y="130434"/>
                </a:cubicBezTo>
                <a:cubicBezTo>
                  <a:pt x="35443" y="114274"/>
                  <a:pt x="38429" y="98883"/>
                  <a:pt x="41285" y="84263"/>
                </a:cubicBezTo>
                <a:cubicBezTo>
                  <a:pt x="44142" y="69642"/>
                  <a:pt x="45569" y="62267"/>
                  <a:pt x="45569" y="62139"/>
                </a:cubicBezTo>
                <a:lnTo>
                  <a:pt x="45569" y="61562"/>
                </a:lnTo>
                <a:lnTo>
                  <a:pt x="36416" y="61562"/>
                </a:lnTo>
                <a:cubicBezTo>
                  <a:pt x="30315" y="61562"/>
                  <a:pt x="27069" y="61433"/>
                  <a:pt x="26679" y="61177"/>
                </a:cubicBezTo>
                <a:cubicBezTo>
                  <a:pt x="26160" y="60792"/>
                  <a:pt x="25900" y="60151"/>
                  <a:pt x="25900" y="59253"/>
                </a:cubicBezTo>
                <a:lnTo>
                  <a:pt x="27263" y="53866"/>
                </a:lnTo>
                <a:cubicBezTo>
                  <a:pt x="27523" y="53225"/>
                  <a:pt x="28043" y="52904"/>
                  <a:pt x="28822" y="52904"/>
                </a:cubicBezTo>
                <a:cubicBezTo>
                  <a:pt x="29601" y="52904"/>
                  <a:pt x="32652" y="52840"/>
                  <a:pt x="37975" y="52712"/>
                </a:cubicBezTo>
                <a:cubicBezTo>
                  <a:pt x="44206" y="52712"/>
                  <a:pt x="47322" y="52648"/>
                  <a:pt x="47322" y="52520"/>
                </a:cubicBezTo>
                <a:cubicBezTo>
                  <a:pt x="47322" y="52263"/>
                  <a:pt x="47906" y="49057"/>
                  <a:pt x="49075" y="42901"/>
                </a:cubicBezTo>
                <a:cubicBezTo>
                  <a:pt x="50243" y="36745"/>
                  <a:pt x="51022" y="33025"/>
                  <a:pt x="51412" y="31743"/>
                </a:cubicBezTo>
                <a:cubicBezTo>
                  <a:pt x="56216" y="10581"/>
                  <a:pt x="65693" y="0"/>
                  <a:pt x="79845" y="0"/>
                </a:cubicBezTo>
                <a:cubicBezTo>
                  <a:pt x="84648" y="256"/>
                  <a:pt x="88608" y="1667"/>
                  <a:pt x="91724" y="4232"/>
                </a:cubicBezTo>
                <a:cubicBezTo>
                  <a:pt x="94840" y="6798"/>
                  <a:pt x="96398" y="10196"/>
                  <a:pt x="96398" y="14429"/>
                </a:cubicBezTo>
                <a:cubicBezTo>
                  <a:pt x="96398" y="19046"/>
                  <a:pt x="95035" y="22380"/>
                  <a:pt x="92308" y="24432"/>
                </a:cubicBezTo>
                <a:cubicBezTo>
                  <a:pt x="89582" y="26484"/>
                  <a:pt x="86855" y="27574"/>
                  <a:pt x="84129" y="27703"/>
                </a:cubicBezTo>
                <a:cubicBezTo>
                  <a:pt x="78416" y="27703"/>
                  <a:pt x="75561" y="25010"/>
                  <a:pt x="75561" y="19623"/>
                </a:cubicBezTo>
                <a:cubicBezTo>
                  <a:pt x="75561" y="17186"/>
                  <a:pt x="76275" y="15070"/>
                  <a:pt x="77702" y="13274"/>
                </a:cubicBezTo>
                <a:cubicBezTo>
                  <a:pt x="79131" y="11479"/>
                  <a:pt x="80688" y="10132"/>
                  <a:pt x="82376" y="9234"/>
                </a:cubicBezTo>
                <a:lnTo>
                  <a:pt x="84129" y="8273"/>
                </a:lnTo>
                <a:cubicBezTo>
                  <a:pt x="82052" y="7503"/>
                  <a:pt x="80105" y="7118"/>
                  <a:pt x="78287" y="7118"/>
                </a:cubicBezTo>
                <a:cubicBezTo>
                  <a:pt x="76729" y="7118"/>
                  <a:pt x="75236" y="7759"/>
                  <a:pt x="73808" y="9042"/>
                </a:cubicBezTo>
                <a:cubicBezTo>
                  <a:pt x="72379" y="10325"/>
                  <a:pt x="71406" y="12120"/>
                  <a:pt x="70886" y="14429"/>
                </a:cubicBezTo>
                <a:cubicBezTo>
                  <a:pt x="69978" y="18148"/>
                  <a:pt x="68939" y="23150"/>
                  <a:pt x="67771" y="29434"/>
                </a:cubicBezTo>
                <a:cubicBezTo>
                  <a:pt x="66602" y="35719"/>
                  <a:pt x="65563" y="41041"/>
                  <a:pt x="64655" y="45402"/>
                </a:cubicBezTo>
                <a:cubicBezTo>
                  <a:pt x="63746" y="49763"/>
                  <a:pt x="63292" y="52071"/>
                  <a:pt x="63292" y="52328"/>
                </a:cubicBezTo>
                <a:cubicBezTo>
                  <a:pt x="63292" y="52584"/>
                  <a:pt x="66862" y="52712"/>
                  <a:pt x="74002" y="52712"/>
                </a:cubicBezTo>
                <a:cubicBezTo>
                  <a:pt x="79845" y="52712"/>
                  <a:pt x="83221" y="52776"/>
                  <a:pt x="84129" y="52904"/>
                </a:cubicBezTo>
                <a:cubicBezTo>
                  <a:pt x="85038" y="53033"/>
                  <a:pt x="85752" y="53418"/>
                  <a:pt x="86271" y="54059"/>
                </a:cubicBezTo>
                <a:cubicBezTo>
                  <a:pt x="86401" y="54572"/>
                  <a:pt x="86271" y="55662"/>
                  <a:pt x="85882" y="57329"/>
                </a:cubicBezTo>
                <a:cubicBezTo>
                  <a:pt x="85492" y="58997"/>
                  <a:pt x="85168" y="60022"/>
                  <a:pt x="84908" y="60408"/>
                </a:cubicBezTo>
                <a:cubicBezTo>
                  <a:pt x="84648" y="61048"/>
                  <a:pt x="84064" y="61369"/>
                  <a:pt x="83155" y="61369"/>
                </a:cubicBezTo>
                <a:cubicBezTo>
                  <a:pt x="82246" y="61369"/>
                  <a:pt x="78741" y="61433"/>
                  <a:pt x="72639" y="61562"/>
                </a:cubicBezTo>
                <a:lnTo>
                  <a:pt x="61733" y="61562"/>
                </a:lnTo>
                <a:lnTo>
                  <a:pt x="57255" y="85032"/>
                </a:lnTo>
                <a:cubicBezTo>
                  <a:pt x="51022" y="116839"/>
                  <a:pt x="46673" y="136718"/>
                  <a:pt x="44206" y="144670"/>
                </a:cubicBezTo>
                <a:cubicBezTo>
                  <a:pt x="40701" y="155571"/>
                  <a:pt x="36157" y="163651"/>
                  <a:pt x="30575" y="168910"/>
                </a:cubicBezTo>
                <a:cubicBezTo>
                  <a:pt x="25771" y="173014"/>
                  <a:pt x="21032" y="175066"/>
                  <a:pt x="16358" y="175066"/>
                </a:cubicBezTo>
                <a:cubicBezTo>
                  <a:pt x="12203" y="175066"/>
                  <a:pt x="8439" y="173847"/>
                  <a:pt x="5063" y="171411"/>
                </a:cubicBezTo>
                <a:cubicBezTo>
                  <a:pt x="1687" y="168974"/>
                  <a:pt x="0" y="165511"/>
                  <a:pt x="0" y="161022"/>
                </a:cubicBezTo>
                <a:cubicBezTo>
                  <a:pt x="0" y="156277"/>
                  <a:pt x="1363" y="152814"/>
                  <a:pt x="4089" y="150634"/>
                </a:cubicBezTo>
                <a:cubicBezTo>
                  <a:pt x="6816" y="148453"/>
                  <a:pt x="9542" y="147363"/>
                  <a:pt x="12269" y="147363"/>
                </a:cubicBezTo>
                <a:cubicBezTo>
                  <a:pt x="17981" y="147363"/>
                  <a:pt x="20837" y="150056"/>
                  <a:pt x="20837" y="155443"/>
                </a:cubicBezTo>
                <a:cubicBezTo>
                  <a:pt x="20837" y="157880"/>
                  <a:pt x="20123" y="159996"/>
                  <a:pt x="18695" y="161792"/>
                </a:cubicBezTo>
                <a:cubicBezTo>
                  <a:pt x="17267" y="163587"/>
                  <a:pt x="15709" y="164934"/>
                  <a:pt x="14022" y="165831"/>
                </a:cubicBezTo>
                <a:lnTo>
                  <a:pt x="12269" y="16679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54" name="pdf-path-60">
            <a:extLst xmlns:a="http://schemas.openxmlformats.org/drawingml/2006/main">
              <a:ext uri="{FF2B5EF4-FFF2-40B4-BE49-F238E27FC236}">
                <a16:creationId xmlns:a16="http://schemas.microsoft.com/office/drawing/2014/main" id="{B15B3662-CC39-4B84-A656-F199CE98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7589" y="2767941"/>
            <a:ext cx="58791" cy="97249"/>
          </a:xfrm>
          <a:custGeom xmlns:a="http://schemas.openxmlformats.org/drawingml/2006/main">
            <a:pathLst>
              <a:path w="58791" h="97249">
                <a:moveTo>
                  <a:pt x="0" y="68687"/>
                </a:moveTo>
                <a:cubicBezTo>
                  <a:pt x="0" y="59438"/>
                  <a:pt x="1790" y="49690"/>
                  <a:pt x="5370" y="39444"/>
                </a:cubicBezTo>
                <a:cubicBezTo>
                  <a:pt x="8950" y="29198"/>
                  <a:pt x="13814" y="20357"/>
                  <a:pt x="19964" y="12921"/>
                </a:cubicBezTo>
                <a:cubicBezTo>
                  <a:pt x="26114" y="5486"/>
                  <a:pt x="32493" y="1224"/>
                  <a:pt x="39102" y="136"/>
                </a:cubicBezTo>
                <a:cubicBezTo>
                  <a:pt x="39194" y="136"/>
                  <a:pt x="39561" y="136"/>
                  <a:pt x="40204" y="136"/>
                </a:cubicBezTo>
                <a:cubicBezTo>
                  <a:pt x="40846" y="136"/>
                  <a:pt x="41397" y="91"/>
                  <a:pt x="41856" y="0"/>
                </a:cubicBezTo>
                <a:cubicBezTo>
                  <a:pt x="46813" y="363"/>
                  <a:pt x="50668" y="2584"/>
                  <a:pt x="53421" y="6665"/>
                </a:cubicBezTo>
                <a:cubicBezTo>
                  <a:pt x="57001" y="12105"/>
                  <a:pt x="58791" y="19405"/>
                  <a:pt x="58791" y="28563"/>
                </a:cubicBezTo>
                <a:cubicBezTo>
                  <a:pt x="58791" y="38991"/>
                  <a:pt x="56726" y="49599"/>
                  <a:pt x="52595" y="60390"/>
                </a:cubicBezTo>
                <a:cubicBezTo>
                  <a:pt x="48464" y="71180"/>
                  <a:pt x="43187" y="80021"/>
                  <a:pt x="36762" y="86912"/>
                </a:cubicBezTo>
                <a:cubicBezTo>
                  <a:pt x="30337" y="93804"/>
                  <a:pt x="24187" y="97249"/>
                  <a:pt x="18312" y="97249"/>
                </a:cubicBezTo>
                <a:lnTo>
                  <a:pt x="17348" y="97249"/>
                </a:lnTo>
                <a:cubicBezTo>
                  <a:pt x="14044" y="97249"/>
                  <a:pt x="11199" y="96343"/>
                  <a:pt x="8812" y="94529"/>
                </a:cubicBezTo>
                <a:cubicBezTo>
                  <a:pt x="6425" y="92715"/>
                  <a:pt x="4636" y="90312"/>
                  <a:pt x="3442" y="87320"/>
                </a:cubicBezTo>
                <a:cubicBezTo>
                  <a:pt x="2249" y="84328"/>
                  <a:pt x="1377" y="81290"/>
                  <a:pt x="826" y="78208"/>
                </a:cubicBezTo>
                <a:cubicBezTo>
                  <a:pt x="276" y="75124"/>
                  <a:pt x="0" y="71951"/>
                  <a:pt x="0" y="68687"/>
                </a:cubicBezTo>
                <a:moveTo>
                  <a:pt x="47914" y="18906"/>
                </a:moveTo>
                <a:cubicBezTo>
                  <a:pt x="47914" y="9657"/>
                  <a:pt x="45481" y="5033"/>
                  <a:pt x="40617" y="5033"/>
                </a:cubicBezTo>
                <a:cubicBezTo>
                  <a:pt x="37312" y="5033"/>
                  <a:pt x="34099" y="7073"/>
                  <a:pt x="30979" y="11153"/>
                </a:cubicBezTo>
                <a:cubicBezTo>
                  <a:pt x="27858" y="15234"/>
                  <a:pt x="25288" y="19858"/>
                  <a:pt x="23269" y="25027"/>
                </a:cubicBezTo>
                <a:cubicBezTo>
                  <a:pt x="21249" y="30195"/>
                  <a:pt x="19689" y="34729"/>
                  <a:pt x="18588" y="38628"/>
                </a:cubicBezTo>
                <a:cubicBezTo>
                  <a:pt x="17486" y="42527"/>
                  <a:pt x="16890" y="44794"/>
                  <a:pt x="16797" y="45428"/>
                </a:cubicBezTo>
                <a:cubicBezTo>
                  <a:pt x="21295" y="45519"/>
                  <a:pt x="25747" y="45565"/>
                  <a:pt x="30153" y="45565"/>
                </a:cubicBezTo>
                <a:lnTo>
                  <a:pt x="43508" y="45428"/>
                </a:lnTo>
                <a:cubicBezTo>
                  <a:pt x="43600" y="45338"/>
                  <a:pt x="43967" y="43841"/>
                  <a:pt x="44609" y="40940"/>
                </a:cubicBezTo>
                <a:cubicBezTo>
                  <a:pt x="45252" y="38038"/>
                  <a:pt x="45986" y="34412"/>
                  <a:pt x="46813" y="30059"/>
                </a:cubicBezTo>
                <a:cubicBezTo>
                  <a:pt x="47639" y="25706"/>
                  <a:pt x="48006" y="21989"/>
                  <a:pt x="47914" y="18906"/>
                </a:cubicBezTo>
                <a:moveTo>
                  <a:pt x="10739" y="77936"/>
                </a:moveTo>
                <a:cubicBezTo>
                  <a:pt x="10739" y="87547"/>
                  <a:pt x="13172" y="92353"/>
                  <a:pt x="18036" y="92353"/>
                </a:cubicBezTo>
                <a:cubicBezTo>
                  <a:pt x="19413" y="92353"/>
                  <a:pt x="20882" y="91899"/>
                  <a:pt x="22443" y="90993"/>
                </a:cubicBezTo>
                <a:cubicBezTo>
                  <a:pt x="24003" y="90086"/>
                  <a:pt x="25885" y="88363"/>
                  <a:pt x="28088" y="85824"/>
                </a:cubicBezTo>
                <a:cubicBezTo>
                  <a:pt x="30290" y="83285"/>
                  <a:pt x="32493" y="79341"/>
                  <a:pt x="34697" y="73991"/>
                </a:cubicBezTo>
                <a:cubicBezTo>
                  <a:pt x="36899" y="68641"/>
                  <a:pt x="39102" y="62022"/>
                  <a:pt x="41305" y="54133"/>
                </a:cubicBezTo>
                <a:lnTo>
                  <a:pt x="41994" y="51821"/>
                </a:lnTo>
                <a:lnTo>
                  <a:pt x="15146" y="51821"/>
                </a:lnTo>
                <a:cubicBezTo>
                  <a:pt x="15146" y="52093"/>
                  <a:pt x="14732" y="53816"/>
                  <a:pt x="13906" y="56990"/>
                </a:cubicBezTo>
                <a:cubicBezTo>
                  <a:pt x="13080" y="60163"/>
                  <a:pt x="12345" y="63699"/>
                  <a:pt x="11703" y="67598"/>
                </a:cubicBezTo>
                <a:cubicBezTo>
                  <a:pt x="11061" y="71498"/>
                  <a:pt x="10739" y="74943"/>
                  <a:pt x="10739" y="7793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55" name="pdf-path-62">
            <a:extLst xmlns:a="http://schemas.openxmlformats.org/drawingml/2006/main">
              <a:ext uri="{FF2B5EF4-FFF2-40B4-BE49-F238E27FC236}">
                <a16:creationId xmlns:a16="http://schemas.microsoft.com/office/drawing/2014/main" id="{068D7FD5-C149-4C8B-9B7F-CBCF7020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754" y="2820189"/>
            <a:ext cx="38840" cy="64043"/>
          </a:xfrm>
          <a:custGeom xmlns:a="http://schemas.openxmlformats.org/drawingml/2006/main">
            <a:pathLst>
              <a:path w="38840" h="64043">
                <a:moveTo>
                  <a:pt x="5743" y="22790"/>
                </a:moveTo>
                <a:cubicBezTo>
                  <a:pt x="3991" y="22790"/>
                  <a:pt x="2596" y="22213"/>
                  <a:pt x="1557" y="21059"/>
                </a:cubicBezTo>
                <a:cubicBezTo>
                  <a:pt x="520" y="19905"/>
                  <a:pt x="0" y="18495"/>
                  <a:pt x="0" y="16828"/>
                </a:cubicBezTo>
                <a:cubicBezTo>
                  <a:pt x="0" y="12277"/>
                  <a:pt x="1720" y="8334"/>
                  <a:pt x="5160" y="5000"/>
                </a:cubicBezTo>
                <a:cubicBezTo>
                  <a:pt x="8599" y="1666"/>
                  <a:pt x="12882" y="0"/>
                  <a:pt x="18008" y="0"/>
                </a:cubicBezTo>
                <a:cubicBezTo>
                  <a:pt x="23914" y="0"/>
                  <a:pt x="28846" y="1795"/>
                  <a:pt x="32804" y="5385"/>
                </a:cubicBezTo>
                <a:cubicBezTo>
                  <a:pt x="36763" y="8975"/>
                  <a:pt x="38775" y="13623"/>
                  <a:pt x="38840" y="19328"/>
                </a:cubicBezTo>
                <a:cubicBezTo>
                  <a:pt x="38840" y="22085"/>
                  <a:pt x="38191" y="24713"/>
                  <a:pt x="36893" y="27213"/>
                </a:cubicBezTo>
                <a:cubicBezTo>
                  <a:pt x="35595" y="29713"/>
                  <a:pt x="34037" y="31893"/>
                  <a:pt x="32221" y="33752"/>
                </a:cubicBezTo>
                <a:cubicBezTo>
                  <a:pt x="30404" y="35611"/>
                  <a:pt x="27808" y="37983"/>
                  <a:pt x="24433" y="40868"/>
                </a:cubicBezTo>
                <a:cubicBezTo>
                  <a:pt x="22097" y="42856"/>
                  <a:pt x="18853" y="45804"/>
                  <a:pt x="14699" y="49715"/>
                </a:cubicBezTo>
                <a:lnTo>
                  <a:pt x="8956" y="55100"/>
                </a:lnTo>
                <a:lnTo>
                  <a:pt x="16354" y="55196"/>
                </a:lnTo>
                <a:cubicBezTo>
                  <a:pt x="26542" y="55196"/>
                  <a:pt x="31961" y="55036"/>
                  <a:pt x="32610" y="54715"/>
                </a:cubicBezTo>
                <a:cubicBezTo>
                  <a:pt x="33064" y="54587"/>
                  <a:pt x="33843" y="51735"/>
                  <a:pt x="34946" y="46157"/>
                </a:cubicBezTo>
                <a:lnTo>
                  <a:pt x="34946" y="45868"/>
                </a:lnTo>
                <a:lnTo>
                  <a:pt x="38840" y="45868"/>
                </a:lnTo>
                <a:lnTo>
                  <a:pt x="38840" y="46157"/>
                </a:lnTo>
                <a:cubicBezTo>
                  <a:pt x="38775" y="46349"/>
                  <a:pt x="38353" y="49266"/>
                  <a:pt x="37574" y="54908"/>
                </a:cubicBezTo>
                <a:cubicBezTo>
                  <a:pt x="36796" y="60549"/>
                  <a:pt x="36309" y="63498"/>
                  <a:pt x="36115" y="63754"/>
                </a:cubicBezTo>
                <a:lnTo>
                  <a:pt x="36115" y="64043"/>
                </a:lnTo>
                <a:lnTo>
                  <a:pt x="0" y="64043"/>
                </a:lnTo>
                <a:lnTo>
                  <a:pt x="0" y="62216"/>
                </a:lnTo>
                <a:lnTo>
                  <a:pt x="0" y="61062"/>
                </a:lnTo>
                <a:cubicBezTo>
                  <a:pt x="0" y="60613"/>
                  <a:pt x="195" y="60132"/>
                  <a:pt x="584" y="59620"/>
                </a:cubicBezTo>
                <a:cubicBezTo>
                  <a:pt x="974" y="59107"/>
                  <a:pt x="1947" y="57985"/>
                  <a:pt x="3505" y="56254"/>
                </a:cubicBezTo>
                <a:cubicBezTo>
                  <a:pt x="5387" y="54203"/>
                  <a:pt x="7009" y="52407"/>
                  <a:pt x="8372" y="50869"/>
                </a:cubicBezTo>
                <a:cubicBezTo>
                  <a:pt x="8956" y="50228"/>
                  <a:pt x="10059" y="49042"/>
                  <a:pt x="11681" y="47311"/>
                </a:cubicBezTo>
                <a:cubicBezTo>
                  <a:pt x="13304" y="45580"/>
                  <a:pt x="14407" y="44394"/>
                  <a:pt x="14991" y="43753"/>
                </a:cubicBezTo>
                <a:cubicBezTo>
                  <a:pt x="15576" y="43112"/>
                  <a:pt x="16516" y="42054"/>
                  <a:pt x="17814" y="40580"/>
                </a:cubicBezTo>
                <a:cubicBezTo>
                  <a:pt x="19112" y="39105"/>
                  <a:pt x="20020" y="38015"/>
                  <a:pt x="20539" y="37310"/>
                </a:cubicBezTo>
                <a:cubicBezTo>
                  <a:pt x="21059" y="36605"/>
                  <a:pt x="21805" y="35643"/>
                  <a:pt x="22779" y="34426"/>
                </a:cubicBezTo>
                <a:cubicBezTo>
                  <a:pt x="23752" y="33207"/>
                  <a:pt x="24433" y="32182"/>
                  <a:pt x="24823" y="31349"/>
                </a:cubicBezTo>
                <a:cubicBezTo>
                  <a:pt x="25212" y="30515"/>
                  <a:pt x="25699" y="29585"/>
                  <a:pt x="26282" y="28560"/>
                </a:cubicBezTo>
                <a:cubicBezTo>
                  <a:pt x="26867" y="27534"/>
                  <a:pt x="27289" y="26508"/>
                  <a:pt x="27549" y="25482"/>
                </a:cubicBezTo>
                <a:cubicBezTo>
                  <a:pt x="27808" y="24457"/>
                  <a:pt x="28035" y="23495"/>
                  <a:pt x="28230" y="22598"/>
                </a:cubicBezTo>
                <a:cubicBezTo>
                  <a:pt x="28424" y="21700"/>
                  <a:pt x="28522" y="20642"/>
                  <a:pt x="28522" y="19424"/>
                </a:cubicBezTo>
                <a:cubicBezTo>
                  <a:pt x="28522" y="15385"/>
                  <a:pt x="27419" y="11892"/>
                  <a:pt x="25212" y="8943"/>
                </a:cubicBezTo>
                <a:cubicBezTo>
                  <a:pt x="23005" y="5994"/>
                  <a:pt x="19858" y="4519"/>
                  <a:pt x="15770" y="4519"/>
                </a:cubicBezTo>
                <a:cubicBezTo>
                  <a:pt x="13628" y="4519"/>
                  <a:pt x="11746" y="5064"/>
                  <a:pt x="10124" y="6154"/>
                </a:cubicBezTo>
                <a:cubicBezTo>
                  <a:pt x="8502" y="7244"/>
                  <a:pt x="7366" y="8302"/>
                  <a:pt x="6717" y="9327"/>
                </a:cubicBezTo>
                <a:cubicBezTo>
                  <a:pt x="6068" y="10353"/>
                  <a:pt x="5743" y="10962"/>
                  <a:pt x="5743" y="11155"/>
                </a:cubicBezTo>
                <a:cubicBezTo>
                  <a:pt x="5743" y="11219"/>
                  <a:pt x="5905" y="11251"/>
                  <a:pt x="6230" y="11251"/>
                </a:cubicBezTo>
                <a:cubicBezTo>
                  <a:pt x="7398" y="11251"/>
                  <a:pt x="8599" y="11699"/>
                  <a:pt x="9832" y="12597"/>
                </a:cubicBezTo>
                <a:cubicBezTo>
                  <a:pt x="11064" y="13494"/>
                  <a:pt x="11681" y="14969"/>
                  <a:pt x="11681" y="17020"/>
                </a:cubicBezTo>
                <a:cubicBezTo>
                  <a:pt x="11681" y="18623"/>
                  <a:pt x="11162" y="19969"/>
                  <a:pt x="10124" y="21059"/>
                </a:cubicBezTo>
                <a:cubicBezTo>
                  <a:pt x="9086" y="22149"/>
                  <a:pt x="7625" y="22726"/>
                  <a:pt x="5743" y="2279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2000"/>
              </a:srgbClr>
            </a:solidFill>
            <a:prstDash val="solid"/>
          </a:ln>
        </p:spPr>
      </p:sp>
      <p:sp>
        <p:nvSpPr>
          <p:cNvPr id="56" name="pdf-path-64">
            <a:extLst xmlns:a="http://schemas.openxmlformats.org/drawingml/2006/main">
              <a:ext uri="{FF2B5EF4-FFF2-40B4-BE49-F238E27FC236}">
                <a16:creationId xmlns:a16="http://schemas.microsoft.com/office/drawing/2014/main" id="{4DFB5C2C-CD0B-4976-90D5-5620C2C2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6945" y="3264359"/>
            <a:ext cx="441746" cy="205463"/>
          </a:xfrm>
          <a:custGeom xmlns:a="http://schemas.openxmlformats.org/drawingml/2006/main">
            <a:pathLst>
              <a:path w="441746" h="205463">
                <a:moveTo>
                  <a:pt x="0" y="0"/>
                </a:moveTo>
                <a:lnTo>
                  <a:pt x="441746" y="0"/>
                </a:lnTo>
                <a:lnTo>
                  <a:pt x="441746" y="205463"/>
                </a:lnTo>
                <a:lnTo>
                  <a:pt x="0" y="205463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pdf-path-65">
            <a:extLst xmlns:a="http://schemas.openxmlformats.org/drawingml/2006/main">
              <a:ext uri="{FF2B5EF4-FFF2-40B4-BE49-F238E27FC236}">
                <a16:creationId xmlns:a16="http://schemas.microsoft.com/office/drawing/2014/main" id="{EFD8B70D-D03A-4218-83FE-E2B9CB7B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0387" y="3326018"/>
            <a:ext cx="109070" cy="92418"/>
          </a:xfrm>
          <a:custGeom xmlns:a="http://schemas.openxmlformats.org/drawingml/2006/main">
            <a:pathLst>
              <a:path w="109070" h="92418">
                <a:moveTo>
                  <a:pt x="4590" y="30598"/>
                </a:moveTo>
                <a:cubicBezTo>
                  <a:pt x="1530" y="30598"/>
                  <a:pt x="0" y="29904"/>
                  <a:pt x="0" y="28517"/>
                </a:cubicBezTo>
                <a:cubicBezTo>
                  <a:pt x="0" y="27545"/>
                  <a:pt x="1967" y="24493"/>
                  <a:pt x="5902" y="19358"/>
                </a:cubicBezTo>
                <a:cubicBezTo>
                  <a:pt x="9836" y="14224"/>
                  <a:pt x="13771" y="10061"/>
                  <a:pt x="17705" y="6869"/>
                </a:cubicBezTo>
                <a:cubicBezTo>
                  <a:pt x="22805" y="3122"/>
                  <a:pt x="27541" y="971"/>
                  <a:pt x="31913" y="416"/>
                </a:cubicBezTo>
                <a:cubicBezTo>
                  <a:pt x="32787" y="139"/>
                  <a:pt x="45027" y="0"/>
                  <a:pt x="68633" y="0"/>
                </a:cubicBezTo>
                <a:cubicBezTo>
                  <a:pt x="91949" y="0"/>
                  <a:pt x="103970" y="139"/>
                  <a:pt x="104699" y="416"/>
                </a:cubicBezTo>
                <a:cubicBezTo>
                  <a:pt x="107613" y="1110"/>
                  <a:pt x="109070" y="2984"/>
                  <a:pt x="109070" y="6037"/>
                </a:cubicBezTo>
                <a:cubicBezTo>
                  <a:pt x="109070" y="7979"/>
                  <a:pt x="108415" y="9783"/>
                  <a:pt x="107103" y="11448"/>
                </a:cubicBezTo>
                <a:cubicBezTo>
                  <a:pt x="105792" y="13114"/>
                  <a:pt x="104116" y="14224"/>
                  <a:pt x="102076" y="14779"/>
                </a:cubicBezTo>
                <a:cubicBezTo>
                  <a:pt x="101202" y="15056"/>
                  <a:pt x="94207" y="15195"/>
                  <a:pt x="81093" y="15195"/>
                </a:cubicBezTo>
                <a:cubicBezTo>
                  <a:pt x="67978" y="15195"/>
                  <a:pt x="61420" y="15334"/>
                  <a:pt x="61420" y="15611"/>
                </a:cubicBezTo>
                <a:cubicBezTo>
                  <a:pt x="61275" y="15750"/>
                  <a:pt x="60109" y="21440"/>
                  <a:pt x="57923" y="32680"/>
                </a:cubicBezTo>
                <a:cubicBezTo>
                  <a:pt x="55738" y="43919"/>
                  <a:pt x="53406" y="55368"/>
                  <a:pt x="50929" y="67024"/>
                </a:cubicBezTo>
                <a:cubicBezTo>
                  <a:pt x="48452" y="78681"/>
                  <a:pt x="47140" y="84856"/>
                  <a:pt x="46995" y="85549"/>
                </a:cubicBezTo>
                <a:cubicBezTo>
                  <a:pt x="46266" y="87631"/>
                  <a:pt x="44955" y="89296"/>
                  <a:pt x="43060" y="90545"/>
                </a:cubicBezTo>
                <a:cubicBezTo>
                  <a:pt x="41166" y="91794"/>
                  <a:pt x="39053" y="92418"/>
                  <a:pt x="36721" y="92418"/>
                </a:cubicBezTo>
                <a:cubicBezTo>
                  <a:pt x="31913" y="92418"/>
                  <a:pt x="29508" y="90129"/>
                  <a:pt x="29508" y="85549"/>
                </a:cubicBezTo>
                <a:lnTo>
                  <a:pt x="29508" y="83468"/>
                </a:lnTo>
                <a:lnTo>
                  <a:pt x="40437" y="49748"/>
                </a:lnTo>
                <a:cubicBezTo>
                  <a:pt x="42040" y="44752"/>
                  <a:pt x="43789" y="39202"/>
                  <a:pt x="45683" y="33096"/>
                </a:cubicBezTo>
                <a:cubicBezTo>
                  <a:pt x="47577" y="26990"/>
                  <a:pt x="49107" y="22550"/>
                  <a:pt x="50273" y="19774"/>
                </a:cubicBezTo>
                <a:lnTo>
                  <a:pt x="51585" y="15403"/>
                </a:lnTo>
                <a:cubicBezTo>
                  <a:pt x="51585" y="15265"/>
                  <a:pt x="48233" y="15195"/>
                  <a:pt x="41530" y="15195"/>
                </a:cubicBezTo>
                <a:cubicBezTo>
                  <a:pt x="41239" y="15195"/>
                  <a:pt x="40437" y="15195"/>
                  <a:pt x="39126" y="15195"/>
                </a:cubicBezTo>
                <a:cubicBezTo>
                  <a:pt x="37814" y="15195"/>
                  <a:pt x="36794" y="15126"/>
                  <a:pt x="36065" y="14987"/>
                </a:cubicBezTo>
                <a:cubicBezTo>
                  <a:pt x="24700" y="14987"/>
                  <a:pt x="15811" y="19427"/>
                  <a:pt x="9399" y="28309"/>
                </a:cubicBezTo>
                <a:cubicBezTo>
                  <a:pt x="8670" y="29419"/>
                  <a:pt x="8088" y="30043"/>
                  <a:pt x="7650" y="30182"/>
                </a:cubicBezTo>
                <a:cubicBezTo>
                  <a:pt x="7213" y="30320"/>
                  <a:pt x="6193" y="30459"/>
                  <a:pt x="4590" y="3059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58" name="pdf-text-16-0">
            <a:extLst xmlns:a="http://schemas.openxmlformats.org/drawingml/2006/main">
              <a:ext uri="{FF2B5EF4-FFF2-40B4-BE49-F238E27FC236}">
                <a16:creationId xmlns:a16="http://schemas.microsoft.com/office/drawing/2014/main" id="{D677DB96-2297-497B-A422-0711EA89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576" y="2708888"/>
            <a:ext cx="808704" cy="1540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state encoder</a:t>
            </a:r>
          </a:p>
        </p:txBody>
      </p:sp>
      <p:sp>
        <p:nvSpPr>
          <p:cNvPr id="59" name="pdf-path-68">
            <a:extLst xmlns:a="http://schemas.openxmlformats.org/drawingml/2006/main">
              <a:ext uri="{FF2B5EF4-FFF2-40B4-BE49-F238E27FC236}">
                <a16:creationId xmlns:a16="http://schemas.microsoft.com/office/drawing/2014/main" id="{C7E87AD5-0329-4AAD-89CA-226BD9C2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3051" y="3264359"/>
            <a:ext cx="441746" cy="205463"/>
          </a:xfrm>
          <a:custGeom xmlns:a="http://schemas.openxmlformats.org/drawingml/2006/main">
            <a:pathLst>
              <a:path w="441746" h="205463">
                <a:moveTo>
                  <a:pt x="0" y="0"/>
                </a:moveTo>
                <a:lnTo>
                  <a:pt x="441746" y="0"/>
                </a:lnTo>
                <a:lnTo>
                  <a:pt x="441746" y="205463"/>
                </a:lnTo>
                <a:lnTo>
                  <a:pt x="0" y="205463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pdf-path-69">
            <a:extLst xmlns:a="http://schemas.openxmlformats.org/drawingml/2006/main">
              <a:ext uri="{FF2B5EF4-FFF2-40B4-BE49-F238E27FC236}">
                <a16:creationId xmlns:a16="http://schemas.microsoft.com/office/drawing/2014/main" id="{4EC8B622-BFCE-49E7-8ECE-F595C4E8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790" y="3336294"/>
            <a:ext cx="86096" cy="92412"/>
          </a:xfrm>
          <a:custGeom xmlns:a="http://schemas.openxmlformats.org/drawingml/2006/main">
            <a:pathLst>
              <a:path w="86096" h="92412">
                <a:moveTo>
                  <a:pt x="62037" y="21216"/>
                </a:moveTo>
                <a:cubicBezTo>
                  <a:pt x="60711" y="21216"/>
                  <a:pt x="57199" y="20468"/>
                  <a:pt x="51498" y="18972"/>
                </a:cubicBezTo>
                <a:cubicBezTo>
                  <a:pt x="45799" y="17476"/>
                  <a:pt x="41623" y="16728"/>
                  <a:pt x="38972" y="16728"/>
                </a:cubicBezTo>
                <a:cubicBezTo>
                  <a:pt x="36321" y="16728"/>
                  <a:pt x="34067" y="17000"/>
                  <a:pt x="32211" y="17544"/>
                </a:cubicBezTo>
                <a:cubicBezTo>
                  <a:pt x="30356" y="18088"/>
                  <a:pt x="28831" y="18768"/>
                  <a:pt x="27638" y="19584"/>
                </a:cubicBezTo>
                <a:cubicBezTo>
                  <a:pt x="26445" y="20400"/>
                  <a:pt x="25650" y="21148"/>
                  <a:pt x="25253" y="21828"/>
                </a:cubicBezTo>
                <a:cubicBezTo>
                  <a:pt x="24855" y="22508"/>
                  <a:pt x="24391" y="23256"/>
                  <a:pt x="23861" y="24072"/>
                </a:cubicBezTo>
                <a:lnTo>
                  <a:pt x="23463" y="24888"/>
                </a:lnTo>
                <a:cubicBezTo>
                  <a:pt x="23065" y="25296"/>
                  <a:pt x="22071" y="25500"/>
                  <a:pt x="20481" y="25500"/>
                </a:cubicBezTo>
                <a:cubicBezTo>
                  <a:pt x="17696" y="25500"/>
                  <a:pt x="16305" y="24956"/>
                  <a:pt x="16305" y="23868"/>
                </a:cubicBezTo>
                <a:cubicBezTo>
                  <a:pt x="16305" y="23188"/>
                  <a:pt x="16503" y="22236"/>
                  <a:pt x="16901" y="21012"/>
                </a:cubicBezTo>
                <a:cubicBezTo>
                  <a:pt x="18625" y="15708"/>
                  <a:pt x="21475" y="11152"/>
                  <a:pt x="25451" y="7344"/>
                </a:cubicBezTo>
                <a:cubicBezTo>
                  <a:pt x="29428" y="3536"/>
                  <a:pt x="33802" y="1224"/>
                  <a:pt x="38575" y="408"/>
                </a:cubicBezTo>
                <a:cubicBezTo>
                  <a:pt x="40165" y="136"/>
                  <a:pt x="41292" y="0"/>
                  <a:pt x="41955" y="0"/>
                </a:cubicBezTo>
                <a:cubicBezTo>
                  <a:pt x="45268" y="0"/>
                  <a:pt x="48251" y="1156"/>
                  <a:pt x="50902" y="3468"/>
                </a:cubicBezTo>
                <a:cubicBezTo>
                  <a:pt x="53554" y="5780"/>
                  <a:pt x="56072" y="8024"/>
                  <a:pt x="58458" y="10200"/>
                </a:cubicBezTo>
                <a:cubicBezTo>
                  <a:pt x="60844" y="12376"/>
                  <a:pt x="63362" y="13532"/>
                  <a:pt x="66013" y="13668"/>
                </a:cubicBezTo>
                <a:cubicBezTo>
                  <a:pt x="68930" y="13668"/>
                  <a:pt x="71846" y="11424"/>
                  <a:pt x="74763" y="6936"/>
                </a:cubicBezTo>
                <a:cubicBezTo>
                  <a:pt x="77679" y="2448"/>
                  <a:pt x="79203" y="204"/>
                  <a:pt x="79336" y="204"/>
                </a:cubicBezTo>
                <a:cubicBezTo>
                  <a:pt x="79468" y="68"/>
                  <a:pt x="80462" y="0"/>
                  <a:pt x="82318" y="0"/>
                </a:cubicBezTo>
                <a:lnTo>
                  <a:pt x="84903" y="0"/>
                </a:lnTo>
                <a:cubicBezTo>
                  <a:pt x="85699" y="816"/>
                  <a:pt x="86096" y="1360"/>
                  <a:pt x="86096" y="1632"/>
                </a:cubicBezTo>
                <a:cubicBezTo>
                  <a:pt x="86096" y="2176"/>
                  <a:pt x="85765" y="3128"/>
                  <a:pt x="85101" y="4488"/>
                </a:cubicBezTo>
                <a:cubicBezTo>
                  <a:pt x="84439" y="5848"/>
                  <a:pt x="83511" y="7276"/>
                  <a:pt x="82318" y="8772"/>
                </a:cubicBezTo>
                <a:cubicBezTo>
                  <a:pt x="81125" y="10268"/>
                  <a:pt x="79998" y="11764"/>
                  <a:pt x="78938" y="13260"/>
                </a:cubicBezTo>
                <a:cubicBezTo>
                  <a:pt x="77878" y="14756"/>
                  <a:pt x="76950" y="16048"/>
                  <a:pt x="76154" y="17136"/>
                </a:cubicBezTo>
                <a:lnTo>
                  <a:pt x="74763" y="18972"/>
                </a:lnTo>
                <a:cubicBezTo>
                  <a:pt x="69063" y="25908"/>
                  <a:pt x="60049" y="35088"/>
                  <a:pt x="47721" y="46512"/>
                </a:cubicBezTo>
                <a:cubicBezTo>
                  <a:pt x="35393" y="57936"/>
                  <a:pt x="27771" y="65280"/>
                  <a:pt x="24855" y="68544"/>
                </a:cubicBezTo>
                <a:lnTo>
                  <a:pt x="22469" y="70992"/>
                </a:lnTo>
                <a:lnTo>
                  <a:pt x="25451" y="71196"/>
                </a:lnTo>
                <a:cubicBezTo>
                  <a:pt x="28367" y="71196"/>
                  <a:pt x="32609" y="71944"/>
                  <a:pt x="38177" y="73440"/>
                </a:cubicBezTo>
                <a:cubicBezTo>
                  <a:pt x="43744" y="74936"/>
                  <a:pt x="47919" y="75684"/>
                  <a:pt x="50703" y="75684"/>
                </a:cubicBezTo>
                <a:cubicBezTo>
                  <a:pt x="55741" y="75684"/>
                  <a:pt x="60380" y="74392"/>
                  <a:pt x="64622" y="71808"/>
                </a:cubicBezTo>
                <a:cubicBezTo>
                  <a:pt x="68864" y="69224"/>
                  <a:pt x="71648" y="65824"/>
                  <a:pt x="72973" y="61608"/>
                </a:cubicBezTo>
                <a:cubicBezTo>
                  <a:pt x="73503" y="60384"/>
                  <a:pt x="73967" y="59636"/>
                  <a:pt x="74365" y="59364"/>
                </a:cubicBezTo>
                <a:cubicBezTo>
                  <a:pt x="74763" y="59092"/>
                  <a:pt x="75757" y="58956"/>
                  <a:pt x="77347" y="58956"/>
                </a:cubicBezTo>
                <a:cubicBezTo>
                  <a:pt x="79866" y="58956"/>
                  <a:pt x="81125" y="59636"/>
                  <a:pt x="81125" y="60996"/>
                </a:cubicBezTo>
                <a:cubicBezTo>
                  <a:pt x="81125" y="61676"/>
                  <a:pt x="81059" y="62288"/>
                  <a:pt x="80926" y="62832"/>
                </a:cubicBezTo>
                <a:cubicBezTo>
                  <a:pt x="78673" y="71264"/>
                  <a:pt x="74299" y="78268"/>
                  <a:pt x="67803" y="83844"/>
                </a:cubicBezTo>
                <a:cubicBezTo>
                  <a:pt x="61308" y="89420"/>
                  <a:pt x="54813" y="92276"/>
                  <a:pt x="48317" y="92412"/>
                </a:cubicBezTo>
                <a:cubicBezTo>
                  <a:pt x="44871" y="92412"/>
                  <a:pt x="41822" y="91256"/>
                  <a:pt x="39171" y="88944"/>
                </a:cubicBezTo>
                <a:cubicBezTo>
                  <a:pt x="36520" y="86632"/>
                  <a:pt x="33935" y="84320"/>
                  <a:pt x="31416" y="82008"/>
                </a:cubicBezTo>
                <a:cubicBezTo>
                  <a:pt x="28898" y="79696"/>
                  <a:pt x="26379" y="78540"/>
                  <a:pt x="23861" y="78540"/>
                </a:cubicBezTo>
                <a:cubicBezTo>
                  <a:pt x="18028" y="78540"/>
                  <a:pt x="12792" y="82620"/>
                  <a:pt x="8153" y="90780"/>
                </a:cubicBezTo>
                <a:cubicBezTo>
                  <a:pt x="7357" y="91868"/>
                  <a:pt x="6231" y="92412"/>
                  <a:pt x="4773" y="92412"/>
                </a:cubicBezTo>
                <a:lnTo>
                  <a:pt x="3779" y="92412"/>
                </a:lnTo>
                <a:lnTo>
                  <a:pt x="1193" y="92412"/>
                </a:lnTo>
                <a:cubicBezTo>
                  <a:pt x="398" y="91596"/>
                  <a:pt x="0" y="90984"/>
                  <a:pt x="0" y="90576"/>
                </a:cubicBezTo>
                <a:cubicBezTo>
                  <a:pt x="0" y="88536"/>
                  <a:pt x="3845" y="82688"/>
                  <a:pt x="11533" y="73032"/>
                </a:cubicBezTo>
                <a:cubicBezTo>
                  <a:pt x="16702" y="66912"/>
                  <a:pt x="25451" y="58072"/>
                  <a:pt x="37779" y="46512"/>
                </a:cubicBezTo>
                <a:cubicBezTo>
                  <a:pt x="50107" y="34952"/>
                  <a:pt x="57729" y="27608"/>
                  <a:pt x="60645" y="24480"/>
                </a:cubicBezTo>
                <a:cubicBezTo>
                  <a:pt x="62236" y="22304"/>
                  <a:pt x="62700" y="21216"/>
                  <a:pt x="62037" y="2121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61" name="pdf-path-71">
            <a:extLst xmlns:a="http://schemas.openxmlformats.org/drawingml/2006/main">
              <a:ext uri="{FF2B5EF4-FFF2-40B4-BE49-F238E27FC236}">
                <a16:creationId xmlns:a16="http://schemas.microsoft.com/office/drawing/2014/main" id="{1B095188-9615-4152-9DDD-6E1D40E7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76" y="2091216"/>
            <a:ext cx="87140" cy="167254"/>
          </a:xfrm>
          <a:custGeom xmlns:a="http://schemas.openxmlformats.org/drawingml/2006/main">
            <a:pathLst>
              <a:path w="87140" h="167254">
                <a:moveTo>
                  <a:pt x="11091" y="159351"/>
                </a:moveTo>
                <a:cubicBezTo>
                  <a:pt x="11325" y="159351"/>
                  <a:pt x="11677" y="159473"/>
                  <a:pt x="12147" y="159718"/>
                </a:cubicBezTo>
                <a:cubicBezTo>
                  <a:pt x="12616" y="159963"/>
                  <a:pt x="13262" y="160147"/>
                  <a:pt x="14083" y="160270"/>
                </a:cubicBezTo>
                <a:cubicBezTo>
                  <a:pt x="14905" y="160393"/>
                  <a:pt x="15609" y="160454"/>
                  <a:pt x="16196" y="160454"/>
                </a:cubicBezTo>
                <a:cubicBezTo>
                  <a:pt x="17722" y="160454"/>
                  <a:pt x="19130" y="159657"/>
                  <a:pt x="20421" y="158064"/>
                </a:cubicBezTo>
                <a:cubicBezTo>
                  <a:pt x="21712" y="156471"/>
                  <a:pt x="22650" y="154695"/>
                  <a:pt x="23237" y="152734"/>
                </a:cubicBezTo>
                <a:cubicBezTo>
                  <a:pt x="24411" y="149426"/>
                  <a:pt x="26406" y="140052"/>
                  <a:pt x="29222" y="124614"/>
                </a:cubicBezTo>
                <a:cubicBezTo>
                  <a:pt x="32039" y="109175"/>
                  <a:pt x="34739" y="94471"/>
                  <a:pt x="37321" y="80502"/>
                </a:cubicBezTo>
                <a:cubicBezTo>
                  <a:pt x="39902" y="66534"/>
                  <a:pt x="41193" y="59488"/>
                  <a:pt x="41193" y="59366"/>
                </a:cubicBezTo>
                <a:lnTo>
                  <a:pt x="41193" y="58815"/>
                </a:lnTo>
                <a:lnTo>
                  <a:pt x="32920" y="58815"/>
                </a:lnTo>
                <a:cubicBezTo>
                  <a:pt x="27403" y="58815"/>
                  <a:pt x="24469" y="58692"/>
                  <a:pt x="24118" y="58447"/>
                </a:cubicBezTo>
                <a:cubicBezTo>
                  <a:pt x="23648" y="58080"/>
                  <a:pt x="23413" y="57467"/>
                  <a:pt x="23413" y="56609"/>
                </a:cubicBezTo>
                <a:lnTo>
                  <a:pt x="24646" y="51463"/>
                </a:lnTo>
                <a:cubicBezTo>
                  <a:pt x="24880" y="50850"/>
                  <a:pt x="25350" y="50544"/>
                  <a:pt x="26054" y="50544"/>
                </a:cubicBezTo>
                <a:cubicBezTo>
                  <a:pt x="26758" y="50544"/>
                  <a:pt x="29516" y="50482"/>
                  <a:pt x="34328" y="50360"/>
                </a:cubicBezTo>
                <a:cubicBezTo>
                  <a:pt x="39961" y="50360"/>
                  <a:pt x="42778" y="50299"/>
                  <a:pt x="42778" y="50176"/>
                </a:cubicBezTo>
                <a:cubicBezTo>
                  <a:pt x="42778" y="49931"/>
                  <a:pt x="43306" y="46868"/>
                  <a:pt x="44362" y="40986"/>
                </a:cubicBezTo>
                <a:cubicBezTo>
                  <a:pt x="45418" y="35105"/>
                  <a:pt x="46123" y="31552"/>
                  <a:pt x="46474" y="30326"/>
                </a:cubicBezTo>
                <a:cubicBezTo>
                  <a:pt x="50817" y="10109"/>
                  <a:pt x="59384" y="0"/>
                  <a:pt x="72177" y="0"/>
                </a:cubicBezTo>
                <a:cubicBezTo>
                  <a:pt x="76519" y="245"/>
                  <a:pt x="80099" y="1593"/>
                  <a:pt x="82915" y="4043"/>
                </a:cubicBezTo>
                <a:cubicBezTo>
                  <a:pt x="85732" y="6494"/>
                  <a:pt x="87140" y="9741"/>
                  <a:pt x="87140" y="13785"/>
                </a:cubicBezTo>
                <a:cubicBezTo>
                  <a:pt x="87140" y="18196"/>
                  <a:pt x="85908" y="21382"/>
                  <a:pt x="83443" y="23342"/>
                </a:cubicBezTo>
                <a:cubicBezTo>
                  <a:pt x="80978" y="25303"/>
                  <a:pt x="78514" y="26344"/>
                  <a:pt x="76049" y="26466"/>
                </a:cubicBezTo>
                <a:cubicBezTo>
                  <a:pt x="70885" y="26466"/>
                  <a:pt x="68304" y="23893"/>
                  <a:pt x="68304" y="18747"/>
                </a:cubicBezTo>
                <a:cubicBezTo>
                  <a:pt x="68304" y="16419"/>
                  <a:pt x="68949" y="14397"/>
                  <a:pt x="70240" y="12682"/>
                </a:cubicBezTo>
                <a:cubicBezTo>
                  <a:pt x="71531" y="10966"/>
                  <a:pt x="72940" y="9680"/>
                  <a:pt x="74465" y="8822"/>
                </a:cubicBezTo>
                <a:lnTo>
                  <a:pt x="76049" y="7903"/>
                </a:lnTo>
                <a:cubicBezTo>
                  <a:pt x="74172" y="7168"/>
                  <a:pt x="72411" y="6800"/>
                  <a:pt x="70768" y="6800"/>
                </a:cubicBezTo>
                <a:cubicBezTo>
                  <a:pt x="69360" y="6800"/>
                  <a:pt x="68010" y="7413"/>
                  <a:pt x="66719" y="8638"/>
                </a:cubicBezTo>
                <a:cubicBezTo>
                  <a:pt x="65428" y="9864"/>
                  <a:pt x="64548" y="11579"/>
                  <a:pt x="64079" y="13785"/>
                </a:cubicBezTo>
                <a:cubicBezTo>
                  <a:pt x="63257" y="17338"/>
                  <a:pt x="62318" y="22117"/>
                  <a:pt x="61262" y="28121"/>
                </a:cubicBezTo>
                <a:cubicBezTo>
                  <a:pt x="60206" y="34125"/>
                  <a:pt x="59267" y="39210"/>
                  <a:pt x="58445" y="43376"/>
                </a:cubicBezTo>
                <a:cubicBezTo>
                  <a:pt x="57624" y="47542"/>
                  <a:pt x="57213" y="49747"/>
                  <a:pt x="57213" y="49992"/>
                </a:cubicBezTo>
                <a:cubicBezTo>
                  <a:pt x="57213" y="50237"/>
                  <a:pt x="60441" y="50360"/>
                  <a:pt x="66895" y="50360"/>
                </a:cubicBezTo>
                <a:cubicBezTo>
                  <a:pt x="72177" y="50360"/>
                  <a:pt x="75228" y="50421"/>
                  <a:pt x="76049" y="50544"/>
                </a:cubicBezTo>
                <a:cubicBezTo>
                  <a:pt x="76871" y="50666"/>
                  <a:pt x="77516" y="51034"/>
                  <a:pt x="77986" y="51647"/>
                </a:cubicBezTo>
                <a:cubicBezTo>
                  <a:pt x="78103" y="52137"/>
                  <a:pt x="77986" y="53178"/>
                  <a:pt x="77634" y="54771"/>
                </a:cubicBezTo>
                <a:cubicBezTo>
                  <a:pt x="77282" y="56364"/>
                  <a:pt x="76988" y="57344"/>
                  <a:pt x="76753" y="57712"/>
                </a:cubicBezTo>
                <a:cubicBezTo>
                  <a:pt x="76519" y="58325"/>
                  <a:pt x="75991" y="58631"/>
                  <a:pt x="75169" y="58631"/>
                </a:cubicBezTo>
                <a:cubicBezTo>
                  <a:pt x="74348" y="58631"/>
                  <a:pt x="71179" y="58692"/>
                  <a:pt x="65663" y="58815"/>
                </a:cubicBezTo>
                <a:lnTo>
                  <a:pt x="55805" y="58815"/>
                </a:lnTo>
                <a:lnTo>
                  <a:pt x="51756" y="81237"/>
                </a:lnTo>
                <a:cubicBezTo>
                  <a:pt x="46123" y="111625"/>
                  <a:pt x="42191" y="130618"/>
                  <a:pt x="39961" y="138214"/>
                </a:cubicBezTo>
                <a:cubicBezTo>
                  <a:pt x="36792" y="148630"/>
                  <a:pt x="32685" y="156349"/>
                  <a:pt x="27638" y="161373"/>
                </a:cubicBezTo>
                <a:cubicBezTo>
                  <a:pt x="23296" y="165293"/>
                  <a:pt x="19012" y="167254"/>
                  <a:pt x="14787" y="167254"/>
                </a:cubicBezTo>
                <a:cubicBezTo>
                  <a:pt x="11032" y="167254"/>
                  <a:pt x="7629" y="166090"/>
                  <a:pt x="4577" y="163762"/>
                </a:cubicBezTo>
                <a:cubicBezTo>
                  <a:pt x="1526" y="161434"/>
                  <a:pt x="0" y="158126"/>
                  <a:pt x="0" y="153837"/>
                </a:cubicBezTo>
                <a:cubicBezTo>
                  <a:pt x="0" y="149303"/>
                  <a:pt x="1232" y="145995"/>
                  <a:pt x="3697" y="143912"/>
                </a:cubicBezTo>
                <a:cubicBezTo>
                  <a:pt x="6161" y="141829"/>
                  <a:pt x="8626" y="140787"/>
                  <a:pt x="11091" y="140787"/>
                </a:cubicBezTo>
                <a:cubicBezTo>
                  <a:pt x="16254" y="140787"/>
                  <a:pt x="18836" y="143361"/>
                  <a:pt x="18836" y="148507"/>
                </a:cubicBezTo>
                <a:cubicBezTo>
                  <a:pt x="18836" y="150835"/>
                  <a:pt x="18191" y="152857"/>
                  <a:pt x="16900" y="154572"/>
                </a:cubicBezTo>
                <a:cubicBezTo>
                  <a:pt x="15609" y="156287"/>
                  <a:pt x="14201" y="157574"/>
                  <a:pt x="12675" y="158432"/>
                </a:cubicBezTo>
                <a:lnTo>
                  <a:pt x="11091" y="15935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62" name="pdf-path-73">
            <a:extLst xmlns:a="http://schemas.openxmlformats.org/drawingml/2006/main">
              <a:ext uri="{FF2B5EF4-FFF2-40B4-BE49-F238E27FC236}">
                <a16:creationId xmlns:a16="http://schemas.microsoft.com/office/drawing/2014/main" id="{EA238F11-83E0-4B00-83FD-ED9568B5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9419" y="2156751"/>
            <a:ext cx="53145" cy="92910"/>
          </a:xfrm>
          <a:custGeom xmlns:a="http://schemas.openxmlformats.org/drawingml/2006/main">
            <a:pathLst>
              <a:path w="53145" h="92910">
                <a:moveTo>
                  <a:pt x="0" y="65622"/>
                </a:moveTo>
                <a:cubicBezTo>
                  <a:pt x="0" y="56785"/>
                  <a:pt x="1618" y="47473"/>
                  <a:pt x="4854" y="37684"/>
                </a:cubicBezTo>
                <a:cubicBezTo>
                  <a:pt x="8090" y="27895"/>
                  <a:pt x="12488" y="19448"/>
                  <a:pt x="18046" y="12345"/>
                </a:cubicBezTo>
                <a:cubicBezTo>
                  <a:pt x="23606" y="5241"/>
                  <a:pt x="29372" y="1170"/>
                  <a:pt x="35347" y="130"/>
                </a:cubicBezTo>
                <a:cubicBezTo>
                  <a:pt x="35430" y="130"/>
                  <a:pt x="35761" y="130"/>
                  <a:pt x="36342" y="130"/>
                </a:cubicBezTo>
                <a:cubicBezTo>
                  <a:pt x="36923" y="130"/>
                  <a:pt x="37421" y="87"/>
                  <a:pt x="37836" y="0"/>
                </a:cubicBezTo>
                <a:cubicBezTo>
                  <a:pt x="42317" y="347"/>
                  <a:pt x="45801" y="2469"/>
                  <a:pt x="48291" y="6367"/>
                </a:cubicBezTo>
                <a:cubicBezTo>
                  <a:pt x="51527" y="11565"/>
                  <a:pt x="53145" y="18539"/>
                  <a:pt x="53145" y="27288"/>
                </a:cubicBezTo>
                <a:cubicBezTo>
                  <a:pt x="53145" y="37250"/>
                  <a:pt x="51278" y="47386"/>
                  <a:pt x="47544" y="57695"/>
                </a:cubicBezTo>
                <a:cubicBezTo>
                  <a:pt x="43810" y="68004"/>
                  <a:pt x="39039" y="76450"/>
                  <a:pt x="33231" y="83034"/>
                </a:cubicBezTo>
                <a:cubicBezTo>
                  <a:pt x="27423" y="89618"/>
                  <a:pt x="21863" y="92910"/>
                  <a:pt x="16553" y="92910"/>
                </a:cubicBezTo>
                <a:lnTo>
                  <a:pt x="15682" y="92910"/>
                </a:lnTo>
                <a:cubicBezTo>
                  <a:pt x="12695" y="92910"/>
                  <a:pt x="10123" y="92043"/>
                  <a:pt x="7965" y="90311"/>
                </a:cubicBezTo>
                <a:cubicBezTo>
                  <a:pt x="5808" y="88578"/>
                  <a:pt x="4190" y="86283"/>
                  <a:pt x="3111" y="83424"/>
                </a:cubicBezTo>
                <a:cubicBezTo>
                  <a:pt x="2033" y="80565"/>
                  <a:pt x="1244" y="77663"/>
                  <a:pt x="746" y="74718"/>
                </a:cubicBezTo>
                <a:cubicBezTo>
                  <a:pt x="249" y="71772"/>
                  <a:pt x="0" y="68740"/>
                  <a:pt x="0" y="65622"/>
                </a:cubicBezTo>
                <a:moveTo>
                  <a:pt x="43312" y="18062"/>
                </a:moveTo>
                <a:cubicBezTo>
                  <a:pt x="43312" y="9226"/>
                  <a:pt x="41113" y="4808"/>
                  <a:pt x="36716" y="4808"/>
                </a:cubicBezTo>
                <a:cubicBezTo>
                  <a:pt x="33729" y="4808"/>
                  <a:pt x="30824" y="6757"/>
                  <a:pt x="28003" y="10655"/>
                </a:cubicBezTo>
                <a:cubicBezTo>
                  <a:pt x="25182" y="14554"/>
                  <a:pt x="22859" y="18972"/>
                  <a:pt x="21034" y="23910"/>
                </a:cubicBezTo>
                <a:cubicBezTo>
                  <a:pt x="19208" y="28848"/>
                  <a:pt x="17798" y="33179"/>
                  <a:pt x="16802" y="36904"/>
                </a:cubicBezTo>
                <a:cubicBezTo>
                  <a:pt x="15806" y="40629"/>
                  <a:pt x="15267" y="42795"/>
                  <a:pt x="15184" y="43401"/>
                </a:cubicBezTo>
                <a:cubicBezTo>
                  <a:pt x="19250" y="43488"/>
                  <a:pt x="23274" y="43531"/>
                  <a:pt x="27257" y="43531"/>
                </a:cubicBezTo>
                <a:lnTo>
                  <a:pt x="39329" y="43401"/>
                </a:lnTo>
                <a:cubicBezTo>
                  <a:pt x="39412" y="43315"/>
                  <a:pt x="39744" y="41885"/>
                  <a:pt x="40325" y="39113"/>
                </a:cubicBezTo>
                <a:cubicBezTo>
                  <a:pt x="40906" y="36341"/>
                  <a:pt x="41570" y="32876"/>
                  <a:pt x="42317" y="28718"/>
                </a:cubicBezTo>
                <a:cubicBezTo>
                  <a:pt x="43063" y="24560"/>
                  <a:pt x="43395" y="21008"/>
                  <a:pt x="43312" y="18062"/>
                </a:cubicBezTo>
                <a:moveTo>
                  <a:pt x="9708" y="74458"/>
                </a:moveTo>
                <a:cubicBezTo>
                  <a:pt x="9708" y="83640"/>
                  <a:pt x="11906" y="88232"/>
                  <a:pt x="16304" y="88232"/>
                </a:cubicBezTo>
                <a:cubicBezTo>
                  <a:pt x="17549" y="88232"/>
                  <a:pt x="18876" y="87799"/>
                  <a:pt x="20287" y="86932"/>
                </a:cubicBezTo>
                <a:cubicBezTo>
                  <a:pt x="21698" y="86066"/>
                  <a:pt x="23399" y="84420"/>
                  <a:pt x="25390" y="81994"/>
                </a:cubicBezTo>
                <a:cubicBezTo>
                  <a:pt x="27381" y="79569"/>
                  <a:pt x="29372" y="75801"/>
                  <a:pt x="31364" y="70689"/>
                </a:cubicBezTo>
                <a:cubicBezTo>
                  <a:pt x="33355" y="65578"/>
                  <a:pt x="35347" y="59254"/>
                  <a:pt x="37338" y="51718"/>
                </a:cubicBezTo>
                <a:lnTo>
                  <a:pt x="37960" y="49509"/>
                </a:lnTo>
                <a:lnTo>
                  <a:pt x="13691" y="49509"/>
                </a:lnTo>
                <a:cubicBezTo>
                  <a:pt x="13691" y="49769"/>
                  <a:pt x="13317" y="51415"/>
                  <a:pt x="12570" y="54447"/>
                </a:cubicBezTo>
                <a:cubicBezTo>
                  <a:pt x="11824" y="57479"/>
                  <a:pt x="11160" y="60857"/>
                  <a:pt x="10579" y="64582"/>
                </a:cubicBezTo>
                <a:cubicBezTo>
                  <a:pt x="9998" y="68307"/>
                  <a:pt x="9708" y="71599"/>
                  <a:pt x="9708" y="7445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63" name="pdf-path-75">
            <a:extLst xmlns:a="http://schemas.openxmlformats.org/drawingml/2006/main">
              <a:ext uri="{FF2B5EF4-FFF2-40B4-BE49-F238E27FC236}">
                <a16:creationId xmlns:a16="http://schemas.microsoft.com/office/drawing/2014/main" id="{386FEC75-7181-476D-8B10-21B74DFE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845" y="2206667"/>
            <a:ext cx="30270" cy="61185"/>
          </a:xfrm>
          <a:custGeom xmlns:a="http://schemas.openxmlformats.org/drawingml/2006/main">
            <a:pathLst>
              <a:path w="30270" h="61185">
                <a:moveTo>
                  <a:pt x="11439" y="8084"/>
                </a:moveTo>
                <a:lnTo>
                  <a:pt x="10295" y="8544"/>
                </a:lnTo>
                <a:cubicBezTo>
                  <a:pt x="9474" y="8850"/>
                  <a:pt x="8301" y="9156"/>
                  <a:pt x="6776" y="9463"/>
                </a:cubicBezTo>
                <a:cubicBezTo>
                  <a:pt x="5251" y="9769"/>
                  <a:pt x="3549" y="9983"/>
                  <a:pt x="1672" y="10106"/>
                </a:cubicBezTo>
                <a:lnTo>
                  <a:pt x="0" y="10106"/>
                </a:lnTo>
                <a:lnTo>
                  <a:pt x="0" y="5880"/>
                </a:lnTo>
                <a:lnTo>
                  <a:pt x="1672" y="5880"/>
                </a:lnTo>
                <a:cubicBezTo>
                  <a:pt x="4429" y="5757"/>
                  <a:pt x="6981" y="5298"/>
                  <a:pt x="9327" y="4501"/>
                </a:cubicBezTo>
                <a:cubicBezTo>
                  <a:pt x="11674" y="3705"/>
                  <a:pt x="13316" y="2970"/>
                  <a:pt x="14255" y="2297"/>
                </a:cubicBezTo>
                <a:cubicBezTo>
                  <a:pt x="15194" y="1623"/>
                  <a:pt x="16015" y="949"/>
                  <a:pt x="16719" y="276"/>
                </a:cubicBezTo>
                <a:cubicBezTo>
                  <a:pt x="16836" y="92"/>
                  <a:pt x="17188" y="0"/>
                  <a:pt x="17775" y="0"/>
                </a:cubicBezTo>
                <a:cubicBezTo>
                  <a:pt x="18303" y="0"/>
                  <a:pt x="18802" y="184"/>
                  <a:pt x="19271" y="551"/>
                </a:cubicBezTo>
                <a:lnTo>
                  <a:pt x="19271" y="28020"/>
                </a:lnTo>
                <a:lnTo>
                  <a:pt x="19359" y="55581"/>
                </a:lnTo>
                <a:cubicBezTo>
                  <a:pt x="19770" y="56010"/>
                  <a:pt x="20121" y="56286"/>
                  <a:pt x="20415" y="56408"/>
                </a:cubicBezTo>
                <a:cubicBezTo>
                  <a:pt x="20708" y="56530"/>
                  <a:pt x="21412" y="56653"/>
                  <a:pt x="22527" y="56775"/>
                </a:cubicBezTo>
                <a:cubicBezTo>
                  <a:pt x="23641" y="56898"/>
                  <a:pt x="25460" y="56959"/>
                  <a:pt x="27982" y="56959"/>
                </a:cubicBezTo>
                <a:lnTo>
                  <a:pt x="30270" y="56959"/>
                </a:lnTo>
                <a:lnTo>
                  <a:pt x="30270" y="61185"/>
                </a:lnTo>
                <a:lnTo>
                  <a:pt x="29302" y="61185"/>
                </a:lnTo>
                <a:cubicBezTo>
                  <a:pt x="28070" y="61002"/>
                  <a:pt x="23406" y="60910"/>
                  <a:pt x="15311" y="60910"/>
                </a:cubicBezTo>
                <a:cubicBezTo>
                  <a:pt x="7333" y="60910"/>
                  <a:pt x="2728" y="61002"/>
                  <a:pt x="1496" y="61185"/>
                </a:cubicBezTo>
                <a:lnTo>
                  <a:pt x="440" y="61185"/>
                </a:lnTo>
                <a:lnTo>
                  <a:pt x="440" y="56959"/>
                </a:lnTo>
                <a:lnTo>
                  <a:pt x="2728" y="56959"/>
                </a:lnTo>
                <a:cubicBezTo>
                  <a:pt x="4018" y="56959"/>
                  <a:pt x="5133" y="56959"/>
                  <a:pt x="6072" y="56959"/>
                </a:cubicBezTo>
                <a:cubicBezTo>
                  <a:pt x="7010" y="56959"/>
                  <a:pt x="7744" y="56929"/>
                  <a:pt x="8272" y="56867"/>
                </a:cubicBezTo>
                <a:cubicBezTo>
                  <a:pt x="8799" y="56806"/>
                  <a:pt x="9269" y="56714"/>
                  <a:pt x="9680" y="56592"/>
                </a:cubicBezTo>
                <a:cubicBezTo>
                  <a:pt x="10090" y="56469"/>
                  <a:pt x="10325" y="56408"/>
                  <a:pt x="10383" y="56408"/>
                </a:cubicBezTo>
                <a:cubicBezTo>
                  <a:pt x="10442" y="56408"/>
                  <a:pt x="10618" y="56255"/>
                  <a:pt x="10911" y="55949"/>
                </a:cubicBezTo>
                <a:cubicBezTo>
                  <a:pt x="11205" y="55643"/>
                  <a:pt x="11381" y="55520"/>
                  <a:pt x="11439" y="55581"/>
                </a:cubicBezTo>
                <a:lnTo>
                  <a:pt x="11439" y="808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2000"/>
              </a:srgbClr>
            </a:solidFill>
            <a:prstDash val="solid"/>
          </a:ln>
        </p:spPr>
      </p:sp>
      <p:sp>
        <p:nvSpPr>
          <p:cNvPr id="64" name="pdf-path-77">
            <a:extLst xmlns:a="http://schemas.openxmlformats.org/drawingml/2006/main">
              <a:ext uri="{FF2B5EF4-FFF2-40B4-BE49-F238E27FC236}">
                <a16:creationId xmlns:a16="http://schemas.microsoft.com/office/drawing/2014/main" id="{ABDF1333-C7A4-41DA-AF89-23533F5A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131" y="2082946"/>
            <a:ext cx="42074" cy="183796"/>
          </a:xfrm>
          <a:custGeom xmlns:a="http://schemas.openxmlformats.org/drawingml/2006/main">
            <a:pathLst>
              <a:path w="42074" h="183796">
                <a:moveTo>
                  <a:pt x="0" y="91898"/>
                </a:moveTo>
                <a:cubicBezTo>
                  <a:pt x="0" y="83443"/>
                  <a:pt x="587" y="75417"/>
                  <a:pt x="1760" y="67821"/>
                </a:cubicBezTo>
                <a:cubicBezTo>
                  <a:pt x="2934" y="60224"/>
                  <a:pt x="4283" y="53668"/>
                  <a:pt x="5810" y="48154"/>
                </a:cubicBezTo>
                <a:cubicBezTo>
                  <a:pt x="7335" y="42641"/>
                  <a:pt x="9506" y="37249"/>
                  <a:pt x="12323" y="31980"/>
                </a:cubicBezTo>
                <a:cubicBezTo>
                  <a:pt x="15139" y="26712"/>
                  <a:pt x="17369" y="22607"/>
                  <a:pt x="19012" y="19666"/>
                </a:cubicBezTo>
                <a:cubicBezTo>
                  <a:pt x="20656" y="16726"/>
                  <a:pt x="23120" y="13540"/>
                  <a:pt x="26406" y="10109"/>
                </a:cubicBezTo>
                <a:cubicBezTo>
                  <a:pt x="29692" y="6678"/>
                  <a:pt x="31628" y="4595"/>
                  <a:pt x="32215" y="3860"/>
                </a:cubicBezTo>
                <a:cubicBezTo>
                  <a:pt x="32802" y="3125"/>
                  <a:pt x="34269" y="1838"/>
                  <a:pt x="36617" y="0"/>
                </a:cubicBezTo>
                <a:lnTo>
                  <a:pt x="38905" y="0"/>
                </a:lnTo>
                <a:lnTo>
                  <a:pt x="39609" y="0"/>
                </a:lnTo>
                <a:cubicBezTo>
                  <a:pt x="41252" y="0"/>
                  <a:pt x="42074" y="551"/>
                  <a:pt x="42074" y="1654"/>
                </a:cubicBezTo>
                <a:cubicBezTo>
                  <a:pt x="42074" y="2022"/>
                  <a:pt x="41076" y="3308"/>
                  <a:pt x="39081" y="5514"/>
                </a:cubicBezTo>
                <a:cubicBezTo>
                  <a:pt x="37086" y="7720"/>
                  <a:pt x="34680" y="10967"/>
                  <a:pt x="31863" y="15255"/>
                </a:cubicBezTo>
                <a:cubicBezTo>
                  <a:pt x="29047" y="19544"/>
                  <a:pt x="26171" y="24812"/>
                  <a:pt x="23237" y="31061"/>
                </a:cubicBezTo>
                <a:cubicBezTo>
                  <a:pt x="20303" y="37311"/>
                  <a:pt x="17839" y="45765"/>
                  <a:pt x="15844" y="56425"/>
                </a:cubicBezTo>
                <a:cubicBezTo>
                  <a:pt x="13848" y="67086"/>
                  <a:pt x="12851" y="78910"/>
                  <a:pt x="12851" y="91898"/>
                </a:cubicBezTo>
                <a:cubicBezTo>
                  <a:pt x="12851" y="104886"/>
                  <a:pt x="13848" y="116649"/>
                  <a:pt x="15844" y="127187"/>
                </a:cubicBezTo>
                <a:cubicBezTo>
                  <a:pt x="17839" y="137724"/>
                  <a:pt x="20245" y="146240"/>
                  <a:pt x="23061" y="152734"/>
                </a:cubicBezTo>
                <a:cubicBezTo>
                  <a:pt x="25878" y="159228"/>
                  <a:pt x="28753" y="164497"/>
                  <a:pt x="31687" y="168541"/>
                </a:cubicBezTo>
                <a:cubicBezTo>
                  <a:pt x="34621" y="172584"/>
                  <a:pt x="37086" y="175831"/>
                  <a:pt x="39081" y="178282"/>
                </a:cubicBezTo>
                <a:cubicBezTo>
                  <a:pt x="41076" y="180732"/>
                  <a:pt x="42074" y="182019"/>
                  <a:pt x="42074" y="182142"/>
                </a:cubicBezTo>
                <a:cubicBezTo>
                  <a:pt x="42074" y="183244"/>
                  <a:pt x="41193" y="183796"/>
                  <a:pt x="39433" y="183796"/>
                </a:cubicBezTo>
                <a:lnTo>
                  <a:pt x="38905" y="183796"/>
                </a:lnTo>
                <a:lnTo>
                  <a:pt x="36617" y="183796"/>
                </a:lnTo>
                <a:lnTo>
                  <a:pt x="31687" y="179385"/>
                </a:lnTo>
                <a:cubicBezTo>
                  <a:pt x="20656" y="168969"/>
                  <a:pt x="12616" y="155981"/>
                  <a:pt x="7570" y="140420"/>
                </a:cubicBezTo>
                <a:cubicBezTo>
                  <a:pt x="2523" y="124859"/>
                  <a:pt x="0" y="108684"/>
                  <a:pt x="0" y="9189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65" name="pdf-path-79">
            <a:extLst xmlns:a="http://schemas.openxmlformats.org/drawingml/2006/main">
              <a:ext uri="{FF2B5EF4-FFF2-40B4-BE49-F238E27FC236}">
                <a16:creationId xmlns:a16="http://schemas.microsoft.com/office/drawing/2014/main" id="{0C99D4DA-9106-4F08-B6D3-D6587BD7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231" y="2141576"/>
            <a:ext cx="87844" cy="81605"/>
          </a:xfrm>
          <a:custGeom xmlns:a="http://schemas.openxmlformats.org/drawingml/2006/main">
            <a:pathLst>
              <a:path w="87844" h="81605">
                <a:moveTo>
                  <a:pt x="3697" y="27018"/>
                </a:moveTo>
                <a:cubicBezTo>
                  <a:pt x="1233" y="27018"/>
                  <a:pt x="0" y="26405"/>
                  <a:pt x="0" y="25180"/>
                </a:cubicBezTo>
                <a:cubicBezTo>
                  <a:pt x="0" y="24322"/>
                  <a:pt x="1584" y="21627"/>
                  <a:pt x="4753" y="17093"/>
                </a:cubicBezTo>
                <a:cubicBezTo>
                  <a:pt x="7922" y="12560"/>
                  <a:pt x="11091" y="8883"/>
                  <a:pt x="14260" y="6065"/>
                </a:cubicBezTo>
                <a:cubicBezTo>
                  <a:pt x="18367" y="2757"/>
                  <a:pt x="22181" y="858"/>
                  <a:pt x="25702" y="368"/>
                </a:cubicBezTo>
                <a:cubicBezTo>
                  <a:pt x="26406" y="123"/>
                  <a:pt x="36265" y="0"/>
                  <a:pt x="55277" y="0"/>
                </a:cubicBezTo>
                <a:cubicBezTo>
                  <a:pt x="74054" y="0"/>
                  <a:pt x="83737" y="123"/>
                  <a:pt x="84324" y="368"/>
                </a:cubicBezTo>
                <a:cubicBezTo>
                  <a:pt x="86671" y="980"/>
                  <a:pt x="87844" y="2634"/>
                  <a:pt x="87844" y="5330"/>
                </a:cubicBezTo>
                <a:cubicBezTo>
                  <a:pt x="87844" y="7046"/>
                  <a:pt x="87316" y="8638"/>
                  <a:pt x="86260" y="10109"/>
                </a:cubicBezTo>
                <a:cubicBezTo>
                  <a:pt x="85204" y="11579"/>
                  <a:pt x="83854" y="12560"/>
                  <a:pt x="82211" y="13050"/>
                </a:cubicBezTo>
                <a:cubicBezTo>
                  <a:pt x="81507" y="13295"/>
                  <a:pt x="75874" y="13417"/>
                  <a:pt x="65311" y="13417"/>
                </a:cubicBezTo>
                <a:cubicBezTo>
                  <a:pt x="54749" y="13417"/>
                  <a:pt x="49468" y="13540"/>
                  <a:pt x="49468" y="13785"/>
                </a:cubicBezTo>
                <a:cubicBezTo>
                  <a:pt x="49350" y="13907"/>
                  <a:pt x="48411" y="18931"/>
                  <a:pt x="46651" y="28856"/>
                </a:cubicBezTo>
                <a:cubicBezTo>
                  <a:pt x="44890" y="38781"/>
                  <a:pt x="43013" y="48890"/>
                  <a:pt x="41018" y="59182"/>
                </a:cubicBezTo>
                <a:cubicBezTo>
                  <a:pt x="39022" y="69475"/>
                  <a:pt x="37966" y="74927"/>
                  <a:pt x="37849" y="75540"/>
                </a:cubicBezTo>
                <a:cubicBezTo>
                  <a:pt x="37262" y="77378"/>
                  <a:pt x="36206" y="78849"/>
                  <a:pt x="34680" y="79951"/>
                </a:cubicBezTo>
                <a:cubicBezTo>
                  <a:pt x="33155" y="81054"/>
                  <a:pt x="31453" y="81605"/>
                  <a:pt x="29575" y="81605"/>
                </a:cubicBezTo>
                <a:cubicBezTo>
                  <a:pt x="25702" y="81605"/>
                  <a:pt x="23766" y="79584"/>
                  <a:pt x="23766" y="75540"/>
                </a:cubicBezTo>
                <a:lnTo>
                  <a:pt x="23766" y="73702"/>
                </a:lnTo>
                <a:lnTo>
                  <a:pt x="32568" y="43927"/>
                </a:lnTo>
                <a:cubicBezTo>
                  <a:pt x="33859" y="39516"/>
                  <a:pt x="35267" y="34615"/>
                  <a:pt x="36793" y="29224"/>
                </a:cubicBezTo>
                <a:cubicBezTo>
                  <a:pt x="38318" y="23832"/>
                  <a:pt x="39550" y="19911"/>
                  <a:pt x="40490" y="17461"/>
                </a:cubicBezTo>
                <a:lnTo>
                  <a:pt x="41546" y="13601"/>
                </a:lnTo>
                <a:cubicBezTo>
                  <a:pt x="41546" y="13479"/>
                  <a:pt x="38846" y="13417"/>
                  <a:pt x="33448" y="13417"/>
                </a:cubicBezTo>
                <a:cubicBezTo>
                  <a:pt x="33213" y="13417"/>
                  <a:pt x="32568" y="13417"/>
                  <a:pt x="31512" y="13417"/>
                </a:cubicBezTo>
                <a:cubicBezTo>
                  <a:pt x="30455" y="13417"/>
                  <a:pt x="29634" y="13356"/>
                  <a:pt x="29047" y="13233"/>
                </a:cubicBezTo>
                <a:cubicBezTo>
                  <a:pt x="19893" y="13233"/>
                  <a:pt x="12734" y="17154"/>
                  <a:pt x="7570" y="24996"/>
                </a:cubicBezTo>
                <a:cubicBezTo>
                  <a:pt x="6983" y="25977"/>
                  <a:pt x="6514" y="26528"/>
                  <a:pt x="6161" y="26650"/>
                </a:cubicBezTo>
                <a:cubicBezTo>
                  <a:pt x="5810" y="26773"/>
                  <a:pt x="4988" y="26895"/>
                  <a:pt x="3697" y="2701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66" name="pdf-path-81">
            <a:extLst xmlns:a="http://schemas.openxmlformats.org/drawingml/2006/main">
              <a:ext uri="{FF2B5EF4-FFF2-40B4-BE49-F238E27FC236}">
                <a16:creationId xmlns:a16="http://schemas.microsoft.com/office/drawing/2014/main" id="{3DE6E451-061E-4A2B-8BC3-24A7BBF9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5758" y="2082946"/>
            <a:ext cx="42074" cy="183796"/>
          </a:xfrm>
          <a:custGeom xmlns:a="http://schemas.openxmlformats.org/drawingml/2006/main">
            <a:pathLst>
              <a:path w="42074" h="183796">
                <a:moveTo>
                  <a:pt x="880" y="184"/>
                </a:moveTo>
                <a:lnTo>
                  <a:pt x="1584" y="0"/>
                </a:lnTo>
                <a:cubicBezTo>
                  <a:pt x="2171" y="0"/>
                  <a:pt x="2758" y="0"/>
                  <a:pt x="3345" y="0"/>
                </a:cubicBezTo>
                <a:lnTo>
                  <a:pt x="5457" y="0"/>
                </a:lnTo>
                <a:lnTo>
                  <a:pt x="10386" y="4411"/>
                </a:lnTo>
                <a:cubicBezTo>
                  <a:pt x="21418" y="14826"/>
                  <a:pt x="29458" y="27814"/>
                  <a:pt x="34504" y="43376"/>
                </a:cubicBezTo>
                <a:cubicBezTo>
                  <a:pt x="39550" y="58937"/>
                  <a:pt x="42074" y="75111"/>
                  <a:pt x="42074" y="91898"/>
                </a:cubicBezTo>
                <a:cubicBezTo>
                  <a:pt x="42074" y="100230"/>
                  <a:pt x="41487" y="108256"/>
                  <a:pt x="40313" y="115975"/>
                </a:cubicBezTo>
                <a:cubicBezTo>
                  <a:pt x="39140" y="123694"/>
                  <a:pt x="37790" y="130250"/>
                  <a:pt x="36264" y="135641"/>
                </a:cubicBezTo>
                <a:cubicBezTo>
                  <a:pt x="34739" y="141033"/>
                  <a:pt x="32568" y="146424"/>
                  <a:pt x="29751" y="151815"/>
                </a:cubicBezTo>
                <a:cubicBezTo>
                  <a:pt x="26934" y="157207"/>
                  <a:pt x="24704" y="161311"/>
                  <a:pt x="23061" y="164130"/>
                </a:cubicBezTo>
                <a:cubicBezTo>
                  <a:pt x="21418" y="166948"/>
                  <a:pt x="19012" y="170072"/>
                  <a:pt x="15844" y="173503"/>
                </a:cubicBezTo>
                <a:cubicBezTo>
                  <a:pt x="12675" y="176934"/>
                  <a:pt x="10797" y="178956"/>
                  <a:pt x="10210" y="179568"/>
                </a:cubicBezTo>
                <a:cubicBezTo>
                  <a:pt x="9623" y="180181"/>
                  <a:pt x="8274" y="181345"/>
                  <a:pt x="6161" y="183061"/>
                </a:cubicBezTo>
                <a:cubicBezTo>
                  <a:pt x="5809" y="183428"/>
                  <a:pt x="5575" y="183673"/>
                  <a:pt x="5457" y="183796"/>
                </a:cubicBezTo>
                <a:lnTo>
                  <a:pt x="3345" y="183796"/>
                </a:lnTo>
                <a:cubicBezTo>
                  <a:pt x="2406" y="183796"/>
                  <a:pt x="1760" y="183796"/>
                  <a:pt x="1408" y="183796"/>
                </a:cubicBezTo>
                <a:cubicBezTo>
                  <a:pt x="1056" y="183796"/>
                  <a:pt x="763" y="183612"/>
                  <a:pt x="528" y="183244"/>
                </a:cubicBezTo>
                <a:cubicBezTo>
                  <a:pt x="293" y="182877"/>
                  <a:pt x="117" y="182325"/>
                  <a:pt x="0" y="181590"/>
                </a:cubicBezTo>
                <a:cubicBezTo>
                  <a:pt x="117" y="181468"/>
                  <a:pt x="763" y="180671"/>
                  <a:pt x="1936" y="179201"/>
                </a:cubicBezTo>
                <a:cubicBezTo>
                  <a:pt x="20127" y="159473"/>
                  <a:pt x="29222" y="130373"/>
                  <a:pt x="29222" y="91898"/>
                </a:cubicBezTo>
                <a:cubicBezTo>
                  <a:pt x="29222" y="53423"/>
                  <a:pt x="20127" y="24322"/>
                  <a:pt x="1936" y="4595"/>
                </a:cubicBezTo>
                <a:cubicBezTo>
                  <a:pt x="763" y="3125"/>
                  <a:pt x="117" y="2328"/>
                  <a:pt x="0" y="2206"/>
                </a:cubicBezTo>
                <a:cubicBezTo>
                  <a:pt x="0" y="1225"/>
                  <a:pt x="293" y="551"/>
                  <a:pt x="880" y="18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67" name="pdf-path-83">
            <a:extLst xmlns:a="http://schemas.openxmlformats.org/drawingml/2006/main">
              <a:ext uri="{FF2B5EF4-FFF2-40B4-BE49-F238E27FC236}">
                <a16:creationId xmlns:a16="http://schemas.microsoft.com/office/drawing/2014/main" id="{43E7DE78-7DAA-4756-9F31-A703E5C5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9500" y="2011033"/>
            <a:ext cx="688302" cy="308195"/>
          </a:xfrm>
          <a:custGeom xmlns:a="http://schemas.openxmlformats.org/drawingml/2006/main">
            <a:pathLst>
              <a:path w="688302" h="308195">
                <a:moveTo>
                  <a:pt x="0" y="0"/>
                </a:moveTo>
                <a:lnTo>
                  <a:pt x="688302" y="0"/>
                </a:lnTo>
                <a:lnTo>
                  <a:pt x="688302" y="308195"/>
                </a:lnTo>
                <a:lnTo>
                  <a:pt x="0" y="308195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pdf-text-17-0">
            <a:extLst xmlns:a="http://schemas.openxmlformats.org/drawingml/2006/main">
              <a:ext uri="{FF2B5EF4-FFF2-40B4-BE49-F238E27FC236}">
                <a16:creationId xmlns:a16="http://schemas.microsoft.com/office/drawing/2014/main" id="{9569592A-5EAE-4CDB-85B8-6DB97B32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666" y="2000040"/>
            <a:ext cx="282437" cy="1540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state</a:t>
            </a:r>
          </a:p>
        </p:txBody>
      </p:sp>
      <p:sp>
        <p:nvSpPr>
          <p:cNvPr id="69" name="pdf-text-19-0">
            <a:extLst xmlns:a="http://schemas.openxmlformats.org/drawingml/2006/main">
              <a:ext uri="{FF2B5EF4-FFF2-40B4-BE49-F238E27FC236}">
                <a16:creationId xmlns:a16="http://schemas.microsoft.com/office/drawing/2014/main" id="{867C7CC0-A741-4CE5-B483-B4EAAF82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536" y="2184957"/>
            <a:ext cx="684809" cy="1540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embedding</a:t>
            </a:r>
          </a:p>
        </p:txBody>
      </p:sp>
      <p:sp>
        <p:nvSpPr>
          <p:cNvPr id="70" name="pdf-text-20-0">
            <a:extLst xmlns:a="http://schemas.openxmlformats.org/drawingml/2006/main">
              <a:ext uri="{FF2B5EF4-FFF2-40B4-BE49-F238E27FC236}">
                <a16:creationId xmlns:a16="http://schemas.microsoft.com/office/drawing/2014/main" id="{81E9AFBF-1B26-4542-A6C7-498CA0B4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4529" y="2708888"/>
            <a:ext cx="791753" cy="1540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skill encoder</a:t>
            </a:r>
          </a:p>
        </p:txBody>
      </p:sp>
      <p:sp>
        <p:nvSpPr>
          <p:cNvPr id="71" name="pdf-text-21-0">
            <a:extLst xmlns:a="http://schemas.openxmlformats.org/drawingml/2006/main">
              <a:ext uri="{FF2B5EF4-FFF2-40B4-BE49-F238E27FC236}">
                <a16:creationId xmlns:a16="http://schemas.microsoft.com/office/drawing/2014/main" id="{01F42DE1-CD7A-449E-A32C-4A687259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5706" y="2010313"/>
            <a:ext cx="265483" cy="1540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skill</a:t>
            </a:r>
          </a:p>
        </p:txBody>
      </p:sp>
      <p:sp>
        <p:nvSpPr>
          <p:cNvPr id="72" name="pdf-text-23-0">
            <a:extLst xmlns:a="http://schemas.openxmlformats.org/drawingml/2006/main">
              <a:ext uri="{FF2B5EF4-FFF2-40B4-BE49-F238E27FC236}">
                <a16:creationId xmlns:a16="http://schemas.microsoft.com/office/drawing/2014/main" id="{E17FA24B-24D3-40D2-B33C-89651669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6070" y="2195230"/>
            <a:ext cx="684808" cy="1540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embedding</a:t>
            </a:r>
          </a:p>
        </p:txBody>
      </p:sp>
      <p:sp>
        <p:nvSpPr>
          <p:cNvPr id="73" name="pdf-path-91">
            <a:extLst xmlns:a="http://schemas.openxmlformats.org/drawingml/2006/main">
              <a:ext uri="{FF2B5EF4-FFF2-40B4-BE49-F238E27FC236}">
                <a16:creationId xmlns:a16="http://schemas.microsoft.com/office/drawing/2014/main" id="{1EB6B300-F964-4768-82C5-EED18B6F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6081" y="1004263"/>
            <a:ext cx="1836738" cy="2584727"/>
          </a:xfrm>
          <a:custGeom xmlns:a="http://schemas.openxmlformats.org/drawingml/2006/main">
            <a:pathLst>
              <a:path w="1836738" h="2584727">
                <a:moveTo>
                  <a:pt x="0" y="2584727"/>
                </a:moveTo>
                <a:lnTo>
                  <a:pt x="1831602" y="2568290"/>
                </a:lnTo>
                <a:lnTo>
                  <a:pt x="1836738" y="719121"/>
                </a:lnTo>
                <a:lnTo>
                  <a:pt x="1836738" y="0"/>
                </a:lnTo>
                <a:lnTo>
                  <a:pt x="1836738" y="51366"/>
                </a:lnTo>
              </a:path>
            </a:pathLst>
          </a:custGeom>
          <a:noFill xmlns:a="http://schemas.openxmlformats.org/drawingml/2006/main"/>
          <a:ln xmlns:a="http://schemas.openxmlformats.org/drawingml/2006/main" w="20546">
            <a:solidFill>
              <a:srgbClr val="FF66B3"/>
            </a:solidFill>
            <a:prstDash val="solid"/>
          </a:ln>
        </p:spPr>
      </p:sp>
      <p:sp>
        <p:nvSpPr>
          <p:cNvPr id="74" name="pdf-path-92">
            <a:extLst xmlns:a="http://schemas.openxmlformats.org/drawingml/2006/main">
              <a:ext uri="{FF2B5EF4-FFF2-40B4-BE49-F238E27FC236}">
                <a16:creationId xmlns:a16="http://schemas.microsoft.com/office/drawing/2014/main" id="{41364A9F-BB70-494E-887A-85D71A90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6787" y="1024810"/>
            <a:ext cx="816306" cy="95"/>
          </a:xfrm>
          <a:custGeom xmlns:a="http://schemas.openxmlformats.org/drawingml/2006/main">
            <a:pathLst>
              <a:path w="816306" h="95">
                <a:moveTo>
                  <a:pt x="816306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546">
            <a:solidFill>
              <a:srgbClr val="FF66B3"/>
            </a:solidFill>
            <a:prstDash val="solid"/>
          </a:ln>
        </p:spPr>
      </p:sp>
      <p:sp>
        <p:nvSpPr>
          <p:cNvPr id="75" name="pdf-path-93">
            <a:extLst xmlns:a="http://schemas.openxmlformats.org/drawingml/2006/main">
              <a:ext uri="{FF2B5EF4-FFF2-40B4-BE49-F238E27FC236}">
                <a16:creationId xmlns:a16="http://schemas.microsoft.com/office/drawing/2014/main" id="{DC4750AB-4D87-4CE7-BAF0-16D25ECF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3879" y="983717"/>
            <a:ext cx="82185" cy="82185"/>
          </a:xfrm>
          <a:custGeom xmlns:a="http://schemas.openxmlformats.org/drawingml/2006/main">
            <a:pathLst>
              <a:path w="82185" h="82185">
                <a:moveTo>
                  <a:pt x="82185" y="0"/>
                </a:moveTo>
                <a:lnTo>
                  <a:pt x="0" y="41093"/>
                </a:lnTo>
                <a:lnTo>
                  <a:pt x="82185" y="82185"/>
                </a:lnTo>
              </a:path>
            </a:pathLst>
          </a:custGeom>
          <a:noFill xmlns:a="http://schemas.openxmlformats.org/drawingml/2006/main"/>
          <a:ln xmlns:a="http://schemas.openxmlformats.org/drawingml/2006/main" w="20546">
            <a:solidFill>
              <a:srgbClr val="FF66B3"/>
            </a:solidFill>
            <a:prstDash val="solid"/>
          </a:ln>
        </p:spPr>
      </p:sp>
      <p:sp>
        <p:nvSpPr>
          <p:cNvPr id="76" name="pdf-path-94">
            <a:extLst xmlns:a="http://schemas.openxmlformats.org/drawingml/2006/main">
              <a:ext uri="{FF2B5EF4-FFF2-40B4-BE49-F238E27FC236}">
                <a16:creationId xmlns:a16="http://schemas.microsoft.com/office/drawing/2014/main" id="{9BAE9073-C7BB-48F2-9E52-6D7384EB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197" y="3480095"/>
            <a:ext cx="95" cy="102732"/>
          </a:xfrm>
          <a:custGeom xmlns:a="http://schemas.openxmlformats.org/drawingml/2006/main">
            <a:pathLst>
              <a:path w="95" h="102732">
                <a:moveTo>
                  <a:pt x="0" y="10273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546">
            <a:solidFill>
              <a:srgbClr val="FF66B3"/>
            </a:solidFill>
            <a:prstDash val="solid"/>
          </a:ln>
        </p:spPr>
      </p:sp>
      <p:sp>
        <p:nvSpPr>
          <p:cNvPr id="77" name="pdf-path-95">
            <a:extLst xmlns:a="http://schemas.openxmlformats.org/drawingml/2006/main">
              <a:ext uri="{FF2B5EF4-FFF2-40B4-BE49-F238E27FC236}">
                <a16:creationId xmlns:a16="http://schemas.microsoft.com/office/drawing/2014/main" id="{80156D9C-6422-4102-8808-3F3DAA09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2708" y="1328320"/>
            <a:ext cx="77332" cy="117607"/>
          </a:xfrm>
          <a:custGeom xmlns:a="http://schemas.openxmlformats.org/drawingml/2006/main">
            <a:pathLst>
              <a:path w="77332" h="117607">
                <a:moveTo>
                  <a:pt x="0" y="52701"/>
                </a:moveTo>
                <a:cubicBezTo>
                  <a:pt x="0" y="40250"/>
                  <a:pt x="4588" y="28415"/>
                  <a:pt x="13764" y="17197"/>
                </a:cubicBezTo>
                <a:cubicBezTo>
                  <a:pt x="22940" y="5979"/>
                  <a:pt x="33263" y="308"/>
                  <a:pt x="44733" y="185"/>
                </a:cubicBezTo>
                <a:cubicBezTo>
                  <a:pt x="51977" y="185"/>
                  <a:pt x="57531" y="3390"/>
                  <a:pt x="61395" y="9801"/>
                </a:cubicBezTo>
                <a:cubicBezTo>
                  <a:pt x="61515" y="9677"/>
                  <a:pt x="61817" y="9307"/>
                  <a:pt x="62300" y="8691"/>
                </a:cubicBezTo>
                <a:cubicBezTo>
                  <a:pt x="62783" y="8075"/>
                  <a:pt x="63447" y="7397"/>
                  <a:pt x="64292" y="6657"/>
                </a:cubicBezTo>
                <a:cubicBezTo>
                  <a:pt x="65137" y="5917"/>
                  <a:pt x="66103" y="5178"/>
                  <a:pt x="67190" y="4438"/>
                </a:cubicBezTo>
                <a:cubicBezTo>
                  <a:pt x="71295" y="1479"/>
                  <a:pt x="74072" y="0"/>
                  <a:pt x="75521" y="0"/>
                </a:cubicBezTo>
                <a:cubicBezTo>
                  <a:pt x="76004" y="0"/>
                  <a:pt x="76426" y="185"/>
                  <a:pt x="76788" y="555"/>
                </a:cubicBezTo>
                <a:cubicBezTo>
                  <a:pt x="77151" y="925"/>
                  <a:pt x="77332" y="1233"/>
                  <a:pt x="77332" y="1479"/>
                </a:cubicBezTo>
                <a:cubicBezTo>
                  <a:pt x="77332" y="2589"/>
                  <a:pt x="73166" y="20156"/>
                  <a:pt x="64835" y="54181"/>
                </a:cubicBezTo>
                <a:cubicBezTo>
                  <a:pt x="56263" y="89192"/>
                  <a:pt x="51977" y="106943"/>
                  <a:pt x="51977" y="107437"/>
                </a:cubicBezTo>
                <a:cubicBezTo>
                  <a:pt x="51977" y="108423"/>
                  <a:pt x="54693" y="108978"/>
                  <a:pt x="60127" y="109101"/>
                </a:cubicBezTo>
                <a:lnTo>
                  <a:pt x="64654" y="109101"/>
                </a:lnTo>
                <a:cubicBezTo>
                  <a:pt x="65379" y="110087"/>
                  <a:pt x="65741" y="110642"/>
                  <a:pt x="65741" y="110765"/>
                </a:cubicBezTo>
                <a:cubicBezTo>
                  <a:pt x="65741" y="110889"/>
                  <a:pt x="65560" y="111998"/>
                  <a:pt x="65198" y="114094"/>
                </a:cubicBezTo>
                <a:cubicBezTo>
                  <a:pt x="64715" y="115696"/>
                  <a:pt x="64111" y="116868"/>
                  <a:pt x="63386" y="117607"/>
                </a:cubicBezTo>
                <a:lnTo>
                  <a:pt x="61032" y="117607"/>
                </a:lnTo>
                <a:cubicBezTo>
                  <a:pt x="57290" y="117361"/>
                  <a:pt x="50770" y="117237"/>
                  <a:pt x="41473" y="117237"/>
                </a:cubicBezTo>
                <a:cubicBezTo>
                  <a:pt x="38092" y="117237"/>
                  <a:pt x="35014" y="117237"/>
                  <a:pt x="32237" y="117237"/>
                </a:cubicBezTo>
                <a:cubicBezTo>
                  <a:pt x="29460" y="117237"/>
                  <a:pt x="27226" y="117237"/>
                  <a:pt x="25536" y="117237"/>
                </a:cubicBezTo>
                <a:cubicBezTo>
                  <a:pt x="23845" y="117237"/>
                  <a:pt x="22819" y="117299"/>
                  <a:pt x="22457" y="117422"/>
                </a:cubicBezTo>
                <a:cubicBezTo>
                  <a:pt x="20767" y="117422"/>
                  <a:pt x="19921" y="116929"/>
                  <a:pt x="19921" y="115943"/>
                </a:cubicBezTo>
                <a:cubicBezTo>
                  <a:pt x="19921" y="115573"/>
                  <a:pt x="20042" y="114648"/>
                  <a:pt x="20284" y="113169"/>
                </a:cubicBezTo>
                <a:cubicBezTo>
                  <a:pt x="20767" y="111197"/>
                  <a:pt x="21189" y="110025"/>
                  <a:pt x="21552" y="109656"/>
                </a:cubicBezTo>
                <a:cubicBezTo>
                  <a:pt x="21913" y="109286"/>
                  <a:pt x="23121" y="109101"/>
                  <a:pt x="25174" y="109101"/>
                </a:cubicBezTo>
                <a:cubicBezTo>
                  <a:pt x="30969" y="109101"/>
                  <a:pt x="34470" y="108669"/>
                  <a:pt x="35678" y="107807"/>
                </a:cubicBezTo>
                <a:cubicBezTo>
                  <a:pt x="36644" y="107190"/>
                  <a:pt x="38334" y="101766"/>
                  <a:pt x="40749" y="91534"/>
                </a:cubicBezTo>
                <a:cubicBezTo>
                  <a:pt x="43163" y="81302"/>
                  <a:pt x="44431" y="76062"/>
                  <a:pt x="44552" y="75816"/>
                </a:cubicBezTo>
                <a:cubicBezTo>
                  <a:pt x="44552" y="75693"/>
                  <a:pt x="44129" y="75877"/>
                  <a:pt x="43284" y="76371"/>
                </a:cubicBezTo>
                <a:cubicBezTo>
                  <a:pt x="37489" y="81178"/>
                  <a:pt x="31452" y="83582"/>
                  <a:pt x="25174" y="83582"/>
                </a:cubicBezTo>
                <a:cubicBezTo>
                  <a:pt x="18533" y="83582"/>
                  <a:pt x="12677" y="81117"/>
                  <a:pt x="7606" y="76186"/>
                </a:cubicBezTo>
                <a:cubicBezTo>
                  <a:pt x="2535" y="71255"/>
                  <a:pt x="0" y="63427"/>
                  <a:pt x="0" y="52701"/>
                </a:cubicBezTo>
                <a:moveTo>
                  <a:pt x="57772" y="21450"/>
                </a:moveTo>
                <a:cubicBezTo>
                  <a:pt x="54996" y="11711"/>
                  <a:pt x="50468" y="6842"/>
                  <a:pt x="44189" y="6842"/>
                </a:cubicBezTo>
                <a:cubicBezTo>
                  <a:pt x="39964" y="6842"/>
                  <a:pt x="35919" y="8753"/>
                  <a:pt x="32055" y="12574"/>
                </a:cubicBezTo>
                <a:cubicBezTo>
                  <a:pt x="28192" y="16396"/>
                  <a:pt x="25174" y="21389"/>
                  <a:pt x="23000" y="27553"/>
                </a:cubicBezTo>
                <a:cubicBezTo>
                  <a:pt x="19499" y="37291"/>
                  <a:pt x="17024" y="47400"/>
                  <a:pt x="15575" y="57879"/>
                </a:cubicBezTo>
                <a:cubicBezTo>
                  <a:pt x="15575" y="58249"/>
                  <a:pt x="15575" y="58927"/>
                  <a:pt x="15575" y="59913"/>
                </a:cubicBezTo>
                <a:cubicBezTo>
                  <a:pt x="15575" y="60899"/>
                  <a:pt x="15514" y="61639"/>
                  <a:pt x="15394" y="62132"/>
                </a:cubicBezTo>
                <a:cubicBezTo>
                  <a:pt x="15394" y="67679"/>
                  <a:pt x="16481" y="71501"/>
                  <a:pt x="18654" y="73597"/>
                </a:cubicBezTo>
                <a:cubicBezTo>
                  <a:pt x="20827" y="75693"/>
                  <a:pt x="23423" y="76802"/>
                  <a:pt x="26441" y="76925"/>
                </a:cubicBezTo>
                <a:cubicBezTo>
                  <a:pt x="32961" y="76925"/>
                  <a:pt x="39662" y="72487"/>
                  <a:pt x="46544" y="63611"/>
                </a:cubicBezTo>
                <a:lnTo>
                  <a:pt x="47993" y="61577"/>
                </a:lnTo>
                <a:lnTo>
                  <a:pt x="57772" y="21450"/>
                </a:lnTo>
              </a:path>
            </a:pathLst>
          </a:custGeom>
          <a:solidFill xmlns:a="http://schemas.openxmlformats.org/drawingml/2006/main">
            <a:srgbClr val="FF66B3"/>
          </a:solidFill>
          <a:ln xmlns:a="http://schemas.openxmlformats.org/drawingml/2006/main" w="0">
            <a:solidFill>
              <a:srgbClr val="FF66B3">
                <a:alpha val="4000"/>
              </a:srgbClr>
            </a:solidFill>
            <a:prstDash val="solid"/>
          </a:ln>
        </p:spPr>
      </p:sp>
      <p:sp>
        <p:nvSpPr>
          <p:cNvPr id="78" name="pdf-path-97">
            <a:extLst xmlns:a="http://schemas.openxmlformats.org/drawingml/2006/main">
              <a:ext uri="{FF2B5EF4-FFF2-40B4-BE49-F238E27FC236}">
                <a16:creationId xmlns:a16="http://schemas.microsoft.com/office/drawing/2014/main" id="{8B25505F-6242-49FC-A289-79CF12D5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063" y="1271366"/>
            <a:ext cx="43284" cy="184917"/>
          </a:xfrm>
          <a:custGeom xmlns:a="http://schemas.openxmlformats.org/drawingml/2006/main">
            <a:pathLst>
              <a:path w="43284" h="184917">
                <a:moveTo>
                  <a:pt x="0" y="92458"/>
                </a:moveTo>
                <a:cubicBezTo>
                  <a:pt x="0" y="83952"/>
                  <a:pt x="603" y="75877"/>
                  <a:pt x="1811" y="68234"/>
                </a:cubicBezTo>
                <a:cubicBezTo>
                  <a:pt x="3018" y="60591"/>
                  <a:pt x="4407" y="53996"/>
                  <a:pt x="5977" y="48448"/>
                </a:cubicBezTo>
                <a:cubicBezTo>
                  <a:pt x="7546" y="42901"/>
                  <a:pt x="9779" y="37477"/>
                  <a:pt x="12677" y="32175"/>
                </a:cubicBezTo>
                <a:cubicBezTo>
                  <a:pt x="15575" y="26875"/>
                  <a:pt x="17869" y="22745"/>
                  <a:pt x="19559" y="19786"/>
                </a:cubicBezTo>
                <a:cubicBezTo>
                  <a:pt x="21249" y="16828"/>
                  <a:pt x="23785" y="13622"/>
                  <a:pt x="27166" y="10170"/>
                </a:cubicBezTo>
                <a:cubicBezTo>
                  <a:pt x="30546" y="6719"/>
                  <a:pt x="32538" y="4623"/>
                  <a:pt x="33142" y="3883"/>
                </a:cubicBezTo>
                <a:cubicBezTo>
                  <a:pt x="33746" y="3143"/>
                  <a:pt x="35255" y="1849"/>
                  <a:pt x="37670" y="0"/>
                </a:cubicBezTo>
                <a:lnTo>
                  <a:pt x="40024" y="0"/>
                </a:lnTo>
                <a:lnTo>
                  <a:pt x="40749" y="0"/>
                </a:lnTo>
                <a:cubicBezTo>
                  <a:pt x="42439" y="0"/>
                  <a:pt x="43284" y="555"/>
                  <a:pt x="43284" y="1664"/>
                </a:cubicBezTo>
                <a:cubicBezTo>
                  <a:pt x="43284" y="2034"/>
                  <a:pt x="42258" y="3329"/>
                  <a:pt x="40205" y="5547"/>
                </a:cubicBezTo>
                <a:cubicBezTo>
                  <a:pt x="38153" y="7767"/>
                  <a:pt x="35677" y="11033"/>
                  <a:pt x="32780" y="15348"/>
                </a:cubicBezTo>
                <a:cubicBezTo>
                  <a:pt x="29882" y="19663"/>
                  <a:pt x="26924" y="24964"/>
                  <a:pt x="23906" y="31251"/>
                </a:cubicBezTo>
                <a:cubicBezTo>
                  <a:pt x="20887" y="37538"/>
                  <a:pt x="18352" y="46044"/>
                  <a:pt x="16299" y="56770"/>
                </a:cubicBezTo>
                <a:cubicBezTo>
                  <a:pt x="14247" y="67495"/>
                  <a:pt x="13221" y="79391"/>
                  <a:pt x="13221" y="92458"/>
                </a:cubicBezTo>
                <a:cubicBezTo>
                  <a:pt x="13221" y="105526"/>
                  <a:pt x="14247" y="117361"/>
                  <a:pt x="16299" y="127962"/>
                </a:cubicBezTo>
                <a:cubicBezTo>
                  <a:pt x="18352" y="138565"/>
                  <a:pt x="20827" y="147132"/>
                  <a:pt x="23725" y="153666"/>
                </a:cubicBezTo>
                <a:cubicBezTo>
                  <a:pt x="26623" y="160200"/>
                  <a:pt x="29580" y="165501"/>
                  <a:pt x="32599" y="169569"/>
                </a:cubicBezTo>
                <a:cubicBezTo>
                  <a:pt x="35617" y="173637"/>
                  <a:pt x="38153" y="176904"/>
                  <a:pt x="40205" y="179369"/>
                </a:cubicBezTo>
                <a:cubicBezTo>
                  <a:pt x="42258" y="181835"/>
                  <a:pt x="43284" y="183129"/>
                  <a:pt x="43284" y="183253"/>
                </a:cubicBezTo>
                <a:cubicBezTo>
                  <a:pt x="43284" y="184362"/>
                  <a:pt x="42379" y="184917"/>
                  <a:pt x="40567" y="184917"/>
                </a:cubicBezTo>
                <a:lnTo>
                  <a:pt x="40024" y="184917"/>
                </a:lnTo>
                <a:lnTo>
                  <a:pt x="37670" y="184917"/>
                </a:lnTo>
                <a:lnTo>
                  <a:pt x="32599" y="180479"/>
                </a:lnTo>
                <a:cubicBezTo>
                  <a:pt x="21249" y="170000"/>
                  <a:pt x="12979" y="156933"/>
                  <a:pt x="7787" y="141277"/>
                </a:cubicBezTo>
                <a:cubicBezTo>
                  <a:pt x="2596" y="125620"/>
                  <a:pt x="0" y="109347"/>
                  <a:pt x="0" y="92458"/>
                </a:cubicBezTo>
              </a:path>
            </a:pathLst>
          </a:custGeom>
          <a:solidFill xmlns:a="http://schemas.openxmlformats.org/drawingml/2006/main">
            <a:srgbClr val="FF66B3"/>
          </a:solidFill>
          <a:ln xmlns:a="http://schemas.openxmlformats.org/drawingml/2006/main" w="0">
            <a:solidFill>
              <a:srgbClr val="FF66B3">
                <a:alpha val="4000"/>
              </a:srgbClr>
            </a:solidFill>
            <a:prstDash val="solid"/>
          </a:ln>
        </p:spPr>
      </p:sp>
      <p:sp>
        <p:nvSpPr>
          <p:cNvPr id="79" name="pdf-path-99">
            <a:extLst xmlns:a="http://schemas.openxmlformats.org/drawingml/2006/main">
              <a:ext uri="{FF2B5EF4-FFF2-40B4-BE49-F238E27FC236}">
                <a16:creationId xmlns:a16="http://schemas.microsoft.com/office/drawing/2014/main" id="{8C3294EE-EB40-4BAB-B27B-436C2EF2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749" y="1330354"/>
            <a:ext cx="90372" cy="82103"/>
          </a:xfrm>
          <a:custGeom xmlns:a="http://schemas.openxmlformats.org/drawingml/2006/main">
            <a:pathLst>
              <a:path w="90372" h="82103">
                <a:moveTo>
                  <a:pt x="3803" y="27183"/>
                </a:moveTo>
                <a:cubicBezTo>
                  <a:pt x="1268" y="27183"/>
                  <a:pt x="0" y="26566"/>
                  <a:pt x="0" y="25334"/>
                </a:cubicBezTo>
                <a:cubicBezTo>
                  <a:pt x="0" y="24471"/>
                  <a:pt x="1630" y="21758"/>
                  <a:pt x="4890" y="17197"/>
                </a:cubicBezTo>
                <a:cubicBezTo>
                  <a:pt x="8150" y="12636"/>
                  <a:pt x="11410" y="8938"/>
                  <a:pt x="14670" y="6102"/>
                </a:cubicBezTo>
                <a:cubicBezTo>
                  <a:pt x="18895" y="2774"/>
                  <a:pt x="22820" y="863"/>
                  <a:pt x="26442" y="370"/>
                </a:cubicBezTo>
                <a:cubicBezTo>
                  <a:pt x="27166" y="123"/>
                  <a:pt x="37308" y="0"/>
                  <a:pt x="56867" y="0"/>
                </a:cubicBezTo>
                <a:cubicBezTo>
                  <a:pt x="76185" y="0"/>
                  <a:pt x="86146" y="123"/>
                  <a:pt x="86749" y="370"/>
                </a:cubicBezTo>
                <a:cubicBezTo>
                  <a:pt x="89164" y="986"/>
                  <a:pt x="90372" y="2651"/>
                  <a:pt x="90372" y="5363"/>
                </a:cubicBezTo>
                <a:cubicBezTo>
                  <a:pt x="90372" y="7089"/>
                  <a:pt x="89828" y="8691"/>
                  <a:pt x="88741" y="10170"/>
                </a:cubicBezTo>
                <a:cubicBezTo>
                  <a:pt x="87655" y="11650"/>
                  <a:pt x="86267" y="12636"/>
                  <a:pt x="84576" y="13129"/>
                </a:cubicBezTo>
                <a:cubicBezTo>
                  <a:pt x="83852" y="13376"/>
                  <a:pt x="78056" y="13499"/>
                  <a:pt x="67190" y="13499"/>
                </a:cubicBezTo>
                <a:cubicBezTo>
                  <a:pt x="56324" y="13499"/>
                  <a:pt x="50890" y="13622"/>
                  <a:pt x="50890" y="13869"/>
                </a:cubicBezTo>
                <a:cubicBezTo>
                  <a:pt x="50770" y="13992"/>
                  <a:pt x="49804" y="19046"/>
                  <a:pt x="47993" y="29032"/>
                </a:cubicBezTo>
                <a:cubicBezTo>
                  <a:pt x="46182" y="39017"/>
                  <a:pt x="44250" y="49188"/>
                  <a:pt x="42198" y="59543"/>
                </a:cubicBezTo>
                <a:cubicBezTo>
                  <a:pt x="40145" y="69899"/>
                  <a:pt x="39059" y="75385"/>
                  <a:pt x="38938" y="76001"/>
                </a:cubicBezTo>
                <a:cubicBezTo>
                  <a:pt x="38334" y="77850"/>
                  <a:pt x="37247" y="79329"/>
                  <a:pt x="35678" y="80439"/>
                </a:cubicBezTo>
                <a:cubicBezTo>
                  <a:pt x="34108" y="81548"/>
                  <a:pt x="32357" y="82103"/>
                  <a:pt x="30426" y="82103"/>
                </a:cubicBezTo>
                <a:cubicBezTo>
                  <a:pt x="26442" y="82103"/>
                  <a:pt x="24449" y="80069"/>
                  <a:pt x="24449" y="76001"/>
                </a:cubicBezTo>
                <a:lnTo>
                  <a:pt x="24449" y="74152"/>
                </a:lnTo>
                <a:lnTo>
                  <a:pt x="33505" y="44195"/>
                </a:lnTo>
                <a:cubicBezTo>
                  <a:pt x="34833" y="39757"/>
                  <a:pt x="36282" y="34826"/>
                  <a:pt x="37851" y="29402"/>
                </a:cubicBezTo>
                <a:cubicBezTo>
                  <a:pt x="39421" y="23978"/>
                  <a:pt x="40689" y="20033"/>
                  <a:pt x="41654" y="17567"/>
                </a:cubicBezTo>
                <a:lnTo>
                  <a:pt x="42741" y="13684"/>
                </a:lnTo>
                <a:cubicBezTo>
                  <a:pt x="42741" y="13561"/>
                  <a:pt x="39964" y="13499"/>
                  <a:pt x="34410" y="13499"/>
                </a:cubicBezTo>
                <a:cubicBezTo>
                  <a:pt x="34169" y="13499"/>
                  <a:pt x="33505" y="13499"/>
                  <a:pt x="32418" y="13499"/>
                </a:cubicBezTo>
                <a:cubicBezTo>
                  <a:pt x="31332" y="13499"/>
                  <a:pt x="30486" y="13437"/>
                  <a:pt x="29883" y="13314"/>
                </a:cubicBezTo>
                <a:cubicBezTo>
                  <a:pt x="20465" y="13314"/>
                  <a:pt x="13100" y="17259"/>
                  <a:pt x="7788" y="25149"/>
                </a:cubicBezTo>
                <a:cubicBezTo>
                  <a:pt x="7184" y="26135"/>
                  <a:pt x="6701" y="26690"/>
                  <a:pt x="6339" y="26813"/>
                </a:cubicBezTo>
                <a:cubicBezTo>
                  <a:pt x="5977" y="26936"/>
                  <a:pt x="5132" y="27060"/>
                  <a:pt x="3803" y="27183"/>
                </a:cubicBezTo>
              </a:path>
            </a:pathLst>
          </a:custGeom>
          <a:solidFill xmlns:a="http://schemas.openxmlformats.org/drawingml/2006/main">
            <a:srgbClr val="FF66B3"/>
          </a:solidFill>
          <a:ln xmlns:a="http://schemas.openxmlformats.org/drawingml/2006/main" w="0">
            <a:solidFill>
              <a:srgbClr val="FF66B3">
                <a:alpha val="4000"/>
              </a:srgbClr>
            </a:solidFill>
            <a:prstDash val="solid"/>
          </a:ln>
        </p:spPr>
      </p:sp>
      <p:sp>
        <p:nvSpPr>
          <p:cNvPr id="80" name="pdf-path-101">
            <a:extLst xmlns:a="http://schemas.openxmlformats.org/drawingml/2006/main">
              <a:ext uri="{FF2B5EF4-FFF2-40B4-BE49-F238E27FC236}">
                <a16:creationId xmlns:a16="http://schemas.microsoft.com/office/drawing/2014/main" id="{527229B3-B0D2-4799-9D62-9E7F8CA7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247" y="1387678"/>
            <a:ext cx="23906" cy="58372"/>
          </a:xfrm>
          <a:custGeom xmlns:a="http://schemas.openxmlformats.org/drawingml/2006/main">
            <a:pathLst>
              <a:path w="23906" h="58372">
                <a:moveTo>
                  <a:pt x="0" y="15903"/>
                </a:moveTo>
                <a:cubicBezTo>
                  <a:pt x="0" y="15903"/>
                  <a:pt x="0" y="14362"/>
                  <a:pt x="0" y="11280"/>
                </a:cubicBezTo>
                <a:cubicBezTo>
                  <a:pt x="0" y="8198"/>
                  <a:pt x="966" y="5547"/>
                  <a:pt x="2898" y="3329"/>
                </a:cubicBezTo>
                <a:cubicBezTo>
                  <a:pt x="4829" y="1110"/>
                  <a:pt x="7425" y="0"/>
                  <a:pt x="10685" y="0"/>
                </a:cubicBezTo>
                <a:cubicBezTo>
                  <a:pt x="14066" y="0"/>
                  <a:pt x="17084" y="1541"/>
                  <a:pt x="19740" y="4623"/>
                </a:cubicBezTo>
                <a:cubicBezTo>
                  <a:pt x="22397" y="7705"/>
                  <a:pt x="23785" y="13129"/>
                  <a:pt x="23906" y="20896"/>
                </a:cubicBezTo>
                <a:cubicBezTo>
                  <a:pt x="23906" y="25210"/>
                  <a:pt x="23362" y="29402"/>
                  <a:pt x="22276" y="33470"/>
                </a:cubicBezTo>
                <a:cubicBezTo>
                  <a:pt x="21189" y="37538"/>
                  <a:pt x="19921" y="41052"/>
                  <a:pt x="18473" y="44010"/>
                </a:cubicBezTo>
                <a:cubicBezTo>
                  <a:pt x="17024" y="46969"/>
                  <a:pt x="15454" y="49496"/>
                  <a:pt x="13764" y="51592"/>
                </a:cubicBezTo>
                <a:cubicBezTo>
                  <a:pt x="12074" y="53688"/>
                  <a:pt x="10625" y="55352"/>
                  <a:pt x="9418" y="56585"/>
                </a:cubicBezTo>
                <a:cubicBezTo>
                  <a:pt x="8210" y="57817"/>
                  <a:pt x="7425" y="58372"/>
                  <a:pt x="7063" y="58249"/>
                </a:cubicBezTo>
                <a:cubicBezTo>
                  <a:pt x="6580" y="58249"/>
                  <a:pt x="5795" y="57694"/>
                  <a:pt x="4709" y="56585"/>
                </a:cubicBezTo>
                <a:cubicBezTo>
                  <a:pt x="3622" y="55475"/>
                  <a:pt x="3079" y="54674"/>
                  <a:pt x="3079" y="54181"/>
                </a:cubicBezTo>
                <a:cubicBezTo>
                  <a:pt x="3079" y="53688"/>
                  <a:pt x="3743" y="52701"/>
                  <a:pt x="5071" y="51222"/>
                </a:cubicBezTo>
                <a:cubicBezTo>
                  <a:pt x="6399" y="49743"/>
                  <a:pt x="7908" y="47894"/>
                  <a:pt x="9599" y="45675"/>
                </a:cubicBezTo>
                <a:cubicBezTo>
                  <a:pt x="11289" y="43455"/>
                  <a:pt x="12858" y="40374"/>
                  <a:pt x="14307" y="36429"/>
                </a:cubicBezTo>
                <a:cubicBezTo>
                  <a:pt x="15756" y="32484"/>
                  <a:pt x="16722" y="27984"/>
                  <a:pt x="17205" y="22930"/>
                </a:cubicBezTo>
                <a:lnTo>
                  <a:pt x="17205" y="20711"/>
                </a:lnTo>
                <a:lnTo>
                  <a:pt x="17024" y="20896"/>
                </a:lnTo>
                <a:cubicBezTo>
                  <a:pt x="16782" y="21019"/>
                  <a:pt x="16481" y="21142"/>
                  <a:pt x="16118" y="21266"/>
                </a:cubicBezTo>
                <a:cubicBezTo>
                  <a:pt x="15756" y="21389"/>
                  <a:pt x="15394" y="21574"/>
                  <a:pt x="15032" y="21820"/>
                </a:cubicBezTo>
                <a:cubicBezTo>
                  <a:pt x="14669" y="22067"/>
                  <a:pt x="14126" y="22190"/>
                  <a:pt x="13402" y="22190"/>
                </a:cubicBezTo>
                <a:cubicBezTo>
                  <a:pt x="12677" y="22190"/>
                  <a:pt x="11953" y="22252"/>
                  <a:pt x="11228" y="22375"/>
                </a:cubicBezTo>
                <a:cubicBezTo>
                  <a:pt x="7969" y="22375"/>
                  <a:pt x="5312" y="21327"/>
                  <a:pt x="3260" y="19232"/>
                </a:cubicBezTo>
                <a:lnTo>
                  <a:pt x="0" y="15903"/>
                </a:lnTo>
              </a:path>
            </a:pathLst>
          </a:custGeom>
          <a:solidFill xmlns:a="http://schemas.openxmlformats.org/drawingml/2006/main">
            <a:srgbClr val="FF66B3"/>
          </a:solidFill>
          <a:ln xmlns:a="http://schemas.openxmlformats.org/drawingml/2006/main" w="0">
            <a:solidFill>
              <a:srgbClr val="FF66B3">
                <a:alpha val="4000"/>
              </a:srgbClr>
            </a:solidFill>
            <a:prstDash val="solid"/>
          </a:ln>
        </p:spPr>
      </p:sp>
      <p:sp>
        <p:nvSpPr>
          <p:cNvPr id="81" name="pdf-path-103">
            <a:extLst xmlns:a="http://schemas.openxmlformats.org/drawingml/2006/main">
              <a:ext uri="{FF2B5EF4-FFF2-40B4-BE49-F238E27FC236}">
                <a16:creationId xmlns:a16="http://schemas.microsoft.com/office/drawing/2014/main" id="{B2F357D1-2F72-412B-AD36-EDE854AF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0997" y="1328320"/>
            <a:ext cx="78418" cy="83767"/>
          </a:xfrm>
          <a:custGeom xmlns:a="http://schemas.openxmlformats.org/drawingml/2006/main">
            <a:pathLst>
              <a:path w="78418" h="83767">
                <a:moveTo>
                  <a:pt x="56505" y="19231"/>
                </a:moveTo>
                <a:cubicBezTo>
                  <a:pt x="55297" y="19231"/>
                  <a:pt x="52097" y="18553"/>
                  <a:pt x="46906" y="17197"/>
                </a:cubicBezTo>
                <a:cubicBezTo>
                  <a:pt x="41714" y="15841"/>
                  <a:pt x="37911" y="15163"/>
                  <a:pt x="35496" y="15163"/>
                </a:cubicBezTo>
                <a:cubicBezTo>
                  <a:pt x="33082" y="15163"/>
                  <a:pt x="31029" y="15410"/>
                  <a:pt x="29339" y="15903"/>
                </a:cubicBezTo>
                <a:cubicBezTo>
                  <a:pt x="27648" y="16396"/>
                  <a:pt x="26260" y="17012"/>
                  <a:pt x="25173" y="17752"/>
                </a:cubicBezTo>
                <a:cubicBezTo>
                  <a:pt x="24087" y="18492"/>
                  <a:pt x="23362" y="19170"/>
                  <a:pt x="23000" y="19786"/>
                </a:cubicBezTo>
                <a:cubicBezTo>
                  <a:pt x="22638" y="20402"/>
                  <a:pt x="22215" y="21080"/>
                  <a:pt x="21733" y="21820"/>
                </a:cubicBezTo>
                <a:lnTo>
                  <a:pt x="21370" y="22560"/>
                </a:lnTo>
                <a:cubicBezTo>
                  <a:pt x="21008" y="22930"/>
                  <a:pt x="20102" y="23115"/>
                  <a:pt x="18654" y="23115"/>
                </a:cubicBezTo>
                <a:cubicBezTo>
                  <a:pt x="16118" y="23115"/>
                  <a:pt x="14850" y="22621"/>
                  <a:pt x="14850" y="21635"/>
                </a:cubicBezTo>
                <a:cubicBezTo>
                  <a:pt x="14850" y="21019"/>
                  <a:pt x="15031" y="20156"/>
                  <a:pt x="15394" y="19046"/>
                </a:cubicBezTo>
                <a:cubicBezTo>
                  <a:pt x="16963" y="14239"/>
                  <a:pt x="19559" y="10109"/>
                  <a:pt x="23181" y="6657"/>
                </a:cubicBezTo>
                <a:cubicBezTo>
                  <a:pt x="26803" y="3205"/>
                  <a:pt x="30788" y="1109"/>
                  <a:pt x="35134" y="370"/>
                </a:cubicBezTo>
                <a:cubicBezTo>
                  <a:pt x="36583" y="123"/>
                  <a:pt x="37609" y="0"/>
                  <a:pt x="38213" y="0"/>
                </a:cubicBezTo>
                <a:cubicBezTo>
                  <a:pt x="41231" y="0"/>
                  <a:pt x="43948" y="1048"/>
                  <a:pt x="46362" y="3143"/>
                </a:cubicBezTo>
                <a:cubicBezTo>
                  <a:pt x="48778" y="5239"/>
                  <a:pt x="51071" y="7273"/>
                  <a:pt x="53245" y="9246"/>
                </a:cubicBezTo>
                <a:cubicBezTo>
                  <a:pt x="55418" y="11218"/>
                  <a:pt x="57712" y="12266"/>
                  <a:pt x="60127" y="12390"/>
                </a:cubicBezTo>
                <a:cubicBezTo>
                  <a:pt x="62783" y="12390"/>
                  <a:pt x="65439" y="10355"/>
                  <a:pt x="68095" y="6287"/>
                </a:cubicBezTo>
                <a:cubicBezTo>
                  <a:pt x="70751" y="2219"/>
                  <a:pt x="72140" y="185"/>
                  <a:pt x="72261" y="185"/>
                </a:cubicBezTo>
                <a:cubicBezTo>
                  <a:pt x="72381" y="62"/>
                  <a:pt x="73287" y="0"/>
                  <a:pt x="74977" y="0"/>
                </a:cubicBezTo>
                <a:lnTo>
                  <a:pt x="77332" y="0"/>
                </a:lnTo>
                <a:cubicBezTo>
                  <a:pt x="78056" y="740"/>
                  <a:pt x="78418" y="1233"/>
                  <a:pt x="78418" y="1479"/>
                </a:cubicBezTo>
                <a:cubicBezTo>
                  <a:pt x="78418" y="1972"/>
                  <a:pt x="78116" y="2835"/>
                  <a:pt x="77513" y="4068"/>
                </a:cubicBezTo>
                <a:cubicBezTo>
                  <a:pt x="76909" y="5301"/>
                  <a:pt x="76064" y="6595"/>
                  <a:pt x="74977" y="7951"/>
                </a:cubicBezTo>
                <a:cubicBezTo>
                  <a:pt x="73891" y="9307"/>
                  <a:pt x="72864" y="10664"/>
                  <a:pt x="71898" y="12020"/>
                </a:cubicBezTo>
                <a:cubicBezTo>
                  <a:pt x="70933" y="13376"/>
                  <a:pt x="70087" y="14547"/>
                  <a:pt x="69363" y="15533"/>
                </a:cubicBezTo>
                <a:lnTo>
                  <a:pt x="68095" y="17197"/>
                </a:lnTo>
                <a:cubicBezTo>
                  <a:pt x="62904" y="23484"/>
                  <a:pt x="54693" y="31806"/>
                  <a:pt x="43465" y="42161"/>
                </a:cubicBezTo>
                <a:cubicBezTo>
                  <a:pt x="32236" y="52516"/>
                  <a:pt x="25294" y="59173"/>
                  <a:pt x="22638" y="62132"/>
                </a:cubicBezTo>
                <a:lnTo>
                  <a:pt x="20465" y="64351"/>
                </a:lnTo>
                <a:lnTo>
                  <a:pt x="23181" y="64536"/>
                </a:lnTo>
                <a:cubicBezTo>
                  <a:pt x="25837" y="64536"/>
                  <a:pt x="29701" y="65214"/>
                  <a:pt x="34772" y="66570"/>
                </a:cubicBezTo>
                <a:cubicBezTo>
                  <a:pt x="39843" y="67926"/>
                  <a:pt x="43646" y="68604"/>
                  <a:pt x="46181" y="68604"/>
                </a:cubicBezTo>
                <a:cubicBezTo>
                  <a:pt x="50770" y="68604"/>
                  <a:pt x="54995" y="67433"/>
                  <a:pt x="58859" y="65091"/>
                </a:cubicBezTo>
                <a:cubicBezTo>
                  <a:pt x="62722" y="62748"/>
                  <a:pt x="65258" y="59666"/>
                  <a:pt x="66465" y="55845"/>
                </a:cubicBezTo>
                <a:cubicBezTo>
                  <a:pt x="66948" y="54735"/>
                  <a:pt x="67371" y="54057"/>
                  <a:pt x="67733" y="53811"/>
                </a:cubicBezTo>
                <a:cubicBezTo>
                  <a:pt x="68095" y="53564"/>
                  <a:pt x="69001" y="53441"/>
                  <a:pt x="70449" y="53441"/>
                </a:cubicBezTo>
                <a:cubicBezTo>
                  <a:pt x="72743" y="53441"/>
                  <a:pt x="73891" y="54057"/>
                  <a:pt x="73891" y="55290"/>
                </a:cubicBezTo>
                <a:cubicBezTo>
                  <a:pt x="73891" y="55906"/>
                  <a:pt x="73830" y="56461"/>
                  <a:pt x="73710" y="56954"/>
                </a:cubicBezTo>
                <a:cubicBezTo>
                  <a:pt x="71657" y="64598"/>
                  <a:pt x="67672" y="70946"/>
                  <a:pt x="61757" y="76001"/>
                </a:cubicBezTo>
                <a:cubicBezTo>
                  <a:pt x="55841" y="81055"/>
                  <a:pt x="49924" y="83644"/>
                  <a:pt x="44008" y="83767"/>
                </a:cubicBezTo>
                <a:cubicBezTo>
                  <a:pt x="40869" y="83767"/>
                  <a:pt x="38092" y="82720"/>
                  <a:pt x="35677" y="80624"/>
                </a:cubicBezTo>
                <a:cubicBezTo>
                  <a:pt x="33263" y="78528"/>
                  <a:pt x="30909" y="76432"/>
                  <a:pt x="28614" y="74337"/>
                </a:cubicBezTo>
                <a:cubicBezTo>
                  <a:pt x="26320" y="72241"/>
                  <a:pt x="24026" y="71193"/>
                  <a:pt x="21733" y="71193"/>
                </a:cubicBezTo>
                <a:cubicBezTo>
                  <a:pt x="16420" y="71193"/>
                  <a:pt x="11651" y="74891"/>
                  <a:pt x="7425" y="82288"/>
                </a:cubicBezTo>
                <a:cubicBezTo>
                  <a:pt x="6701" y="83274"/>
                  <a:pt x="5674" y="83767"/>
                  <a:pt x="4346" y="83767"/>
                </a:cubicBezTo>
                <a:lnTo>
                  <a:pt x="3441" y="83767"/>
                </a:lnTo>
                <a:lnTo>
                  <a:pt x="1087" y="83767"/>
                </a:lnTo>
                <a:cubicBezTo>
                  <a:pt x="362" y="83028"/>
                  <a:pt x="0" y="82473"/>
                  <a:pt x="0" y="82103"/>
                </a:cubicBezTo>
                <a:cubicBezTo>
                  <a:pt x="0" y="80254"/>
                  <a:pt x="3501" y="74953"/>
                  <a:pt x="10504" y="66200"/>
                </a:cubicBezTo>
                <a:cubicBezTo>
                  <a:pt x="15213" y="60653"/>
                  <a:pt x="23181" y="52640"/>
                  <a:pt x="34410" y="42161"/>
                </a:cubicBezTo>
                <a:cubicBezTo>
                  <a:pt x="45638" y="31682"/>
                  <a:pt x="52581" y="25025"/>
                  <a:pt x="55237" y="22190"/>
                </a:cubicBezTo>
                <a:cubicBezTo>
                  <a:pt x="56686" y="20218"/>
                  <a:pt x="57108" y="19231"/>
                  <a:pt x="56505" y="19231"/>
                </a:cubicBezTo>
              </a:path>
            </a:pathLst>
          </a:custGeom>
          <a:solidFill xmlns:a="http://schemas.openxmlformats.org/drawingml/2006/main">
            <a:srgbClr val="FF66B3"/>
          </a:solidFill>
          <a:ln xmlns:a="http://schemas.openxmlformats.org/drawingml/2006/main" w="0">
            <a:solidFill>
              <a:srgbClr val="FF66B3">
                <a:alpha val="4000"/>
              </a:srgbClr>
            </a:solidFill>
            <a:prstDash val="solid"/>
          </a:ln>
        </p:spPr>
      </p:sp>
      <p:sp>
        <p:nvSpPr>
          <p:cNvPr id="82" name="pdf-path-105">
            <a:extLst xmlns:a="http://schemas.openxmlformats.org/drawingml/2006/main">
              <a:ext uri="{FF2B5EF4-FFF2-40B4-BE49-F238E27FC236}">
                <a16:creationId xmlns:a16="http://schemas.microsoft.com/office/drawing/2014/main" id="{DE508E89-B79D-49D0-9C18-EF3437B3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8832" y="1271366"/>
            <a:ext cx="43284" cy="184917"/>
          </a:xfrm>
          <a:custGeom xmlns:a="http://schemas.openxmlformats.org/drawingml/2006/main">
            <a:pathLst>
              <a:path w="43284" h="184917">
                <a:moveTo>
                  <a:pt x="906" y="185"/>
                </a:moveTo>
                <a:lnTo>
                  <a:pt x="1630" y="0"/>
                </a:lnTo>
                <a:cubicBezTo>
                  <a:pt x="2234" y="0"/>
                  <a:pt x="2837" y="0"/>
                  <a:pt x="3441" y="0"/>
                </a:cubicBezTo>
                <a:lnTo>
                  <a:pt x="5614" y="0"/>
                </a:lnTo>
                <a:lnTo>
                  <a:pt x="10685" y="4438"/>
                </a:lnTo>
                <a:cubicBezTo>
                  <a:pt x="22034" y="14917"/>
                  <a:pt x="30305" y="27984"/>
                  <a:pt x="35496" y="43640"/>
                </a:cubicBezTo>
                <a:cubicBezTo>
                  <a:pt x="40688" y="59297"/>
                  <a:pt x="43284" y="75569"/>
                  <a:pt x="43284" y="92458"/>
                </a:cubicBezTo>
                <a:cubicBezTo>
                  <a:pt x="43284" y="100841"/>
                  <a:pt x="42680" y="108916"/>
                  <a:pt x="41473" y="116683"/>
                </a:cubicBezTo>
                <a:cubicBezTo>
                  <a:pt x="40266" y="124449"/>
                  <a:pt x="38877" y="131044"/>
                  <a:pt x="37308" y="136469"/>
                </a:cubicBezTo>
                <a:cubicBezTo>
                  <a:pt x="35738" y="141893"/>
                  <a:pt x="33504" y="147317"/>
                  <a:pt x="30606" y="152741"/>
                </a:cubicBezTo>
                <a:cubicBezTo>
                  <a:pt x="27709" y="158166"/>
                  <a:pt x="25415" y="162295"/>
                  <a:pt x="23725" y="165131"/>
                </a:cubicBezTo>
                <a:cubicBezTo>
                  <a:pt x="22034" y="167966"/>
                  <a:pt x="19559" y="171110"/>
                  <a:pt x="16299" y="174562"/>
                </a:cubicBezTo>
                <a:cubicBezTo>
                  <a:pt x="13040" y="178013"/>
                  <a:pt x="11108" y="180047"/>
                  <a:pt x="10504" y="180664"/>
                </a:cubicBezTo>
                <a:cubicBezTo>
                  <a:pt x="9900" y="181280"/>
                  <a:pt x="8512" y="182451"/>
                  <a:pt x="6338" y="184177"/>
                </a:cubicBezTo>
                <a:cubicBezTo>
                  <a:pt x="5977" y="184547"/>
                  <a:pt x="5735" y="184794"/>
                  <a:pt x="5614" y="184917"/>
                </a:cubicBezTo>
                <a:lnTo>
                  <a:pt x="3441" y="184917"/>
                </a:lnTo>
                <a:cubicBezTo>
                  <a:pt x="2475" y="184917"/>
                  <a:pt x="1811" y="184917"/>
                  <a:pt x="1449" y="184917"/>
                </a:cubicBezTo>
                <a:cubicBezTo>
                  <a:pt x="1087" y="184917"/>
                  <a:pt x="785" y="184732"/>
                  <a:pt x="543" y="184362"/>
                </a:cubicBezTo>
                <a:cubicBezTo>
                  <a:pt x="302" y="183992"/>
                  <a:pt x="121" y="183437"/>
                  <a:pt x="0" y="182698"/>
                </a:cubicBezTo>
                <a:cubicBezTo>
                  <a:pt x="121" y="182575"/>
                  <a:pt x="785" y="181773"/>
                  <a:pt x="1992" y="180294"/>
                </a:cubicBezTo>
                <a:cubicBezTo>
                  <a:pt x="20706" y="160446"/>
                  <a:pt x="30063" y="131168"/>
                  <a:pt x="30063" y="92458"/>
                </a:cubicBezTo>
                <a:cubicBezTo>
                  <a:pt x="30063" y="53749"/>
                  <a:pt x="20706" y="24471"/>
                  <a:pt x="1992" y="4623"/>
                </a:cubicBezTo>
                <a:cubicBezTo>
                  <a:pt x="785" y="3143"/>
                  <a:pt x="121" y="2342"/>
                  <a:pt x="0" y="2219"/>
                </a:cubicBezTo>
                <a:cubicBezTo>
                  <a:pt x="0" y="1233"/>
                  <a:pt x="302" y="555"/>
                  <a:pt x="906" y="185"/>
                </a:cubicBezTo>
              </a:path>
            </a:pathLst>
          </a:custGeom>
          <a:solidFill xmlns:a="http://schemas.openxmlformats.org/drawingml/2006/main">
            <a:srgbClr val="FF66B3"/>
          </a:solidFill>
          <a:ln xmlns:a="http://schemas.openxmlformats.org/drawingml/2006/main" w="0">
            <a:solidFill>
              <a:srgbClr val="FF66B3">
                <a:alpha val="4000"/>
              </a:srgbClr>
            </a:solidFill>
            <a:prstDash val="solid"/>
          </a:ln>
        </p:spPr>
      </p:sp>
      <p:sp>
        <p:nvSpPr>
          <p:cNvPr id="83" name="pdf-path-107">
            <a:extLst xmlns:a="http://schemas.openxmlformats.org/drawingml/2006/main">
              <a:ext uri="{FF2B5EF4-FFF2-40B4-BE49-F238E27FC236}">
                <a16:creationId xmlns:a16="http://schemas.microsoft.com/office/drawing/2014/main" id="{6789304B-B21C-4DF7-A262-BD683DF6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906" y="657441"/>
            <a:ext cx="95" cy="2668557"/>
          </a:xfrm>
          <a:custGeom xmlns:a="http://schemas.openxmlformats.org/drawingml/2006/main">
            <a:pathLst>
              <a:path w="95" h="2668557">
                <a:moveTo>
                  <a:pt x="0" y="266855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546">
            <a:solidFill>
              <a:srgbClr val="000000"/>
            </a:solidFill>
            <a:prstDash val="solid"/>
          </a:ln>
        </p:spPr>
      </p:sp>
      <p:sp>
        <p:nvSpPr>
          <p:cNvPr id="84" name="pdf-path-108">
            <a:extLst xmlns:a="http://schemas.openxmlformats.org/drawingml/2006/main">
              <a:ext uri="{FF2B5EF4-FFF2-40B4-BE49-F238E27FC236}">
                <a16:creationId xmlns:a16="http://schemas.microsoft.com/office/drawing/2014/main" id="{1D5FBC48-08F5-45F8-8165-8E2E9D3C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5812" y="575256"/>
            <a:ext cx="82185" cy="82185"/>
          </a:xfrm>
          <a:custGeom xmlns:a="http://schemas.openxmlformats.org/drawingml/2006/main">
            <a:pathLst>
              <a:path w="82185" h="82185">
                <a:moveTo>
                  <a:pt x="41093" y="0"/>
                </a:moveTo>
                <a:lnTo>
                  <a:pt x="82185" y="82185"/>
                </a:lnTo>
                <a:lnTo>
                  <a:pt x="0" y="82185"/>
                </a:lnTo>
                <a:lnTo>
                  <a:pt x="4109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0546">
            <a:solidFill>
              <a:srgbClr val="000000"/>
            </a:solidFill>
            <a:prstDash val="solid"/>
          </a:ln>
        </p:spPr>
      </p:sp>
      <p:sp>
        <p:nvSpPr>
          <p:cNvPr id="85" name="pdf-path-110">
            <a:extLst xmlns:a="http://schemas.openxmlformats.org/drawingml/2006/main">
              <a:ext uri="{FF2B5EF4-FFF2-40B4-BE49-F238E27FC236}">
                <a16:creationId xmlns:a16="http://schemas.microsoft.com/office/drawing/2014/main" id="{D32474A6-4D6D-462E-ACB2-8DE0D471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7618" y="2976710"/>
            <a:ext cx="3213034" cy="95"/>
          </a:xfrm>
          <a:custGeom xmlns:a="http://schemas.openxmlformats.org/drawingml/2006/main">
            <a:pathLst>
              <a:path w="3213034" h="95">
                <a:moveTo>
                  <a:pt x="0" y="0"/>
                </a:moveTo>
                <a:lnTo>
                  <a:pt x="32130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546">
            <a:solidFill>
              <a:srgbClr val="000000"/>
            </a:solidFill>
            <a:prstDash val="solid"/>
          </a:ln>
        </p:spPr>
      </p:sp>
      <p:sp>
        <p:nvSpPr>
          <p:cNvPr id="86" name="pdf-path-111">
            <a:extLst xmlns:a="http://schemas.openxmlformats.org/drawingml/2006/main">
              <a:ext uri="{FF2B5EF4-FFF2-40B4-BE49-F238E27FC236}">
                <a16:creationId xmlns:a16="http://schemas.microsoft.com/office/drawing/2014/main" id="{A402EC5F-2C26-400F-B916-A4BB927D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0652" y="2935618"/>
            <a:ext cx="82185" cy="82185"/>
          </a:xfrm>
          <a:custGeom xmlns:a="http://schemas.openxmlformats.org/drawingml/2006/main">
            <a:pathLst>
              <a:path w="82185" h="82185">
                <a:moveTo>
                  <a:pt x="82185" y="41092"/>
                </a:moveTo>
                <a:lnTo>
                  <a:pt x="0" y="82185"/>
                </a:lnTo>
                <a:lnTo>
                  <a:pt x="0" y="0"/>
                </a:lnTo>
                <a:lnTo>
                  <a:pt x="82185" y="4109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0546">
            <a:solidFill>
              <a:srgbClr val="000000"/>
            </a:solidFill>
            <a:prstDash val="solid"/>
          </a:ln>
        </p:spPr>
      </p:sp>
      <p:sp>
        <p:nvSpPr>
          <p:cNvPr id="87" name="pdf-text-24-0">
            <a:extLst xmlns:a="http://schemas.openxmlformats.org/drawingml/2006/main">
              <a:ext uri="{FF2B5EF4-FFF2-40B4-BE49-F238E27FC236}">
                <a16:creationId xmlns:a16="http://schemas.microsoft.com/office/drawing/2014/main" id="{4024D0F5-BC6E-4121-A850-54242857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81" y="308501"/>
            <a:ext cx="693439" cy="27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84" b="1" i="0">
                <a:solidFill>
                  <a:srgbClr val="FF66B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84" b="1" i="0">
                <a:solidFill>
                  <a:srgbClr val="FF66B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84" b="1" i="0">
                <a:solidFill>
                  <a:srgbClr val="FF66B3"/>
                </a:solidFill>
                <a:latin typeface="Times New Roman"/>
                <a:ea typeface="Times New Roman"/>
                <a:cs typeface="Times New Roman"/>
              </a:rPr>
              <a:t>SMW</a:t>
            </a:r>
          </a:p>
        </p:txBody>
      </p:sp>
      <p:sp>
        <p:nvSpPr>
          <p:cNvPr id="88" name="pdf-path-114">
            <a:extLst xmlns:a="http://schemas.openxmlformats.org/drawingml/2006/main">
              <a:ext uri="{FF2B5EF4-FFF2-40B4-BE49-F238E27FC236}">
                <a16:creationId xmlns:a16="http://schemas.microsoft.com/office/drawing/2014/main" id="{1A260E5A-7FE2-4A95-8783-B6A9A8BD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2250" y="865576"/>
            <a:ext cx="20547" cy="2239549"/>
          </a:xfrm>
          <a:custGeom xmlns:a="http://schemas.openxmlformats.org/drawingml/2006/main">
            <a:pathLst>
              <a:path w="20547" h="2239549">
                <a:moveTo>
                  <a:pt x="0" y="2239549"/>
                </a:moveTo>
                <a:lnTo>
                  <a:pt x="0" y="2219003"/>
                </a:lnTo>
                <a:lnTo>
                  <a:pt x="20547" y="2219003"/>
                </a:lnTo>
                <a:lnTo>
                  <a:pt x="20547" y="2239549"/>
                </a:lnTo>
                <a:moveTo>
                  <a:pt x="0" y="2198456"/>
                </a:moveTo>
                <a:lnTo>
                  <a:pt x="0" y="2177910"/>
                </a:lnTo>
                <a:lnTo>
                  <a:pt x="20547" y="2177910"/>
                </a:lnTo>
                <a:lnTo>
                  <a:pt x="20547" y="2198456"/>
                </a:lnTo>
                <a:moveTo>
                  <a:pt x="0" y="2157364"/>
                </a:moveTo>
                <a:lnTo>
                  <a:pt x="0" y="2136818"/>
                </a:lnTo>
                <a:lnTo>
                  <a:pt x="20547" y="2136818"/>
                </a:lnTo>
                <a:lnTo>
                  <a:pt x="20547" y="2157364"/>
                </a:lnTo>
                <a:moveTo>
                  <a:pt x="0" y="2116271"/>
                </a:moveTo>
                <a:lnTo>
                  <a:pt x="0" y="2095725"/>
                </a:lnTo>
                <a:lnTo>
                  <a:pt x="20547" y="2095725"/>
                </a:lnTo>
                <a:lnTo>
                  <a:pt x="20547" y="2116271"/>
                </a:lnTo>
                <a:moveTo>
                  <a:pt x="0" y="2075178"/>
                </a:moveTo>
                <a:lnTo>
                  <a:pt x="0" y="2054632"/>
                </a:lnTo>
                <a:lnTo>
                  <a:pt x="20547" y="2054632"/>
                </a:lnTo>
                <a:lnTo>
                  <a:pt x="20547" y="2075178"/>
                </a:lnTo>
                <a:moveTo>
                  <a:pt x="0" y="2034086"/>
                </a:moveTo>
                <a:lnTo>
                  <a:pt x="0" y="2013539"/>
                </a:lnTo>
                <a:lnTo>
                  <a:pt x="20547" y="2013539"/>
                </a:lnTo>
                <a:lnTo>
                  <a:pt x="20547" y="2034086"/>
                </a:lnTo>
                <a:moveTo>
                  <a:pt x="0" y="1992993"/>
                </a:moveTo>
                <a:lnTo>
                  <a:pt x="0" y="1972447"/>
                </a:lnTo>
                <a:lnTo>
                  <a:pt x="20547" y="1972447"/>
                </a:lnTo>
                <a:lnTo>
                  <a:pt x="20547" y="1992993"/>
                </a:lnTo>
                <a:moveTo>
                  <a:pt x="0" y="1951901"/>
                </a:moveTo>
                <a:lnTo>
                  <a:pt x="0" y="1931354"/>
                </a:lnTo>
                <a:lnTo>
                  <a:pt x="20547" y="1931354"/>
                </a:lnTo>
                <a:lnTo>
                  <a:pt x="20547" y="1951901"/>
                </a:lnTo>
                <a:moveTo>
                  <a:pt x="0" y="1910808"/>
                </a:moveTo>
                <a:lnTo>
                  <a:pt x="0" y="1890262"/>
                </a:lnTo>
                <a:lnTo>
                  <a:pt x="20547" y="1890262"/>
                </a:lnTo>
                <a:lnTo>
                  <a:pt x="20547" y="1910808"/>
                </a:lnTo>
                <a:moveTo>
                  <a:pt x="0" y="1869715"/>
                </a:moveTo>
                <a:lnTo>
                  <a:pt x="0" y="1849169"/>
                </a:lnTo>
                <a:lnTo>
                  <a:pt x="20547" y="1849169"/>
                </a:lnTo>
                <a:lnTo>
                  <a:pt x="20547" y="1869715"/>
                </a:lnTo>
                <a:moveTo>
                  <a:pt x="0" y="1828622"/>
                </a:moveTo>
                <a:lnTo>
                  <a:pt x="0" y="1808076"/>
                </a:lnTo>
                <a:lnTo>
                  <a:pt x="20547" y="1808076"/>
                </a:lnTo>
                <a:lnTo>
                  <a:pt x="20547" y="1828622"/>
                </a:lnTo>
                <a:moveTo>
                  <a:pt x="0" y="1787530"/>
                </a:moveTo>
                <a:lnTo>
                  <a:pt x="0" y="1766984"/>
                </a:lnTo>
                <a:lnTo>
                  <a:pt x="20547" y="1766984"/>
                </a:lnTo>
                <a:lnTo>
                  <a:pt x="20547" y="1787530"/>
                </a:lnTo>
                <a:moveTo>
                  <a:pt x="0" y="1746437"/>
                </a:moveTo>
                <a:lnTo>
                  <a:pt x="0" y="1725891"/>
                </a:lnTo>
                <a:lnTo>
                  <a:pt x="20547" y="1725891"/>
                </a:lnTo>
                <a:lnTo>
                  <a:pt x="20547" y="1746437"/>
                </a:lnTo>
                <a:moveTo>
                  <a:pt x="0" y="1705345"/>
                </a:moveTo>
                <a:lnTo>
                  <a:pt x="0" y="1684799"/>
                </a:lnTo>
                <a:lnTo>
                  <a:pt x="20547" y="1684799"/>
                </a:lnTo>
                <a:lnTo>
                  <a:pt x="20547" y="1705345"/>
                </a:lnTo>
                <a:moveTo>
                  <a:pt x="0" y="1664252"/>
                </a:moveTo>
                <a:lnTo>
                  <a:pt x="0" y="1643705"/>
                </a:lnTo>
                <a:lnTo>
                  <a:pt x="20547" y="1643705"/>
                </a:lnTo>
                <a:lnTo>
                  <a:pt x="20547" y="1664252"/>
                </a:lnTo>
                <a:moveTo>
                  <a:pt x="0" y="1623159"/>
                </a:moveTo>
                <a:lnTo>
                  <a:pt x="0" y="1602613"/>
                </a:lnTo>
                <a:lnTo>
                  <a:pt x="20547" y="1602613"/>
                </a:lnTo>
                <a:lnTo>
                  <a:pt x="20547" y="1623159"/>
                </a:lnTo>
                <a:moveTo>
                  <a:pt x="0" y="1582067"/>
                </a:moveTo>
                <a:lnTo>
                  <a:pt x="0" y="1561520"/>
                </a:lnTo>
                <a:lnTo>
                  <a:pt x="20547" y="1561520"/>
                </a:lnTo>
                <a:lnTo>
                  <a:pt x="20547" y="1582067"/>
                </a:lnTo>
                <a:moveTo>
                  <a:pt x="0" y="1540974"/>
                </a:moveTo>
                <a:lnTo>
                  <a:pt x="0" y="1520428"/>
                </a:lnTo>
                <a:lnTo>
                  <a:pt x="20547" y="1520428"/>
                </a:lnTo>
                <a:lnTo>
                  <a:pt x="20547" y="1540974"/>
                </a:lnTo>
                <a:moveTo>
                  <a:pt x="0" y="1499882"/>
                </a:moveTo>
                <a:lnTo>
                  <a:pt x="0" y="1479335"/>
                </a:lnTo>
                <a:lnTo>
                  <a:pt x="20547" y="1479335"/>
                </a:lnTo>
                <a:lnTo>
                  <a:pt x="20547" y="1499882"/>
                </a:lnTo>
                <a:moveTo>
                  <a:pt x="0" y="1458789"/>
                </a:moveTo>
                <a:lnTo>
                  <a:pt x="0" y="1438242"/>
                </a:lnTo>
                <a:lnTo>
                  <a:pt x="20547" y="1438242"/>
                </a:lnTo>
                <a:lnTo>
                  <a:pt x="20547" y="1458789"/>
                </a:lnTo>
                <a:moveTo>
                  <a:pt x="0" y="1417696"/>
                </a:moveTo>
                <a:lnTo>
                  <a:pt x="0" y="1397150"/>
                </a:lnTo>
                <a:lnTo>
                  <a:pt x="20547" y="1397150"/>
                </a:lnTo>
                <a:lnTo>
                  <a:pt x="20547" y="1417696"/>
                </a:lnTo>
                <a:moveTo>
                  <a:pt x="0" y="1376604"/>
                </a:moveTo>
                <a:lnTo>
                  <a:pt x="0" y="1356057"/>
                </a:lnTo>
                <a:lnTo>
                  <a:pt x="20547" y="1356057"/>
                </a:lnTo>
                <a:lnTo>
                  <a:pt x="20547" y="1376604"/>
                </a:lnTo>
                <a:moveTo>
                  <a:pt x="0" y="1335511"/>
                </a:moveTo>
                <a:lnTo>
                  <a:pt x="0" y="1314965"/>
                </a:lnTo>
                <a:lnTo>
                  <a:pt x="20547" y="1314965"/>
                </a:lnTo>
                <a:lnTo>
                  <a:pt x="20547" y="1335511"/>
                </a:lnTo>
                <a:moveTo>
                  <a:pt x="0" y="1294418"/>
                </a:moveTo>
                <a:lnTo>
                  <a:pt x="0" y="1273872"/>
                </a:lnTo>
                <a:lnTo>
                  <a:pt x="20547" y="1273872"/>
                </a:lnTo>
                <a:lnTo>
                  <a:pt x="20547" y="1294418"/>
                </a:lnTo>
                <a:moveTo>
                  <a:pt x="0" y="1253325"/>
                </a:moveTo>
                <a:lnTo>
                  <a:pt x="0" y="1232779"/>
                </a:lnTo>
                <a:lnTo>
                  <a:pt x="20547" y="1232779"/>
                </a:lnTo>
                <a:lnTo>
                  <a:pt x="20547" y="1253325"/>
                </a:lnTo>
                <a:moveTo>
                  <a:pt x="0" y="1212233"/>
                </a:moveTo>
                <a:lnTo>
                  <a:pt x="0" y="1191687"/>
                </a:lnTo>
                <a:lnTo>
                  <a:pt x="20547" y="1191687"/>
                </a:lnTo>
                <a:lnTo>
                  <a:pt x="20547" y="1212233"/>
                </a:lnTo>
                <a:moveTo>
                  <a:pt x="0" y="1171140"/>
                </a:moveTo>
                <a:lnTo>
                  <a:pt x="0" y="1150594"/>
                </a:lnTo>
                <a:lnTo>
                  <a:pt x="20547" y="1150594"/>
                </a:lnTo>
                <a:lnTo>
                  <a:pt x="20547" y="1171140"/>
                </a:lnTo>
                <a:moveTo>
                  <a:pt x="0" y="1130048"/>
                </a:moveTo>
                <a:lnTo>
                  <a:pt x="0" y="1109501"/>
                </a:lnTo>
                <a:lnTo>
                  <a:pt x="20547" y="1109501"/>
                </a:lnTo>
                <a:lnTo>
                  <a:pt x="20547" y="1130048"/>
                </a:lnTo>
                <a:moveTo>
                  <a:pt x="0" y="1088955"/>
                </a:moveTo>
                <a:lnTo>
                  <a:pt x="0" y="1068409"/>
                </a:lnTo>
                <a:lnTo>
                  <a:pt x="20547" y="1068409"/>
                </a:lnTo>
                <a:lnTo>
                  <a:pt x="20547" y="1088955"/>
                </a:lnTo>
                <a:moveTo>
                  <a:pt x="0" y="1047862"/>
                </a:moveTo>
                <a:lnTo>
                  <a:pt x="0" y="1027316"/>
                </a:lnTo>
                <a:lnTo>
                  <a:pt x="20547" y="1027316"/>
                </a:lnTo>
                <a:lnTo>
                  <a:pt x="20547" y="1047862"/>
                </a:lnTo>
                <a:moveTo>
                  <a:pt x="0" y="1006770"/>
                </a:moveTo>
                <a:lnTo>
                  <a:pt x="0" y="986223"/>
                </a:lnTo>
                <a:lnTo>
                  <a:pt x="20547" y="986223"/>
                </a:lnTo>
                <a:lnTo>
                  <a:pt x="20547" y="1006770"/>
                </a:lnTo>
                <a:moveTo>
                  <a:pt x="0" y="965677"/>
                </a:moveTo>
                <a:lnTo>
                  <a:pt x="0" y="945131"/>
                </a:lnTo>
                <a:lnTo>
                  <a:pt x="20547" y="945131"/>
                </a:lnTo>
                <a:lnTo>
                  <a:pt x="20547" y="965677"/>
                </a:lnTo>
                <a:moveTo>
                  <a:pt x="0" y="924584"/>
                </a:moveTo>
                <a:lnTo>
                  <a:pt x="0" y="904038"/>
                </a:lnTo>
                <a:lnTo>
                  <a:pt x="20547" y="904038"/>
                </a:lnTo>
                <a:lnTo>
                  <a:pt x="20547" y="924584"/>
                </a:lnTo>
                <a:moveTo>
                  <a:pt x="0" y="883492"/>
                </a:moveTo>
                <a:lnTo>
                  <a:pt x="0" y="862946"/>
                </a:lnTo>
                <a:lnTo>
                  <a:pt x="20547" y="862946"/>
                </a:lnTo>
                <a:lnTo>
                  <a:pt x="20547" y="883492"/>
                </a:lnTo>
                <a:moveTo>
                  <a:pt x="0" y="842399"/>
                </a:moveTo>
                <a:lnTo>
                  <a:pt x="0" y="821853"/>
                </a:lnTo>
                <a:lnTo>
                  <a:pt x="20547" y="821853"/>
                </a:lnTo>
                <a:lnTo>
                  <a:pt x="20547" y="842399"/>
                </a:lnTo>
                <a:moveTo>
                  <a:pt x="0" y="801307"/>
                </a:moveTo>
                <a:lnTo>
                  <a:pt x="0" y="780760"/>
                </a:lnTo>
                <a:lnTo>
                  <a:pt x="20547" y="780760"/>
                </a:lnTo>
                <a:lnTo>
                  <a:pt x="20547" y="801307"/>
                </a:lnTo>
                <a:moveTo>
                  <a:pt x="0" y="760214"/>
                </a:moveTo>
                <a:lnTo>
                  <a:pt x="0" y="739667"/>
                </a:lnTo>
                <a:lnTo>
                  <a:pt x="20547" y="739667"/>
                </a:lnTo>
                <a:lnTo>
                  <a:pt x="20547" y="760214"/>
                </a:lnTo>
                <a:moveTo>
                  <a:pt x="0" y="719121"/>
                </a:moveTo>
                <a:lnTo>
                  <a:pt x="0" y="698575"/>
                </a:lnTo>
                <a:lnTo>
                  <a:pt x="20547" y="698575"/>
                </a:lnTo>
                <a:lnTo>
                  <a:pt x="20547" y="719121"/>
                </a:lnTo>
                <a:moveTo>
                  <a:pt x="0" y="678029"/>
                </a:moveTo>
                <a:lnTo>
                  <a:pt x="0" y="657482"/>
                </a:lnTo>
                <a:lnTo>
                  <a:pt x="20547" y="657482"/>
                </a:lnTo>
                <a:lnTo>
                  <a:pt x="20547" y="678029"/>
                </a:lnTo>
                <a:moveTo>
                  <a:pt x="0" y="636936"/>
                </a:moveTo>
                <a:lnTo>
                  <a:pt x="0" y="616390"/>
                </a:lnTo>
                <a:lnTo>
                  <a:pt x="20547" y="616390"/>
                </a:lnTo>
                <a:lnTo>
                  <a:pt x="20547" y="636936"/>
                </a:lnTo>
                <a:moveTo>
                  <a:pt x="0" y="595843"/>
                </a:moveTo>
                <a:lnTo>
                  <a:pt x="0" y="575297"/>
                </a:lnTo>
                <a:lnTo>
                  <a:pt x="20547" y="575297"/>
                </a:lnTo>
                <a:lnTo>
                  <a:pt x="20547" y="595843"/>
                </a:lnTo>
                <a:moveTo>
                  <a:pt x="0" y="554751"/>
                </a:moveTo>
                <a:lnTo>
                  <a:pt x="0" y="534204"/>
                </a:lnTo>
                <a:lnTo>
                  <a:pt x="20547" y="534204"/>
                </a:lnTo>
                <a:lnTo>
                  <a:pt x="20547" y="554751"/>
                </a:lnTo>
                <a:moveTo>
                  <a:pt x="0" y="513658"/>
                </a:moveTo>
                <a:lnTo>
                  <a:pt x="0" y="493112"/>
                </a:lnTo>
                <a:lnTo>
                  <a:pt x="20547" y="493112"/>
                </a:lnTo>
                <a:lnTo>
                  <a:pt x="20547" y="513658"/>
                </a:lnTo>
                <a:moveTo>
                  <a:pt x="0" y="472565"/>
                </a:moveTo>
                <a:lnTo>
                  <a:pt x="0" y="452019"/>
                </a:lnTo>
                <a:lnTo>
                  <a:pt x="20547" y="452019"/>
                </a:lnTo>
                <a:lnTo>
                  <a:pt x="20547" y="472565"/>
                </a:lnTo>
                <a:moveTo>
                  <a:pt x="0" y="431473"/>
                </a:moveTo>
                <a:lnTo>
                  <a:pt x="0" y="410926"/>
                </a:lnTo>
                <a:lnTo>
                  <a:pt x="20547" y="410926"/>
                </a:lnTo>
                <a:lnTo>
                  <a:pt x="20547" y="431473"/>
                </a:lnTo>
                <a:moveTo>
                  <a:pt x="0" y="390380"/>
                </a:moveTo>
                <a:lnTo>
                  <a:pt x="0" y="369834"/>
                </a:lnTo>
                <a:lnTo>
                  <a:pt x="20547" y="369834"/>
                </a:lnTo>
                <a:lnTo>
                  <a:pt x="20547" y="390380"/>
                </a:lnTo>
                <a:moveTo>
                  <a:pt x="0" y="349287"/>
                </a:moveTo>
                <a:lnTo>
                  <a:pt x="0" y="328741"/>
                </a:lnTo>
                <a:lnTo>
                  <a:pt x="20547" y="328741"/>
                </a:lnTo>
                <a:lnTo>
                  <a:pt x="20547" y="349287"/>
                </a:lnTo>
                <a:moveTo>
                  <a:pt x="0" y="308195"/>
                </a:moveTo>
                <a:lnTo>
                  <a:pt x="0" y="287648"/>
                </a:lnTo>
                <a:lnTo>
                  <a:pt x="20547" y="287648"/>
                </a:lnTo>
                <a:lnTo>
                  <a:pt x="20547" y="308195"/>
                </a:lnTo>
                <a:moveTo>
                  <a:pt x="0" y="267102"/>
                </a:moveTo>
                <a:lnTo>
                  <a:pt x="0" y="246556"/>
                </a:lnTo>
                <a:lnTo>
                  <a:pt x="20547" y="246556"/>
                </a:lnTo>
                <a:lnTo>
                  <a:pt x="20547" y="267102"/>
                </a:lnTo>
                <a:moveTo>
                  <a:pt x="0" y="226009"/>
                </a:moveTo>
                <a:lnTo>
                  <a:pt x="0" y="205463"/>
                </a:lnTo>
                <a:lnTo>
                  <a:pt x="20547" y="205463"/>
                </a:lnTo>
                <a:lnTo>
                  <a:pt x="20547" y="226009"/>
                </a:lnTo>
                <a:moveTo>
                  <a:pt x="0" y="184917"/>
                </a:moveTo>
                <a:lnTo>
                  <a:pt x="0" y="164371"/>
                </a:lnTo>
                <a:lnTo>
                  <a:pt x="20547" y="164371"/>
                </a:lnTo>
                <a:lnTo>
                  <a:pt x="20547" y="184917"/>
                </a:lnTo>
                <a:moveTo>
                  <a:pt x="0" y="143824"/>
                </a:moveTo>
                <a:lnTo>
                  <a:pt x="0" y="123278"/>
                </a:lnTo>
                <a:lnTo>
                  <a:pt x="20547" y="123278"/>
                </a:lnTo>
                <a:lnTo>
                  <a:pt x="20547" y="143824"/>
                </a:lnTo>
                <a:moveTo>
                  <a:pt x="0" y="102732"/>
                </a:moveTo>
                <a:lnTo>
                  <a:pt x="0" y="82185"/>
                </a:lnTo>
                <a:lnTo>
                  <a:pt x="20547" y="82185"/>
                </a:lnTo>
                <a:lnTo>
                  <a:pt x="20547" y="102732"/>
                </a:lnTo>
                <a:moveTo>
                  <a:pt x="0" y="61639"/>
                </a:moveTo>
                <a:lnTo>
                  <a:pt x="0" y="41092"/>
                </a:lnTo>
                <a:lnTo>
                  <a:pt x="20547" y="41092"/>
                </a:lnTo>
                <a:lnTo>
                  <a:pt x="20547" y="61639"/>
                </a:lnTo>
                <a:moveTo>
                  <a:pt x="0" y="20546"/>
                </a:moveTo>
                <a:lnTo>
                  <a:pt x="0" y="0"/>
                </a:lnTo>
                <a:lnTo>
                  <a:pt x="20547" y="0"/>
                </a:lnTo>
                <a:lnTo>
                  <a:pt x="20547" y="2054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pdf-path-115">
            <a:extLst xmlns:a="http://schemas.openxmlformats.org/drawingml/2006/main">
              <a:ext uri="{FF2B5EF4-FFF2-40B4-BE49-F238E27FC236}">
                <a16:creationId xmlns:a16="http://schemas.microsoft.com/office/drawing/2014/main" id="{05BD049C-B214-47A3-BDE6-7FC4BE92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7919" y="716050"/>
            <a:ext cx="121735" cy="193947"/>
          </a:xfrm>
          <a:custGeom xmlns:a="http://schemas.openxmlformats.org/drawingml/2006/main">
            <a:pathLst>
              <a:path w="121735" h="193947">
                <a:moveTo>
                  <a:pt x="1328" y="193947"/>
                </a:moveTo>
                <a:cubicBezTo>
                  <a:pt x="442" y="193084"/>
                  <a:pt x="0" y="192509"/>
                  <a:pt x="0" y="192221"/>
                </a:cubicBezTo>
                <a:cubicBezTo>
                  <a:pt x="0" y="191790"/>
                  <a:pt x="5829" y="168778"/>
                  <a:pt x="17485" y="123185"/>
                </a:cubicBezTo>
                <a:cubicBezTo>
                  <a:pt x="29143" y="77593"/>
                  <a:pt x="35339" y="53790"/>
                  <a:pt x="36078" y="51777"/>
                </a:cubicBezTo>
                <a:cubicBezTo>
                  <a:pt x="39324" y="41997"/>
                  <a:pt x="43530" y="33439"/>
                  <a:pt x="48694" y="26104"/>
                </a:cubicBezTo>
                <a:cubicBezTo>
                  <a:pt x="53858" y="18769"/>
                  <a:pt x="58728" y="13448"/>
                  <a:pt x="63302" y="10140"/>
                </a:cubicBezTo>
                <a:cubicBezTo>
                  <a:pt x="71565" y="3380"/>
                  <a:pt x="80419" y="0"/>
                  <a:pt x="89863" y="0"/>
                </a:cubicBezTo>
                <a:lnTo>
                  <a:pt x="90305" y="0"/>
                </a:lnTo>
                <a:cubicBezTo>
                  <a:pt x="99454" y="0"/>
                  <a:pt x="106979" y="2733"/>
                  <a:pt x="112881" y="8198"/>
                </a:cubicBezTo>
                <a:cubicBezTo>
                  <a:pt x="118784" y="13663"/>
                  <a:pt x="121735" y="20639"/>
                  <a:pt x="121735" y="29124"/>
                </a:cubicBezTo>
                <a:cubicBezTo>
                  <a:pt x="121735" y="44226"/>
                  <a:pt x="114062" y="56739"/>
                  <a:pt x="98716" y="66663"/>
                </a:cubicBezTo>
                <a:lnTo>
                  <a:pt x="101594" y="69467"/>
                </a:lnTo>
                <a:cubicBezTo>
                  <a:pt x="109118" y="76802"/>
                  <a:pt x="112881" y="86223"/>
                  <a:pt x="112881" y="97729"/>
                </a:cubicBezTo>
                <a:cubicBezTo>
                  <a:pt x="112881" y="113981"/>
                  <a:pt x="106610" y="127428"/>
                  <a:pt x="94068" y="138071"/>
                </a:cubicBezTo>
                <a:cubicBezTo>
                  <a:pt x="81525" y="148714"/>
                  <a:pt x="67434" y="154108"/>
                  <a:pt x="51792" y="154252"/>
                </a:cubicBezTo>
                <a:cubicBezTo>
                  <a:pt x="47366" y="154252"/>
                  <a:pt x="43381" y="153676"/>
                  <a:pt x="39840" y="152526"/>
                </a:cubicBezTo>
                <a:cubicBezTo>
                  <a:pt x="36299" y="151375"/>
                  <a:pt x="33495" y="150009"/>
                  <a:pt x="31429" y="148427"/>
                </a:cubicBezTo>
                <a:cubicBezTo>
                  <a:pt x="29363" y="146845"/>
                  <a:pt x="27740" y="145191"/>
                  <a:pt x="26560" y="143465"/>
                </a:cubicBezTo>
                <a:cubicBezTo>
                  <a:pt x="25380" y="141739"/>
                  <a:pt x="24495" y="140372"/>
                  <a:pt x="23904" y="139366"/>
                </a:cubicBezTo>
                <a:cubicBezTo>
                  <a:pt x="23314" y="138359"/>
                  <a:pt x="22945" y="137927"/>
                  <a:pt x="22798" y="138071"/>
                </a:cubicBezTo>
                <a:lnTo>
                  <a:pt x="8632" y="192653"/>
                </a:lnTo>
                <a:cubicBezTo>
                  <a:pt x="8337" y="193516"/>
                  <a:pt x="6861" y="193947"/>
                  <a:pt x="4205" y="193947"/>
                </a:cubicBezTo>
                <a:lnTo>
                  <a:pt x="1328" y="193947"/>
                </a:lnTo>
                <a:moveTo>
                  <a:pt x="73041" y="59112"/>
                </a:moveTo>
                <a:cubicBezTo>
                  <a:pt x="78796" y="59112"/>
                  <a:pt x="84256" y="59975"/>
                  <a:pt x="89420" y="61701"/>
                </a:cubicBezTo>
                <a:lnTo>
                  <a:pt x="90526" y="61053"/>
                </a:lnTo>
                <a:cubicBezTo>
                  <a:pt x="91117" y="60478"/>
                  <a:pt x="91633" y="59975"/>
                  <a:pt x="92076" y="59543"/>
                </a:cubicBezTo>
                <a:cubicBezTo>
                  <a:pt x="92518" y="59112"/>
                  <a:pt x="93256" y="58393"/>
                  <a:pt x="94289" y="57386"/>
                </a:cubicBezTo>
                <a:cubicBezTo>
                  <a:pt x="95322" y="56379"/>
                  <a:pt x="96208" y="55372"/>
                  <a:pt x="96946" y="54366"/>
                </a:cubicBezTo>
                <a:cubicBezTo>
                  <a:pt x="97683" y="53359"/>
                  <a:pt x="98494" y="52064"/>
                  <a:pt x="99380" y="50482"/>
                </a:cubicBezTo>
                <a:cubicBezTo>
                  <a:pt x="100265" y="48900"/>
                  <a:pt x="101151" y="47174"/>
                  <a:pt x="102036" y="45305"/>
                </a:cubicBezTo>
                <a:cubicBezTo>
                  <a:pt x="102922" y="43435"/>
                  <a:pt x="103585" y="41350"/>
                  <a:pt x="104028" y="39048"/>
                </a:cubicBezTo>
                <a:cubicBezTo>
                  <a:pt x="104470" y="36747"/>
                  <a:pt x="105061" y="34158"/>
                  <a:pt x="105798" y="31282"/>
                </a:cubicBezTo>
                <a:cubicBezTo>
                  <a:pt x="106094" y="29987"/>
                  <a:pt x="106241" y="27614"/>
                  <a:pt x="106241" y="24162"/>
                </a:cubicBezTo>
                <a:cubicBezTo>
                  <a:pt x="106241" y="21574"/>
                  <a:pt x="106167" y="19920"/>
                  <a:pt x="106020" y="19201"/>
                </a:cubicBezTo>
                <a:cubicBezTo>
                  <a:pt x="103807" y="11866"/>
                  <a:pt x="98200" y="8198"/>
                  <a:pt x="89198" y="8198"/>
                </a:cubicBezTo>
                <a:cubicBezTo>
                  <a:pt x="83001" y="8198"/>
                  <a:pt x="77172" y="9924"/>
                  <a:pt x="71713" y="13376"/>
                </a:cubicBezTo>
                <a:cubicBezTo>
                  <a:pt x="66253" y="16828"/>
                  <a:pt x="61753" y="21214"/>
                  <a:pt x="58211" y="26536"/>
                </a:cubicBezTo>
                <a:cubicBezTo>
                  <a:pt x="54670" y="31857"/>
                  <a:pt x="51792" y="36747"/>
                  <a:pt x="49579" y="41206"/>
                </a:cubicBezTo>
                <a:cubicBezTo>
                  <a:pt x="47366" y="45664"/>
                  <a:pt x="45669" y="49907"/>
                  <a:pt x="44488" y="53934"/>
                </a:cubicBezTo>
                <a:cubicBezTo>
                  <a:pt x="43750" y="56235"/>
                  <a:pt x="40947" y="66806"/>
                  <a:pt x="36078" y="85647"/>
                </a:cubicBezTo>
                <a:cubicBezTo>
                  <a:pt x="31209" y="104488"/>
                  <a:pt x="28700" y="114556"/>
                  <a:pt x="28552" y="115850"/>
                </a:cubicBezTo>
                <a:cubicBezTo>
                  <a:pt x="28405" y="116570"/>
                  <a:pt x="28331" y="118080"/>
                  <a:pt x="28331" y="120381"/>
                </a:cubicBezTo>
                <a:cubicBezTo>
                  <a:pt x="28331" y="127284"/>
                  <a:pt x="29954" y="132966"/>
                  <a:pt x="33200" y="137424"/>
                </a:cubicBezTo>
                <a:cubicBezTo>
                  <a:pt x="37774" y="143465"/>
                  <a:pt x="44193" y="146485"/>
                  <a:pt x="52457" y="146485"/>
                </a:cubicBezTo>
                <a:cubicBezTo>
                  <a:pt x="58654" y="146485"/>
                  <a:pt x="65220" y="144687"/>
                  <a:pt x="72155" y="141092"/>
                </a:cubicBezTo>
                <a:cubicBezTo>
                  <a:pt x="79091" y="137496"/>
                  <a:pt x="84698" y="131312"/>
                  <a:pt x="88977" y="122538"/>
                </a:cubicBezTo>
                <a:cubicBezTo>
                  <a:pt x="91338" y="117648"/>
                  <a:pt x="93109" y="112111"/>
                  <a:pt x="94289" y="105927"/>
                </a:cubicBezTo>
                <a:cubicBezTo>
                  <a:pt x="95469" y="99742"/>
                  <a:pt x="96060" y="95068"/>
                  <a:pt x="96060" y="91904"/>
                </a:cubicBezTo>
                <a:cubicBezTo>
                  <a:pt x="96060" y="83562"/>
                  <a:pt x="93477" y="76874"/>
                  <a:pt x="88313" y="71840"/>
                </a:cubicBezTo>
                <a:cubicBezTo>
                  <a:pt x="82116" y="73854"/>
                  <a:pt x="76583" y="74860"/>
                  <a:pt x="71713" y="74860"/>
                </a:cubicBezTo>
                <a:lnTo>
                  <a:pt x="69500" y="74860"/>
                </a:lnTo>
                <a:cubicBezTo>
                  <a:pt x="57842" y="74860"/>
                  <a:pt x="52014" y="72631"/>
                  <a:pt x="52014" y="68173"/>
                </a:cubicBezTo>
                <a:cubicBezTo>
                  <a:pt x="52014" y="67166"/>
                  <a:pt x="52235" y="66159"/>
                  <a:pt x="52678" y="65152"/>
                </a:cubicBezTo>
                <a:cubicBezTo>
                  <a:pt x="54744" y="61125"/>
                  <a:pt x="61531" y="59112"/>
                  <a:pt x="73041" y="5911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90" name="pdf-path-117">
            <a:extLst xmlns:a="http://schemas.openxmlformats.org/drawingml/2006/main">
              <a:ext uri="{FF2B5EF4-FFF2-40B4-BE49-F238E27FC236}">
                <a16:creationId xmlns:a16="http://schemas.microsoft.com/office/drawing/2014/main" id="{7E0B0FEB-5258-470E-9801-A6D03107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8911" y="706342"/>
            <a:ext cx="52899" cy="215736"/>
          </a:xfrm>
          <a:custGeom xmlns:a="http://schemas.openxmlformats.org/drawingml/2006/main">
            <a:pathLst>
              <a:path w="52899" h="215736">
                <a:moveTo>
                  <a:pt x="0" y="107868"/>
                </a:moveTo>
                <a:cubicBezTo>
                  <a:pt x="0" y="97944"/>
                  <a:pt x="738" y="88524"/>
                  <a:pt x="2213" y="79607"/>
                </a:cubicBezTo>
                <a:cubicBezTo>
                  <a:pt x="3689" y="70690"/>
                  <a:pt x="5386" y="62995"/>
                  <a:pt x="7303" y="56523"/>
                </a:cubicBezTo>
                <a:cubicBezTo>
                  <a:pt x="9222" y="50051"/>
                  <a:pt x="11952" y="43723"/>
                  <a:pt x="15494" y="37538"/>
                </a:cubicBezTo>
                <a:cubicBezTo>
                  <a:pt x="19035" y="31354"/>
                  <a:pt x="21838" y="26536"/>
                  <a:pt x="23904" y="23084"/>
                </a:cubicBezTo>
                <a:cubicBezTo>
                  <a:pt x="25970" y="19632"/>
                  <a:pt x="29069" y="15892"/>
                  <a:pt x="33200" y="11865"/>
                </a:cubicBezTo>
                <a:cubicBezTo>
                  <a:pt x="37332" y="7838"/>
                  <a:pt x="39767" y="5393"/>
                  <a:pt x="40505" y="4530"/>
                </a:cubicBezTo>
                <a:cubicBezTo>
                  <a:pt x="41242" y="3667"/>
                  <a:pt x="43087" y="2157"/>
                  <a:pt x="46038" y="0"/>
                </a:cubicBezTo>
                <a:lnTo>
                  <a:pt x="48915" y="0"/>
                </a:lnTo>
                <a:lnTo>
                  <a:pt x="49800" y="0"/>
                </a:lnTo>
                <a:cubicBezTo>
                  <a:pt x="51866" y="0"/>
                  <a:pt x="52899" y="647"/>
                  <a:pt x="52899" y="1942"/>
                </a:cubicBezTo>
                <a:cubicBezTo>
                  <a:pt x="52899" y="2373"/>
                  <a:pt x="51645" y="3883"/>
                  <a:pt x="49136" y="6472"/>
                </a:cubicBezTo>
                <a:cubicBezTo>
                  <a:pt x="46628" y="9061"/>
                  <a:pt x="43603" y="12872"/>
                  <a:pt x="40062" y="17906"/>
                </a:cubicBezTo>
                <a:cubicBezTo>
                  <a:pt x="36520" y="22940"/>
                  <a:pt x="32905" y="29124"/>
                  <a:pt x="29216" y="36459"/>
                </a:cubicBezTo>
                <a:cubicBezTo>
                  <a:pt x="25527" y="43794"/>
                  <a:pt x="22428" y="53718"/>
                  <a:pt x="19920" y="66231"/>
                </a:cubicBezTo>
                <a:cubicBezTo>
                  <a:pt x="17411" y="78744"/>
                  <a:pt x="16157" y="92623"/>
                  <a:pt x="16157" y="107868"/>
                </a:cubicBezTo>
                <a:cubicBezTo>
                  <a:pt x="16157" y="123113"/>
                  <a:pt x="17411" y="136920"/>
                  <a:pt x="19920" y="149290"/>
                </a:cubicBezTo>
                <a:cubicBezTo>
                  <a:pt x="22428" y="161658"/>
                  <a:pt x="25453" y="171654"/>
                  <a:pt x="28994" y="179277"/>
                </a:cubicBezTo>
                <a:cubicBezTo>
                  <a:pt x="32536" y="186899"/>
                  <a:pt x="36151" y="193084"/>
                  <a:pt x="39840" y="197830"/>
                </a:cubicBezTo>
                <a:cubicBezTo>
                  <a:pt x="43529" y="202576"/>
                  <a:pt x="46628" y="206388"/>
                  <a:pt x="49136" y="209264"/>
                </a:cubicBezTo>
                <a:cubicBezTo>
                  <a:pt x="51645" y="212141"/>
                  <a:pt x="52899" y="213651"/>
                  <a:pt x="52899" y="213795"/>
                </a:cubicBezTo>
                <a:cubicBezTo>
                  <a:pt x="52899" y="215089"/>
                  <a:pt x="51792" y="215736"/>
                  <a:pt x="49579" y="215736"/>
                </a:cubicBezTo>
                <a:lnTo>
                  <a:pt x="48915" y="215736"/>
                </a:lnTo>
                <a:lnTo>
                  <a:pt x="46038" y="215736"/>
                </a:lnTo>
                <a:lnTo>
                  <a:pt x="39840" y="210559"/>
                </a:lnTo>
                <a:cubicBezTo>
                  <a:pt x="25970" y="198333"/>
                  <a:pt x="15862" y="183088"/>
                  <a:pt x="9517" y="164822"/>
                </a:cubicBezTo>
                <a:cubicBezTo>
                  <a:pt x="3172" y="146557"/>
                  <a:pt x="0" y="127572"/>
                  <a:pt x="0" y="10786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91" name="pdf-path-119">
            <a:extLst xmlns:a="http://schemas.openxmlformats.org/drawingml/2006/main">
              <a:ext uri="{FF2B5EF4-FFF2-40B4-BE49-F238E27FC236}">
                <a16:creationId xmlns:a16="http://schemas.microsoft.com/office/drawing/2014/main" id="{8C223C30-43A5-4168-BBA4-71658031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1952" y="772789"/>
            <a:ext cx="95838" cy="97728"/>
          </a:xfrm>
          <a:custGeom xmlns:a="http://schemas.openxmlformats.org/drawingml/2006/main">
            <a:pathLst>
              <a:path w="95838" h="97728">
                <a:moveTo>
                  <a:pt x="69057" y="22436"/>
                </a:moveTo>
                <a:cubicBezTo>
                  <a:pt x="67581" y="22436"/>
                  <a:pt x="63671" y="21645"/>
                  <a:pt x="57326" y="20063"/>
                </a:cubicBezTo>
                <a:cubicBezTo>
                  <a:pt x="50981" y="18481"/>
                  <a:pt x="46332" y="17690"/>
                  <a:pt x="43381" y="17690"/>
                </a:cubicBezTo>
                <a:cubicBezTo>
                  <a:pt x="40430" y="17690"/>
                  <a:pt x="37922" y="17978"/>
                  <a:pt x="35856" y="18553"/>
                </a:cubicBezTo>
                <a:cubicBezTo>
                  <a:pt x="33791" y="19128"/>
                  <a:pt x="32094" y="19848"/>
                  <a:pt x="30766" y="20711"/>
                </a:cubicBezTo>
                <a:cubicBezTo>
                  <a:pt x="29437" y="21574"/>
                  <a:pt x="28552" y="22365"/>
                  <a:pt x="28109" y="23084"/>
                </a:cubicBezTo>
                <a:cubicBezTo>
                  <a:pt x="27666" y="23803"/>
                  <a:pt x="27150" y="24594"/>
                  <a:pt x="26560" y="25457"/>
                </a:cubicBezTo>
                <a:lnTo>
                  <a:pt x="26118" y="26320"/>
                </a:lnTo>
                <a:cubicBezTo>
                  <a:pt x="25675" y="26751"/>
                  <a:pt x="24568" y="26967"/>
                  <a:pt x="22797" y="26967"/>
                </a:cubicBezTo>
                <a:cubicBezTo>
                  <a:pt x="19699" y="26967"/>
                  <a:pt x="18149" y="26392"/>
                  <a:pt x="18149" y="25241"/>
                </a:cubicBezTo>
                <a:cubicBezTo>
                  <a:pt x="18149" y="24522"/>
                  <a:pt x="18370" y="23515"/>
                  <a:pt x="18813" y="22221"/>
                </a:cubicBezTo>
                <a:cubicBezTo>
                  <a:pt x="20731" y="16611"/>
                  <a:pt x="23904" y="11793"/>
                  <a:pt x="28331" y="7766"/>
                </a:cubicBezTo>
                <a:cubicBezTo>
                  <a:pt x="32757" y="3739"/>
                  <a:pt x="37627" y="1294"/>
                  <a:pt x="42939" y="431"/>
                </a:cubicBezTo>
                <a:cubicBezTo>
                  <a:pt x="44709" y="144"/>
                  <a:pt x="45963" y="0"/>
                  <a:pt x="46701" y="0"/>
                </a:cubicBezTo>
                <a:cubicBezTo>
                  <a:pt x="50391" y="0"/>
                  <a:pt x="53711" y="1222"/>
                  <a:pt x="56662" y="3667"/>
                </a:cubicBezTo>
                <a:cubicBezTo>
                  <a:pt x="59613" y="6112"/>
                  <a:pt x="62416" y="8486"/>
                  <a:pt x="65072" y="10787"/>
                </a:cubicBezTo>
                <a:cubicBezTo>
                  <a:pt x="67729" y="13088"/>
                  <a:pt x="70532" y="14310"/>
                  <a:pt x="73483" y="14454"/>
                </a:cubicBezTo>
                <a:cubicBezTo>
                  <a:pt x="76730" y="14454"/>
                  <a:pt x="79976" y="12081"/>
                  <a:pt x="83222" y="7335"/>
                </a:cubicBezTo>
                <a:cubicBezTo>
                  <a:pt x="86468" y="2589"/>
                  <a:pt x="88165" y="216"/>
                  <a:pt x="88313" y="216"/>
                </a:cubicBezTo>
                <a:cubicBezTo>
                  <a:pt x="88461" y="72"/>
                  <a:pt x="89567" y="0"/>
                  <a:pt x="91633" y="0"/>
                </a:cubicBezTo>
                <a:lnTo>
                  <a:pt x="94510" y="0"/>
                </a:lnTo>
                <a:cubicBezTo>
                  <a:pt x="95396" y="863"/>
                  <a:pt x="95838" y="1438"/>
                  <a:pt x="95838" y="1726"/>
                </a:cubicBezTo>
                <a:cubicBezTo>
                  <a:pt x="95838" y="2301"/>
                  <a:pt x="95469" y="3308"/>
                  <a:pt x="94731" y="4746"/>
                </a:cubicBezTo>
                <a:cubicBezTo>
                  <a:pt x="93994" y="6184"/>
                  <a:pt x="92961" y="7694"/>
                  <a:pt x="91633" y="9277"/>
                </a:cubicBezTo>
                <a:cubicBezTo>
                  <a:pt x="90305" y="10859"/>
                  <a:pt x="89051" y="12441"/>
                  <a:pt x="87870" y="14023"/>
                </a:cubicBezTo>
                <a:cubicBezTo>
                  <a:pt x="86689" y="15605"/>
                  <a:pt x="85657" y="16971"/>
                  <a:pt x="84772" y="18122"/>
                </a:cubicBezTo>
                <a:lnTo>
                  <a:pt x="83222" y="20063"/>
                </a:lnTo>
                <a:cubicBezTo>
                  <a:pt x="76877" y="27398"/>
                  <a:pt x="66844" y="37107"/>
                  <a:pt x="53120" y="49188"/>
                </a:cubicBezTo>
                <a:cubicBezTo>
                  <a:pt x="39398" y="61269"/>
                  <a:pt x="30913" y="69035"/>
                  <a:pt x="27666" y="72487"/>
                </a:cubicBezTo>
                <a:lnTo>
                  <a:pt x="25011" y="75076"/>
                </a:lnTo>
                <a:lnTo>
                  <a:pt x="28331" y="75292"/>
                </a:lnTo>
                <a:cubicBezTo>
                  <a:pt x="31577" y="75292"/>
                  <a:pt x="36299" y="76083"/>
                  <a:pt x="42496" y="77665"/>
                </a:cubicBezTo>
                <a:cubicBezTo>
                  <a:pt x="48694" y="79247"/>
                  <a:pt x="53342" y="80038"/>
                  <a:pt x="56440" y="80038"/>
                </a:cubicBezTo>
                <a:cubicBezTo>
                  <a:pt x="62047" y="80038"/>
                  <a:pt x="67212" y="78672"/>
                  <a:pt x="71934" y="75939"/>
                </a:cubicBezTo>
                <a:cubicBezTo>
                  <a:pt x="76656" y="73206"/>
                  <a:pt x="79754" y="69611"/>
                  <a:pt x="81231" y="65152"/>
                </a:cubicBezTo>
                <a:cubicBezTo>
                  <a:pt x="81820" y="63858"/>
                  <a:pt x="82337" y="63067"/>
                  <a:pt x="82779" y="62779"/>
                </a:cubicBezTo>
                <a:cubicBezTo>
                  <a:pt x="83222" y="62491"/>
                  <a:pt x="84329" y="62348"/>
                  <a:pt x="86099" y="62348"/>
                </a:cubicBezTo>
                <a:cubicBezTo>
                  <a:pt x="88903" y="62348"/>
                  <a:pt x="90305" y="63067"/>
                  <a:pt x="90305" y="64505"/>
                </a:cubicBezTo>
                <a:cubicBezTo>
                  <a:pt x="90305" y="65224"/>
                  <a:pt x="90231" y="65871"/>
                  <a:pt x="90083" y="66447"/>
                </a:cubicBezTo>
                <a:cubicBezTo>
                  <a:pt x="87575" y="75364"/>
                  <a:pt x="82706" y="82771"/>
                  <a:pt x="75475" y="88667"/>
                </a:cubicBezTo>
                <a:cubicBezTo>
                  <a:pt x="68245" y="94564"/>
                  <a:pt x="61015" y="97585"/>
                  <a:pt x="53784" y="97728"/>
                </a:cubicBezTo>
                <a:cubicBezTo>
                  <a:pt x="49948" y="97728"/>
                  <a:pt x="46554" y="96506"/>
                  <a:pt x="43603" y="94061"/>
                </a:cubicBezTo>
                <a:cubicBezTo>
                  <a:pt x="40652" y="91616"/>
                  <a:pt x="37774" y="89171"/>
                  <a:pt x="34971" y="86726"/>
                </a:cubicBezTo>
                <a:cubicBezTo>
                  <a:pt x="32167" y="84281"/>
                  <a:pt x="29363" y="83058"/>
                  <a:pt x="26560" y="83058"/>
                </a:cubicBezTo>
                <a:cubicBezTo>
                  <a:pt x="20067" y="83058"/>
                  <a:pt x="14239" y="87373"/>
                  <a:pt x="9074" y="96003"/>
                </a:cubicBezTo>
                <a:cubicBezTo>
                  <a:pt x="8189" y="97153"/>
                  <a:pt x="6934" y="97728"/>
                  <a:pt x="5312" y="97728"/>
                </a:cubicBezTo>
                <a:lnTo>
                  <a:pt x="4205" y="97728"/>
                </a:lnTo>
                <a:lnTo>
                  <a:pt x="1327" y="97728"/>
                </a:lnTo>
                <a:cubicBezTo>
                  <a:pt x="442" y="96866"/>
                  <a:pt x="0" y="96218"/>
                  <a:pt x="0" y="95787"/>
                </a:cubicBezTo>
                <a:cubicBezTo>
                  <a:pt x="0" y="93629"/>
                  <a:pt x="4279" y="87445"/>
                  <a:pt x="12837" y="77234"/>
                </a:cubicBezTo>
                <a:cubicBezTo>
                  <a:pt x="18592" y="70761"/>
                  <a:pt x="28331" y="61413"/>
                  <a:pt x="42053" y="49188"/>
                </a:cubicBezTo>
                <a:cubicBezTo>
                  <a:pt x="55777" y="36963"/>
                  <a:pt x="64261" y="29196"/>
                  <a:pt x="67507" y="25888"/>
                </a:cubicBezTo>
                <a:cubicBezTo>
                  <a:pt x="69278" y="23587"/>
                  <a:pt x="69795" y="22436"/>
                  <a:pt x="69057" y="2243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92" name="pdf-path-121">
            <a:extLst xmlns:a="http://schemas.openxmlformats.org/drawingml/2006/main">
              <a:ext uri="{FF2B5EF4-FFF2-40B4-BE49-F238E27FC236}">
                <a16:creationId xmlns:a16="http://schemas.microsoft.com/office/drawing/2014/main" id="{078CAF5E-B8D9-4C3F-B8F2-F3133C82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9301" y="706342"/>
            <a:ext cx="52900" cy="215736"/>
          </a:xfrm>
          <a:custGeom xmlns:a="http://schemas.openxmlformats.org/drawingml/2006/main">
            <a:pathLst>
              <a:path w="52900" h="215736">
                <a:moveTo>
                  <a:pt x="1107" y="216"/>
                </a:moveTo>
                <a:lnTo>
                  <a:pt x="1992" y="0"/>
                </a:lnTo>
                <a:cubicBezTo>
                  <a:pt x="2729" y="0"/>
                  <a:pt x="3467" y="0"/>
                  <a:pt x="4205" y="0"/>
                </a:cubicBezTo>
                <a:lnTo>
                  <a:pt x="6861" y="0"/>
                </a:lnTo>
                <a:lnTo>
                  <a:pt x="13059" y="5178"/>
                </a:lnTo>
                <a:cubicBezTo>
                  <a:pt x="26929" y="17403"/>
                  <a:pt x="37036" y="32648"/>
                  <a:pt x="43381" y="50914"/>
                </a:cubicBezTo>
                <a:cubicBezTo>
                  <a:pt x="49727" y="69179"/>
                  <a:pt x="52900" y="88164"/>
                  <a:pt x="52900" y="107868"/>
                </a:cubicBezTo>
                <a:cubicBezTo>
                  <a:pt x="52900" y="117648"/>
                  <a:pt x="52161" y="127069"/>
                  <a:pt x="50686" y="136130"/>
                </a:cubicBezTo>
                <a:cubicBezTo>
                  <a:pt x="49210" y="145190"/>
                  <a:pt x="47513" y="152885"/>
                  <a:pt x="45595" y="159213"/>
                </a:cubicBezTo>
                <a:cubicBezTo>
                  <a:pt x="43677" y="165542"/>
                  <a:pt x="40948" y="171870"/>
                  <a:pt x="37405" y="178198"/>
                </a:cubicBezTo>
                <a:cubicBezTo>
                  <a:pt x="33864" y="184526"/>
                  <a:pt x="31060" y="189344"/>
                  <a:pt x="28995" y="192653"/>
                </a:cubicBezTo>
                <a:cubicBezTo>
                  <a:pt x="26929" y="195960"/>
                  <a:pt x="23904" y="199628"/>
                  <a:pt x="19920" y="203655"/>
                </a:cubicBezTo>
                <a:cubicBezTo>
                  <a:pt x="15936" y="207682"/>
                  <a:pt x="13575" y="210055"/>
                  <a:pt x="12837" y="210774"/>
                </a:cubicBezTo>
                <a:cubicBezTo>
                  <a:pt x="12100" y="211493"/>
                  <a:pt x="10403" y="212860"/>
                  <a:pt x="7746" y="214873"/>
                </a:cubicBezTo>
                <a:cubicBezTo>
                  <a:pt x="7304" y="215305"/>
                  <a:pt x="7009" y="215592"/>
                  <a:pt x="6861" y="215736"/>
                </a:cubicBezTo>
                <a:lnTo>
                  <a:pt x="4205" y="215736"/>
                </a:lnTo>
                <a:cubicBezTo>
                  <a:pt x="3025" y="215736"/>
                  <a:pt x="2213" y="215736"/>
                  <a:pt x="1770" y="215736"/>
                </a:cubicBezTo>
                <a:cubicBezTo>
                  <a:pt x="1328" y="215736"/>
                  <a:pt x="959" y="215520"/>
                  <a:pt x="664" y="215089"/>
                </a:cubicBezTo>
                <a:cubicBezTo>
                  <a:pt x="369" y="214658"/>
                  <a:pt x="147" y="214010"/>
                  <a:pt x="0" y="213147"/>
                </a:cubicBezTo>
                <a:cubicBezTo>
                  <a:pt x="147" y="213004"/>
                  <a:pt x="959" y="212069"/>
                  <a:pt x="2435" y="210343"/>
                </a:cubicBezTo>
                <a:cubicBezTo>
                  <a:pt x="25306" y="187187"/>
                  <a:pt x="36742" y="153029"/>
                  <a:pt x="36742" y="107868"/>
                </a:cubicBezTo>
                <a:cubicBezTo>
                  <a:pt x="36742" y="62707"/>
                  <a:pt x="25306" y="28549"/>
                  <a:pt x="2435" y="5393"/>
                </a:cubicBezTo>
                <a:cubicBezTo>
                  <a:pt x="959" y="3667"/>
                  <a:pt x="147" y="2733"/>
                  <a:pt x="0" y="2589"/>
                </a:cubicBezTo>
                <a:cubicBezTo>
                  <a:pt x="0" y="1438"/>
                  <a:pt x="369" y="647"/>
                  <a:pt x="1107" y="21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93" name="pdf-path-123">
            <a:extLst xmlns:a="http://schemas.openxmlformats.org/drawingml/2006/main">
              <a:ext uri="{FF2B5EF4-FFF2-40B4-BE49-F238E27FC236}">
                <a16:creationId xmlns:a16="http://schemas.microsoft.com/office/drawing/2014/main" id="{4AADAEEF-5B31-46D1-B8D5-800BE754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0290" y="880986"/>
            <a:ext cx="20546" cy="2239549"/>
          </a:xfrm>
          <a:custGeom xmlns:a="http://schemas.openxmlformats.org/drawingml/2006/main">
            <a:pathLst>
              <a:path w="20546" h="2239549">
                <a:moveTo>
                  <a:pt x="0" y="2239549"/>
                </a:moveTo>
                <a:lnTo>
                  <a:pt x="0" y="2219003"/>
                </a:lnTo>
                <a:lnTo>
                  <a:pt x="20546" y="2219003"/>
                </a:lnTo>
                <a:lnTo>
                  <a:pt x="20546" y="2239549"/>
                </a:lnTo>
                <a:moveTo>
                  <a:pt x="0" y="2198456"/>
                </a:moveTo>
                <a:lnTo>
                  <a:pt x="0" y="2177910"/>
                </a:lnTo>
                <a:lnTo>
                  <a:pt x="20546" y="2177910"/>
                </a:lnTo>
                <a:lnTo>
                  <a:pt x="20546" y="2198456"/>
                </a:lnTo>
                <a:moveTo>
                  <a:pt x="0" y="2157364"/>
                </a:moveTo>
                <a:lnTo>
                  <a:pt x="0" y="2136818"/>
                </a:lnTo>
                <a:lnTo>
                  <a:pt x="20546" y="2136818"/>
                </a:lnTo>
                <a:lnTo>
                  <a:pt x="20546" y="2157364"/>
                </a:lnTo>
                <a:moveTo>
                  <a:pt x="0" y="2116271"/>
                </a:moveTo>
                <a:lnTo>
                  <a:pt x="0" y="2095725"/>
                </a:lnTo>
                <a:lnTo>
                  <a:pt x="20546" y="2095725"/>
                </a:lnTo>
                <a:lnTo>
                  <a:pt x="20546" y="2116271"/>
                </a:lnTo>
                <a:moveTo>
                  <a:pt x="0" y="2075179"/>
                </a:moveTo>
                <a:lnTo>
                  <a:pt x="0" y="2054633"/>
                </a:lnTo>
                <a:lnTo>
                  <a:pt x="20546" y="2054633"/>
                </a:lnTo>
                <a:lnTo>
                  <a:pt x="20546" y="2075179"/>
                </a:lnTo>
                <a:moveTo>
                  <a:pt x="0" y="2034086"/>
                </a:moveTo>
                <a:lnTo>
                  <a:pt x="0" y="2013539"/>
                </a:lnTo>
                <a:lnTo>
                  <a:pt x="20546" y="2013539"/>
                </a:lnTo>
                <a:lnTo>
                  <a:pt x="20546" y="2034086"/>
                </a:lnTo>
                <a:moveTo>
                  <a:pt x="0" y="1992993"/>
                </a:moveTo>
                <a:lnTo>
                  <a:pt x="0" y="1972447"/>
                </a:lnTo>
                <a:lnTo>
                  <a:pt x="20546" y="1972447"/>
                </a:lnTo>
                <a:lnTo>
                  <a:pt x="20546" y="1992993"/>
                </a:lnTo>
                <a:moveTo>
                  <a:pt x="0" y="1951901"/>
                </a:moveTo>
                <a:lnTo>
                  <a:pt x="0" y="1931354"/>
                </a:lnTo>
                <a:lnTo>
                  <a:pt x="20546" y="1931354"/>
                </a:lnTo>
                <a:lnTo>
                  <a:pt x="20546" y="1951901"/>
                </a:lnTo>
                <a:moveTo>
                  <a:pt x="0" y="1910808"/>
                </a:moveTo>
                <a:lnTo>
                  <a:pt x="0" y="1890262"/>
                </a:lnTo>
                <a:lnTo>
                  <a:pt x="20546" y="1890262"/>
                </a:lnTo>
                <a:lnTo>
                  <a:pt x="20546" y="1910808"/>
                </a:lnTo>
                <a:moveTo>
                  <a:pt x="0" y="1869716"/>
                </a:moveTo>
                <a:lnTo>
                  <a:pt x="0" y="1849169"/>
                </a:lnTo>
                <a:lnTo>
                  <a:pt x="20546" y="1849169"/>
                </a:lnTo>
                <a:lnTo>
                  <a:pt x="20546" y="1869716"/>
                </a:lnTo>
                <a:moveTo>
                  <a:pt x="0" y="1828623"/>
                </a:moveTo>
                <a:lnTo>
                  <a:pt x="0" y="1808076"/>
                </a:lnTo>
                <a:lnTo>
                  <a:pt x="20546" y="1808076"/>
                </a:lnTo>
                <a:lnTo>
                  <a:pt x="20546" y="1828623"/>
                </a:lnTo>
                <a:moveTo>
                  <a:pt x="0" y="1787530"/>
                </a:moveTo>
                <a:lnTo>
                  <a:pt x="0" y="1766984"/>
                </a:lnTo>
                <a:lnTo>
                  <a:pt x="20546" y="1766984"/>
                </a:lnTo>
                <a:lnTo>
                  <a:pt x="20546" y="1787530"/>
                </a:lnTo>
                <a:moveTo>
                  <a:pt x="0" y="1746437"/>
                </a:moveTo>
                <a:lnTo>
                  <a:pt x="0" y="1725891"/>
                </a:lnTo>
                <a:lnTo>
                  <a:pt x="20546" y="1725891"/>
                </a:lnTo>
                <a:lnTo>
                  <a:pt x="20546" y="1746437"/>
                </a:lnTo>
                <a:moveTo>
                  <a:pt x="0" y="1705345"/>
                </a:moveTo>
                <a:lnTo>
                  <a:pt x="0" y="1684799"/>
                </a:lnTo>
                <a:lnTo>
                  <a:pt x="20546" y="1684799"/>
                </a:lnTo>
                <a:lnTo>
                  <a:pt x="20546" y="1705345"/>
                </a:lnTo>
                <a:moveTo>
                  <a:pt x="0" y="1664252"/>
                </a:moveTo>
                <a:lnTo>
                  <a:pt x="0" y="1643706"/>
                </a:lnTo>
                <a:lnTo>
                  <a:pt x="20546" y="1643706"/>
                </a:lnTo>
                <a:lnTo>
                  <a:pt x="20546" y="1664252"/>
                </a:lnTo>
                <a:moveTo>
                  <a:pt x="0" y="1623159"/>
                </a:moveTo>
                <a:lnTo>
                  <a:pt x="0" y="1602613"/>
                </a:lnTo>
                <a:lnTo>
                  <a:pt x="20546" y="1602613"/>
                </a:lnTo>
                <a:lnTo>
                  <a:pt x="20546" y="1623159"/>
                </a:lnTo>
                <a:moveTo>
                  <a:pt x="0" y="1582067"/>
                </a:moveTo>
                <a:lnTo>
                  <a:pt x="0" y="1561520"/>
                </a:lnTo>
                <a:lnTo>
                  <a:pt x="20546" y="1561520"/>
                </a:lnTo>
                <a:lnTo>
                  <a:pt x="20546" y="1582067"/>
                </a:lnTo>
                <a:moveTo>
                  <a:pt x="0" y="1540974"/>
                </a:moveTo>
                <a:lnTo>
                  <a:pt x="0" y="1520428"/>
                </a:lnTo>
                <a:lnTo>
                  <a:pt x="20546" y="1520428"/>
                </a:lnTo>
                <a:lnTo>
                  <a:pt x="20546" y="1540974"/>
                </a:lnTo>
                <a:moveTo>
                  <a:pt x="0" y="1499882"/>
                </a:moveTo>
                <a:lnTo>
                  <a:pt x="0" y="1479335"/>
                </a:lnTo>
                <a:lnTo>
                  <a:pt x="20546" y="1479335"/>
                </a:lnTo>
                <a:lnTo>
                  <a:pt x="20546" y="1499882"/>
                </a:lnTo>
                <a:moveTo>
                  <a:pt x="0" y="1458789"/>
                </a:moveTo>
                <a:lnTo>
                  <a:pt x="0" y="1438243"/>
                </a:lnTo>
                <a:lnTo>
                  <a:pt x="20546" y="1438243"/>
                </a:lnTo>
                <a:lnTo>
                  <a:pt x="20546" y="1458789"/>
                </a:lnTo>
                <a:moveTo>
                  <a:pt x="0" y="1417696"/>
                </a:moveTo>
                <a:lnTo>
                  <a:pt x="0" y="1397150"/>
                </a:lnTo>
                <a:lnTo>
                  <a:pt x="20546" y="1397150"/>
                </a:lnTo>
                <a:lnTo>
                  <a:pt x="20546" y="1417696"/>
                </a:lnTo>
                <a:moveTo>
                  <a:pt x="0" y="1376603"/>
                </a:moveTo>
                <a:lnTo>
                  <a:pt x="0" y="1356057"/>
                </a:lnTo>
                <a:lnTo>
                  <a:pt x="20546" y="1356057"/>
                </a:lnTo>
                <a:lnTo>
                  <a:pt x="20546" y="1376603"/>
                </a:lnTo>
                <a:moveTo>
                  <a:pt x="0" y="1335511"/>
                </a:moveTo>
                <a:lnTo>
                  <a:pt x="0" y="1314965"/>
                </a:lnTo>
                <a:lnTo>
                  <a:pt x="20546" y="1314965"/>
                </a:lnTo>
                <a:lnTo>
                  <a:pt x="20546" y="1335511"/>
                </a:lnTo>
                <a:moveTo>
                  <a:pt x="0" y="1294418"/>
                </a:moveTo>
                <a:lnTo>
                  <a:pt x="0" y="1273872"/>
                </a:lnTo>
                <a:lnTo>
                  <a:pt x="20546" y="1273872"/>
                </a:lnTo>
                <a:lnTo>
                  <a:pt x="20546" y="1294418"/>
                </a:lnTo>
                <a:moveTo>
                  <a:pt x="0" y="1253326"/>
                </a:moveTo>
                <a:lnTo>
                  <a:pt x="0" y="1232779"/>
                </a:lnTo>
                <a:lnTo>
                  <a:pt x="20546" y="1232779"/>
                </a:lnTo>
                <a:lnTo>
                  <a:pt x="20546" y="1253326"/>
                </a:lnTo>
                <a:moveTo>
                  <a:pt x="0" y="1212233"/>
                </a:moveTo>
                <a:lnTo>
                  <a:pt x="0" y="1191687"/>
                </a:lnTo>
                <a:lnTo>
                  <a:pt x="20546" y="1191687"/>
                </a:lnTo>
                <a:lnTo>
                  <a:pt x="20546" y="1212233"/>
                </a:lnTo>
                <a:moveTo>
                  <a:pt x="0" y="1171140"/>
                </a:moveTo>
                <a:lnTo>
                  <a:pt x="0" y="1150594"/>
                </a:lnTo>
                <a:lnTo>
                  <a:pt x="20546" y="1150594"/>
                </a:lnTo>
                <a:lnTo>
                  <a:pt x="20546" y="1171140"/>
                </a:lnTo>
                <a:moveTo>
                  <a:pt x="0" y="1130048"/>
                </a:moveTo>
                <a:lnTo>
                  <a:pt x="0" y="1109501"/>
                </a:lnTo>
                <a:lnTo>
                  <a:pt x="20546" y="1109501"/>
                </a:lnTo>
                <a:lnTo>
                  <a:pt x="20546" y="1130048"/>
                </a:lnTo>
                <a:moveTo>
                  <a:pt x="0" y="1088955"/>
                </a:moveTo>
                <a:lnTo>
                  <a:pt x="0" y="1068409"/>
                </a:lnTo>
                <a:lnTo>
                  <a:pt x="20546" y="1068409"/>
                </a:lnTo>
                <a:lnTo>
                  <a:pt x="20546" y="1088955"/>
                </a:lnTo>
                <a:moveTo>
                  <a:pt x="0" y="1047862"/>
                </a:moveTo>
                <a:lnTo>
                  <a:pt x="0" y="1027316"/>
                </a:lnTo>
                <a:lnTo>
                  <a:pt x="20546" y="1027316"/>
                </a:lnTo>
                <a:lnTo>
                  <a:pt x="20546" y="1047862"/>
                </a:lnTo>
                <a:moveTo>
                  <a:pt x="0" y="1006770"/>
                </a:moveTo>
                <a:lnTo>
                  <a:pt x="0" y="986223"/>
                </a:lnTo>
                <a:lnTo>
                  <a:pt x="20546" y="986223"/>
                </a:lnTo>
                <a:lnTo>
                  <a:pt x="20546" y="1006770"/>
                </a:lnTo>
                <a:moveTo>
                  <a:pt x="0" y="965677"/>
                </a:moveTo>
                <a:lnTo>
                  <a:pt x="0" y="945131"/>
                </a:lnTo>
                <a:lnTo>
                  <a:pt x="20546" y="945131"/>
                </a:lnTo>
                <a:lnTo>
                  <a:pt x="20546" y="965677"/>
                </a:lnTo>
                <a:moveTo>
                  <a:pt x="0" y="924585"/>
                </a:moveTo>
                <a:lnTo>
                  <a:pt x="0" y="904038"/>
                </a:lnTo>
                <a:lnTo>
                  <a:pt x="20546" y="904038"/>
                </a:lnTo>
                <a:lnTo>
                  <a:pt x="20546" y="924585"/>
                </a:lnTo>
                <a:moveTo>
                  <a:pt x="0" y="883492"/>
                </a:moveTo>
                <a:lnTo>
                  <a:pt x="0" y="862946"/>
                </a:lnTo>
                <a:lnTo>
                  <a:pt x="20546" y="862946"/>
                </a:lnTo>
                <a:lnTo>
                  <a:pt x="20546" y="883492"/>
                </a:lnTo>
                <a:moveTo>
                  <a:pt x="0" y="842399"/>
                </a:moveTo>
                <a:lnTo>
                  <a:pt x="0" y="821853"/>
                </a:lnTo>
                <a:lnTo>
                  <a:pt x="20546" y="821853"/>
                </a:lnTo>
                <a:lnTo>
                  <a:pt x="20546" y="842399"/>
                </a:lnTo>
                <a:moveTo>
                  <a:pt x="0" y="801307"/>
                </a:moveTo>
                <a:lnTo>
                  <a:pt x="0" y="780760"/>
                </a:lnTo>
                <a:lnTo>
                  <a:pt x="20546" y="780760"/>
                </a:lnTo>
                <a:lnTo>
                  <a:pt x="20546" y="801307"/>
                </a:lnTo>
                <a:moveTo>
                  <a:pt x="0" y="760214"/>
                </a:moveTo>
                <a:lnTo>
                  <a:pt x="0" y="739668"/>
                </a:lnTo>
                <a:lnTo>
                  <a:pt x="20546" y="739668"/>
                </a:lnTo>
                <a:lnTo>
                  <a:pt x="20546" y="760214"/>
                </a:lnTo>
                <a:moveTo>
                  <a:pt x="0" y="719122"/>
                </a:moveTo>
                <a:lnTo>
                  <a:pt x="0" y="698575"/>
                </a:lnTo>
                <a:lnTo>
                  <a:pt x="20546" y="698575"/>
                </a:lnTo>
                <a:lnTo>
                  <a:pt x="20546" y="719122"/>
                </a:lnTo>
                <a:moveTo>
                  <a:pt x="0" y="678029"/>
                </a:moveTo>
                <a:lnTo>
                  <a:pt x="0" y="657482"/>
                </a:lnTo>
                <a:lnTo>
                  <a:pt x="20546" y="657482"/>
                </a:lnTo>
                <a:lnTo>
                  <a:pt x="20546" y="678029"/>
                </a:lnTo>
                <a:moveTo>
                  <a:pt x="0" y="636936"/>
                </a:moveTo>
                <a:lnTo>
                  <a:pt x="0" y="616390"/>
                </a:lnTo>
                <a:lnTo>
                  <a:pt x="20546" y="616390"/>
                </a:lnTo>
                <a:lnTo>
                  <a:pt x="20546" y="636936"/>
                </a:lnTo>
                <a:moveTo>
                  <a:pt x="0" y="595843"/>
                </a:moveTo>
                <a:lnTo>
                  <a:pt x="0" y="575297"/>
                </a:lnTo>
                <a:lnTo>
                  <a:pt x="20546" y="575297"/>
                </a:lnTo>
                <a:lnTo>
                  <a:pt x="20546" y="595843"/>
                </a:lnTo>
                <a:moveTo>
                  <a:pt x="0" y="554751"/>
                </a:moveTo>
                <a:lnTo>
                  <a:pt x="0" y="534205"/>
                </a:lnTo>
                <a:lnTo>
                  <a:pt x="20546" y="534205"/>
                </a:lnTo>
                <a:lnTo>
                  <a:pt x="20546" y="554751"/>
                </a:lnTo>
                <a:moveTo>
                  <a:pt x="0" y="513658"/>
                </a:moveTo>
                <a:lnTo>
                  <a:pt x="0" y="493112"/>
                </a:lnTo>
                <a:lnTo>
                  <a:pt x="20546" y="493112"/>
                </a:lnTo>
                <a:lnTo>
                  <a:pt x="20546" y="513658"/>
                </a:lnTo>
                <a:moveTo>
                  <a:pt x="0" y="472566"/>
                </a:moveTo>
                <a:lnTo>
                  <a:pt x="0" y="452019"/>
                </a:lnTo>
                <a:lnTo>
                  <a:pt x="20546" y="452019"/>
                </a:lnTo>
                <a:lnTo>
                  <a:pt x="20546" y="472566"/>
                </a:lnTo>
                <a:moveTo>
                  <a:pt x="0" y="431473"/>
                </a:moveTo>
                <a:lnTo>
                  <a:pt x="0" y="410927"/>
                </a:lnTo>
                <a:lnTo>
                  <a:pt x="20546" y="410927"/>
                </a:lnTo>
                <a:lnTo>
                  <a:pt x="20546" y="431473"/>
                </a:lnTo>
                <a:moveTo>
                  <a:pt x="0" y="390380"/>
                </a:moveTo>
                <a:lnTo>
                  <a:pt x="0" y="369834"/>
                </a:lnTo>
                <a:lnTo>
                  <a:pt x="20546" y="369834"/>
                </a:lnTo>
                <a:lnTo>
                  <a:pt x="20546" y="390380"/>
                </a:lnTo>
                <a:moveTo>
                  <a:pt x="0" y="349288"/>
                </a:moveTo>
                <a:lnTo>
                  <a:pt x="0" y="328741"/>
                </a:lnTo>
                <a:lnTo>
                  <a:pt x="20546" y="328741"/>
                </a:lnTo>
                <a:lnTo>
                  <a:pt x="20546" y="349288"/>
                </a:lnTo>
                <a:moveTo>
                  <a:pt x="0" y="308195"/>
                </a:moveTo>
                <a:lnTo>
                  <a:pt x="0" y="287649"/>
                </a:lnTo>
                <a:lnTo>
                  <a:pt x="20546" y="287649"/>
                </a:lnTo>
                <a:lnTo>
                  <a:pt x="20546" y="308195"/>
                </a:lnTo>
                <a:moveTo>
                  <a:pt x="0" y="267102"/>
                </a:moveTo>
                <a:lnTo>
                  <a:pt x="0" y="246556"/>
                </a:lnTo>
                <a:lnTo>
                  <a:pt x="20546" y="246556"/>
                </a:lnTo>
                <a:lnTo>
                  <a:pt x="20546" y="267102"/>
                </a:lnTo>
                <a:moveTo>
                  <a:pt x="0" y="226010"/>
                </a:moveTo>
                <a:lnTo>
                  <a:pt x="0" y="205463"/>
                </a:lnTo>
                <a:lnTo>
                  <a:pt x="20546" y="205463"/>
                </a:lnTo>
                <a:lnTo>
                  <a:pt x="20546" y="226010"/>
                </a:lnTo>
                <a:moveTo>
                  <a:pt x="0" y="184917"/>
                </a:moveTo>
                <a:lnTo>
                  <a:pt x="0" y="164371"/>
                </a:lnTo>
                <a:lnTo>
                  <a:pt x="20546" y="164371"/>
                </a:lnTo>
                <a:lnTo>
                  <a:pt x="20546" y="184917"/>
                </a:lnTo>
                <a:moveTo>
                  <a:pt x="0" y="143824"/>
                </a:moveTo>
                <a:lnTo>
                  <a:pt x="0" y="123278"/>
                </a:lnTo>
                <a:lnTo>
                  <a:pt x="20546" y="123278"/>
                </a:lnTo>
                <a:lnTo>
                  <a:pt x="20546" y="143824"/>
                </a:lnTo>
                <a:moveTo>
                  <a:pt x="0" y="102732"/>
                </a:moveTo>
                <a:lnTo>
                  <a:pt x="0" y="82185"/>
                </a:lnTo>
                <a:lnTo>
                  <a:pt x="20546" y="82185"/>
                </a:lnTo>
                <a:lnTo>
                  <a:pt x="20546" y="102732"/>
                </a:lnTo>
                <a:moveTo>
                  <a:pt x="0" y="61639"/>
                </a:moveTo>
                <a:lnTo>
                  <a:pt x="0" y="41093"/>
                </a:lnTo>
                <a:lnTo>
                  <a:pt x="20546" y="41093"/>
                </a:lnTo>
                <a:lnTo>
                  <a:pt x="20546" y="61639"/>
                </a:lnTo>
                <a:moveTo>
                  <a:pt x="0" y="20546"/>
                </a:moveTo>
                <a:lnTo>
                  <a:pt x="0" y="0"/>
                </a:lnTo>
                <a:lnTo>
                  <a:pt x="20546" y="0"/>
                </a:lnTo>
                <a:lnTo>
                  <a:pt x="20546" y="2054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pdf-path-124">
            <a:extLst xmlns:a="http://schemas.openxmlformats.org/drawingml/2006/main">
              <a:ext uri="{FF2B5EF4-FFF2-40B4-BE49-F238E27FC236}">
                <a16:creationId xmlns:a16="http://schemas.microsoft.com/office/drawing/2014/main" id="{799AF93E-76C6-4C18-A82D-F2076125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931" y="3161627"/>
            <a:ext cx="105844" cy="196320"/>
          </a:xfrm>
          <a:custGeom xmlns:a="http://schemas.openxmlformats.org/drawingml/2006/main">
            <a:pathLst>
              <a:path w="105844" h="196320">
                <a:moveTo>
                  <a:pt x="13471" y="187043"/>
                </a:moveTo>
                <a:cubicBezTo>
                  <a:pt x="13756" y="187043"/>
                  <a:pt x="14184" y="187187"/>
                  <a:pt x="14754" y="187475"/>
                </a:cubicBezTo>
                <a:cubicBezTo>
                  <a:pt x="15324" y="187763"/>
                  <a:pt x="16108" y="187978"/>
                  <a:pt x="17106" y="188122"/>
                </a:cubicBezTo>
                <a:cubicBezTo>
                  <a:pt x="18104" y="188266"/>
                  <a:pt x="18959" y="188338"/>
                  <a:pt x="19672" y="188338"/>
                </a:cubicBezTo>
                <a:cubicBezTo>
                  <a:pt x="21525" y="188338"/>
                  <a:pt x="23236" y="187403"/>
                  <a:pt x="24803" y="185533"/>
                </a:cubicBezTo>
                <a:cubicBezTo>
                  <a:pt x="26372" y="183664"/>
                  <a:pt x="27512" y="181578"/>
                  <a:pt x="28225" y="179277"/>
                </a:cubicBezTo>
                <a:cubicBezTo>
                  <a:pt x="29650" y="175394"/>
                  <a:pt x="32074" y="164391"/>
                  <a:pt x="35495" y="146269"/>
                </a:cubicBezTo>
                <a:cubicBezTo>
                  <a:pt x="38917" y="128148"/>
                  <a:pt x="42195" y="110889"/>
                  <a:pt x="45331" y="94492"/>
                </a:cubicBezTo>
                <a:cubicBezTo>
                  <a:pt x="48467" y="78097"/>
                  <a:pt x="50035" y="69827"/>
                  <a:pt x="50035" y="69683"/>
                </a:cubicBezTo>
                <a:lnTo>
                  <a:pt x="50035" y="69036"/>
                </a:lnTo>
                <a:lnTo>
                  <a:pt x="39986" y="69036"/>
                </a:lnTo>
                <a:cubicBezTo>
                  <a:pt x="33286" y="69036"/>
                  <a:pt x="29722" y="68892"/>
                  <a:pt x="29294" y="68604"/>
                </a:cubicBezTo>
                <a:cubicBezTo>
                  <a:pt x="28724" y="68173"/>
                  <a:pt x="28439" y="67454"/>
                  <a:pt x="28439" y="66447"/>
                </a:cubicBezTo>
                <a:lnTo>
                  <a:pt x="29935" y="60406"/>
                </a:lnTo>
                <a:cubicBezTo>
                  <a:pt x="30221" y="59687"/>
                  <a:pt x="30791" y="59327"/>
                  <a:pt x="31646" y="59327"/>
                </a:cubicBezTo>
                <a:cubicBezTo>
                  <a:pt x="32502" y="59327"/>
                  <a:pt x="35851" y="59256"/>
                  <a:pt x="41696" y="59112"/>
                </a:cubicBezTo>
                <a:cubicBezTo>
                  <a:pt x="48539" y="59112"/>
                  <a:pt x="51960" y="59040"/>
                  <a:pt x="51960" y="58896"/>
                </a:cubicBezTo>
                <a:cubicBezTo>
                  <a:pt x="51960" y="58608"/>
                  <a:pt x="52601" y="55013"/>
                  <a:pt x="53884" y="48109"/>
                </a:cubicBezTo>
                <a:cubicBezTo>
                  <a:pt x="55167" y="41206"/>
                  <a:pt x="56022" y="37035"/>
                  <a:pt x="56450" y="35597"/>
                </a:cubicBezTo>
                <a:cubicBezTo>
                  <a:pt x="61725" y="11865"/>
                  <a:pt x="72131" y="0"/>
                  <a:pt x="87669" y="0"/>
                </a:cubicBezTo>
                <a:cubicBezTo>
                  <a:pt x="92943" y="288"/>
                  <a:pt x="97291" y="1870"/>
                  <a:pt x="100712" y="4746"/>
                </a:cubicBezTo>
                <a:cubicBezTo>
                  <a:pt x="104133" y="7623"/>
                  <a:pt x="105844" y="11434"/>
                  <a:pt x="105844" y="16180"/>
                </a:cubicBezTo>
                <a:cubicBezTo>
                  <a:pt x="105844" y="21358"/>
                  <a:pt x="104347" y="25097"/>
                  <a:pt x="101353" y="27399"/>
                </a:cubicBezTo>
                <a:cubicBezTo>
                  <a:pt x="98360" y="29700"/>
                  <a:pt x="95366" y="30922"/>
                  <a:pt x="92373" y="31066"/>
                </a:cubicBezTo>
                <a:cubicBezTo>
                  <a:pt x="86100" y="31066"/>
                  <a:pt x="82964" y="28046"/>
                  <a:pt x="82964" y="22005"/>
                </a:cubicBezTo>
                <a:cubicBezTo>
                  <a:pt x="82964" y="19273"/>
                  <a:pt x="83748" y="16899"/>
                  <a:pt x="85316" y="14886"/>
                </a:cubicBezTo>
                <a:cubicBezTo>
                  <a:pt x="86885" y="12872"/>
                  <a:pt x="88595" y="11362"/>
                  <a:pt x="90448" y="10355"/>
                </a:cubicBezTo>
                <a:lnTo>
                  <a:pt x="92373" y="9277"/>
                </a:lnTo>
                <a:cubicBezTo>
                  <a:pt x="90092" y="8414"/>
                  <a:pt x="87954" y="7982"/>
                  <a:pt x="85958" y="7982"/>
                </a:cubicBezTo>
                <a:cubicBezTo>
                  <a:pt x="84247" y="7982"/>
                  <a:pt x="82608" y="8701"/>
                  <a:pt x="81040" y="10140"/>
                </a:cubicBezTo>
                <a:cubicBezTo>
                  <a:pt x="79472" y="11578"/>
                  <a:pt x="78402" y="13592"/>
                  <a:pt x="77832" y="16180"/>
                </a:cubicBezTo>
                <a:cubicBezTo>
                  <a:pt x="76835" y="20351"/>
                  <a:pt x="75694" y="25960"/>
                  <a:pt x="74411" y="33008"/>
                </a:cubicBezTo>
                <a:cubicBezTo>
                  <a:pt x="73128" y="40055"/>
                  <a:pt x="71988" y="46024"/>
                  <a:pt x="70990" y="50914"/>
                </a:cubicBezTo>
                <a:cubicBezTo>
                  <a:pt x="69993" y="55804"/>
                  <a:pt x="69494" y="58393"/>
                  <a:pt x="69494" y="58680"/>
                </a:cubicBezTo>
                <a:cubicBezTo>
                  <a:pt x="69494" y="58968"/>
                  <a:pt x="73414" y="59112"/>
                  <a:pt x="81254" y="59112"/>
                </a:cubicBezTo>
                <a:cubicBezTo>
                  <a:pt x="87669" y="59112"/>
                  <a:pt x="91375" y="59184"/>
                  <a:pt x="92373" y="59327"/>
                </a:cubicBezTo>
                <a:cubicBezTo>
                  <a:pt x="93370" y="59471"/>
                  <a:pt x="94154" y="59903"/>
                  <a:pt x="94724" y="60622"/>
                </a:cubicBezTo>
                <a:cubicBezTo>
                  <a:pt x="94867" y="61197"/>
                  <a:pt x="94724" y="62420"/>
                  <a:pt x="94297" y="64289"/>
                </a:cubicBezTo>
                <a:cubicBezTo>
                  <a:pt x="93869" y="66159"/>
                  <a:pt x="93513" y="67310"/>
                  <a:pt x="93228" y="67741"/>
                </a:cubicBezTo>
                <a:cubicBezTo>
                  <a:pt x="92943" y="68460"/>
                  <a:pt x="92301" y="68820"/>
                  <a:pt x="91303" y="68820"/>
                </a:cubicBezTo>
                <a:cubicBezTo>
                  <a:pt x="90306" y="68820"/>
                  <a:pt x="86457" y="68892"/>
                  <a:pt x="79757" y="69036"/>
                </a:cubicBezTo>
                <a:lnTo>
                  <a:pt x="67783" y="69036"/>
                </a:lnTo>
                <a:lnTo>
                  <a:pt x="62864" y="95355"/>
                </a:lnTo>
                <a:cubicBezTo>
                  <a:pt x="56022" y="131024"/>
                  <a:pt x="51247" y="153317"/>
                  <a:pt x="48539" y="162234"/>
                </a:cubicBezTo>
                <a:cubicBezTo>
                  <a:pt x="44689" y="174459"/>
                  <a:pt x="39700" y="183520"/>
                  <a:pt x="33571" y="189417"/>
                </a:cubicBezTo>
                <a:cubicBezTo>
                  <a:pt x="28296" y="194019"/>
                  <a:pt x="23093" y="196320"/>
                  <a:pt x="17961" y="196320"/>
                </a:cubicBezTo>
                <a:cubicBezTo>
                  <a:pt x="13400" y="196320"/>
                  <a:pt x="9265" y="194954"/>
                  <a:pt x="5559" y="192221"/>
                </a:cubicBezTo>
                <a:cubicBezTo>
                  <a:pt x="1853" y="189489"/>
                  <a:pt x="0" y="185605"/>
                  <a:pt x="0" y="180572"/>
                </a:cubicBezTo>
                <a:cubicBezTo>
                  <a:pt x="0" y="175250"/>
                  <a:pt x="1496" y="171367"/>
                  <a:pt x="4490" y="168922"/>
                </a:cubicBezTo>
                <a:cubicBezTo>
                  <a:pt x="7484" y="166477"/>
                  <a:pt x="10478" y="165254"/>
                  <a:pt x="13471" y="165254"/>
                </a:cubicBezTo>
                <a:cubicBezTo>
                  <a:pt x="19743" y="165254"/>
                  <a:pt x="22880" y="168274"/>
                  <a:pt x="22880" y="174315"/>
                </a:cubicBezTo>
                <a:cubicBezTo>
                  <a:pt x="22880" y="177048"/>
                  <a:pt x="22096" y="179421"/>
                  <a:pt x="20527" y="181434"/>
                </a:cubicBezTo>
                <a:cubicBezTo>
                  <a:pt x="18959" y="183448"/>
                  <a:pt x="17249" y="184958"/>
                  <a:pt x="15396" y="185965"/>
                </a:cubicBezTo>
                <a:lnTo>
                  <a:pt x="13471" y="18704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95" name="pdf-path-126">
            <a:extLst xmlns:a="http://schemas.openxmlformats.org/drawingml/2006/main">
              <a:ext uri="{FF2B5EF4-FFF2-40B4-BE49-F238E27FC236}">
                <a16:creationId xmlns:a16="http://schemas.microsoft.com/office/drawing/2014/main" id="{EE5176A4-19FB-4CEA-B1C2-81FD53C5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6257" y="3240229"/>
            <a:ext cx="76645" cy="107531"/>
          </a:xfrm>
          <a:custGeom xmlns:a="http://schemas.openxmlformats.org/drawingml/2006/main">
            <a:pathLst>
              <a:path w="76645" h="107531">
                <a:moveTo>
                  <a:pt x="13455" y="1678"/>
                </a:moveTo>
                <a:cubicBezTo>
                  <a:pt x="13556" y="1678"/>
                  <a:pt x="17184" y="1424"/>
                  <a:pt x="24340" y="915"/>
                </a:cubicBezTo>
                <a:cubicBezTo>
                  <a:pt x="31495" y="407"/>
                  <a:pt x="35174" y="102"/>
                  <a:pt x="35375" y="0"/>
                </a:cubicBezTo>
                <a:cubicBezTo>
                  <a:pt x="36585" y="0"/>
                  <a:pt x="37189" y="458"/>
                  <a:pt x="37189" y="1373"/>
                </a:cubicBezTo>
                <a:cubicBezTo>
                  <a:pt x="37189" y="2491"/>
                  <a:pt x="35375" y="10168"/>
                  <a:pt x="31747" y="24404"/>
                </a:cubicBezTo>
                <a:cubicBezTo>
                  <a:pt x="27917" y="39454"/>
                  <a:pt x="26002" y="47131"/>
                  <a:pt x="26002" y="47435"/>
                </a:cubicBezTo>
                <a:cubicBezTo>
                  <a:pt x="26002" y="47639"/>
                  <a:pt x="26355" y="47385"/>
                  <a:pt x="27060" y="46673"/>
                </a:cubicBezTo>
                <a:cubicBezTo>
                  <a:pt x="33208" y="41182"/>
                  <a:pt x="39759" y="38436"/>
                  <a:pt x="46713" y="38436"/>
                </a:cubicBezTo>
                <a:cubicBezTo>
                  <a:pt x="52155" y="38436"/>
                  <a:pt x="56540" y="39809"/>
                  <a:pt x="59866" y="42555"/>
                </a:cubicBezTo>
                <a:cubicBezTo>
                  <a:pt x="63191" y="45300"/>
                  <a:pt x="64904" y="49317"/>
                  <a:pt x="65005" y="54605"/>
                </a:cubicBezTo>
                <a:cubicBezTo>
                  <a:pt x="65005" y="59790"/>
                  <a:pt x="63090" y="67823"/>
                  <a:pt x="59260" y="78703"/>
                </a:cubicBezTo>
                <a:cubicBezTo>
                  <a:pt x="55431" y="89584"/>
                  <a:pt x="53516" y="96091"/>
                  <a:pt x="53516" y="98227"/>
                </a:cubicBezTo>
                <a:cubicBezTo>
                  <a:pt x="53616" y="99650"/>
                  <a:pt x="53869" y="100616"/>
                  <a:pt x="54271" y="101125"/>
                </a:cubicBezTo>
                <a:cubicBezTo>
                  <a:pt x="54675" y="101633"/>
                  <a:pt x="55431" y="101887"/>
                  <a:pt x="56540" y="101887"/>
                </a:cubicBezTo>
                <a:cubicBezTo>
                  <a:pt x="59361" y="101887"/>
                  <a:pt x="61982" y="100362"/>
                  <a:pt x="64400" y="97311"/>
                </a:cubicBezTo>
                <a:cubicBezTo>
                  <a:pt x="66819" y="94261"/>
                  <a:pt x="68785" y="90092"/>
                  <a:pt x="70296" y="84805"/>
                </a:cubicBezTo>
                <a:cubicBezTo>
                  <a:pt x="70599" y="83686"/>
                  <a:pt x="70901" y="83025"/>
                  <a:pt x="71203" y="82822"/>
                </a:cubicBezTo>
                <a:cubicBezTo>
                  <a:pt x="71506" y="82618"/>
                  <a:pt x="72312" y="82517"/>
                  <a:pt x="73622" y="82517"/>
                </a:cubicBezTo>
                <a:cubicBezTo>
                  <a:pt x="75638" y="82517"/>
                  <a:pt x="76645" y="82923"/>
                  <a:pt x="76645" y="83737"/>
                </a:cubicBezTo>
                <a:cubicBezTo>
                  <a:pt x="76645" y="83838"/>
                  <a:pt x="76444" y="84601"/>
                  <a:pt x="76041" y="86025"/>
                </a:cubicBezTo>
                <a:cubicBezTo>
                  <a:pt x="74429" y="92024"/>
                  <a:pt x="71859" y="96956"/>
                  <a:pt x="68331" y="100820"/>
                </a:cubicBezTo>
                <a:cubicBezTo>
                  <a:pt x="64904" y="105192"/>
                  <a:pt x="60823" y="107378"/>
                  <a:pt x="56086" y="107378"/>
                </a:cubicBezTo>
                <a:lnTo>
                  <a:pt x="55330" y="107378"/>
                </a:lnTo>
                <a:cubicBezTo>
                  <a:pt x="50593" y="107378"/>
                  <a:pt x="47167" y="106006"/>
                  <a:pt x="45050" y="103260"/>
                </a:cubicBezTo>
                <a:cubicBezTo>
                  <a:pt x="42934" y="100515"/>
                  <a:pt x="41875" y="97617"/>
                  <a:pt x="41875" y="94566"/>
                </a:cubicBezTo>
                <a:cubicBezTo>
                  <a:pt x="41875" y="92939"/>
                  <a:pt x="43689" y="86940"/>
                  <a:pt x="47318" y="76568"/>
                </a:cubicBezTo>
                <a:cubicBezTo>
                  <a:pt x="50946" y="66196"/>
                  <a:pt x="52811" y="58418"/>
                  <a:pt x="52911" y="53231"/>
                </a:cubicBezTo>
                <a:cubicBezTo>
                  <a:pt x="52911" y="47232"/>
                  <a:pt x="50694" y="44232"/>
                  <a:pt x="46259" y="44232"/>
                </a:cubicBezTo>
                <a:lnTo>
                  <a:pt x="45504" y="44232"/>
                </a:lnTo>
                <a:cubicBezTo>
                  <a:pt x="37138" y="44232"/>
                  <a:pt x="29882" y="49215"/>
                  <a:pt x="23734" y="59180"/>
                </a:cubicBezTo>
                <a:lnTo>
                  <a:pt x="22677" y="61163"/>
                </a:lnTo>
                <a:lnTo>
                  <a:pt x="17537" y="81754"/>
                </a:lnTo>
                <a:cubicBezTo>
                  <a:pt x="14311" y="94973"/>
                  <a:pt x="12447" y="102192"/>
                  <a:pt x="11943" y="103413"/>
                </a:cubicBezTo>
                <a:cubicBezTo>
                  <a:pt x="10633" y="106158"/>
                  <a:pt x="8415" y="107531"/>
                  <a:pt x="5292" y="107531"/>
                </a:cubicBezTo>
                <a:cubicBezTo>
                  <a:pt x="3881" y="107531"/>
                  <a:pt x="2671" y="107073"/>
                  <a:pt x="1663" y="106158"/>
                </a:cubicBezTo>
                <a:cubicBezTo>
                  <a:pt x="655" y="105243"/>
                  <a:pt x="101" y="104328"/>
                  <a:pt x="0" y="103413"/>
                </a:cubicBezTo>
                <a:cubicBezTo>
                  <a:pt x="0" y="101989"/>
                  <a:pt x="3679" y="86533"/>
                  <a:pt x="11036" y="57045"/>
                </a:cubicBezTo>
                <a:lnTo>
                  <a:pt x="22223" y="11897"/>
                </a:lnTo>
                <a:cubicBezTo>
                  <a:pt x="22223" y="10575"/>
                  <a:pt x="21870" y="9762"/>
                  <a:pt x="21164" y="9457"/>
                </a:cubicBezTo>
                <a:cubicBezTo>
                  <a:pt x="20459" y="9152"/>
                  <a:pt x="18494" y="8897"/>
                  <a:pt x="15269" y="8694"/>
                </a:cubicBezTo>
                <a:lnTo>
                  <a:pt x="12094" y="8694"/>
                </a:lnTo>
                <a:cubicBezTo>
                  <a:pt x="11489" y="8084"/>
                  <a:pt x="11187" y="7677"/>
                  <a:pt x="11187" y="7474"/>
                </a:cubicBezTo>
                <a:cubicBezTo>
                  <a:pt x="11187" y="7271"/>
                  <a:pt x="11288" y="6304"/>
                  <a:pt x="11489" y="4576"/>
                </a:cubicBezTo>
                <a:cubicBezTo>
                  <a:pt x="11993" y="2644"/>
                  <a:pt x="12648" y="1678"/>
                  <a:pt x="13455" y="167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96" name="pdf-path-128">
            <a:extLst xmlns:a="http://schemas.openxmlformats.org/drawingml/2006/main">
              <a:ext uri="{FF2B5EF4-FFF2-40B4-BE49-F238E27FC236}">
                <a16:creationId xmlns:a16="http://schemas.microsoft.com/office/drawing/2014/main" id="{E934DA6F-2726-4979-B139-5F7E6B6D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9252" y="3245263"/>
            <a:ext cx="42480" cy="102497"/>
          </a:xfrm>
          <a:custGeom xmlns:a="http://schemas.openxmlformats.org/drawingml/2006/main">
            <a:pathLst>
              <a:path w="42480" h="102497">
                <a:moveTo>
                  <a:pt x="24641" y="9304"/>
                </a:moveTo>
                <a:cubicBezTo>
                  <a:pt x="24641" y="6864"/>
                  <a:pt x="25599" y="4729"/>
                  <a:pt x="27514" y="2898"/>
                </a:cubicBezTo>
                <a:cubicBezTo>
                  <a:pt x="29428" y="1068"/>
                  <a:pt x="31645" y="102"/>
                  <a:pt x="34165" y="0"/>
                </a:cubicBezTo>
                <a:cubicBezTo>
                  <a:pt x="35979" y="0"/>
                  <a:pt x="37491" y="610"/>
                  <a:pt x="38700" y="1830"/>
                </a:cubicBezTo>
                <a:cubicBezTo>
                  <a:pt x="39910" y="3051"/>
                  <a:pt x="40565" y="4576"/>
                  <a:pt x="40666" y="6406"/>
                </a:cubicBezTo>
                <a:cubicBezTo>
                  <a:pt x="40666" y="8745"/>
                  <a:pt x="39658" y="10880"/>
                  <a:pt x="37642" y="12812"/>
                </a:cubicBezTo>
                <a:cubicBezTo>
                  <a:pt x="35626" y="14744"/>
                  <a:pt x="33409" y="15761"/>
                  <a:pt x="30991" y="15863"/>
                </a:cubicBezTo>
                <a:cubicBezTo>
                  <a:pt x="29478" y="15863"/>
                  <a:pt x="28067" y="15354"/>
                  <a:pt x="26758" y="14338"/>
                </a:cubicBezTo>
                <a:cubicBezTo>
                  <a:pt x="25447" y="13321"/>
                  <a:pt x="24742" y="11643"/>
                  <a:pt x="24641" y="9304"/>
                </a:cubicBezTo>
                <a:moveTo>
                  <a:pt x="0" y="57045"/>
                </a:moveTo>
                <a:cubicBezTo>
                  <a:pt x="0" y="56231"/>
                  <a:pt x="453" y="54655"/>
                  <a:pt x="1360" y="52316"/>
                </a:cubicBezTo>
                <a:cubicBezTo>
                  <a:pt x="2267" y="49978"/>
                  <a:pt x="3477" y="47385"/>
                  <a:pt x="4988" y="44538"/>
                </a:cubicBezTo>
                <a:cubicBezTo>
                  <a:pt x="6500" y="41690"/>
                  <a:pt x="8717" y="39097"/>
                  <a:pt x="11640" y="36759"/>
                </a:cubicBezTo>
                <a:cubicBezTo>
                  <a:pt x="14563" y="34420"/>
                  <a:pt x="17586" y="33301"/>
                  <a:pt x="20710" y="33403"/>
                </a:cubicBezTo>
                <a:cubicBezTo>
                  <a:pt x="24641" y="33403"/>
                  <a:pt x="27917" y="34572"/>
                  <a:pt x="30537" y="36911"/>
                </a:cubicBezTo>
                <a:cubicBezTo>
                  <a:pt x="33158" y="39250"/>
                  <a:pt x="34518" y="42402"/>
                  <a:pt x="34618" y="46368"/>
                </a:cubicBezTo>
                <a:cubicBezTo>
                  <a:pt x="34618" y="48096"/>
                  <a:pt x="33913" y="50944"/>
                  <a:pt x="32502" y="54909"/>
                </a:cubicBezTo>
                <a:cubicBezTo>
                  <a:pt x="31091" y="58875"/>
                  <a:pt x="29076" y="64214"/>
                  <a:pt x="26455" y="70925"/>
                </a:cubicBezTo>
                <a:cubicBezTo>
                  <a:pt x="23835" y="77636"/>
                  <a:pt x="21718" y="83381"/>
                  <a:pt x="20106" y="88160"/>
                </a:cubicBezTo>
                <a:cubicBezTo>
                  <a:pt x="19602" y="90397"/>
                  <a:pt x="19350" y="92024"/>
                  <a:pt x="19350" y="93041"/>
                </a:cubicBezTo>
                <a:cubicBezTo>
                  <a:pt x="19350" y="95583"/>
                  <a:pt x="20207" y="96854"/>
                  <a:pt x="21920" y="96854"/>
                </a:cubicBezTo>
                <a:cubicBezTo>
                  <a:pt x="22827" y="96854"/>
                  <a:pt x="23784" y="96701"/>
                  <a:pt x="24792" y="96396"/>
                </a:cubicBezTo>
                <a:cubicBezTo>
                  <a:pt x="25800" y="96091"/>
                  <a:pt x="26959" y="95379"/>
                  <a:pt x="28269" y="94261"/>
                </a:cubicBezTo>
                <a:cubicBezTo>
                  <a:pt x="29580" y="93143"/>
                  <a:pt x="30940" y="91363"/>
                  <a:pt x="32351" y="88923"/>
                </a:cubicBezTo>
                <a:cubicBezTo>
                  <a:pt x="33762" y="86482"/>
                  <a:pt x="35022" y="83483"/>
                  <a:pt x="36130" y="79924"/>
                </a:cubicBezTo>
                <a:cubicBezTo>
                  <a:pt x="36433" y="78703"/>
                  <a:pt x="36685" y="77992"/>
                  <a:pt x="36886" y="77788"/>
                </a:cubicBezTo>
                <a:cubicBezTo>
                  <a:pt x="37088" y="77585"/>
                  <a:pt x="37944" y="77483"/>
                  <a:pt x="39456" y="77483"/>
                </a:cubicBezTo>
                <a:cubicBezTo>
                  <a:pt x="41472" y="77483"/>
                  <a:pt x="42480" y="77992"/>
                  <a:pt x="42480" y="79009"/>
                </a:cubicBezTo>
                <a:cubicBezTo>
                  <a:pt x="42480" y="79822"/>
                  <a:pt x="42026" y="81398"/>
                  <a:pt x="41119" y="83737"/>
                </a:cubicBezTo>
                <a:cubicBezTo>
                  <a:pt x="40212" y="86076"/>
                  <a:pt x="38952" y="88669"/>
                  <a:pt x="37340" y="91515"/>
                </a:cubicBezTo>
                <a:cubicBezTo>
                  <a:pt x="35727" y="94363"/>
                  <a:pt x="33459" y="96905"/>
                  <a:pt x="30537" y="99142"/>
                </a:cubicBezTo>
                <a:cubicBezTo>
                  <a:pt x="27614" y="101379"/>
                  <a:pt x="24489" y="102497"/>
                  <a:pt x="21164" y="102497"/>
                </a:cubicBezTo>
                <a:cubicBezTo>
                  <a:pt x="17939" y="102497"/>
                  <a:pt x="14966" y="101430"/>
                  <a:pt x="12244" y="99294"/>
                </a:cubicBezTo>
                <a:cubicBezTo>
                  <a:pt x="9524" y="97159"/>
                  <a:pt x="8113" y="93905"/>
                  <a:pt x="8011" y="89533"/>
                </a:cubicBezTo>
                <a:cubicBezTo>
                  <a:pt x="8011" y="87804"/>
                  <a:pt x="8263" y="86177"/>
                  <a:pt x="8767" y="84652"/>
                </a:cubicBezTo>
                <a:cubicBezTo>
                  <a:pt x="9272" y="83127"/>
                  <a:pt x="11439" y="77331"/>
                  <a:pt x="15269" y="67264"/>
                </a:cubicBezTo>
                <a:cubicBezTo>
                  <a:pt x="19098" y="56994"/>
                  <a:pt x="21315" y="50842"/>
                  <a:pt x="21920" y="48809"/>
                </a:cubicBezTo>
                <a:cubicBezTo>
                  <a:pt x="22525" y="46774"/>
                  <a:pt x="22877" y="44792"/>
                  <a:pt x="22978" y="42860"/>
                </a:cubicBezTo>
                <a:cubicBezTo>
                  <a:pt x="22978" y="40419"/>
                  <a:pt x="22121" y="39199"/>
                  <a:pt x="20408" y="39199"/>
                </a:cubicBezTo>
                <a:lnTo>
                  <a:pt x="20106" y="39199"/>
                </a:lnTo>
                <a:cubicBezTo>
                  <a:pt x="17082" y="39199"/>
                  <a:pt x="14311" y="40877"/>
                  <a:pt x="11791" y="44232"/>
                </a:cubicBezTo>
                <a:cubicBezTo>
                  <a:pt x="9272" y="47588"/>
                  <a:pt x="7357" y="51859"/>
                  <a:pt x="6047" y="57045"/>
                </a:cubicBezTo>
                <a:cubicBezTo>
                  <a:pt x="5946" y="57147"/>
                  <a:pt x="5845" y="57299"/>
                  <a:pt x="5744" y="57502"/>
                </a:cubicBezTo>
                <a:cubicBezTo>
                  <a:pt x="5644" y="57705"/>
                  <a:pt x="5593" y="57858"/>
                  <a:pt x="5593" y="57960"/>
                </a:cubicBezTo>
                <a:cubicBezTo>
                  <a:pt x="5593" y="58062"/>
                  <a:pt x="5492" y="58163"/>
                  <a:pt x="5291" y="58265"/>
                </a:cubicBezTo>
                <a:cubicBezTo>
                  <a:pt x="5089" y="58366"/>
                  <a:pt x="4938" y="58418"/>
                  <a:pt x="4837" y="58418"/>
                </a:cubicBezTo>
                <a:cubicBezTo>
                  <a:pt x="4736" y="58418"/>
                  <a:pt x="4535" y="58418"/>
                  <a:pt x="4233" y="58418"/>
                </a:cubicBezTo>
                <a:cubicBezTo>
                  <a:pt x="3930" y="58418"/>
                  <a:pt x="3527" y="58418"/>
                  <a:pt x="3023" y="58418"/>
                </a:cubicBezTo>
                <a:lnTo>
                  <a:pt x="907" y="58418"/>
                </a:lnTo>
                <a:cubicBezTo>
                  <a:pt x="302" y="57808"/>
                  <a:pt x="0" y="57350"/>
                  <a:pt x="0" y="5704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97" name="pdf-path-130">
            <a:extLst xmlns:a="http://schemas.openxmlformats.org/drawingml/2006/main">
              <a:ext uri="{FF2B5EF4-FFF2-40B4-BE49-F238E27FC236}">
                <a16:creationId xmlns:a16="http://schemas.microsoft.com/office/drawing/2014/main" id="{BC3C3AED-5D1D-43E4-9707-DDAEE605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9745" y="3278666"/>
            <a:ext cx="71052" cy="98684"/>
          </a:xfrm>
          <a:custGeom xmlns:a="http://schemas.openxmlformats.org/drawingml/2006/main">
            <a:pathLst>
              <a:path w="71052" h="98684">
                <a:moveTo>
                  <a:pt x="45503" y="60858"/>
                </a:moveTo>
                <a:cubicBezTo>
                  <a:pt x="43992" y="62180"/>
                  <a:pt x="41774" y="63604"/>
                  <a:pt x="38851" y="65129"/>
                </a:cubicBezTo>
                <a:cubicBezTo>
                  <a:pt x="35929" y="66654"/>
                  <a:pt x="32855" y="67417"/>
                  <a:pt x="29630" y="67417"/>
                </a:cubicBezTo>
                <a:cubicBezTo>
                  <a:pt x="23281" y="67417"/>
                  <a:pt x="18191" y="65129"/>
                  <a:pt x="14362" y="60553"/>
                </a:cubicBezTo>
                <a:cubicBezTo>
                  <a:pt x="10532" y="55977"/>
                  <a:pt x="8566" y="50130"/>
                  <a:pt x="8466" y="43012"/>
                </a:cubicBezTo>
                <a:cubicBezTo>
                  <a:pt x="8466" y="32336"/>
                  <a:pt x="12345" y="22523"/>
                  <a:pt x="20106" y="13575"/>
                </a:cubicBezTo>
                <a:cubicBezTo>
                  <a:pt x="27866" y="4627"/>
                  <a:pt x="36483" y="102"/>
                  <a:pt x="45956" y="0"/>
                </a:cubicBezTo>
                <a:cubicBezTo>
                  <a:pt x="50693" y="0"/>
                  <a:pt x="55077" y="2440"/>
                  <a:pt x="59109" y="7321"/>
                </a:cubicBezTo>
                <a:lnTo>
                  <a:pt x="59562" y="6711"/>
                </a:lnTo>
                <a:cubicBezTo>
                  <a:pt x="59764" y="6406"/>
                  <a:pt x="60016" y="6101"/>
                  <a:pt x="60318" y="5796"/>
                </a:cubicBezTo>
                <a:cubicBezTo>
                  <a:pt x="60621" y="5491"/>
                  <a:pt x="61074" y="5084"/>
                  <a:pt x="61679" y="4576"/>
                </a:cubicBezTo>
                <a:cubicBezTo>
                  <a:pt x="62284" y="4068"/>
                  <a:pt x="62939" y="3712"/>
                  <a:pt x="63644" y="3508"/>
                </a:cubicBezTo>
                <a:cubicBezTo>
                  <a:pt x="64350" y="3305"/>
                  <a:pt x="65156" y="3152"/>
                  <a:pt x="66063" y="3051"/>
                </a:cubicBezTo>
                <a:cubicBezTo>
                  <a:pt x="67474" y="3051"/>
                  <a:pt x="68633" y="3508"/>
                  <a:pt x="69540" y="4423"/>
                </a:cubicBezTo>
                <a:cubicBezTo>
                  <a:pt x="70447" y="5339"/>
                  <a:pt x="70951" y="6304"/>
                  <a:pt x="71052" y="7321"/>
                </a:cubicBezTo>
                <a:cubicBezTo>
                  <a:pt x="71052" y="8847"/>
                  <a:pt x="68180" y="21150"/>
                  <a:pt x="62435" y="44232"/>
                </a:cubicBezTo>
                <a:cubicBezTo>
                  <a:pt x="56690" y="67315"/>
                  <a:pt x="53666" y="79110"/>
                  <a:pt x="53364" y="79619"/>
                </a:cubicBezTo>
                <a:cubicBezTo>
                  <a:pt x="51550" y="85109"/>
                  <a:pt x="47670" y="89634"/>
                  <a:pt x="41724" y="93193"/>
                </a:cubicBezTo>
                <a:cubicBezTo>
                  <a:pt x="35777" y="96752"/>
                  <a:pt x="28974" y="98583"/>
                  <a:pt x="21315" y="98684"/>
                </a:cubicBezTo>
                <a:cubicBezTo>
                  <a:pt x="7105" y="98684"/>
                  <a:pt x="0" y="95227"/>
                  <a:pt x="0" y="88312"/>
                </a:cubicBezTo>
                <a:cubicBezTo>
                  <a:pt x="0" y="85669"/>
                  <a:pt x="907" y="83330"/>
                  <a:pt x="2721" y="81296"/>
                </a:cubicBezTo>
                <a:cubicBezTo>
                  <a:pt x="4535" y="79263"/>
                  <a:pt x="6852" y="78246"/>
                  <a:pt x="9674" y="78246"/>
                </a:cubicBezTo>
                <a:cubicBezTo>
                  <a:pt x="11187" y="78246"/>
                  <a:pt x="12597" y="78703"/>
                  <a:pt x="13907" y="79619"/>
                </a:cubicBezTo>
                <a:cubicBezTo>
                  <a:pt x="15218" y="80534"/>
                  <a:pt x="15923" y="82110"/>
                  <a:pt x="16024" y="84347"/>
                </a:cubicBezTo>
                <a:cubicBezTo>
                  <a:pt x="16024" y="85364"/>
                  <a:pt x="15923" y="86330"/>
                  <a:pt x="15722" y="87245"/>
                </a:cubicBezTo>
                <a:cubicBezTo>
                  <a:pt x="15521" y="88160"/>
                  <a:pt x="15167" y="88872"/>
                  <a:pt x="14663" y="89380"/>
                </a:cubicBezTo>
                <a:cubicBezTo>
                  <a:pt x="14159" y="89889"/>
                  <a:pt x="13756" y="90397"/>
                  <a:pt x="13454" y="90905"/>
                </a:cubicBezTo>
                <a:cubicBezTo>
                  <a:pt x="13152" y="91414"/>
                  <a:pt x="12799" y="91821"/>
                  <a:pt x="12396" y="92126"/>
                </a:cubicBezTo>
                <a:lnTo>
                  <a:pt x="12093" y="92431"/>
                </a:lnTo>
                <a:lnTo>
                  <a:pt x="12245" y="92431"/>
                </a:lnTo>
                <a:cubicBezTo>
                  <a:pt x="13252" y="92736"/>
                  <a:pt x="16276" y="92888"/>
                  <a:pt x="21315" y="92888"/>
                </a:cubicBezTo>
                <a:cubicBezTo>
                  <a:pt x="25145" y="92888"/>
                  <a:pt x="28169" y="92278"/>
                  <a:pt x="30385" y="91058"/>
                </a:cubicBezTo>
                <a:cubicBezTo>
                  <a:pt x="32704" y="89940"/>
                  <a:pt x="34870" y="88262"/>
                  <a:pt x="36886" y="86025"/>
                </a:cubicBezTo>
                <a:cubicBezTo>
                  <a:pt x="38902" y="83788"/>
                  <a:pt x="40313" y="81398"/>
                  <a:pt x="41119" y="78856"/>
                </a:cubicBezTo>
                <a:cubicBezTo>
                  <a:pt x="41724" y="76924"/>
                  <a:pt x="42530" y="73772"/>
                  <a:pt x="43537" y="69400"/>
                </a:cubicBezTo>
                <a:cubicBezTo>
                  <a:pt x="44848" y="64519"/>
                  <a:pt x="45503" y="61672"/>
                  <a:pt x="45503" y="60858"/>
                </a:cubicBezTo>
                <a:moveTo>
                  <a:pt x="56539" y="17388"/>
                </a:moveTo>
                <a:lnTo>
                  <a:pt x="55934" y="15710"/>
                </a:lnTo>
                <a:cubicBezTo>
                  <a:pt x="55632" y="14592"/>
                  <a:pt x="55380" y="13829"/>
                  <a:pt x="55178" y="13422"/>
                </a:cubicBezTo>
                <a:cubicBezTo>
                  <a:pt x="54977" y="13016"/>
                  <a:pt x="54674" y="12304"/>
                  <a:pt x="54271" y="11287"/>
                </a:cubicBezTo>
                <a:cubicBezTo>
                  <a:pt x="53869" y="10270"/>
                  <a:pt x="53364" y="9558"/>
                  <a:pt x="52759" y="9152"/>
                </a:cubicBezTo>
                <a:cubicBezTo>
                  <a:pt x="52155" y="8745"/>
                  <a:pt x="51500" y="8186"/>
                  <a:pt x="50795" y="7474"/>
                </a:cubicBezTo>
                <a:cubicBezTo>
                  <a:pt x="50089" y="6762"/>
                  <a:pt x="49181" y="6304"/>
                  <a:pt x="48073" y="6101"/>
                </a:cubicBezTo>
                <a:cubicBezTo>
                  <a:pt x="46965" y="5898"/>
                  <a:pt x="45856" y="5745"/>
                  <a:pt x="44747" y="5644"/>
                </a:cubicBezTo>
                <a:cubicBezTo>
                  <a:pt x="40313" y="5644"/>
                  <a:pt x="36029" y="8338"/>
                  <a:pt x="31897" y="13728"/>
                </a:cubicBezTo>
                <a:cubicBezTo>
                  <a:pt x="28874" y="17693"/>
                  <a:pt x="26355" y="23743"/>
                  <a:pt x="24339" y="31878"/>
                </a:cubicBezTo>
                <a:cubicBezTo>
                  <a:pt x="22323" y="40013"/>
                  <a:pt x="21315" y="45910"/>
                  <a:pt x="21315" y="49571"/>
                </a:cubicBezTo>
                <a:cubicBezTo>
                  <a:pt x="21315" y="57604"/>
                  <a:pt x="24440" y="61621"/>
                  <a:pt x="30688" y="61621"/>
                </a:cubicBezTo>
                <a:cubicBezTo>
                  <a:pt x="36332" y="61621"/>
                  <a:pt x="41875" y="58062"/>
                  <a:pt x="47317" y="50944"/>
                </a:cubicBezTo>
                <a:lnTo>
                  <a:pt x="48526" y="49418"/>
                </a:lnTo>
                <a:lnTo>
                  <a:pt x="56539" y="1738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98" name="pdf-path-132">
            <a:extLst xmlns:a="http://schemas.openxmlformats.org/drawingml/2006/main">
              <a:ext uri="{FF2B5EF4-FFF2-40B4-BE49-F238E27FC236}">
                <a16:creationId xmlns:a16="http://schemas.microsoft.com/office/drawing/2014/main" id="{B3ECB061-0F3E-4455-BC45-F7189BA8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7599" y="3240229"/>
            <a:ext cx="76645" cy="107531"/>
          </a:xfrm>
          <a:custGeom xmlns:a="http://schemas.openxmlformats.org/drawingml/2006/main">
            <a:pathLst>
              <a:path w="76645" h="107531">
                <a:moveTo>
                  <a:pt x="13455" y="1678"/>
                </a:moveTo>
                <a:cubicBezTo>
                  <a:pt x="13556" y="1678"/>
                  <a:pt x="17184" y="1424"/>
                  <a:pt x="24340" y="915"/>
                </a:cubicBezTo>
                <a:cubicBezTo>
                  <a:pt x="31495" y="407"/>
                  <a:pt x="35174" y="102"/>
                  <a:pt x="35375" y="0"/>
                </a:cubicBezTo>
                <a:cubicBezTo>
                  <a:pt x="36585" y="0"/>
                  <a:pt x="37189" y="458"/>
                  <a:pt x="37189" y="1373"/>
                </a:cubicBezTo>
                <a:cubicBezTo>
                  <a:pt x="37189" y="2491"/>
                  <a:pt x="35375" y="10168"/>
                  <a:pt x="31747" y="24404"/>
                </a:cubicBezTo>
                <a:cubicBezTo>
                  <a:pt x="27917" y="39454"/>
                  <a:pt x="26002" y="47131"/>
                  <a:pt x="26002" y="47435"/>
                </a:cubicBezTo>
                <a:cubicBezTo>
                  <a:pt x="26002" y="47639"/>
                  <a:pt x="26355" y="47385"/>
                  <a:pt x="27060" y="46673"/>
                </a:cubicBezTo>
                <a:cubicBezTo>
                  <a:pt x="33208" y="41182"/>
                  <a:pt x="39759" y="38436"/>
                  <a:pt x="46713" y="38436"/>
                </a:cubicBezTo>
                <a:cubicBezTo>
                  <a:pt x="52155" y="38436"/>
                  <a:pt x="56540" y="39809"/>
                  <a:pt x="59866" y="42555"/>
                </a:cubicBezTo>
                <a:cubicBezTo>
                  <a:pt x="63191" y="45300"/>
                  <a:pt x="64904" y="49317"/>
                  <a:pt x="65005" y="54605"/>
                </a:cubicBezTo>
                <a:cubicBezTo>
                  <a:pt x="65005" y="59790"/>
                  <a:pt x="63090" y="67823"/>
                  <a:pt x="59260" y="78703"/>
                </a:cubicBezTo>
                <a:cubicBezTo>
                  <a:pt x="55431" y="89584"/>
                  <a:pt x="53516" y="96091"/>
                  <a:pt x="53516" y="98227"/>
                </a:cubicBezTo>
                <a:cubicBezTo>
                  <a:pt x="53616" y="99650"/>
                  <a:pt x="53869" y="100616"/>
                  <a:pt x="54271" y="101125"/>
                </a:cubicBezTo>
                <a:cubicBezTo>
                  <a:pt x="54675" y="101633"/>
                  <a:pt x="55431" y="101887"/>
                  <a:pt x="56540" y="101887"/>
                </a:cubicBezTo>
                <a:cubicBezTo>
                  <a:pt x="59361" y="101887"/>
                  <a:pt x="61982" y="100362"/>
                  <a:pt x="64400" y="97311"/>
                </a:cubicBezTo>
                <a:cubicBezTo>
                  <a:pt x="66819" y="94261"/>
                  <a:pt x="68785" y="90092"/>
                  <a:pt x="70296" y="84805"/>
                </a:cubicBezTo>
                <a:cubicBezTo>
                  <a:pt x="70599" y="83686"/>
                  <a:pt x="70901" y="83025"/>
                  <a:pt x="71203" y="82822"/>
                </a:cubicBezTo>
                <a:cubicBezTo>
                  <a:pt x="71506" y="82618"/>
                  <a:pt x="72312" y="82517"/>
                  <a:pt x="73622" y="82517"/>
                </a:cubicBezTo>
                <a:cubicBezTo>
                  <a:pt x="75638" y="82517"/>
                  <a:pt x="76645" y="82923"/>
                  <a:pt x="76645" y="83737"/>
                </a:cubicBezTo>
                <a:cubicBezTo>
                  <a:pt x="76645" y="83838"/>
                  <a:pt x="76444" y="84601"/>
                  <a:pt x="76041" y="86025"/>
                </a:cubicBezTo>
                <a:cubicBezTo>
                  <a:pt x="74429" y="92024"/>
                  <a:pt x="71859" y="96956"/>
                  <a:pt x="68331" y="100820"/>
                </a:cubicBezTo>
                <a:cubicBezTo>
                  <a:pt x="64904" y="105192"/>
                  <a:pt x="60823" y="107378"/>
                  <a:pt x="56086" y="107378"/>
                </a:cubicBezTo>
                <a:lnTo>
                  <a:pt x="55330" y="107378"/>
                </a:lnTo>
                <a:cubicBezTo>
                  <a:pt x="50593" y="107378"/>
                  <a:pt x="47167" y="106006"/>
                  <a:pt x="45050" y="103260"/>
                </a:cubicBezTo>
                <a:cubicBezTo>
                  <a:pt x="42934" y="100515"/>
                  <a:pt x="41875" y="97617"/>
                  <a:pt x="41875" y="94566"/>
                </a:cubicBezTo>
                <a:cubicBezTo>
                  <a:pt x="41875" y="92939"/>
                  <a:pt x="43689" y="86940"/>
                  <a:pt x="47318" y="76568"/>
                </a:cubicBezTo>
                <a:cubicBezTo>
                  <a:pt x="50946" y="66196"/>
                  <a:pt x="52811" y="58418"/>
                  <a:pt x="52911" y="53231"/>
                </a:cubicBezTo>
                <a:cubicBezTo>
                  <a:pt x="52911" y="47232"/>
                  <a:pt x="50694" y="44232"/>
                  <a:pt x="46259" y="44232"/>
                </a:cubicBezTo>
                <a:lnTo>
                  <a:pt x="45504" y="44232"/>
                </a:lnTo>
                <a:cubicBezTo>
                  <a:pt x="37138" y="44232"/>
                  <a:pt x="29882" y="49215"/>
                  <a:pt x="23734" y="59180"/>
                </a:cubicBezTo>
                <a:lnTo>
                  <a:pt x="22677" y="61163"/>
                </a:lnTo>
                <a:lnTo>
                  <a:pt x="17537" y="81754"/>
                </a:lnTo>
                <a:cubicBezTo>
                  <a:pt x="14311" y="94973"/>
                  <a:pt x="12447" y="102192"/>
                  <a:pt x="11943" y="103413"/>
                </a:cubicBezTo>
                <a:cubicBezTo>
                  <a:pt x="10633" y="106158"/>
                  <a:pt x="8415" y="107531"/>
                  <a:pt x="5292" y="107531"/>
                </a:cubicBezTo>
                <a:cubicBezTo>
                  <a:pt x="3881" y="107531"/>
                  <a:pt x="2671" y="107073"/>
                  <a:pt x="1663" y="106158"/>
                </a:cubicBezTo>
                <a:cubicBezTo>
                  <a:pt x="655" y="105243"/>
                  <a:pt x="101" y="104328"/>
                  <a:pt x="0" y="103413"/>
                </a:cubicBezTo>
                <a:cubicBezTo>
                  <a:pt x="0" y="101989"/>
                  <a:pt x="3679" y="86533"/>
                  <a:pt x="11036" y="57045"/>
                </a:cubicBezTo>
                <a:lnTo>
                  <a:pt x="22223" y="11897"/>
                </a:lnTo>
                <a:cubicBezTo>
                  <a:pt x="22223" y="10575"/>
                  <a:pt x="21870" y="9762"/>
                  <a:pt x="21164" y="9457"/>
                </a:cubicBezTo>
                <a:cubicBezTo>
                  <a:pt x="20459" y="9152"/>
                  <a:pt x="18494" y="8897"/>
                  <a:pt x="15269" y="8694"/>
                </a:cubicBezTo>
                <a:lnTo>
                  <a:pt x="12094" y="8694"/>
                </a:lnTo>
                <a:cubicBezTo>
                  <a:pt x="11489" y="8084"/>
                  <a:pt x="11187" y="7677"/>
                  <a:pt x="11187" y="7474"/>
                </a:cubicBezTo>
                <a:cubicBezTo>
                  <a:pt x="11187" y="7271"/>
                  <a:pt x="11288" y="6304"/>
                  <a:pt x="11489" y="4576"/>
                </a:cubicBezTo>
                <a:cubicBezTo>
                  <a:pt x="11993" y="2644"/>
                  <a:pt x="12648" y="1678"/>
                  <a:pt x="13455" y="167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99" name="pdf-path-134">
            <a:extLst xmlns:a="http://schemas.openxmlformats.org/drawingml/2006/main">
              <a:ext uri="{FF2B5EF4-FFF2-40B4-BE49-F238E27FC236}">
                <a16:creationId xmlns:a16="http://schemas.microsoft.com/office/drawing/2014/main" id="{AD2AD9C1-D8DA-472D-9FFF-82B37D73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591" y="3161627"/>
            <a:ext cx="108981" cy="195190"/>
          </a:xfrm>
          <a:custGeom xmlns:a="http://schemas.openxmlformats.org/drawingml/2006/main">
            <a:pathLst>
              <a:path w="108981" h="195190">
                <a:moveTo>
                  <a:pt x="13871" y="185967"/>
                </a:moveTo>
                <a:cubicBezTo>
                  <a:pt x="14164" y="185967"/>
                  <a:pt x="14604" y="186110"/>
                  <a:pt x="15191" y="186396"/>
                </a:cubicBezTo>
                <a:cubicBezTo>
                  <a:pt x="15779" y="186682"/>
                  <a:pt x="16585" y="186896"/>
                  <a:pt x="17613" y="187039"/>
                </a:cubicBezTo>
                <a:cubicBezTo>
                  <a:pt x="18641" y="187182"/>
                  <a:pt x="19521" y="187254"/>
                  <a:pt x="20255" y="187254"/>
                </a:cubicBezTo>
                <a:cubicBezTo>
                  <a:pt x="22163" y="187254"/>
                  <a:pt x="23924" y="186324"/>
                  <a:pt x="25539" y="184465"/>
                </a:cubicBezTo>
                <a:cubicBezTo>
                  <a:pt x="27154" y="182606"/>
                  <a:pt x="28327" y="180533"/>
                  <a:pt x="29062" y="178245"/>
                </a:cubicBezTo>
                <a:cubicBezTo>
                  <a:pt x="30529" y="174384"/>
                  <a:pt x="33025" y="163445"/>
                  <a:pt x="36547" y="145427"/>
                </a:cubicBezTo>
                <a:cubicBezTo>
                  <a:pt x="40070" y="127410"/>
                  <a:pt x="43446" y="110250"/>
                  <a:pt x="46675" y="93949"/>
                </a:cubicBezTo>
                <a:cubicBezTo>
                  <a:pt x="49904" y="77647"/>
                  <a:pt x="51518" y="69425"/>
                  <a:pt x="51518" y="69282"/>
                </a:cubicBezTo>
                <a:lnTo>
                  <a:pt x="51518" y="68638"/>
                </a:lnTo>
                <a:lnTo>
                  <a:pt x="41171" y="68638"/>
                </a:lnTo>
                <a:cubicBezTo>
                  <a:pt x="34272" y="68638"/>
                  <a:pt x="30602" y="68495"/>
                  <a:pt x="30162" y="68209"/>
                </a:cubicBezTo>
                <a:cubicBezTo>
                  <a:pt x="29575" y="67780"/>
                  <a:pt x="29282" y="67065"/>
                  <a:pt x="29282" y="66064"/>
                </a:cubicBezTo>
                <a:lnTo>
                  <a:pt x="30823" y="60058"/>
                </a:lnTo>
                <a:cubicBezTo>
                  <a:pt x="31116" y="59344"/>
                  <a:pt x="31704" y="58986"/>
                  <a:pt x="32585" y="58986"/>
                </a:cubicBezTo>
                <a:cubicBezTo>
                  <a:pt x="33465" y="58986"/>
                  <a:pt x="36914" y="58915"/>
                  <a:pt x="42932" y="58772"/>
                </a:cubicBezTo>
                <a:cubicBezTo>
                  <a:pt x="49977" y="58772"/>
                  <a:pt x="53500" y="58700"/>
                  <a:pt x="53500" y="58557"/>
                </a:cubicBezTo>
                <a:cubicBezTo>
                  <a:pt x="53500" y="58271"/>
                  <a:pt x="54161" y="54696"/>
                  <a:pt x="55482" y="47832"/>
                </a:cubicBezTo>
                <a:cubicBezTo>
                  <a:pt x="56802" y="40968"/>
                  <a:pt x="57683" y="36821"/>
                  <a:pt x="58123" y="35392"/>
                </a:cubicBezTo>
                <a:cubicBezTo>
                  <a:pt x="63554" y="11797"/>
                  <a:pt x="74269" y="0"/>
                  <a:pt x="90267" y="0"/>
                </a:cubicBezTo>
                <a:cubicBezTo>
                  <a:pt x="95699" y="286"/>
                  <a:pt x="100175" y="1859"/>
                  <a:pt x="103698" y="4719"/>
                </a:cubicBezTo>
                <a:cubicBezTo>
                  <a:pt x="107220" y="7579"/>
                  <a:pt x="108981" y="11368"/>
                  <a:pt x="108981" y="16087"/>
                </a:cubicBezTo>
                <a:cubicBezTo>
                  <a:pt x="108981" y="21235"/>
                  <a:pt x="107441" y="24953"/>
                  <a:pt x="104358" y="27241"/>
                </a:cubicBezTo>
                <a:cubicBezTo>
                  <a:pt x="101275" y="29529"/>
                  <a:pt x="98193" y="30744"/>
                  <a:pt x="95111" y="30887"/>
                </a:cubicBezTo>
                <a:cubicBezTo>
                  <a:pt x="88652" y="30887"/>
                  <a:pt x="85424" y="27884"/>
                  <a:pt x="85424" y="21879"/>
                </a:cubicBezTo>
                <a:cubicBezTo>
                  <a:pt x="85424" y="19161"/>
                  <a:pt x="86231" y="16802"/>
                  <a:pt x="87846" y="14800"/>
                </a:cubicBezTo>
                <a:cubicBezTo>
                  <a:pt x="89460" y="12798"/>
                  <a:pt x="91221" y="11297"/>
                  <a:pt x="93129" y="10296"/>
                </a:cubicBezTo>
                <a:lnTo>
                  <a:pt x="95111" y="9223"/>
                </a:lnTo>
                <a:cubicBezTo>
                  <a:pt x="92762" y="8365"/>
                  <a:pt x="90561" y="7936"/>
                  <a:pt x="88506" y="7936"/>
                </a:cubicBezTo>
                <a:cubicBezTo>
                  <a:pt x="86744" y="7936"/>
                  <a:pt x="85057" y="8651"/>
                  <a:pt x="83442" y="10081"/>
                </a:cubicBezTo>
                <a:cubicBezTo>
                  <a:pt x="81828" y="11511"/>
                  <a:pt x="80727" y="13513"/>
                  <a:pt x="80140" y="16087"/>
                </a:cubicBezTo>
                <a:cubicBezTo>
                  <a:pt x="79112" y="20234"/>
                  <a:pt x="77939" y="25811"/>
                  <a:pt x="76617" y="32817"/>
                </a:cubicBezTo>
                <a:cubicBezTo>
                  <a:pt x="75296" y="39824"/>
                  <a:pt x="74122" y="45759"/>
                  <a:pt x="73094" y="50621"/>
                </a:cubicBezTo>
                <a:cubicBezTo>
                  <a:pt x="72067" y="55483"/>
                  <a:pt x="71553" y="58056"/>
                  <a:pt x="71553" y="58343"/>
                </a:cubicBezTo>
                <a:cubicBezTo>
                  <a:pt x="71553" y="58629"/>
                  <a:pt x="75590" y="58772"/>
                  <a:pt x="83663" y="58772"/>
                </a:cubicBezTo>
                <a:cubicBezTo>
                  <a:pt x="90267" y="58772"/>
                  <a:pt x="94084" y="58843"/>
                  <a:pt x="95111" y="58986"/>
                </a:cubicBezTo>
                <a:cubicBezTo>
                  <a:pt x="96138" y="59129"/>
                  <a:pt x="96946" y="59558"/>
                  <a:pt x="97532" y="60273"/>
                </a:cubicBezTo>
                <a:cubicBezTo>
                  <a:pt x="97680" y="60845"/>
                  <a:pt x="97532" y="62060"/>
                  <a:pt x="97093" y="63919"/>
                </a:cubicBezTo>
                <a:cubicBezTo>
                  <a:pt x="96653" y="65778"/>
                  <a:pt x="96285" y="66922"/>
                  <a:pt x="95992" y="67351"/>
                </a:cubicBezTo>
                <a:cubicBezTo>
                  <a:pt x="95699" y="68066"/>
                  <a:pt x="95038" y="68424"/>
                  <a:pt x="94010" y="68424"/>
                </a:cubicBezTo>
                <a:cubicBezTo>
                  <a:pt x="92983" y="68424"/>
                  <a:pt x="89020" y="68495"/>
                  <a:pt x="82122" y="68638"/>
                </a:cubicBezTo>
                <a:lnTo>
                  <a:pt x="69792" y="68638"/>
                </a:lnTo>
                <a:lnTo>
                  <a:pt x="64728" y="94806"/>
                </a:lnTo>
                <a:cubicBezTo>
                  <a:pt x="57683" y="130270"/>
                  <a:pt x="52766" y="152434"/>
                  <a:pt x="49977" y="161300"/>
                </a:cubicBezTo>
                <a:cubicBezTo>
                  <a:pt x="46014" y="173455"/>
                  <a:pt x="40877" y="182463"/>
                  <a:pt x="34566" y="188326"/>
                </a:cubicBezTo>
                <a:cubicBezTo>
                  <a:pt x="29135" y="192902"/>
                  <a:pt x="23778" y="195190"/>
                  <a:pt x="18493" y="195190"/>
                </a:cubicBezTo>
                <a:cubicBezTo>
                  <a:pt x="13797" y="195190"/>
                  <a:pt x="9540" y="193832"/>
                  <a:pt x="5724" y="191114"/>
                </a:cubicBezTo>
                <a:cubicBezTo>
                  <a:pt x="1908" y="188398"/>
                  <a:pt x="0" y="184537"/>
                  <a:pt x="0" y="179532"/>
                </a:cubicBezTo>
                <a:cubicBezTo>
                  <a:pt x="0" y="174241"/>
                  <a:pt x="1541" y="170380"/>
                  <a:pt x="4624" y="167949"/>
                </a:cubicBezTo>
                <a:cubicBezTo>
                  <a:pt x="7705" y="165518"/>
                  <a:pt x="10788" y="164303"/>
                  <a:pt x="13871" y="164303"/>
                </a:cubicBezTo>
                <a:cubicBezTo>
                  <a:pt x="20328" y="164303"/>
                  <a:pt x="23557" y="167306"/>
                  <a:pt x="23557" y="173312"/>
                </a:cubicBezTo>
                <a:cubicBezTo>
                  <a:pt x="23557" y="176029"/>
                  <a:pt x="22751" y="178388"/>
                  <a:pt x="21136" y="180390"/>
                </a:cubicBezTo>
                <a:cubicBezTo>
                  <a:pt x="19521" y="182392"/>
                  <a:pt x="17760" y="183893"/>
                  <a:pt x="15852" y="184894"/>
                </a:cubicBezTo>
                <a:lnTo>
                  <a:pt x="13871" y="18596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100" name="pdf-path-136">
            <a:extLst xmlns:a="http://schemas.openxmlformats.org/drawingml/2006/main">
              <a:ext uri="{FF2B5EF4-FFF2-40B4-BE49-F238E27FC236}">
                <a16:creationId xmlns:a16="http://schemas.microsoft.com/office/drawing/2014/main" id="{A3B201F5-6A8F-436C-8081-5BE0A9F1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7542" y="3239675"/>
            <a:ext cx="35489" cy="107114"/>
          </a:xfrm>
          <a:custGeom xmlns:a="http://schemas.openxmlformats.org/drawingml/2006/main">
            <a:pathLst>
              <a:path w="35489" h="107114">
                <a:moveTo>
                  <a:pt x="12297" y="96397"/>
                </a:moveTo>
                <a:cubicBezTo>
                  <a:pt x="12297" y="99733"/>
                  <a:pt x="13594" y="101402"/>
                  <a:pt x="16189" y="101402"/>
                </a:cubicBezTo>
                <a:cubicBezTo>
                  <a:pt x="20027" y="101402"/>
                  <a:pt x="23297" y="96094"/>
                  <a:pt x="25995" y="85479"/>
                </a:cubicBezTo>
                <a:cubicBezTo>
                  <a:pt x="26617" y="83457"/>
                  <a:pt x="27136" y="82395"/>
                  <a:pt x="27551" y="82294"/>
                </a:cubicBezTo>
                <a:cubicBezTo>
                  <a:pt x="27759" y="82193"/>
                  <a:pt x="28278" y="82143"/>
                  <a:pt x="29108" y="82143"/>
                </a:cubicBezTo>
                <a:lnTo>
                  <a:pt x="29730" y="82143"/>
                </a:lnTo>
                <a:cubicBezTo>
                  <a:pt x="30664" y="82143"/>
                  <a:pt x="31287" y="82143"/>
                  <a:pt x="31598" y="82143"/>
                </a:cubicBezTo>
                <a:cubicBezTo>
                  <a:pt x="31910" y="82143"/>
                  <a:pt x="32169" y="82243"/>
                  <a:pt x="32376" y="82446"/>
                </a:cubicBezTo>
                <a:cubicBezTo>
                  <a:pt x="32584" y="82648"/>
                  <a:pt x="32688" y="83002"/>
                  <a:pt x="32688" y="83507"/>
                </a:cubicBezTo>
                <a:cubicBezTo>
                  <a:pt x="32584" y="84114"/>
                  <a:pt x="32429" y="84923"/>
                  <a:pt x="32221" y="85934"/>
                </a:cubicBezTo>
                <a:cubicBezTo>
                  <a:pt x="32013" y="86945"/>
                  <a:pt x="31442" y="88866"/>
                  <a:pt x="30508" y="91696"/>
                </a:cubicBezTo>
                <a:cubicBezTo>
                  <a:pt x="29574" y="94527"/>
                  <a:pt x="28537" y="96903"/>
                  <a:pt x="27395" y="98824"/>
                </a:cubicBezTo>
                <a:cubicBezTo>
                  <a:pt x="26254" y="100745"/>
                  <a:pt x="24646" y="102615"/>
                  <a:pt x="22570" y="104435"/>
                </a:cubicBezTo>
                <a:cubicBezTo>
                  <a:pt x="20495" y="106255"/>
                  <a:pt x="18108" y="107114"/>
                  <a:pt x="15410" y="107013"/>
                </a:cubicBezTo>
                <a:cubicBezTo>
                  <a:pt x="11674" y="107013"/>
                  <a:pt x="8198" y="105901"/>
                  <a:pt x="4981" y="103676"/>
                </a:cubicBezTo>
                <a:cubicBezTo>
                  <a:pt x="1764" y="101452"/>
                  <a:pt x="104" y="97712"/>
                  <a:pt x="0" y="92455"/>
                </a:cubicBezTo>
                <a:cubicBezTo>
                  <a:pt x="0" y="91242"/>
                  <a:pt x="51" y="90382"/>
                  <a:pt x="155" y="89876"/>
                </a:cubicBezTo>
                <a:lnTo>
                  <a:pt x="10274" y="50751"/>
                </a:lnTo>
                <a:cubicBezTo>
                  <a:pt x="16811" y="24971"/>
                  <a:pt x="20080" y="11677"/>
                  <a:pt x="20080" y="10868"/>
                </a:cubicBezTo>
                <a:cubicBezTo>
                  <a:pt x="20080" y="10565"/>
                  <a:pt x="20027" y="10312"/>
                  <a:pt x="19923" y="10110"/>
                </a:cubicBezTo>
                <a:cubicBezTo>
                  <a:pt x="19820" y="9908"/>
                  <a:pt x="19612" y="9705"/>
                  <a:pt x="19301" y="9503"/>
                </a:cubicBezTo>
                <a:cubicBezTo>
                  <a:pt x="18990" y="9301"/>
                  <a:pt x="18731" y="9200"/>
                  <a:pt x="18523" y="9200"/>
                </a:cubicBezTo>
                <a:cubicBezTo>
                  <a:pt x="18315" y="9200"/>
                  <a:pt x="17900" y="9149"/>
                  <a:pt x="17278" y="9048"/>
                </a:cubicBezTo>
                <a:cubicBezTo>
                  <a:pt x="16655" y="8947"/>
                  <a:pt x="16240" y="8897"/>
                  <a:pt x="16032" y="8897"/>
                </a:cubicBezTo>
                <a:cubicBezTo>
                  <a:pt x="15825" y="8897"/>
                  <a:pt x="15358" y="8846"/>
                  <a:pt x="14632" y="8745"/>
                </a:cubicBezTo>
                <a:cubicBezTo>
                  <a:pt x="13906" y="8644"/>
                  <a:pt x="13387" y="8644"/>
                  <a:pt x="13075" y="8745"/>
                </a:cubicBezTo>
                <a:cubicBezTo>
                  <a:pt x="12038" y="8745"/>
                  <a:pt x="11363" y="8745"/>
                  <a:pt x="11051" y="8745"/>
                </a:cubicBezTo>
                <a:cubicBezTo>
                  <a:pt x="10740" y="8745"/>
                  <a:pt x="10325" y="8695"/>
                  <a:pt x="9806" y="8594"/>
                </a:cubicBezTo>
                <a:cubicBezTo>
                  <a:pt x="9287" y="8492"/>
                  <a:pt x="8976" y="8341"/>
                  <a:pt x="8872" y="8138"/>
                </a:cubicBezTo>
                <a:cubicBezTo>
                  <a:pt x="8768" y="7936"/>
                  <a:pt x="8717" y="7633"/>
                  <a:pt x="8717" y="7228"/>
                </a:cubicBezTo>
                <a:cubicBezTo>
                  <a:pt x="8717" y="7026"/>
                  <a:pt x="8821" y="6319"/>
                  <a:pt x="9028" y="5105"/>
                </a:cubicBezTo>
                <a:cubicBezTo>
                  <a:pt x="9547" y="3185"/>
                  <a:pt x="10117" y="2123"/>
                  <a:pt x="10740" y="1921"/>
                </a:cubicBezTo>
                <a:cubicBezTo>
                  <a:pt x="11363" y="1719"/>
                  <a:pt x="15098" y="1415"/>
                  <a:pt x="21947" y="1011"/>
                </a:cubicBezTo>
                <a:cubicBezTo>
                  <a:pt x="23504" y="910"/>
                  <a:pt x="25268" y="809"/>
                  <a:pt x="27240" y="708"/>
                </a:cubicBezTo>
                <a:cubicBezTo>
                  <a:pt x="29212" y="607"/>
                  <a:pt x="30768" y="455"/>
                  <a:pt x="31910" y="253"/>
                </a:cubicBezTo>
                <a:cubicBezTo>
                  <a:pt x="33051" y="51"/>
                  <a:pt x="33621" y="0"/>
                  <a:pt x="33621" y="101"/>
                </a:cubicBezTo>
                <a:cubicBezTo>
                  <a:pt x="34867" y="101"/>
                  <a:pt x="35489" y="505"/>
                  <a:pt x="35489" y="1314"/>
                </a:cubicBezTo>
                <a:cubicBezTo>
                  <a:pt x="35489" y="2426"/>
                  <a:pt x="31702" y="17591"/>
                  <a:pt x="24127" y="46808"/>
                </a:cubicBezTo>
                <a:cubicBezTo>
                  <a:pt x="16551" y="76026"/>
                  <a:pt x="12660" y="91342"/>
                  <a:pt x="12453" y="92758"/>
                </a:cubicBezTo>
                <a:cubicBezTo>
                  <a:pt x="12453" y="92960"/>
                  <a:pt x="12453" y="93365"/>
                  <a:pt x="12453" y="93971"/>
                </a:cubicBezTo>
                <a:cubicBezTo>
                  <a:pt x="12453" y="94578"/>
                  <a:pt x="12400" y="95083"/>
                  <a:pt x="12297" y="95487"/>
                </a:cubicBezTo>
                <a:lnTo>
                  <a:pt x="12297" y="9639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101" name="pdf-path-138">
            <a:extLst xmlns:a="http://schemas.openxmlformats.org/drawingml/2006/main">
              <a:ext uri="{FF2B5EF4-FFF2-40B4-BE49-F238E27FC236}">
                <a16:creationId xmlns:a16="http://schemas.microsoft.com/office/drawing/2014/main" id="{5F1EDDB5-7522-43E8-8F48-5252EA7F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3306" y="3278143"/>
            <a:ext cx="68800" cy="68545"/>
          </a:xfrm>
          <a:custGeom xmlns:a="http://schemas.openxmlformats.org/drawingml/2006/main">
            <a:pathLst>
              <a:path w="68800" h="68545">
                <a:moveTo>
                  <a:pt x="25995" y="68545"/>
                </a:moveTo>
                <a:cubicBezTo>
                  <a:pt x="18212" y="68545"/>
                  <a:pt x="11934" y="66068"/>
                  <a:pt x="7160" y="61114"/>
                </a:cubicBezTo>
                <a:cubicBezTo>
                  <a:pt x="2387" y="56160"/>
                  <a:pt x="0" y="50195"/>
                  <a:pt x="0" y="43220"/>
                </a:cubicBezTo>
                <a:cubicBezTo>
                  <a:pt x="0" y="36648"/>
                  <a:pt x="1557" y="30431"/>
                  <a:pt x="4670" y="24567"/>
                </a:cubicBezTo>
                <a:cubicBezTo>
                  <a:pt x="7783" y="18704"/>
                  <a:pt x="12038" y="13598"/>
                  <a:pt x="17434" y="9251"/>
                </a:cubicBezTo>
                <a:cubicBezTo>
                  <a:pt x="25320" y="3084"/>
                  <a:pt x="33362" y="0"/>
                  <a:pt x="41561" y="0"/>
                </a:cubicBezTo>
                <a:cubicBezTo>
                  <a:pt x="44880" y="0"/>
                  <a:pt x="46956" y="51"/>
                  <a:pt x="47786" y="152"/>
                </a:cubicBezTo>
                <a:cubicBezTo>
                  <a:pt x="49135" y="455"/>
                  <a:pt x="50484" y="809"/>
                  <a:pt x="51833" y="1213"/>
                </a:cubicBezTo>
                <a:cubicBezTo>
                  <a:pt x="53182" y="1618"/>
                  <a:pt x="54999" y="2426"/>
                  <a:pt x="57282" y="3639"/>
                </a:cubicBezTo>
                <a:cubicBezTo>
                  <a:pt x="59565" y="4853"/>
                  <a:pt x="61433" y="6369"/>
                  <a:pt x="62885" y="8189"/>
                </a:cubicBezTo>
                <a:cubicBezTo>
                  <a:pt x="64338" y="10009"/>
                  <a:pt x="65687" y="12486"/>
                  <a:pt x="66933" y="15620"/>
                </a:cubicBezTo>
                <a:cubicBezTo>
                  <a:pt x="68178" y="18754"/>
                  <a:pt x="68800" y="22292"/>
                  <a:pt x="68800" y="26235"/>
                </a:cubicBezTo>
                <a:cubicBezTo>
                  <a:pt x="68800" y="37053"/>
                  <a:pt x="64338" y="46808"/>
                  <a:pt x="55414" y="55503"/>
                </a:cubicBezTo>
                <a:cubicBezTo>
                  <a:pt x="46489" y="64198"/>
                  <a:pt x="36683" y="68545"/>
                  <a:pt x="25995" y="68545"/>
                </a:cubicBezTo>
                <a:moveTo>
                  <a:pt x="13542" y="48679"/>
                </a:moveTo>
                <a:cubicBezTo>
                  <a:pt x="13542" y="53734"/>
                  <a:pt x="14891" y="57374"/>
                  <a:pt x="17589" y="59598"/>
                </a:cubicBezTo>
                <a:cubicBezTo>
                  <a:pt x="20287" y="61822"/>
                  <a:pt x="23348" y="62934"/>
                  <a:pt x="26772" y="62934"/>
                </a:cubicBezTo>
                <a:cubicBezTo>
                  <a:pt x="31338" y="62934"/>
                  <a:pt x="35645" y="61316"/>
                  <a:pt x="39693" y="58081"/>
                </a:cubicBezTo>
                <a:cubicBezTo>
                  <a:pt x="43740" y="54846"/>
                  <a:pt x="46956" y="50600"/>
                  <a:pt x="49343" y="45343"/>
                </a:cubicBezTo>
                <a:cubicBezTo>
                  <a:pt x="50277" y="43220"/>
                  <a:pt x="51470" y="39479"/>
                  <a:pt x="52923" y="34121"/>
                </a:cubicBezTo>
                <a:cubicBezTo>
                  <a:pt x="54376" y="28762"/>
                  <a:pt x="55102" y="24112"/>
                  <a:pt x="55102" y="20169"/>
                </a:cubicBezTo>
                <a:cubicBezTo>
                  <a:pt x="55102" y="15721"/>
                  <a:pt x="54168" y="12334"/>
                  <a:pt x="52301" y="10009"/>
                </a:cubicBezTo>
                <a:cubicBezTo>
                  <a:pt x="49810" y="6976"/>
                  <a:pt x="46489" y="5459"/>
                  <a:pt x="42338" y="5459"/>
                </a:cubicBezTo>
                <a:cubicBezTo>
                  <a:pt x="35801" y="5459"/>
                  <a:pt x="30042" y="8391"/>
                  <a:pt x="25061" y="14255"/>
                </a:cubicBezTo>
                <a:cubicBezTo>
                  <a:pt x="21221" y="18704"/>
                  <a:pt x="18368" y="24618"/>
                  <a:pt x="16500" y="31998"/>
                </a:cubicBezTo>
                <a:cubicBezTo>
                  <a:pt x="14632" y="39378"/>
                  <a:pt x="13646" y="44938"/>
                  <a:pt x="13542" y="4867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102" name="pdf-path-140">
            <a:extLst xmlns:a="http://schemas.openxmlformats.org/drawingml/2006/main">
              <a:ext uri="{FF2B5EF4-FFF2-40B4-BE49-F238E27FC236}">
                <a16:creationId xmlns:a16="http://schemas.microsoft.com/office/drawing/2014/main" id="{A2CAF718-04FE-4FB2-AB08-106E4C9C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775" y="3277840"/>
            <a:ext cx="104135" cy="68848"/>
          </a:xfrm>
          <a:custGeom xmlns:a="http://schemas.openxmlformats.org/drawingml/2006/main">
            <a:pathLst>
              <a:path w="104135" h="68848">
                <a:moveTo>
                  <a:pt x="87012" y="8795"/>
                </a:moveTo>
                <a:cubicBezTo>
                  <a:pt x="87012" y="6672"/>
                  <a:pt x="87998" y="4701"/>
                  <a:pt x="89970" y="2881"/>
                </a:cubicBezTo>
                <a:cubicBezTo>
                  <a:pt x="91942" y="1061"/>
                  <a:pt x="94121" y="101"/>
                  <a:pt x="96508" y="0"/>
                </a:cubicBezTo>
                <a:cubicBezTo>
                  <a:pt x="98375" y="0"/>
                  <a:pt x="100087" y="910"/>
                  <a:pt x="101644" y="2729"/>
                </a:cubicBezTo>
                <a:cubicBezTo>
                  <a:pt x="103201" y="4549"/>
                  <a:pt x="104031" y="7431"/>
                  <a:pt x="104135" y="11374"/>
                </a:cubicBezTo>
                <a:cubicBezTo>
                  <a:pt x="104135" y="14305"/>
                  <a:pt x="103148" y="20118"/>
                  <a:pt x="101177" y="28813"/>
                </a:cubicBezTo>
                <a:cubicBezTo>
                  <a:pt x="99620" y="34474"/>
                  <a:pt x="98220" y="39125"/>
                  <a:pt x="96974" y="42764"/>
                </a:cubicBezTo>
                <a:cubicBezTo>
                  <a:pt x="95729" y="46404"/>
                  <a:pt x="93913" y="50499"/>
                  <a:pt x="91527" y="55048"/>
                </a:cubicBezTo>
                <a:cubicBezTo>
                  <a:pt x="89140" y="59597"/>
                  <a:pt x="86286" y="63035"/>
                  <a:pt x="82965" y="65360"/>
                </a:cubicBezTo>
                <a:cubicBezTo>
                  <a:pt x="79644" y="67685"/>
                  <a:pt x="75908" y="68848"/>
                  <a:pt x="71758" y="68848"/>
                </a:cubicBezTo>
                <a:cubicBezTo>
                  <a:pt x="67192" y="68848"/>
                  <a:pt x="63145" y="68039"/>
                  <a:pt x="59617" y="66422"/>
                </a:cubicBezTo>
                <a:cubicBezTo>
                  <a:pt x="56089" y="64804"/>
                  <a:pt x="53546" y="62630"/>
                  <a:pt x="51989" y="59901"/>
                </a:cubicBezTo>
                <a:cubicBezTo>
                  <a:pt x="51885" y="60002"/>
                  <a:pt x="51730" y="60204"/>
                  <a:pt x="51523" y="60507"/>
                </a:cubicBezTo>
                <a:cubicBezTo>
                  <a:pt x="47268" y="66067"/>
                  <a:pt x="42079" y="68848"/>
                  <a:pt x="35957" y="68848"/>
                </a:cubicBezTo>
                <a:cubicBezTo>
                  <a:pt x="33259" y="68848"/>
                  <a:pt x="30664" y="68545"/>
                  <a:pt x="28174" y="67938"/>
                </a:cubicBezTo>
                <a:cubicBezTo>
                  <a:pt x="25683" y="67332"/>
                  <a:pt x="23245" y="66371"/>
                  <a:pt x="20858" y="65057"/>
                </a:cubicBezTo>
                <a:cubicBezTo>
                  <a:pt x="18472" y="63743"/>
                  <a:pt x="16552" y="61771"/>
                  <a:pt x="15099" y="59143"/>
                </a:cubicBezTo>
                <a:cubicBezTo>
                  <a:pt x="13647" y="56514"/>
                  <a:pt x="12920" y="53329"/>
                  <a:pt x="12920" y="49589"/>
                </a:cubicBezTo>
                <a:cubicBezTo>
                  <a:pt x="12920" y="44129"/>
                  <a:pt x="14684" y="36749"/>
                  <a:pt x="18213" y="27448"/>
                </a:cubicBezTo>
                <a:cubicBezTo>
                  <a:pt x="21741" y="18147"/>
                  <a:pt x="23556" y="12233"/>
                  <a:pt x="23660" y="9705"/>
                </a:cubicBezTo>
                <a:cubicBezTo>
                  <a:pt x="23660" y="9604"/>
                  <a:pt x="23660" y="9503"/>
                  <a:pt x="23660" y="9402"/>
                </a:cubicBezTo>
                <a:cubicBezTo>
                  <a:pt x="23660" y="8492"/>
                  <a:pt x="23660" y="7885"/>
                  <a:pt x="23660" y="7582"/>
                </a:cubicBezTo>
                <a:cubicBezTo>
                  <a:pt x="23660" y="7279"/>
                  <a:pt x="23453" y="6925"/>
                  <a:pt x="23038" y="6521"/>
                </a:cubicBezTo>
                <a:cubicBezTo>
                  <a:pt x="22622" y="6116"/>
                  <a:pt x="22051" y="5914"/>
                  <a:pt x="21326" y="5914"/>
                </a:cubicBezTo>
                <a:lnTo>
                  <a:pt x="20703" y="5914"/>
                </a:lnTo>
                <a:cubicBezTo>
                  <a:pt x="18316" y="5914"/>
                  <a:pt x="16137" y="6875"/>
                  <a:pt x="14165" y="8795"/>
                </a:cubicBezTo>
                <a:cubicBezTo>
                  <a:pt x="12194" y="10716"/>
                  <a:pt x="10637" y="12789"/>
                  <a:pt x="9496" y="15013"/>
                </a:cubicBezTo>
                <a:cubicBezTo>
                  <a:pt x="8354" y="17237"/>
                  <a:pt x="7472" y="19360"/>
                  <a:pt x="6849" y="21382"/>
                </a:cubicBezTo>
                <a:cubicBezTo>
                  <a:pt x="6226" y="23404"/>
                  <a:pt x="5811" y="24516"/>
                  <a:pt x="5604" y="24718"/>
                </a:cubicBezTo>
                <a:cubicBezTo>
                  <a:pt x="5396" y="24921"/>
                  <a:pt x="4566" y="25022"/>
                  <a:pt x="3113" y="25022"/>
                </a:cubicBezTo>
                <a:lnTo>
                  <a:pt x="934" y="25022"/>
                </a:lnTo>
                <a:cubicBezTo>
                  <a:pt x="311" y="24415"/>
                  <a:pt x="0" y="23960"/>
                  <a:pt x="0" y="23657"/>
                </a:cubicBezTo>
                <a:cubicBezTo>
                  <a:pt x="0" y="23050"/>
                  <a:pt x="415" y="21635"/>
                  <a:pt x="1245" y="19411"/>
                </a:cubicBezTo>
                <a:cubicBezTo>
                  <a:pt x="2075" y="17187"/>
                  <a:pt x="3269" y="14608"/>
                  <a:pt x="4826" y="11677"/>
                </a:cubicBezTo>
                <a:cubicBezTo>
                  <a:pt x="6382" y="8745"/>
                  <a:pt x="8665" y="6116"/>
                  <a:pt x="11675" y="3791"/>
                </a:cubicBezTo>
                <a:cubicBezTo>
                  <a:pt x="14684" y="1466"/>
                  <a:pt x="18056" y="303"/>
                  <a:pt x="21792" y="303"/>
                </a:cubicBezTo>
                <a:cubicBezTo>
                  <a:pt x="26255" y="303"/>
                  <a:pt x="29679" y="1567"/>
                  <a:pt x="32066" y="4094"/>
                </a:cubicBezTo>
                <a:cubicBezTo>
                  <a:pt x="34453" y="6622"/>
                  <a:pt x="35645" y="9554"/>
                  <a:pt x="35645" y="12890"/>
                </a:cubicBezTo>
                <a:cubicBezTo>
                  <a:pt x="35645" y="14710"/>
                  <a:pt x="33934" y="20169"/>
                  <a:pt x="30509" y="29268"/>
                </a:cubicBezTo>
                <a:cubicBezTo>
                  <a:pt x="27085" y="38367"/>
                  <a:pt x="25372" y="45393"/>
                  <a:pt x="25372" y="50347"/>
                </a:cubicBezTo>
                <a:cubicBezTo>
                  <a:pt x="25372" y="54997"/>
                  <a:pt x="26462" y="58283"/>
                  <a:pt x="28641" y="60204"/>
                </a:cubicBezTo>
                <a:cubicBezTo>
                  <a:pt x="30821" y="62125"/>
                  <a:pt x="33570" y="63136"/>
                  <a:pt x="36891" y="63237"/>
                </a:cubicBezTo>
                <a:cubicBezTo>
                  <a:pt x="41353" y="63237"/>
                  <a:pt x="45296" y="60153"/>
                  <a:pt x="48721" y="53986"/>
                </a:cubicBezTo>
                <a:lnTo>
                  <a:pt x="49499" y="52621"/>
                </a:lnTo>
                <a:lnTo>
                  <a:pt x="49499" y="49134"/>
                </a:lnTo>
                <a:cubicBezTo>
                  <a:pt x="49499" y="48830"/>
                  <a:pt x="49499" y="48376"/>
                  <a:pt x="49499" y="47769"/>
                </a:cubicBezTo>
                <a:cubicBezTo>
                  <a:pt x="49499" y="47162"/>
                  <a:pt x="49551" y="46758"/>
                  <a:pt x="49655" y="46556"/>
                </a:cubicBezTo>
                <a:cubicBezTo>
                  <a:pt x="49759" y="46353"/>
                  <a:pt x="49810" y="46000"/>
                  <a:pt x="49810" y="45494"/>
                </a:cubicBezTo>
                <a:cubicBezTo>
                  <a:pt x="49810" y="44989"/>
                  <a:pt x="49862" y="44534"/>
                  <a:pt x="49966" y="44129"/>
                </a:cubicBezTo>
                <a:cubicBezTo>
                  <a:pt x="50070" y="43725"/>
                  <a:pt x="50225" y="43068"/>
                  <a:pt x="50433" y="42158"/>
                </a:cubicBezTo>
                <a:cubicBezTo>
                  <a:pt x="50640" y="41248"/>
                  <a:pt x="50796" y="40389"/>
                  <a:pt x="50900" y="39580"/>
                </a:cubicBezTo>
                <a:cubicBezTo>
                  <a:pt x="51004" y="38771"/>
                  <a:pt x="51315" y="37558"/>
                  <a:pt x="51834" y="35940"/>
                </a:cubicBezTo>
                <a:cubicBezTo>
                  <a:pt x="52353" y="34323"/>
                  <a:pt x="52768" y="32705"/>
                  <a:pt x="53079" y="31088"/>
                </a:cubicBezTo>
                <a:cubicBezTo>
                  <a:pt x="53391" y="29470"/>
                  <a:pt x="53961" y="27297"/>
                  <a:pt x="54791" y="24567"/>
                </a:cubicBezTo>
                <a:cubicBezTo>
                  <a:pt x="57801" y="13041"/>
                  <a:pt x="59513" y="6824"/>
                  <a:pt x="59928" y="5914"/>
                </a:cubicBezTo>
                <a:cubicBezTo>
                  <a:pt x="61277" y="3184"/>
                  <a:pt x="63508" y="1820"/>
                  <a:pt x="66621" y="1820"/>
                </a:cubicBezTo>
                <a:cubicBezTo>
                  <a:pt x="68593" y="1820"/>
                  <a:pt x="69942" y="2325"/>
                  <a:pt x="70668" y="3336"/>
                </a:cubicBezTo>
                <a:cubicBezTo>
                  <a:pt x="71395" y="4347"/>
                  <a:pt x="71810" y="5308"/>
                  <a:pt x="71914" y="6217"/>
                </a:cubicBezTo>
                <a:cubicBezTo>
                  <a:pt x="71914" y="7532"/>
                  <a:pt x="70409" y="14002"/>
                  <a:pt x="67400" y="25628"/>
                </a:cubicBezTo>
                <a:cubicBezTo>
                  <a:pt x="64391" y="37254"/>
                  <a:pt x="62730" y="43927"/>
                  <a:pt x="62419" y="45646"/>
                </a:cubicBezTo>
                <a:cubicBezTo>
                  <a:pt x="62211" y="46758"/>
                  <a:pt x="62108" y="48527"/>
                  <a:pt x="62108" y="50953"/>
                </a:cubicBezTo>
                <a:lnTo>
                  <a:pt x="62108" y="52015"/>
                </a:lnTo>
                <a:cubicBezTo>
                  <a:pt x="62108" y="53531"/>
                  <a:pt x="62263" y="54997"/>
                  <a:pt x="62574" y="56413"/>
                </a:cubicBezTo>
                <a:cubicBezTo>
                  <a:pt x="62885" y="57828"/>
                  <a:pt x="63872" y="59294"/>
                  <a:pt x="65532" y="60810"/>
                </a:cubicBezTo>
                <a:cubicBezTo>
                  <a:pt x="67192" y="62327"/>
                  <a:pt x="69527" y="63136"/>
                  <a:pt x="72536" y="63237"/>
                </a:cubicBezTo>
                <a:cubicBezTo>
                  <a:pt x="79904" y="63237"/>
                  <a:pt x="85767" y="57070"/>
                  <a:pt x="90125" y="44736"/>
                </a:cubicBezTo>
                <a:cubicBezTo>
                  <a:pt x="91059" y="42411"/>
                  <a:pt x="92097" y="39125"/>
                  <a:pt x="93238" y="34879"/>
                </a:cubicBezTo>
                <a:cubicBezTo>
                  <a:pt x="94380" y="30633"/>
                  <a:pt x="95003" y="27600"/>
                  <a:pt x="95106" y="25780"/>
                </a:cubicBezTo>
                <a:cubicBezTo>
                  <a:pt x="95106" y="22444"/>
                  <a:pt x="94432" y="19815"/>
                  <a:pt x="93083" y="17894"/>
                </a:cubicBezTo>
                <a:cubicBezTo>
                  <a:pt x="91734" y="15974"/>
                  <a:pt x="90385" y="14356"/>
                  <a:pt x="89036" y="13041"/>
                </a:cubicBezTo>
                <a:cubicBezTo>
                  <a:pt x="87687" y="11727"/>
                  <a:pt x="87012" y="10312"/>
                  <a:pt x="87012" y="879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103" name="pdf-path-142">
            <a:extLst xmlns:a="http://schemas.openxmlformats.org/drawingml/2006/main">
              <a:ext uri="{FF2B5EF4-FFF2-40B4-BE49-F238E27FC236}">
                <a16:creationId xmlns:a16="http://schemas.microsoft.com/office/drawing/2014/main" id="{C998D3CD-C36B-49DB-BAF2-93913AC2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926" y="1230273"/>
            <a:ext cx="147071" cy="101117"/>
          </a:xfrm>
          <a:custGeom xmlns:a="http://schemas.openxmlformats.org/drawingml/2006/main">
            <a:pathLst>
              <a:path w="147071" h="101117">
                <a:moveTo>
                  <a:pt x="122890" y="12918"/>
                </a:moveTo>
                <a:cubicBezTo>
                  <a:pt x="122890" y="9800"/>
                  <a:pt x="124281" y="6905"/>
                  <a:pt x="127066" y="4232"/>
                </a:cubicBezTo>
                <a:cubicBezTo>
                  <a:pt x="129851" y="1559"/>
                  <a:pt x="132929" y="148"/>
                  <a:pt x="136300" y="0"/>
                </a:cubicBezTo>
                <a:cubicBezTo>
                  <a:pt x="138938" y="0"/>
                  <a:pt x="141356" y="1336"/>
                  <a:pt x="143554" y="4009"/>
                </a:cubicBezTo>
                <a:cubicBezTo>
                  <a:pt x="145753" y="6682"/>
                  <a:pt x="146925" y="10914"/>
                  <a:pt x="147071" y="16704"/>
                </a:cubicBezTo>
                <a:cubicBezTo>
                  <a:pt x="147071" y="21010"/>
                  <a:pt x="145679" y="29548"/>
                  <a:pt x="142894" y="42318"/>
                </a:cubicBezTo>
                <a:cubicBezTo>
                  <a:pt x="140696" y="50633"/>
                  <a:pt x="138718" y="57463"/>
                  <a:pt x="136959" y="62808"/>
                </a:cubicBezTo>
                <a:cubicBezTo>
                  <a:pt x="135200" y="68154"/>
                  <a:pt x="132636" y="74167"/>
                  <a:pt x="129264" y="80849"/>
                </a:cubicBezTo>
                <a:cubicBezTo>
                  <a:pt x="125894" y="87531"/>
                  <a:pt x="121863" y="92579"/>
                  <a:pt x="117173" y="95994"/>
                </a:cubicBezTo>
                <a:cubicBezTo>
                  <a:pt x="112484" y="99409"/>
                  <a:pt x="107208" y="101117"/>
                  <a:pt x="101345" y="101117"/>
                </a:cubicBezTo>
                <a:cubicBezTo>
                  <a:pt x="94896" y="101117"/>
                  <a:pt x="89181" y="99929"/>
                  <a:pt x="84198" y="97553"/>
                </a:cubicBezTo>
                <a:cubicBezTo>
                  <a:pt x="79215" y="95178"/>
                  <a:pt x="75624" y="91985"/>
                  <a:pt x="73426" y="87976"/>
                </a:cubicBezTo>
                <a:cubicBezTo>
                  <a:pt x="73279" y="88125"/>
                  <a:pt x="73059" y="88422"/>
                  <a:pt x="72766" y="88867"/>
                </a:cubicBezTo>
                <a:cubicBezTo>
                  <a:pt x="66757" y="97034"/>
                  <a:pt x="59430" y="101117"/>
                  <a:pt x="50782" y="101117"/>
                </a:cubicBezTo>
                <a:cubicBezTo>
                  <a:pt x="46972" y="101117"/>
                  <a:pt x="43308" y="100672"/>
                  <a:pt x="39790" y="99781"/>
                </a:cubicBezTo>
                <a:cubicBezTo>
                  <a:pt x="36273" y="98890"/>
                  <a:pt x="32829" y="97479"/>
                  <a:pt x="29458" y="95549"/>
                </a:cubicBezTo>
                <a:cubicBezTo>
                  <a:pt x="26087" y="93618"/>
                  <a:pt x="23376" y="90723"/>
                  <a:pt x="21324" y="86863"/>
                </a:cubicBezTo>
                <a:cubicBezTo>
                  <a:pt x="19272" y="83002"/>
                  <a:pt x="18247" y="78325"/>
                  <a:pt x="18247" y="72831"/>
                </a:cubicBezTo>
                <a:cubicBezTo>
                  <a:pt x="18247" y="64813"/>
                  <a:pt x="20738" y="53974"/>
                  <a:pt x="25721" y="40313"/>
                </a:cubicBezTo>
                <a:cubicBezTo>
                  <a:pt x="30704" y="26653"/>
                  <a:pt x="33269" y="17966"/>
                  <a:pt x="33416" y="14254"/>
                </a:cubicBezTo>
                <a:cubicBezTo>
                  <a:pt x="33416" y="14106"/>
                  <a:pt x="33416" y="13957"/>
                  <a:pt x="33416" y="13809"/>
                </a:cubicBezTo>
                <a:cubicBezTo>
                  <a:pt x="33416" y="12473"/>
                  <a:pt x="33416" y="11582"/>
                  <a:pt x="33416" y="11136"/>
                </a:cubicBezTo>
                <a:cubicBezTo>
                  <a:pt x="33416" y="10691"/>
                  <a:pt x="33122" y="10171"/>
                  <a:pt x="32536" y="9577"/>
                </a:cubicBezTo>
                <a:cubicBezTo>
                  <a:pt x="31950" y="8983"/>
                  <a:pt x="31144" y="8686"/>
                  <a:pt x="30118" y="8686"/>
                </a:cubicBezTo>
                <a:lnTo>
                  <a:pt x="29239" y="8686"/>
                </a:lnTo>
                <a:cubicBezTo>
                  <a:pt x="25867" y="8686"/>
                  <a:pt x="22790" y="10097"/>
                  <a:pt x="20005" y="12918"/>
                </a:cubicBezTo>
                <a:cubicBezTo>
                  <a:pt x="17221" y="15739"/>
                  <a:pt x="15023" y="18783"/>
                  <a:pt x="13410" y="22050"/>
                </a:cubicBezTo>
                <a:cubicBezTo>
                  <a:pt x="11798" y="25316"/>
                  <a:pt x="10553" y="28435"/>
                  <a:pt x="9673" y="31404"/>
                </a:cubicBezTo>
                <a:cubicBezTo>
                  <a:pt x="8794" y="34374"/>
                  <a:pt x="8208" y="36007"/>
                  <a:pt x="7914" y="36304"/>
                </a:cubicBezTo>
                <a:cubicBezTo>
                  <a:pt x="7621" y="36601"/>
                  <a:pt x="6449" y="36750"/>
                  <a:pt x="4397" y="36750"/>
                </a:cubicBezTo>
                <a:lnTo>
                  <a:pt x="1319" y="36750"/>
                </a:lnTo>
                <a:cubicBezTo>
                  <a:pt x="440" y="35859"/>
                  <a:pt x="0" y="35191"/>
                  <a:pt x="0" y="34745"/>
                </a:cubicBezTo>
                <a:cubicBezTo>
                  <a:pt x="0" y="33854"/>
                  <a:pt x="586" y="31775"/>
                  <a:pt x="1759" y="28509"/>
                </a:cubicBezTo>
                <a:cubicBezTo>
                  <a:pt x="2931" y="25242"/>
                  <a:pt x="4617" y="21456"/>
                  <a:pt x="6815" y="17150"/>
                </a:cubicBezTo>
                <a:cubicBezTo>
                  <a:pt x="9013" y="12844"/>
                  <a:pt x="12237" y="8983"/>
                  <a:pt x="16488" y="5568"/>
                </a:cubicBezTo>
                <a:cubicBezTo>
                  <a:pt x="20738" y="2153"/>
                  <a:pt x="25501" y="445"/>
                  <a:pt x="30777" y="445"/>
                </a:cubicBezTo>
                <a:cubicBezTo>
                  <a:pt x="37079" y="445"/>
                  <a:pt x="41915" y="2302"/>
                  <a:pt x="45287" y="6014"/>
                </a:cubicBezTo>
                <a:cubicBezTo>
                  <a:pt x="48657" y="9726"/>
                  <a:pt x="50343" y="14032"/>
                  <a:pt x="50343" y="18932"/>
                </a:cubicBezTo>
                <a:cubicBezTo>
                  <a:pt x="50343" y="21604"/>
                  <a:pt x="47925" y="29622"/>
                  <a:pt x="43088" y="42986"/>
                </a:cubicBezTo>
                <a:cubicBezTo>
                  <a:pt x="38252" y="56349"/>
                  <a:pt x="35834" y="66669"/>
                  <a:pt x="35834" y="73945"/>
                </a:cubicBezTo>
                <a:cubicBezTo>
                  <a:pt x="35834" y="80775"/>
                  <a:pt x="37372" y="85601"/>
                  <a:pt x="40450" y="88422"/>
                </a:cubicBezTo>
                <a:cubicBezTo>
                  <a:pt x="43528" y="91243"/>
                  <a:pt x="47412" y="92728"/>
                  <a:pt x="52102" y="92876"/>
                </a:cubicBezTo>
                <a:cubicBezTo>
                  <a:pt x="58404" y="92876"/>
                  <a:pt x="63973" y="88347"/>
                  <a:pt x="68809" y="79290"/>
                </a:cubicBezTo>
                <a:lnTo>
                  <a:pt x="69909" y="77285"/>
                </a:lnTo>
                <a:lnTo>
                  <a:pt x="69909" y="72163"/>
                </a:lnTo>
                <a:cubicBezTo>
                  <a:pt x="69909" y="71717"/>
                  <a:pt x="69909" y="71049"/>
                  <a:pt x="69909" y="70158"/>
                </a:cubicBezTo>
                <a:cubicBezTo>
                  <a:pt x="69909" y="69267"/>
                  <a:pt x="69982" y="68673"/>
                  <a:pt x="70129" y="68376"/>
                </a:cubicBezTo>
                <a:cubicBezTo>
                  <a:pt x="70275" y="68079"/>
                  <a:pt x="70348" y="67560"/>
                  <a:pt x="70348" y="66817"/>
                </a:cubicBezTo>
                <a:cubicBezTo>
                  <a:pt x="70348" y="66075"/>
                  <a:pt x="70422" y="65407"/>
                  <a:pt x="70568" y="64813"/>
                </a:cubicBezTo>
                <a:cubicBezTo>
                  <a:pt x="70715" y="64219"/>
                  <a:pt x="70934" y="63254"/>
                  <a:pt x="71227" y="61917"/>
                </a:cubicBezTo>
                <a:cubicBezTo>
                  <a:pt x="71520" y="60581"/>
                  <a:pt x="71740" y="59319"/>
                  <a:pt x="71887" y="58131"/>
                </a:cubicBezTo>
                <a:cubicBezTo>
                  <a:pt x="72033" y="56943"/>
                  <a:pt x="72473" y="55162"/>
                  <a:pt x="73206" y="52786"/>
                </a:cubicBezTo>
                <a:cubicBezTo>
                  <a:pt x="73939" y="50410"/>
                  <a:pt x="74525" y="48034"/>
                  <a:pt x="74965" y="45658"/>
                </a:cubicBezTo>
                <a:cubicBezTo>
                  <a:pt x="75404" y="43283"/>
                  <a:pt x="76210" y="40091"/>
                  <a:pt x="77383" y="36081"/>
                </a:cubicBezTo>
                <a:cubicBezTo>
                  <a:pt x="81633" y="19154"/>
                  <a:pt x="84052" y="10023"/>
                  <a:pt x="84638" y="8686"/>
                </a:cubicBezTo>
                <a:cubicBezTo>
                  <a:pt x="86543" y="4677"/>
                  <a:pt x="89694" y="2673"/>
                  <a:pt x="94090" y="2673"/>
                </a:cubicBezTo>
                <a:cubicBezTo>
                  <a:pt x="96875" y="2673"/>
                  <a:pt x="98780" y="3415"/>
                  <a:pt x="99807" y="4900"/>
                </a:cubicBezTo>
                <a:cubicBezTo>
                  <a:pt x="100832" y="6385"/>
                  <a:pt x="101418" y="7795"/>
                  <a:pt x="101565" y="9132"/>
                </a:cubicBezTo>
                <a:cubicBezTo>
                  <a:pt x="101565" y="11062"/>
                  <a:pt x="99440" y="20565"/>
                  <a:pt x="95190" y="37641"/>
                </a:cubicBezTo>
                <a:cubicBezTo>
                  <a:pt x="90940" y="54716"/>
                  <a:pt x="88595" y="64516"/>
                  <a:pt x="88155" y="67040"/>
                </a:cubicBezTo>
                <a:cubicBezTo>
                  <a:pt x="87861" y="68673"/>
                  <a:pt x="87715" y="71272"/>
                  <a:pt x="87715" y="74835"/>
                </a:cubicBezTo>
                <a:lnTo>
                  <a:pt x="87715" y="76395"/>
                </a:lnTo>
                <a:cubicBezTo>
                  <a:pt x="87715" y="78622"/>
                  <a:pt x="87935" y="80775"/>
                  <a:pt x="88375" y="82854"/>
                </a:cubicBezTo>
                <a:cubicBezTo>
                  <a:pt x="88815" y="84932"/>
                  <a:pt x="90206" y="87085"/>
                  <a:pt x="92551" y="89313"/>
                </a:cubicBezTo>
                <a:cubicBezTo>
                  <a:pt x="94896" y="91540"/>
                  <a:pt x="98194" y="92728"/>
                  <a:pt x="102445" y="92876"/>
                </a:cubicBezTo>
                <a:cubicBezTo>
                  <a:pt x="112850" y="92876"/>
                  <a:pt x="121131" y="83819"/>
                  <a:pt x="127286" y="65704"/>
                </a:cubicBezTo>
                <a:cubicBezTo>
                  <a:pt x="128605" y="62289"/>
                  <a:pt x="130071" y="57463"/>
                  <a:pt x="131683" y="51227"/>
                </a:cubicBezTo>
                <a:cubicBezTo>
                  <a:pt x="133295" y="44990"/>
                  <a:pt x="134175" y="40536"/>
                  <a:pt x="134321" y="37863"/>
                </a:cubicBezTo>
                <a:cubicBezTo>
                  <a:pt x="134321" y="32963"/>
                  <a:pt x="133368" y="29103"/>
                  <a:pt x="131463" y="26282"/>
                </a:cubicBezTo>
                <a:cubicBezTo>
                  <a:pt x="129558" y="23460"/>
                  <a:pt x="127653" y="21085"/>
                  <a:pt x="125747" y="19154"/>
                </a:cubicBezTo>
                <a:cubicBezTo>
                  <a:pt x="123842" y="17224"/>
                  <a:pt x="122890" y="15145"/>
                  <a:pt x="122890" y="1291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104" name="pdf-path-144">
            <a:extLst xmlns:a="http://schemas.openxmlformats.org/drawingml/2006/main">
              <a:ext uri="{FF2B5EF4-FFF2-40B4-BE49-F238E27FC236}">
                <a16:creationId xmlns:a16="http://schemas.microsoft.com/office/drawing/2014/main" id="{50979D2D-2967-45B5-91F0-8BF05A88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5429" y="1253067"/>
            <a:ext cx="78801" cy="111014"/>
          </a:xfrm>
          <a:custGeom xmlns:a="http://schemas.openxmlformats.org/drawingml/2006/main">
            <a:pathLst>
              <a:path w="78801" h="111014">
                <a:moveTo>
                  <a:pt x="13833" y="1732"/>
                </a:moveTo>
                <a:cubicBezTo>
                  <a:pt x="13937" y="1732"/>
                  <a:pt x="17667" y="1470"/>
                  <a:pt x="25023" y="945"/>
                </a:cubicBezTo>
                <a:cubicBezTo>
                  <a:pt x="32381" y="420"/>
                  <a:pt x="36163" y="105"/>
                  <a:pt x="36369" y="0"/>
                </a:cubicBezTo>
                <a:cubicBezTo>
                  <a:pt x="37613" y="0"/>
                  <a:pt x="38235" y="472"/>
                  <a:pt x="38235" y="1417"/>
                </a:cubicBezTo>
                <a:cubicBezTo>
                  <a:pt x="38235" y="2572"/>
                  <a:pt x="36369" y="10498"/>
                  <a:pt x="32640" y="25195"/>
                </a:cubicBezTo>
                <a:cubicBezTo>
                  <a:pt x="28702" y="40731"/>
                  <a:pt x="26733" y="48657"/>
                  <a:pt x="26733" y="48972"/>
                </a:cubicBezTo>
                <a:cubicBezTo>
                  <a:pt x="26733" y="49182"/>
                  <a:pt x="27096" y="48919"/>
                  <a:pt x="27822" y="48185"/>
                </a:cubicBezTo>
                <a:cubicBezTo>
                  <a:pt x="34142" y="42516"/>
                  <a:pt x="40877" y="39681"/>
                  <a:pt x="48027" y="39681"/>
                </a:cubicBezTo>
                <a:cubicBezTo>
                  <a:pt x="53622" y="39681"/>
                  <a:pt x="58129" y="41099"/>
                  <a:pt x="61549" y="43933"/>
                </a:cubicBezTo>
                <a:cubicBezTo>
                  <a:pt x="64968" y="46767"/>
                  <a:pt x="66729" y="50914"/>
                  <a:pt x="66833" y="56373"/>
                </a:cubicBezTo>
                <a:cubicBezTo>
                  <a:pt x="66833" y="61727"/>
                  <a:pt x="64864" y="70020"/>
                  <a:pt x="60927" y="81253"/>
                </a:cubicBezTo>
                <a:cubicBezTo>
                  <a:pt x="56990" y="92485"/>
                  <a:pt x="55020" y="99204"/>
                  <a:pt x="55020" y="101408"/>
                </a:cubicBezTo>
                <a:cubicBezTo>
                  <a:pt x="55124" y="102878"/>
                  <a:pt x="55383" y="103875"/>
                  <a:pt x="55797" y="104400"/>
                </a:cubicBezTo>
                <a:cubicBezTo>
                  <a:pt x="56213" y="104925"/>
                  <a:pt x="56990" y="105187"/>
                  <a:pt x="58129" y="105187"/>
                </a:cubicBezTo>
                <a:cubicBezTo>
                  <a:pt x="61031" y="105187"/>
                  <a:pt x="63724" y="103613"/>
                  <a:pt x="66211" y="100463"/>
                </a:cubicBezTo>
                <a:cubicBezTo>
                  <a:pt x="68698" y="97314"/>
                  <a:pt x="70719" y="93010"/>
                  <a:pt x="72273" y="87551"/>
                </a:cubicBezTo>
                <a:cubicBezTo>
                  <a:pt x="72583" y="86396"/>
                  <a:pt x="72895" y="85714"/>
                  <a:pt x="73205" y="85504"/>
                </a:cubicBezTo>
                <a:cubicBezTo>
                  <a:pt x="73516" y="85294"/>
                  <a:pt x="74345" y="85189"/>
                  <a:pt x="75692" y="85189"/>
                </a:cubicBezTo>
                <a:cubicBezTo>
                  <a:pt x="77764" y="85189"/>
                  <a:pt x="78801" y="85609"/>
                  <a:pt x="78801" y="86449"/>
                </a:cubicBezTo>
                <a:cubicBezTo>
                  <a:pt x="78801" y="86554"/>
                  <a:pt x="78593" y="87341"/>
                  <a:pt x="78179" y="88811"/>
                </a:cubicBezTo>
                <a:cubicBezTo>
                  <a:pt x="76521" y="95004"/>
                  <a:pt x="73879" y="100096"/>
                  <a:pt x="70252" y="104085"/>
                </a:cubicBezTo>
                <a:cubicBezTo>
                  <a:pt x="66729" y="108599"/>
                  <a:pt x="62533" y="110856"/>
                  <a:pt x="57663" y="110856"/>
                </a:cubicBezTo>
                <a:lnTo>
                  <a:pt x="56886" y="110856"/>
                </a:lnTo>
                <a:cubicBezTo>
                  <a:pt x="52015" y="110856"/>
                  <a:pt x="48492" y="109439"/>
                  <a:pt x="46317" y="106604"/>
                </a:cubicBezTo>
                <a:cubicBezTo>
                  <a:pt x="44141" y="103770"/>
                  <a:pt x="43053" y="100778"/>
                  <a:pt x="43053" y="97629"/>
                </a:cubicBezTo>
                <a:cubicBezTo>
                  <a:pt x="43053" y="95949"/>
                  <a:pt x="44918" y="89756"/>
                  <a:pt x="48648" y="79048"/>
                </a:cubicBezTo>
                <a:cubicBezTo>
                  <a:pt x="52378" y="68340"/>
                  <a:pt x="54295" y="60309"/>
                  <a:pt x="54399" y="54956"/>
                </a:cubicBezTo>
                <a:cubicBezTo>
                  <a:pt x="54399" y="48762"/>
                  <a:pt x="52119" y="45665"/>
                  <a:pt x="47560" y="45665"/>
                </a:cubicBezTo>
                <a:lnTo>
                  <a:pt x="46783" y="45665"/>
                </a:lnTo>
                <a:cubicBezTo>
                  <a:pt x="38183" y="45665"/>
                  <a:pt x="30723" y="50809"/>
                  <a:pt x="24402" y="61097"/>
                </a:cubicBezTo>
                <a:lnTo>
                  <a:pt x="23314" y="63144"/>
                </a:lnTo>
                <a:lnTo>
                  <a:pt x="18029" y="84402"/>
                </a:lnTo>
                <a:cubicBezTo>
                  <a:pt x="14714" y="98049"/>
                  <a:pt x="12797" y="105502"/>
                  <a:pt x="12278" y="106762"/>
                </a:cubicBezTo>
                <a:cubicBezTo>
                  <a:pt x="10932" y="109596"/>
                  <a:pt x="8652" y="111014"/>
                  <a:pt x="5440" y="111014"/>
                </a:cubicBezTo>
                <a:cubicBezTo>
                  <a:pt x="3990" y="111014"/>
                  <a:pt x="2746" y="110541"/>
                  <a:pt x="1710" y="109596"/>
                </a:cubicBezTo>
                <a:cubicBezTo>
                  <a:pt x="673" y="108652"/>
                  <a:pt x="104" y="107707"/>
                  <a:pt x="0" y="106762"/>
                </a:cubicBezTo>
                <a:cubicBezTo>
                  <a:pt x="0" y="105292"/>
                  <a:pt x="3782" y="89336"/>
                  <a:pt x="11346" y="58892"/>
                </a:cubicBezTo>
                <a:lnTo>
                  <a:pt x="22847" y="12282"/>
                </a:lnTo>
                <a:cubicBezTo>
                  <a:pt x="22847" y="10918"/>
                  <a:pt x="22485" y="10078"/>
                  <a:pt x="21760" y="9763"/>
                </a:cubicBezTo>
                <a:cubicBezTo>
                  <a:pt x="21034" y="9448"/>
                  <a:pt x="19014" y="9185"/>
                  <a:pt x="15698" y="8975"/>
                </a:cubicBezTo>
                <a:lnTo>
                  <a:pt x="12434" y="8975"/>
                </a:lnTo>
                <a:cubicBezTo>
                  <a:pt x="11813" y="8346"/>
                  <a:pt x="11501" y="7926"/>
                  <a:pt x="11501" y="7716"/>
                </a:cubicBezTo>
                <a:cubicBezTo>
                  <a:pt x="11501" y="7506"/>
                  <a:pt x="11605" y="6508"/>
                  <a:pt x="11813" y="4724"/>
                </a:cubicBezTo>
                <a:cubicBezTo>
                  <a:pt x="12331" y="2729"/>
                  <a:pt x="13004" y="1732"/>
                  <a:pt x="13833" y="173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105" name="pdf-path-146">
            <a:extLst xmlns:a="http://schemas.openxmlformats.org/drawingml/2006/main">
              <a:ext uri="{FF2B5EF4-FFF2-40B4-BE49-F238E27FC236}">
                <a16:creationId xmlns:a16="http://schemas.microsoft.com/office/drawing/2014/main" id="{50F4FEB6-F4D4-42BA-942C-99253724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0758" y="1258263"/>
            <a:ext cx="43674" cy="105817"/>
          </a:xfrm>
          <a:custGeom xmlns:a="http://schemas.openxmlformats.org/drawingml/2006/main">
            <a:pathLst>
              <a:path w="43674" h="105817">
                <a:moveTo>
                  <a:pt x="25335" y="9606"/>
                </a:moveTo>
                <a:cubicBezTo>
                  <a:pt x="25335" y="7086"/>
                  <a:pt x="26318" y="4881"/>
                  <a:pt x="28287" y="2992"/>
                </a:cubicBezTo>
                <a:cubicBezTo>
                  <a:pt x="30256" y="1102"/>
                  <a:pt x="32536" y="105"/>
                  <a:pt x="35126" y="0"/>
                </a:cubicBezTo>
                <a:cubicBezTo>
                  <a:pt x="36991" y="0"/>
                  <a:pt x="38545" y="630"/>
                  <a:pt x="39789" y="1890"/>
                </a:cubicBezTo>
                <a:cubicBezTo>
                  <a:pt x="41032" y="3149"/>
                  <a:pt x="41705" y="4724"/>
                  <a:pt x="41809" y="6614"/>
                </a:cubicBezTo>
                <a:cubicBezTo>
                  <a:pt x="41809" y="9028"/>
                  <a:pt x="40773" y="11233"/>
                  <a:pt x="38701" y="13227"/>
                </a:cubicBezTo>
                <a:cubicBezTo>
                  <a:pt x="36628" y="15222"/>
                  <a:pt x="34349" y="16272"/>
                  <a:pt x="31862" y="16376"/>
                </a:cubicBezTo>
                <a:cubicBezTo>
                  <a:pt x="30308" y="16376"/>
                  <a:pt x="28858" y="15852"/>
                  <a:pt x="27510" y="14802"/>
                </a:cubicBezTo>
                <a:cubicBezTo>
                  <a:pt x="26163" y="13752"/>
                  <a:pt x="25437" y="12020"/>
                  <a:pt x="25335" y="9606"/>
                </a:cubicBezTo>
                <a:moveTo>
                  <a:pt x="0" y="58892"/>
                </a:moveTo>
                <a:cubicBezTo>
                  <a:pt x="0" y="58053"/>
                  <a:pt x="467" y="56425"/>
                  <a:pt x="1399" y="54011"/>
                </a:cubicBezTo>
                <a:cubicBezTo>
                  <a:pt x="2331" y="51596"/>
                  <a:pt x="3574" y="48919"/>
                  <a:pt x="5129" y="45980"/>
                </a:cubicBezTo>
                <a:cubicBezTo>
                  <a:pt x="6683" y="43041"/>
                  <a:pt x="8963" y="40364"/>
                  <a:pt x="11968" y="37949"/>
                </a:cubicBezTo>
                <a:cubicBezTo>
                  <a:pt x="14973" y="35535"/>
                  <a:pt x="18081" y="34380"/>
                  <a:pt x="21293" y="34485"/>
                </a:cubicBezTo>
                <a:cubicBezTo>
                  <a:pt x="25335" y="34485"/>
                  <a:pt x="28701" y="35692"/>
                  <a:pt x="31396" y="38107"/>
                </a:cubicBezTo>
                <a:cubicBezTo>
                  <a:pt x="34090" y="40521"/>
                  <a:pt x="35489" y="43776"/>
                  <a:pt x="35592" y="47870"/>
                </a:cubicBezTo>
                <a:cubicBezTo>
                  <a:pt x="35592" y="49654"/>
                  <a:pt x="34867" y="52594"/>
                  <a:pt x="33417" y="56688"/>
                </a:cubicBezTo>
                <a:cubicBezTo>
                  <a:pt x="31965" y="60782"/>
                  <a:pt x="29894" y="66293"/>
                  <a:pt x="27199" y="73222"/>
                </a:cubicBezTo>
                <a:cubicBezTo>
                  <a:pt x="24505" y="80150"/>
                  <a:pt x="22329" y="86081"/>
                  <a:pt x="20672" y="91015"/>
                </a:cubicBezTo>
                <a:cubicBezTo>
                  <a:pt x="20154" y="93325"/>
                  <a:pt x="19895" y="95005"/>
                  <a:pt x="19895" y="96054"/>
                </a:cubicBezTo>
                <a:cubicBezTo>
                  <a:pt x="19895" y="98679"/>
                  <a:pt x="20775" y="99991"/>
                  <a:pt x="22536" y="99991"/>
                </a:cubicBezTo>
                <a:cubicBezTo>
                  <a:pt x="23469" y="99991"/>
                  <a:pt x="24454" y="99834"/>
                  <a:pt x="25490" y="99519"/>
                </a:cubicBezTo>
                <a:cubicBezTo>
                  <a:pt x="26526" y="99204"/>
                  <a:pt x="27718" y="98469"/>
                  <a:pt x="29064" y="97314"/>
                </a:cubicBezTo>
                <a:cubicBezTo>
                  <a:pt x="30412" y="96159"/>
                  <a:pt x="31810" y="94322"/>
                  <a:pt x="33260" y="91803"/>
                </a:cubicBezTo>
                <a:cubicBezTo>
                  <a:pt x="34712" y="89283"/>
                  <a:pt x="36007" y="86187"/>
                  <a:pt x="37146" y="82512"/>
                </a:cubicBezTo>
                <a:cubicBezTo>
                  <a:pt x="37458" y="81253"/>
                  <a:pt x="37717" y="80518"/>
                  <a:pt x="37923" y="80308"/>
                </a:cubicBezTo>
                <a:cubicBezTo>
                  <a:pt x="38131" y="80098"/>
                  <a:pt x="39012" y="79993"/>
                  <a:pt x="40566" y="79993"/>
                </a:cubicBezTo>
                <a:cubicBezTo>
                  <a:pt x="42638" y="79993"/>
                  <a:pt x="43674" y="80518"/>
                  <a:pt x="43674" y="81568"/>
                </a:cubicBezTo>
                <a:cubicBezTo>
                  <a:pt x="43674" y="82407"/>
                  <a:pt x="43208" y="84035"/>
                  <a:pt x="42276" y="86449"/>
                </a:cubicBezTo>
                <a:cubicBezTo>
                  <a:pt x="41343" y="88863"/>
                  <a:pt x="40048" y="91540"/>
                  <a:pt x="38390" y="94480"/>
                </a:cubicBezTo>
                <a:cubicBezTo>
                  <a:pt x="36732" y="97419"/>
                  <a:pt x="34401" y="100043"/>
                  <a:pt x="31396" y="102353"/>
                </a:cubicBezTo>
                <a:cubicBezTo>
                  <a:pt x="28391" y="104662"/>
                  <a:pt x="25178" y="105817"/>
                  <a:pt x="21759" y="105817"/>
                </a:cubicBezTo>
                <a:cubicBezTo>
                  <a:pt x="18444" y="105817"/>
                  <a:pt x="15387" y="104715"/>
                  <a:pt x="12590" y="102510"/>
                </a:cubicBezTo>
                <a:cubicBezTo>
                  <a:pt x="9791" y="100306"/>
                  <a:pt x="8341" y="96947"/>
                  <a:pt x="8237" y="92433"/>
                </a:cubicBezTo>
                <a:cubicBezTo>
                  <a:pt x="8237" y="90648"/>
                  <a:pt x="8496" y="88968"/>
                  <a:pt x="9014" y="87394"/>
                </a:cubicBezTo>
                <a:cubicBezTo>
                  <a:pt x="9532" y="85819"/>
                  <a:pt x="11760" y="79835"/>
                  <a:pt x="15698" y="69442"/>
                </a:cubicBezTo>
                <a:cubicBezTo>
                  <a:pt x="19635" y="58840"/>
                  <a:pt x="21915" y="52489"/>
                  <a:pt x="22536" y="50389"/>
                </a:cubicBezTo>
                <a:cubicBezTo>
                  <a:pt x="23158" y="48290"/>
                  <a:pt x="23521" y="46243"/>
                  <a:pt x="23624" y="44248"/>
                </a:cubicBezTo>
                <a:cubicBezTo>
                  <a:pt x="23624" y="41729"/>
                  <a:pt x="22744" y="40469"/>
                  <a:pt x="20982" y="40469"/>
                </a:cubicBezTo>
                <a:lnTo>
                  <a:pt x="20672" y="40469"/>
                </a:lnTo>
                <a:cubicBezTo>
                  <a:pt x="17563" y="40469"/>
                  <a:pt x="14713" y="42201"/>
                  <a:pt x="12123" y="45665"/>
                </a:cubicBezTo>
                <a:cubicBezTo>
                  <a:pt x="9532" y="49129"/>
                  <a:pt x="7564" y="53538"/>
                  <a:pt x="6217" y="58892"/>
                </a:cubicBezTo>
                <a:cubicBezTo>
                  <a:pt x="6113" y="58997"/>
                  <a:pt x="6010" y="59155"/>
                  <a:pt x="5906" y="59365"/>
                </a:cubicBezTo>
                <a:cubicBezTo>
                  <a:pt x="5803" y="59575"/>
                  <a:pt x="5750" y="59732"/>
                  <a:pt x="5750" y="59837"/>
                </a:cubicBezTo>
                <a:cubicBezTo>
                  <a:pt x="5750" y="59942"/>
                  <a:pt x="5647" y="60047"/>
                  <a:pt x="5440" y="60152"/>
                </a:cubicBezTo>
                <a:cubicBezTo>
                  <a:pt x="5232" y="60257"/>
                  <a:pt x="5077" y="60310"/>
                  <a:pt x="4973" y="60310"/>
                </a:cubicBezTo>
                <a:cubicBezTo>
                  <a:pt x="4869" y="60310"/>
                  <a:pt x="4663" y="60310"/>
                  <a:pt x="4351" y="60310"/>
                </a:cubicBezTo>
                <a:cubicBezTo>
                  <a:pt x="4041" y="60310"/>
                  <a:pt x="3627" y="60310"/>
                  <a:pt x="3109" y="60310"/>
                </a:cubicBezTo>
                <a:lnTo>
                  <a:pt x="932" y="60310"/>
                </a:lnTo>
                <a:cubicBezTo>
                  <a:pt x="310" y="59680"/>
                  <a:pt x="0" y="59207"/>
                  <a:pt x="0" y="5889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106" name="pdf-path-148">
            <a:extLst xmlns:a="http://schemas.openxmlformats.org/drawingml/2006/main">
              <a:ext uri="{FF2B5EF4-FFF2-40B4-BE49-F238E27FC236}">
                <a16:creationId xmlns:a16="http://schemas.microsoft.com/office/drawing/2014/main" id="{071DF2CB-FD88-4A7C-8AFF-70469FF4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69" y="1292748"/>
            <a:ext cx="73050" cy="101881"/>
          </a:xfrm>
          <a:custGeom xmlns:a="http://schemas.openxmlformats.org/drawingml/2006/main">
            <a:pathLst>
              <a:path w="73050" h="101881">
                <a:moveTo>
                  <a:pt x="46783" y="62829"/>
                </a:moveTo>
                <a:cubicBezTo>
                  <a:pt x="45229" y="64194"/>
                  <a:pt x="42950" y="65664"/>
                  <a:pt x="39945" y="67238"/>
                </a:cubicBezTo>
                <a:cubicBezTo>
                  <a:pt x="36940" y="68813"/>
                  <a:pt x="33779" y="69600"/>
                  <a:pt x="30464" y="69600"/>
                </a:cubicBezTo>
                <a:cubicBezTo>
                  <a:pt x="23936" y="69600"/>
                  <a:pt x="18704" y="67238"/>
                  <a:pt x="14765" y="62514"/>
                </a:cubicBezTo>
                <a:cubicBezTo>
                  <a:pt x="10828" y="57790"/>
                  <a:pt x="8808" y="51754"/>
                  <a:pt x="8704" y="44406"/>
                </a:cubicBezTo>
                <a:cubicBezTo>
                  <a:pt x="8704" y="33383"/>
                  <a:pt x="12693" y="23253"/>
                  <a:pt x="20672" y="14015"/>
                </a:cubicBezTo>
                <a:cubicBezTo>
                  <a:pt x="28650" y="4777"/>
                  <a:pt x="37510" y="105"/>
                  <a:pt x="47250" y="0"/>
                </a:cubicBezTo>
                <a:cubicBezTo>
                  <a:pt x="52119" y="0"/>
                  <a:pt x="56627" y="2520"/>
                  <a:pt x="60772" y="7558"/>
                </a:cubicBezTo>
                <a:lnTo>
                  <a:pt x="61238" y="6929"/>
                </a:lnTo>
                <a:cubicBezTo>
                  <a:pt x="61445" y="6614"/>
                  <a:pt x="61704" y="6299"/>
                  <a:pt x="62015" y="5984"/>
                </a:cubicBezTo>
                <a:cubicBezTo>
                  <a:pt x="62326" y="5669"/>
                  <a:pt x="62792" y="5249"/>
                  <a:pt x="63414" y="4724"/>
                </a:cubicBezTo>
                <a:cubicBezTo>
                  <a:pt x="64036" y="4199"/>
                  <a:pt x="64709" y="3832"/>
                  <a:pt x="65434" y="3622"/>
                </a:cubicBezTo>
                <a:cubicBezTo>
                  <a:pt x="66160" y="3412"/>
                  <a:pt x="66988" y="3254"/>
                  <a:pt x="67921" y="3149"/>
                </a:cubicBezTo>
                <a:cubicBezTo>
                  <a:pt x="69372" y="3149"/>
                  <a:pt x="70564" y="3622"/>
                  <a:pt x="71496" y="4567"/>
                </a:cubicBezTo>
                <a:cubicBezTo>
                  <a:pt x="72428" y="5511"/>
                  <a:pt x="72946" y="6509"/>
                  <a:pt x="73050" y="7558"/>
                </a:cubicBezTo>
                <a:cubicBezTo>
                  <a:pt x="73050" y="9133"/>
                  <a:pt x="70097" y="21835"/>
                  <a:pt x="64191" y="45665"/>
                </a:cubicBezTo>
                <a:cubicBezTo>
                  <a:pt x="58285" y="69495"/>
                  <a:pt x="55177" y="81672"/>
                  <a:pt x="54865" y="82197"/>
                </a:cubicBezTo>
                <a:cubicBezTo>
                  <a:pt x="53000" y="87866"/>
                  <a:pt x="49011" y="92538"/>
                  <a:pt x="42897" y="96212"/>
                </a:cubicBezTo>
                <a:cubicBezTo>
                  <a:pt x="36784" y="99886"/>
                  <a:pt x="29790" y="101776"/>
                  <a:pt x="21915" y="101881"/>
                </a:cubicBezTo>
                <a:cubicBezTo>
                  <a:pt x="7305" y="101881"/>
                  <a:pt x="0" y="98311"/>
                  <a:pt x="0" y="91173"/>
                </a:cubicBezTo>
                <a:cubicBezTo>
                  <a:pt x="0" y="88444"/>
                  <a:pt x="933" y="86029"/>
                  <a:pt x="2798" y="83929"/>
                </a:cubicBezTo>
                <a:cubicBezTo>
                  <a:pt x="4663" y="81830"/>
                  <a:pt x="7046" y="80780"/>
                  <a:pt x="9947" y="80780"/>
                </a:cubicBezTo>
                <a:cubicBezTo>
                  <a:pt x="11501" y="80780"/>
                  <a:pt x="12952" y="81253"/>
                  <a:pt x="14300" y="82197"/>
                </a:cubicBezTo>
                <a:cubicBezTo>
                  <a:pt x="15646" y="83142"/>
                  <a:pt x="16372" y="84769"/>
                  <a:pt x="16475" y="87079"/>
                </a:cubicBezTo>
                <a:cubicBezTo>
                  <a:pt x="16475" y="88129"/>
                  <a:pt x="16372" y="89126"/>
                  <a:pt x="16164" y="90071"/>
                </a:cubicBezTo>
                <a:cubicBezTo>
                  <a:pt x="15957" y="91015"/>
                  <a:pt x="15595" y="91750"/>
                  <a:pt x="15077" y="92275"/>
                </a:cubicBezTo>
                <a:cubicBezTo>
                  <a:pt x="14559" y="92800"/>
                  <a:pt x="14144" y="93325"/>
                  <a:pt x="13833" y="93850"/>
                </a:cubicBezTo>
                <a:cubicBezTo>
                  <a:pt x="13522" y="94375"/>
                  <a:pt x="13160" y="94795"/>
                  <a:pt x="12745" y="95110"/>
                </a:cubicBezTo>
                <a:lnTo>
                  <a:pt x="12434" y="95424"/>
                </a:lnTo>
                <a:lnTo>
                  <a:pt x="12590" y="95424"/>
                </a:lnTo>
                <a:cubicBezTo>
                  <a:pt x="13626" y="95740"/>
                  <a:pt x="16734" y="95897"/>
                  <a:pt x="21915" y="95897"/>
                </a:cubicBezTo>
                <a:cubicBezTo>
                  <a:pt x="25852" y="95897"/>
                  <a:pt x="28961" y="95267"/>
                  <a:pt x="31241" y="94007"/>
                </a:cubicBezTo>
                <a:cubicBezTo>
                  <a:pt x="33624" y="92853"/>
                  <a:pt x="35851" y="91121"/>
                  <a:pt x="37924" y="88811"/>
                </a:cubicBezTo>
                <a:cubicBezTo>
                  <a:pt x="39996" y="86502"/>
                  <a:pt x="41447" y="84035"/>
                  <a:pt x="42276" y="81410"/>
                </a:cubicBezTo>
                <a:cubicBezTo>
                  <a:pt x="42897" y="79416"/>
                  <a:pt x="43727" y="76161"/>
                  <a:pt x="44763" y="71647"/>
                </a:cubicBezTo>
                <a:cubicBezTo>
                  <a:pt x="46110" y="66608"/>
                  <a:pt x="46783" y="63669"/>
                  <a:pt x="46783" y="62829"/>
                </a:cubicBezTo>
                <a:moveTo>
                  <a:pt x="58129" y="17951"/>
                </a:moveTo>
                <a:lnTo>
                  <a:pt x="57508" y="16219"/>
                </a:lnTo>
                <a:cubicBezTo>
                  <a:pt x="57197" y="15064"/>
                  <a:pt x="56938" y="14277"/>
                  <a:pt x="56731" y="13857"/>
                </a:cubicBezTo>
                <a:cubicBezTo>
                  <a:pt x="56523" y="13437"/>
                  <a:pt x="56213" y="12702"/>
                  <a:pt x="55798" y="11653"/>
                </a:cubicBezTo>
                <a:cubicBezTo>
                  <a:pt x="55383" y="10603"/>
                  <a:pt x="54865" y="9868"/>
                  <a:pt x="54243" y="9448"/>
                </a:cubicBezTo>
                <a:cubicBezTo>
                  <a:pt x="53622" y="9028"/>
                  <a:pt x="52949" y="8451"/>
                  <a:pt x="52223" y="7716"/>
                </a:cubicBezTo>
                <a:cubicBezTo>
                  <a:pt x="51497" y="6981"/>
                  <a:pt x="50565" y="6509"/>
                  <a:pt x="49425" y="6299"/>
                </a:cubicBezTo>
                <a:cubicBezTo>
                  <a:pt x="48286" y="6089"/>
                  <a:pt x="47146" y="5931"/>
                  <a:pt x="46006" y="5826"/>
                </a:cubicBezTo>
                <a:cubicBezTo>
                  <a:pt x="41447" y="5826"/>
                  <a:pt x="37043" y="8608"/>
                  <a:pt x="32795" y="14172"/>
                </a:cubicBezTo>
                <a:cubicBezTo>
                  <a:pt x="29687" y="18266"/>
                  <a:pt x="27096" y="24512"/>
                  <a:pt x="25024" y="32911"/>
                </a:cubicBezTo>
                <a:cubicBezTo>
                  <a:pt x="22951" y="41309"/>
                  <a:pt x="21915" y="47397"/>
                  <a:pt x="21915" y="51177"/>
                </a:cubicBezTo>
                <a:cubicBezTo>
                  <a:pt x="21915" y="59470"/>
                  <a:pt x="25127" y="63616"/>
                  <a:pt x="31551" y="63616"/>
                </a:cubicBezTo>
                <a:cubicBezTo>
                  <a:pt x="37354" y="63616"/>
                  <a:pt x="43053" y="59942"/>
                  <a:pt x="48648" y="52594"/>
                </a:cubicBezTo>
                <a:lnTo>
                  <a:pt x="49892" y="51019"/>
                </a:lnTo>
                <a:lnTo>
                  <a:pt x="58129" y="1795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107" name="pdf-path-150">
            <a:extLst xmlns:a="http://schemas.openxmlformats.org/drawingml/2006/main">
              <a:ext uri="{FF2B5EF4-FFF2-40B4-BE49-F238E27FC236}">
                <a16:creationId xmlns:a16="http://schemas.microsoft.com/office/drawing/2014/main" id="{D4741E63-3DDC-4865-BED0-C8CD2402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2713" y="1253067"/>
            <a:ext cx="78801" cy="111014"/>
          </a:xfrm>
          <a:custGeom xmlns:a="http://schemas.openxmlformats.org/drawingml/2006/main">
            <a:pathLst>
              <a:path w="78801" h="111014">
                <a:moveTo>
                  <a:pt x="13833" y="1732"/>
                </a:moveTo>
                <a:cubicBezTo>
                  <a:pt x="13937" y="1732"/>
                  <a:pt x="17667" y="1470"/>
                  <a:pt x="25023" y="945"/>
                </a:cubicBezTo>
                <a:cubicBezTo>
                  <a:pt x="32381" y="420"/>
                  <a:pt x="36163" y="105"/>
                  <a:pt x="36369" y="0"/>
                </a:cubicBezTo>
                <a:cubicBezTo>
                  <a:pt x="37613" y="0"/>
                  <a:pt x="38235" y="472"/>
                  <a:pt x="38235" y="1417"/>
                </a:cubicBezTo>
                <a:cubicBezTo>
                  <a:pt x="38235" y="2572"/>
                  <a:pt x="36369" y="10498"/>
                  <a:pt x="32640" y="25195"/>
                </a:cubicBezTo>
                <a:cubicBezTo>
                  <a:pt x="28702" y="40731"/>
                  <a:pt x="26733" y="48657"/>
                  <a:pt x="26733" y="48972"/>
                </a:cubicBezTo>
                <a:cubicBezTo>
                  <a:pt x="26733" y="49182"/>
                  <a:pt x="27096" y="48919"/>
                  <a:pt x="27822" y="48185"/>
                </a:cubicBezTo>
                <a:cubicBezTo>
                  <a:pt x="34142" y="42516"/>
                  <a:pt x="40877" y="39681"/>
                  <a:pt x="48027" y="39681"/>
                </a:cubicBezTo>
                <a:cubicBezTo>
                  <a:pt x="53622" y="39681"/>
                  <a:pt x="58129" y="41099"/>
                  <a:pt x="61549" y="43933"/>
                </a:cubicBezTo>
                <a:cubicBezTo>
                  <a:pt x="64968" y="46767"/>
                  <a:pt x="66729" y="50914"/>
                  <a:pt x="66833" y="56373"/>
                </a:cubicBezTo>
                <a:cubicBezTo>
                  <a:pt x="66833" y="61727"/>
                  <a:pt x="64864" y="70020"/>
                  <a:pt x="60927" y="81253"/>
                </a:cubicBezTo>
                <a:cubicBezTo>
                  <a:pt x="56990" y="92485"/>
                  <a:pt x="55020" y="99204"/>
                  <a:pt x="55020" y="101408"/>
                </a:cubicBezTo>
                <a:cubicBezTo>
                  <a:pt x="55124" y="102878"/>
                  <a:pt x="55383" y="103875"/>
                  <a:pt x="55797" y="104400"/>
                </a:cubicBezTo>
                <a:cubicBezTo>
                  <a:pt x="56213" y="104925"/>
                  <a:pt x="56990" y="105187"/>
                  <a:pt x="58129" y="105187"/>
                </a:cubicBezTo>
                <a:cubicBezTo>
                  <a:pt x="61031" y="105187"/>
                  <a:pt x="63724" y="103613"/>
                  <a:pt x="66211" y="100463"/>
                </a:cubicBezTo>
                <a:cubicBezTo>
                  <a:pt x="68698" y="97314"/>
                  <a:pt x="70719" y="93010"/>
                  <a:pt x="72273" y="87551"/>
                </a:cubicBezTo>
                <a:cubicBezTo>
                  <a:pt x="72583" y="86396"/>
                  <a:pt x="72895" y="85714"/>
                  <a:pt x="73205" y="85504"/>
                </a:cubicBezTo>
                <a:cubicBezTo>
                  <a:pt x="73516" y="85294"/>
                  <a:pt x="74345" y="85189"/>
                  <a:pt x="75692" y="85189"/>
                </a:cubicBezTo>
                <a:cubicBezTo>
                  <a:pt x="77764" y="85189"/>
                  <a:pt x="78801" y="85609"/>
                  <a:pt x="78801" y="86449"/>
                </a:cubicBezTo>
                <a:cubicBezTo>
                  <a:pt x="78801" y="86554"/>
                  <a:pt x="78593" y="87341"/>
                  <a:pt x="78179" y="88811"/>
                </a:cubicBezTo>
                <a:cubicBezTo>
                  <a:pt x="76521" y="95004"/>
                  <a:pt x="73879" y="100096"/>
                  <a:pt x="70252" y="104085"/>
                </a:cubicBezTo>
                <a:cubicBezTo>
                  <a:pt x="66729" y="108599"/>
                  <a:pt x="62533" y="110856"/>
                  <a:pt x="57663" y="110856"/>
                </a:cubicBezTo>
                <a:lnTo>
                  <a:pt x="56886" y="110856"/>
                </a:lnTo>
                <a:cubicBezTo>
                  <a:pt x="52015" y="110856"/>
                  <a:pt x="48492" y="109439"/>
                  <a:pt x="46317" y="106604"/>
                </a:cubicBezTo>
                <a:cubicBezTo>
                  <a:pt x="44141" y="103770"/>
                  <a:pt x="43053" y="100778"/>
                  <a:pt x="43053" y="97629"/>
                </a:cubicBezTo>
                <a:cubicBezTo>
                  <a:pt x="43053" y="95949"/>
                  <a:pt x="44918" y="89756"/>
                  <a:pt x="48648" y="79048"/>
                </a:cubicBezTo>
                <a:cubicBezTo>
                  <a:pt x="52378" y="68340"/>
                  <a:pt x="54295" y="60309"/>
                  <a:pt x="54399" y="54956"/>
                </a:cubicBezTo>
                <a:cubicBezTo>
                  <a:pt x="54399" y="48762"/>
                  <a:pt x="52119" y="45665"/>
                  <a:pt x="47560" y="45665"/>
                </a:cubicBezTo>
                <a:lnTo>
                  <a:pt x="46783" y="45665"/>
                </a:lnTo>
                <a:cubicBezTo>
                  <a:pt x="38183" y="45665"/>
                  <a:pt x="30723" y="50809"/>
                  <a:pt x="24402" y="61097"/>
                </a:cubicBezTo>
                <a:lnTo>
                  <a:pt x="23314" y="63144"/>
                </a:lnTo>
                <a:lnTo>
                  <a:pt x="18029" y="84402"/>
                </a:lnTo>
                <a:cubicBezTo>
                  <a:pt x="14714" y="98049"/>
                  <a:pt x="12797" y="105502"/>
                  <a:pt x="12278" y="106762"/>
                </a:cubicBezTo>
                <a:cubicBezTo>
                  <a:pt x="10932" y="109596"/>
                  <a:pt x="8652" y="111014"/>
                  <a:pt x="5440" y="111014"/>
                </a:cubicBezTo>
                <a:cubicBezTo>
                  <a:pt x="3990" y="111014"/>
                  <a:pt x="2746" y="110541"/>
                  <a:pt x="1710" y="109596"/>
                </a:cubicBezTo>
                <a:cubicBezTo>
                  <a:pt x="673" y="108652"/>
                  <a:pt x="104" y="107707"/>
                  <a:pt x="0" y="106762"/>
                </a:cubicBezTo>
                <a:cubicBezTo>
                  <a:pt x="0" y="105292"/>
                  <a:pt x="3782" y="89336"/>
                  <a:pt x="11346" y="58892"/>
                </a:cubicBezTo>
                <a:lnTo>
                  <a:pt x="22847" y="12282"/>
                </a:lnTo>
                <a:cubicBezTo>
                  <a:pt x="22847" y="10918"/>
                  <a:pt x="22485" y="10078"/>
                  <a:pt x="21760" y="9763"/>
                </a:cubicBezTo>
                <a:cubicBezTo>
                  <a:pt x="21034" y="9448"/>
                  <a:pt x="19014" y="9185"/>
                  <a:pt x="15698" y="8975"/>
                </a:cubicBezTo>
                <a:lnTo>
                  <a:pt x="12434" y="8975"/>
                </a:lnTo>
                <a:cubicBezTo>
                  <a:pt x="11813" y="8346"/>
                  <a:pt x="11501" y="7926"/>
                  <a:pt x="11501" y="7716"/>
                </a:cubicBezTo>
                <a:cubicBezTo>
                  <a:pt x="11501" y="7506"/>
                  <a:pt x="11605" y="6508"/>
                  <a:pt x="11813" y="4724"/>
                </a:cubicBezTo>
                <a:cubicBezTo>
                  <a:pt x="12331" y="2729"/>
                  <a:pt x="13004" y="1732"/>
                  <a:pt x="13833" y="173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108" name="pdf-path-152">
            <a:extLst xmlns:a="http://schemas.openxmlformats.org/drawingml/2006/main">
              <a:ext uri="{FF2B5EF4-FFF2-40B4-BE49-F238E27FC236}">
                <a16:creationId xmlns:a16="http://schemas.microsoft.com/office/drawing/2014/main" id="{A8E69D73-0F3F-40D0-8C81-F3A8628B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01" y="2596604"/>
            <a:ext cx="144005" cy="93156"/>
          </a:xfrm>
          <a:custGeom xmlns:a="http://schemas.openxmlformats.org/drawingml/2006/main">
            <a:pathLst>
              <a:path w="144005" h="93156">
                <a:moveTo>
                  <a:pt x="120327" y="11901"/>
                </a:moveTo>
                <a:cubicBezTo>
                  <a:pt x="120327" y="9028"/>
                  <a:pt x="121691" y="6361"/>
                  <a:pt x="124417" y="3898"/>
                </a:cubicBezTo>
                <a:cubicBezTo>
                  <a:pt x="127143" y="1436"/>
                  <a:pt x="130157" y="136"/>
                  <a:pt x="133457" y="0"/>
                </a:cubicBezTo>
                <a:cubicBezTo>
                  <a:pt x="136041" y="0"/>
                  <a:pt x="138408" y="1231"/>
                  <a:pt x="140561" y="3693"/>
                </a:cubicBezTo>
                <a:cubicBezTo>
                  <a:pt x="142714" y="6155"/>
                  <a:pt x="143861" y="10054"/>
                  <a:pt x="144005" y="15389"/>
                </a:cubicBezTo>
                <a:cubicBezTo>
                  <a:pt x="144005" y="19356"/>
                  <a:pt x="142641" y="27222"/>
                  <a:pt x="139915" y="38986"/>
                </a:cubicBezTo>
                <a:cubicBezTo>
                  <a:pt x="137762" y="46646"/>
                  <a:pt x="135825" y="52939"/>
                  <a:pt x="134103" y="57863"/>
                </a:cubicBezTo>
                <a:cubicBezTo>
                  <a:pt x="132381" y="62788"/>
                  <a:pt x="129869" y="68328"/>
                  <a:pt x="126570" y="74484"/>
                </a:cubicBezTo>
                <a:cubicBezTo>
                  <a:pt x="123269" y="80639"/>
                  <a:pt x="119322" y="85290"/>
                  <a:pt x="114730" y="88437"/>
                </a:cubicBezTo>
                <a:cubicBezTo>
                  <a:pt x="110138" y="91583"/>
                  <a:pt x="104972" y="93156"/>
                  <a:pt x="99232" y="93156"/>
                </a:cubicBezTo>
                <a:cubicBezTo>
                  <a:pt x="92918" y="93156"/>
                  <a:pt x="87321" y="92062"/>
                  <a:pt x="82442" y="89873"/>
                </a:cubicBezTo>
                <a:cubicBezTo>
                  <a:pt x="77563" y="87684"/>
                  <a:pt x="74048" y="84743"/>
                  <a:pt x="71894" y="81050"/>
                </a:cubicBezTo>
                <a:cubicBezTo>
                  <a:pt x="71751" y="81186"/>
                  <a:pt x="71536" y="81460"/>
                  <a:pt x="71249" y="81871"/>
                </a:cubicBezTo>
                <a:cubicBezTo>
                  <a:pt x="65365" y="89394"/>
                  <a:pt x="58190" y="93156"/>
                  <a:pt x="49724" y="93156"/>
                </a:cubicBezTo>
                <a:cubicBezTo>
                  <a:pt x="45992" y="93156"/>
                  <a:pt x="42405" y="92745"/>
                  <a:pt x="38961" y="91925"/>
                </a:cubicBezTo>
                <a:cubicBezTo>
                  <a:pt x="35516" y="91104"/>
                  <a:pt x="32144" y="89804"/>
                  <a:pt x="28844" y="88026"/>
                </a:cubicBezTo>
                <a:cubicBezTo>
                  <a:pt x="25543" y="86248"/>
                  <a:pt x="22888" y="83580"/>
                  <a:pt x="20879" y="80024"/>
                </a:cubicBezTo>
                <a:cubicBezTo>
                  <a:pt x="18870" y="76467"/>
                  <a:pt x="17865" y="72158"/>
                  <a:pt x="17865" y="67097"/>
                </a:cubicBezTo>
                <a:cubicBezTo>
                  <a:pt x="17865" y="59710"/>
                  <a:pt x="20305" y="49724"/>
                  <a:pt x="25185" y="37139"/>
                </a:cubicBezTo>
                <a:cubicBezTo>
                  <a:pt x="30064" y="24554"/>
                  <a:pt x="32575" y="16552"/>
                  <a:pt x="32718" y="13132"/>
                </a:cubicBezTo>
                <a:cubicBezTo>
                  <a:pt x="32718" y="12995"/>
                  <a:pt x="32718" y="12858"/>
                  <a:pt x="32718" y="12722"/>
                </a:cubicBezTo>
                <a:cubicBezTo>
                  <a:pt x="32718" y="11490"/>
                  <a:pt x="32718" y="10670"/>
                  <a:pt x="32718" y="10259"/>
                </a:cubicBezTo>
                <a:cubicBezTo>
                  <a:pt x="32718" y="9849"/>
                  <a:pt x="32431" y="9370"/>
                  <a:pt x="31857" y="8823"/>
                </a:cubicBezTo>
                <a:cubicBezTo>
                  <a:pt x="31284" y="8276"/>
                  <a:pt x="30494" y="8002"/>
                  <a:pt x="29490" y="8002"/>
                </a:cubicBezTo>
                <a:lnTo>
                  <a:pt x="28628" y="8002"/>
                </a:lnTo>
                <a:cubicBezTo>
                  <a:pt x="25328" y="8002"/>
                  <a:pt x="22315" y="9302"/>
                  <a:pt x="19588" y="11901"/>
                </a:cubicBezTo>
                <a:cubicBezTo>
                  <a:pt x="16861" y="14500"/>
                  <a:pt x="14709" y="17304"/>
                  <a:pt x="13130" y="20314"/>
                </a:cubicBezTo>
                <a:cubicBezTo>
                  <a:pt x="11552" y="23323"/>
                  <a:pt x="10332" y="26196"/>
                  <a:pt x="9471" y="28932"/>
                </a:cubicBezTo>
                <a:cubicBezTo>
                  <a:pt x="8610" y="31667"/>
                  <a:pt x="8036" y="33172"/>
                  <a:pt x="7749" y="33446"/>
                </a:cubicBezTo>
                <a:cubicBezTo>
                  <a:pt x="7462" y="33719"/>
                  <a:pt x="6314" y="33856"/>
                  <a:pt x="4304" y="33856"/>
                </a:cubicBezTo>
                <a:lnTo>
                  <a:pt x="1291" y="33856"/>
                </a:lnTo>
                <a:cubicBezTo>
                  <a:pt x="430" y="33035"/>
                  <a:pt x="0" y="32420"/>
                  <a:pt x="0" y="32010"/>
                </a:cubicBezTo>
                <a:cubicBezTo>
                  <a:pt x="0" y="31189"/>
                  <a:pt x="574" y="29274"/>
                  <a:pt x="1721" y="26264"/>
                </a:cubicBezTo>
                <a:cubicBezTo>
                  <a:pt x="2870" y="23255"/>
                  <a:pt x="4520" y="19767"/>
                  <a:pt x="6673" y="15800"/>
                </a:cubicBezTo>
                <a:cubicBezTo>
                  <a:pt x="8825" y="11832"/>
                  <a:pt x="11982" y="8276"/>
                  <a:pt x="16144" y="5129"/>
                </a:cubicBezTo>
                <a:cubicBezTo>
                  <a:pt x="20305" y="1983"/>
                  <a:pt x="24969" y="410"/>
                  <a:pt x="30135" y="410"/>
                </a:cubicBezTo>
                <a:cubicBezTo>
                  <a:pt x="36306" y="410"/>
                  <a:pt x="41042" y="2120"/>
                  <a:pt x="44342" y="5540"/>
                </a:cubicBezTo>
                <a:cubicBezTo>
                  <a:pt x="47643" y="8960"/>
                  <a:pt x="49293" y="12927"/>
                  <a:pt x="49293" y="17441"/>
                </a:cubicBezTo>
                <a:cubicBezTo>
                  <a:pt x="49293" y="19903"/>
                  <a:pt x="46925" y="27290"/>
                  <a:pt x="42189" y="39602"/>
                </a:cubicBezTo>
                <a:cubicBezTo>
                  <a:pt x="37454" y="51913"/>
                  <a:pt x="35087" y="61420"/>
                  <a:pt x="35087" y="68123"/>
                </a:cubicBezTo>
                <a:cubicBezTo>
                  <a:pt x="35087" y="74415"/>
                  <a:pt x="36593" y="78861"/>
                  <a:pt x="39606" y="81460"/>
                </a:cubicBezTo>
                <a:cubicBezTo>
                  <a:pt x="42620" y="84059"/>
                  <a:pt x="46423" y="85427"/>
                  <a:pt x="51015" y="85564"/>
                </a:cubicBezTo>
                <a:cubicBezTo>
                  <a:pt x="57186" y="85564"/>
                  <a:pt x="62639" y="81392"/>
                  <a:pt x="67375" y="73047"/>
                </a:cubicBezTo>
                <a:lnTo>
                  <a:pt x="68451" y="71201"/>
                </a:lnTo>
                <a:lnTo>
                  <a:pt x="68451" y="66481"/>
                </a:lnTo>
                <a:cubicBezTo>
                  <a:pt x="68451" y="66071"/>
                  <a:pt x="68451" y="65455"/>
                  <a:pt x="68451" y="64635"/>
                </a:cubicBezTo>
                <a:cubicBezTo>
                  <a:pt x="68451" y="63814"/>
                  <a:pt x="68522" y="63266"/>
                  <a:pt x="68666" y="62993"/>
                </a:cubicBezTo>
                <a:cubicBezTo>
                  <a:pt x="68809" y="62719"/>
                  <a:pt x="68881" y="62241"/>
                  <a:pt x="68881" y="61557"/>
                </a:cubicBezTo>
                <a:cubicBezTo>
                  <a:pt x="68881" y="60873"/>
                  <a:pt x="68953" y="60257"/>
                  <a:pt x="69096" y="59710"/>
                </a:cubicBezTo>
                <a:cubicBezTo>
                  <a:pt x="69240" y="59163"/>
                  <a:pt x="69455" y="58274"/>
                  <a:pt x="69742" y="57043"/>
                </a:cubicBezTo>
                <a:cubicBezTo>
                  <a:pt x="70029" y="55811"/>
                  <a:pt x="70245" y="54649"/>
                  <a:pt x="70388" y="53554"/>
                </a:cubicBezTo>
                <a:cubicBezTo>
                  <a:pt x="70531" y="52460"/>
                  <a:pt x="70962" y="50819"/>
                  <a:pt x="71679" y="48630"/>
                </a:cubicBezTo>
                <a:cubicBezTo>
                  <a:pt x="72397" y="46441"/>
                  <a:pt x="72971" y="44253"/>
                  <a:pt x="73401" y="42064"/>
                </a:cubicBezTo>
                <a:cubicBezTo>
                  <a:pt x="73832" y="39875"/>
                  <a:pt x="74621" y="36934"/>
                  <a:pt x="75769" y="33240"/>
                </a:cubicBezTo>
                <a:cubicBezTo>
                  <a:pt x="79931" y="17646"/>
                  <a:pt x="82299" y="9233"/>
                  <a:pt x="82873" y="8002"/>
                </a:cubicBezTo>
                <a:cubicBezTo>
                  <a:pt x="84738" y="4309"/>
                  <a:pt x="87823" y="2462"/>
                  <a:pt x="92128" y="2462"/>
                </a:cubicBezTo>
                <a:cubicBezTo>
                  <a:pt x="94855" y="2462"/>
                  <a:pt x="96721" y="3146"/>
                  <a:pt x="97725" y="4514"/>
                </a:cubicBezTo>
                <a:cubicBezTo>
                  <a:pt x="98730" y="5882"/>
                  <a:pt x="99304" y="7181"/>
                  <a:pt x="99447" y="8413"/>
                </a:cubicBezTo>
                <a:cubicBezTo>
                  <a:pt x="99447" y="10191"/>
                  <a:pt x="97367" y="18946"/>
                  <a:pt x="93204" y="34677"/>
                </a:cubicBezTo>
                <a:cubicBezTo>
                  <a:pt x="89043" y="50408"/>
                  <a:pt x="86747" y="59436"/>
                  <a:pt x="86316" y="61762"/>
                </a:cubicBezTo>
                <a:cubicBezTo>
                  <a:pt x="86029" y="63266"/>
                  <a:pt x="85886" y="65661"/>
                  <a:pt x="85886" y="68943"/>
                </a:cubicBezTo>
                <a:lnTo>
                  <a:pt x="85886" y="70380"/>
                </a:lnTo>
                <a:cubicBezTo>
                  <a:pt x="85886" y="72432"/>
                  <a:pt x="86102" y="74415"/>
                  <a:pt x="86532" y="76331"/>
                </a:cubicBezTo>
                <a:cubicBezTo>
                  <a:pt x="86962" y="78246"/>
                  <a:pt x="88325" y="80229"/>
                  <a:pt x="90622" y="82281"/>
                </a:cubicBezTo>
                <a:cubicBezTo>
                  <a:pt x="92918" y="84333"/>
                  <a:pt x="96147" y="85427"/>
                  <a:pt x="100308" y="85564"/>
                </a:cubicBezTo>
                <a:cubicBezTo>
                  <a:pt x="110497" y="85564"/>
                  <a:pt x="118604" y="77220"/>
                  <a:pt x="124632" y="60531"/>
                </a:cubicBezTo>
                <a:cubicBezTo>
                  <a:pt x="125923" y="57385"/>
                  <a:pt x="127359" y="52939"/>
                  <a:pt x="128937" y="47193"/>
                </a:cubicBezTo>
                <a:cubicBezTo>
                  <a:pt x="130516" y="41448"/>
                  <a:pt x="131376" y="37344"/>
                  <a:pt x="131520" y="34882"/>
                </a:cubicBezTo>
                <a:cubicBezTo>
                  <a:pt x="131520" y="30368"/>
                  <a:pt x="130587" y="26811"/>
                  <a:pt x="128722" y="24212"/>
                </a:cubicBezTo>
                <a:cubicBezTo>
                  <a:pt x="126857" y="21613"/>
                  <a:pt x="124990" y="19424"/>
                  <a:pt x="123125" y="17646"/>
                </a:cubicBezTo>
                <a:cubicBezTo>
                  <a:pt x="121260" y="15868"/>
                  <a:pt x="120327" y="13953"/>
                  <a:pt x="120327" y="1190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109" name="pdf-path-154">
            <a:extLst xmlns:a="http://schemas.openxmlformats.org/drawingml/2006/main">
              <a:ext uri="{FF2B5EF4-FFF2-40B4-BE49-F238E27FC236}">
                <a16:creationId xmlns:a16="http://schemas.microsoft.com/office/drawing/2014/main" id="{3F409F5B-0DC5-4FFD-901E-AEE000CA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489" y="2617506"/>
            <a:ext cx="34698" cy="102467"/>
          </a:xfrm>
          <a:custGeom xmlns:a="http://schemas.openxmlformats.org/drawingml/2006/main">
            <a:pathLst>
              <a:path w="34698" h="102467">
                <a:moveTo>
                  <a:pt x="12022" y="92216"/>
                </a:moveTo>
                <a:cubicBezTo>
                  <a:pt x="12022" y="95407"/>
                  <a:pt x="13291" y="97003"/>
                  <a:pt x="15827" y="97003"/>
                </a:cubicBezTo>
                <a:cubicBezTo>
                  <a:pt x="19581" y="97003"/>
                  <a:pt x="22777" y="91926"/>
                  <a:pt x="25415" y="81771"/>
                </a:cubicBezTo>
                <a:cubicBezTo>
                  <a:pt x="26023" y="79837"/>
                  <a:pt x="26531" y="78821"/>
                  <a:pt x="26936" y="78724"/>
                </a:cubicBezTo>
                <a:cubicBezTo>
                  <a:pt x="27140" y="78627"/>
                  <a:pt x="27646" y="78579"/>
                  <a:pt x="28458" y="78579"/>
                </a:cubicBezTo>
                <a:lnTo>
                  <a:pt x="29067" y="78579"/>
                </a:lnTo>
                <a:cubicBezTo>
                  <a:pt x="29980" y="78579"/>
                  <a:pt x="30589" y="78579"/>
                  <a:pt x="30893" y="78579"/>
                </a:cubicBezTo>
                <a:cubicBezTo>
                  <a:pt x="31197" y="78579"/>
                  <a:pt x="31451" y="78676"/>
                  <a:pt x="31654" y="78869"/>
                </a:cubicBezTo>
                <a:cubicBezTo>
                  <a:pt x="31857" y="79063"/>
                  <a:pt x="31959" y="79401"/>
                  <a:pt x="31959" y="79885"/>
                </a:cubicBezTo>
                <a:cubicBezTo>
                  <a:pt x="31857" y="80465"/>
                  <a:pt x="31705" y="81239"/>
                  <a:pt x="31502" y="82206"/>
                </a:cubicBezTo>
                <a:cubicBezTo>
                  <a:pt x="31299" y="83173"/>
                  <a:pt x="30741" y="85010"/>
                  <a:pt x="29828" y="87718"/>
                </a:cubicBezTo>
                <a:cubicBezTo>
                  <a:pt x="28915" y="90427"/>
                  <a:pt x="27900" y="92699"/>
                  <a:pt x="26784" y="94537"/>
                </a:cubicBezTo>
                <a:cubicBezTo>
                  <a:pt x="25668" y="96374"/>
                  <a:pt x="24095" y="98163"/>
                  <a:pt x="22066" y="99904"/>
                </a:cubicBezTo>
                <a:cubicBezTo>
                  <a:pt x="20038" y="101645"/>
                  <a:pt x="17704" y="102467"/>
                  <a:pt x="15066" y="102370"/>
                </a:cubicBezTo>
                <a:cubicBezTo>
                  <a:pt x="11413" y="102370"/>
                  <a:pt x="8015" y="101307"/>
                  <a:pt x="4869" y="99179"/>
                </a:cubicBezTo>
                <a:cubicBezTo>
                  <a:pt x="1724" y="97051"/>
                  <a:pt x="101" y="93473"/>
                  <a:pt x="0" y="88444"/>
                </a:cubicBezTo>
                <a:cubicBezTo>
                  <a:pt x="0" y="87283"/>
                  <a:pt x="51" y="86461"/>
                  <a:pt x="152" y="85977"/>
                </a:cubicBezTo>
                <a:lnTo>
                  <a:pt x="10044" y="48550"/>
                </a:lnTo>
                <a:cubicBezTo>
                  <a:pt x="16435" y="23888"/>
                  <a:pt x="19631" y="11170"/>
                  <a:pt x="19631" y="10396"/>
                </a:cubicBezTo>
                <a:cubicBezTo>
                  <a:pt x="19631" y="10107"/>
                  <a:pt x="19581" y="9865"/>
                  <a:pt x="19480" y="9671"/>
                </a:cubicBezTo>
                <a:cubicBezTo>
                  <a:pt x="19378" y="9478"/>
                  <a:pt x="19175" y="9285"/>
                  <a:pt x="18871" y="9091"/>
                </a:cubicBezTo>
                <a:cubicBezTo>
                  <a:pt x="18567" y="8897"/>
                  <a:pt x="18313" y="8801"/>
                  <a:pt x="18110" y="8801"/>
                </a:cubicBezTo>
                <a:cubicBezTo>
                  <a:pt x="17906" y="8801"/>
                  <a:pt x="17501" y="8753"/>
                  <a:pt x="16892" y="8656"/>
                </a:cubicBezTo>
                <a:cubicBezTo>
                  <a:pt x="16284" y="8559"/>
                  <a:pt x="15877" y="8511"/>
                  <a:pt x="15675" y="8511"/>
                </a:cubicBezTo>
                <a:cubicBezTo>
                  <a:pt x="15472" y="8511"/>
                  <a:pt x="15016" y="8462"/>
                  <a:pt x="14305" y="8365"/>
                </a:cubicBezTo>
                <a:cubicBezTo>
                  <a:pt x="13595" y="8269"/>
                  <a:pt x="13088" y="8269"/>
                  <a:pt x="12783" y="8365"/>
                </a:cubicBezTo>
                <a:cubicBezTo>
                  <a:pt x="11769" y="8365"/>
                  <a:pt x="11109" y="8365"/>
                  <a:pt x="10805" y="8365"/>
                </a:cubicBezTo>
                <a:cubicBezTo>
                  <a:pt x="10500" y="8365"/>
                  <a:pt x="10095" y="8318"/>
                  <a:pt x="9587" y="8221"/>
                </a:cubicBezTo>
                <a:cubicBezTo>
                  <a:pt x="9080" y="8124"/>
                  <a:pt x="8775" y="7979"/>
                  <a:pt x="8674" y="7786"/>
                </a:cubicBezTo>
                <a:cubicBezTo>
                  <a:pt x="8573" y="7592"/>
                  <a:pt x="8522" y="7302"/>
                  <a:pt x="8522" y="6915"/>
                </a:cubicBezTo>
                <a:cubicBezTo>
                  <a:pt x="8522" y="6722"/>
                  <a:pt x="8624" y="6045"/>
                  <a:pt x="8827" y="4884"/>
                </a:cubicBezTo>
                <a:cubicBezTo>
                  <a:pt x="9333" y="3046"/>
                  <a:pt x="9892" y="2031"/>
                  <a:pt x="10500" y="1837"/>
                </a:cubicBezTo>
                <a:cubicBezTo>
                  <a:pt x="11109" y="1644"/>
                  <a:pt x="14762" y="1354"/>
                  <a:pt x="21457" y="967"/>
                </a:cubicBezTo>
                <a:cubicBezTo>
                  <a:pt x="22980" y="870"/>
                  <a:pt x="24704" y="773"/>
                  <a:pt x="26632" y="677"/>
                </a:cubicBezTo>
                <a:cubicBezTo>
                  <a:pt x="28559" y="580"/>
                  <a:pt x="30082" y="435"/>
                  <a:pt x="31197" y="242"/>
                </a:cubicBezTo>
                <a:cubicBezTo>
                  <a:pt x="32313" y="48"/>
                  <a:pt x="32872" y="0"/>
                  <a:pt x="32872" y="97"/>
                </a:cubicBezTo>
                <a:cubicBezTo>
                  <a:pt x="34089" y="97"/>
                  <a:pt x="34698" y="484"/>
                  <a:pt x="34698" y="1257"/>
                </a:cubicBezTo>
                <a:cubicBezTo>
                  <a:pt x="34698" y="2321"/>
                  <a:pt x="30995" y="16828"/>
                  <a:pt x="23589" y="44778"/>
                </a:cubicBezTo>
                <a:cubicBezTo>
                  <a:pt x="16182" y="72728"/>
                  <a:pt x="12378" y="87380"/>
                  <a:pt x="12175" y="88734"/>
                </a:cubicBezTo>
                <a:cubicBezTo>
                  <a:pt x="12175" y="88928"/>
                  <a:pt x="12175" y="89314"/>
                  <a:pt x="12175" y="89895"/>
                </a:cubicBezTo>
                <a:cubicBezTo>
                  <a:pt x="12175" y="90475"/>
                  <a:pt x="12124" y="90958"/>
                  <a:pt x="12022" y="91345"/>
                </a:cubicBezTo>
                <a:lnTo>
                  <a:pt x="12022" y="9221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110" name="pdf-path-156">
            <a:extLst xmlns:a="http://schemas.openxmlformats.org/drawingml/2006/main">
              <a:ext uri="{FF2B5EF4-FFF2-40B4-BE49-F238E27FC236}">
                <a16:creationId xmlns:a16="http://schemas.microsoft.com/office/drawing/2014/main" id="{CC83952D-85BF-492C-8568-BC71743A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232" y="2654306"/>
            <a:ext cx="67266" cy="65571"/>
          </a:xfrm>
          <a:custGeom xmlns:a="http://schemas.openxmlformats.org/drawingml/2006/main">
            <a:pathLst>
              <a:path w="67266" h="65571">
                <a:moveTo>
                  <a:pt x="25415" y="65571"/>
                </a:moveTo>
                <a:cubicBezTo>
                  <a:pt x="17805" y="65571"/>
                  <a:pt x="11667" y="63202"/>
                  <a:pt x="7000" y="58463"/>
                </a:cubicBezTo>
                <a:cubicBezTo>
                  <a:pt x="2333" y="53724"/>
                  <a:pt x="0" y="48018"/>
                  <a:pt x="0" y="41345"/>
                </a:cubicBezTo>
                <a:cubicBezTo>
                  <a:pt x="0" y="35058"/>
                  <a:pt x="1522" y="29110"/>
                  <a:pt x="4565" y="23501"/>
                </a:cubicBezTo>
                <a:cubicBezTo>
                  <a:pt x="7609" y="17892"/>
                  <a:pt x="11768" y="13008"/>
                  <a:pt x="17044" y="8849"/>
                </a:cubicBezTo>
                <a:cubicBezTo>
                  <a:pt x="24755" y="2950"/>
                  <a:pt x="32618" y="0"/>
                  <a:pt x="40633" y="0"/>
                </a:cubicBezTo>
                <a:cubicBezTo>
                  <a:pt x="43879" y="0"/>
                  <a:pt x="45909" y="48"/>
                  <a:pt x="46720" y="145"/>
                </a:cubicBezTo>
                <a:cubicBezTo>
                  <a:pt x="48039" y="435"/>
                  <a:pt x="49358" y="773"/>
                  <a:pt x="50677" y="1161"/>
                </a:cubicBezTo>
                <a:cubicBezTo>
                  <a:pt x="51996" y="1547"/>
                  <a:pt x="53772" y="2321"/>
                  <a:pt x="56003" y="3482"/>
                </a:cubicBezTo>
                <a:cubicBezTo>
                  <a:pt x="58236" y="4642"/>
                  <a:pt x="60062" y="6093"/>
                  <a:pt x="61482" y="7834"/>
                </a:cubicBezTo>
                <a:cubicBezTo>
                  <a:pt x="62903" y="9575"/>
                  <a:pt x="64221" y="11944"/>
                  <a:pt x="65439" y="14942"/>
                </a:cubicBezTo>
                <a:cubicBezTo>
                  <a:pt x="66657" y="17940"/>
                  <a:pt x="67266" y="21325"/>
                  <a:pt x="67266" y="25097"/>
                </a:cubicBezTo>
                <a:cubicBezTo>
                  <a:pt x="67266" y="35445"/>
                  <a:pt x="62903" y="44778"/>
                  <a:pt x="54177" y="53095"/>
                </a:cubicBezTo>
                <a:cubicBezTo>
                  <a:pt x="45452" y="61413"/>
                  <a:pt x="35864" y="65571"/>
                  <a:pt x="25415" y="65571"/>
                </a:cubicBezTo>
                <a:moveTo>
                  <a:pt x="13239" y="46567"/>
                </a:moveTo>
                <a:cubicBezTo>
                  <a:pt x="13239" y="51403"/>
                  <a:pt x="14559" y="54884"/>
                  <a:pt x="17197" y="57012"/>
                </a:cubicBezTo>
                <a:cubicBezTo>
                  <a:pt x="19835" y="59140"/>
                  <a:pt x="22827" y="60203"/>
                  <a:pt x="26175" y="60203"/>
                </a:cubicBezTo>
                <a:cubicBezTo>
                  <a:pt x="30639" y="60203"/>
                  <a:pt x="34850" y="58656"/>
                  <a:pt x="38807" y="55562"/>
                </a:cubicBezTo>
                <a:cubicBezTo>
                  <a:pt x="42764" y="52467"/>
                  <a:pt x="45909" y="48405"/>
                  <a:pt x="48242" y="43376"/>
                </a:cubicBezTo>
                <a:cubicBezTo>
                  <a:pt x="49155" y="41345"/>
                  <a:pt x="50322" y="37766"/>
                  <a:pt x="51742" y="32640"/>
                </a:cubicBezTo>
                <a:cubicBezTo>
                  <a:pt x="53163" y="27515"/>
                  <a:pt x="53873" y="23066"/>
                  <a:pt x="53873" y="19294"/>
                </a:cubicBezTo>
                <a:cubicBezTo>
                  <a:pt x="53873" y="15039"/>
                  <a:pt x="52960" y="11799"/>
                  <a:pt x="51134" y="9575"/>
                </a:cubicBezTo>
                <a:cubicBezTo>
                  <a:pt x="48699" y="6673"/>
                  <a:pt x="45452" y="5223"/>
                  <a:pt x="41394" y="5223"/>
                </a:cubicBezTo>
                <a:cubicBezTo>
                  <a:pt x="35002" y="5223"/>
                  <a:pt x="29371" y="8027"/>
                  <a:pt x="24502" y="13637"/>
                </a:cubicBezTo>
                <a:cubicBezTo>
                  <a:pt x="20748" y="17892"/>
                  <a:pt x="17957" y="23549"/>
                  <a:pt x="16131" y="30609"/>
                </a:cubicBezTo>
                <a:cubicBezTo>
                  <a:pt x="14305" y="37670"/>
                  <a:pt x="13341" y="42989"/>
                  <a:pt x="13239" y="4656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111" name="pdf-path-158">
            <a:extLst xmlns:a="http://schemas.openxmlformats.org/drawingml/2006/main">
              <a:ext uri="{FF2B5EF4-FFF2-40B4-BE49-F238E27FC236}">
                <a16:creationId xmlns:a16="http://schemas.microsoft.com/office/drawing/2014/main" id="{F52D7A30-CFDE-4B54-84CD-BD54FDFD8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8063" y="2654016"/>
            <a:ext cx="101812" cy="65861"/>
          </a:xfrm>
          <a:custGeom xmlns:a="http://schemas.openxmlformats.org/drawingml/2006/main">
            <a:pathLst>
              <a:path w="101812" h="65861">
                <a:moveTo>
                  <a:pt x="85071" y="8414"/>
                </a:moveTo>
                <a:cubicBezTo>
                  <a:pt x="85071" y="6383"/>
                  <a:pt x="86035" y="4497"/>
                  <a:pt x="87963" y="2756"/>
                </a:cubicBezTo>
                <a:cubicBezTo>
                  <a:pt x="89891" y="1015"/>
                  <a:pt x="92021" y="96"/>
                  <a:pt x="94355" y="0"/>
                </a:cubicBezTo>
                <a:cubicBezTo>
                  <a:pt x="96181" y="0"/>
                  <a:pt x="97855" y="870"/>
                  <a:pt x="99377" y="2611"/>
                </a:cubicBezTo>
                <a:cubicBezTo>
                  <a:pt x="100898" y="4352"/>
                  <a:pt x="101710" y="7108"/>
                  <a:pt x="101812" y="10880"/>
                </a:cubicBezTo>
                <a:cubicBezTo>
                  <a:pt x="101812" y="13684"/>
                  <a:pt x="100848" y="19245"/>
                  <a:pt x="98920" y="27563"/>
                </a:cubicBezTo>
                <a:cubicBezTo>
                  <a:pt x="97398" y="32979"/>
                  <a:pt x="96028" y="37428"/>
                  <a:pt x="94811" y="40909"/>
                </a:cubicBezTo>
                <a:cubicBezTo>
                  <a:pt x="93593" y="44391"/>
                  <a:pt x="91818" y="48308"/>
                  <a:pt x="89484" y="52660"/>
                </a:cubicBezTo>
                <a:cubicBezTo>
                  <a:pt x="87151" y="57012"/>
                  <a:pt x="84361" y="60300"/>
                  <a:pt x="81115" y="62524"/>
                </a:cubicBezTo>
                <a:cubicBezTo>
                  <a:pt x="77868" y="64749"/>
                  <a:pt x="74215" y="65861"/>
                  <a:pt x="70157" y="65861"/>
                </a:cubicBezTo>
                <a:cubicBezTo>
                  <a:pt x="65693" y="65861"/>
                  <a:pt x="61736" y="65087"/>
                  <a:pt x="58286" y="63540"/>
                </a:cubicBezTo>
                <a:cubicBezTo>
                  <a:pt x="54837" y="61993"/>
                  <a:pt x="52351" y="59913"/>
                  <a:pt x="50829" y="57302"/>
                </a:cubicBezTo>
                <a:cubicBezTo>
                  <a:pt x="50728" y="57399"/>
                  <a:pt x="50576" y="57592"/>
                  <a:pt x="50373" y="57883"/>
                </a:cubicBezTo>
                <a:cubicBezTo>
                  <a:pt x="46214" y="63202"/>
                  <a:pt x="41140" y="65861"/>
                  <a:pt x="35155" y="65861"/>
                </a:cubicBezTo>
                <a:cubicBezTo>
                  <a:pt x="32517" y="65861"/>
                  <a:pt x="29980" y="65571"/>
                  <a:pt x="27545" y="64991"/>
                </a:cubicBezTo>
                <a:cubicBezTo>
                  <a:pt x="25110" y="64411"/>
                  <a:pt x="22726" y="63492"/>
                  <a:pt x="20393" y="62234"/>
                </a:cubicBezTo>
                <a:cubicBezTo>
                  <a:pt x="18059" y="60977"/>
                  <a:pt x="16182" y="59091"/>
                  <a:pt x="14762" y="56577"/>
                </a:cubicBezTo>
                <a:cubicBezTo>
                  <a:pt x="13341" y="54062"/>
                  <a:pt x="12631" y="51016"/>
                  <a:pt x="12631" y="47437"/>
                </a:cubicBezTo>
                <a:cubicBezTo>
                  <a:pt x="12631" y="42215"/>
                  <a:pt x="14356" y="35155"/>
                  <a:pt x="17805" y="26257"/>
                </a:cubicBezTo>
                <a:cubicBezTo>
                  <a:pt x="21255" y="17360"/>
                  <a:pt x="23031" y="11702"/>
                  <a:pt x="23132" y="9284"/>
                </a:cubicBezTo>
                <a:cubicBezTo>
                  <a:pt x="23132" y="9187"/>
                  <a:pt x="23132" y="9091"/>
                  <a:pt x="23132" y="8994"/>
                </a:cubicBezTo>
                <a:cubicBezTo>
                  <a:pt x="23132" y="8123"/>
                  <a:pt x="23132" y="7544"/>
                  <a:pt x="23132" y="7253"/>
                </a:cubicBezTo>
                <a:cubicBezTo>
                  <a:pt x="23132" y="6963"/>
                  <a:pt x="22929" y="6624"/>
                  <a:pt x="22523" y="6238"/>
                </a:cubicBezTo>
                <a:cubicBezTo>
                  <a:pt x="22118" y="5851"/>
                  <a:pt x="21559" y="5657"/>
                  <a:pt x="20850" y="5657"/>
                </a:cubicBezTo>
                <a:lnTo>
                  <a:pt x="20240" y="5657"/>
                </a:lnTo>
                <a:cubicBezTo>
                  <a:pt x="17907" y="5657"/>
                  <a:pt x="15776" y="6576"/>
                  <a:pt x="13849" y="8414"/>
                </a:cubicBezTo>
                <a:cubicBezTo>
                  <a:pt x="11921" y="10251"/>
                  <a:pt x="10399" y="12234"/>
                  <a:pt x="9283" y="14362"/>
                </a:cubicBezTo>
                <a:cubicBezTo>
                  <a:pt x="8168" y="16489"/>
                  <a:pt x="7305" y="18520"/>
                  <a:pt x="6696" y="20455"/>
                </a:cubicBezTo>
                <a:cubicBezTo>
                  <a:pt x="6087" y="22389"/>
                  <a:pt x="5681" y="23453"/>
                  <a:pt x="5478" y="23646"/>
                </a:cubicBezTo>
                <a:cubicBezTo>
                  <a:pt x="5276" y="23839"/>
                  <a:pt x="4464" y="23936"/>
                  <a:pt x="3043" y="23936"/>
                </a:cubicBezTo>
                <a:lnTo>
                  <a:pt x="913" y="23936"/>
                </a:lnTo>
                <a:cubicBezTo>
                  <a:pt x="304" y="23356"/>
                  <a:pt x="0" y="22921"/>
                  <a:pt x="0" y="22631"/>
                </a:cubicBezTo>
                <a:cubicBezTo>
                  <a:pt x="0" y="22050"/>
                  <a:pt x="405" y="20696"/>
                  <a:pt x="1217" y="18569"/>
                </a:cubicBezTo>
                <a:cubicBezTo>
                  <a:pt x="2029" y="16441"/>
                  <a:pt x="3196" y="13975"/>
                  <a:pt x="4718" y="11170"/>
                </a:cubicBezTo>
                <a:cubicBezTo>
                  <a:pt x="6239" y="8365"/>
                  <a:pt x="8472" y="5851"/>
                  <a:pt x="11414" y="3626"/>
                </a:cubicBezTo>
                <a:cubicBezTo>
                  <a:pt x="14356" y="1402"/>
                  <a:pt x="17654" y="290"/>
                  <a:pt x="21306" y="290"/>
                </a:cubicBezTo>
                <a:cubicBezTo>
                  <a:pt x="25668" y="290"/>
                  <a:pt x="29016" y="1499"/>
                  <a:pt x="31350" y="3917"/>
                </a:cubicBezTo>
                <a:cubicBezTo>
                  <a:pt x="33683" y="6334"/>
                  <a:pt x="34850" y="9139"/>
                  <a:pt x="34850" y="12331"/>
                </a:cubicBezTo>
                <a:cubicBezTo>
                  <a:pt x="34850" y="14072"/>
                  <a:pt x="33176" y="19294"/>
                  <a:pt x="29828" y="27998"/>
                </a:cubicBezTo>
                <a:cubicBezTo>
                  <a:pt x="26480" y="36702"/>
                  <a:pt x="24806" y="43424"/>
                  <a:pt x="24806" y="48163"/>
                </a:cubicBezTo>
                <a:cubicBezTo>
                  <a:pt x="24806" y="52611"/>
                  <a:pt x="25872" y="55755"/>
                  <a:pt x="28002" y="57592"/>
                </a:cubicBezTo>
                <a:cubicBezTo>
                  <a:pt x="30132" y="59430"/>
                  <a:pt x="32821" y="60397"/>
                  <a:pt x="36068" y="60493"/>
                </a:cubicBezTo>
                <a:cubicBezTo>
                  <a:pt x="40430" y="60493"/>
                  <a:pt x="44286" y="57544"/>
                  <a:pt x="47633" y="51644"/>
                </a:cubicBezTo>
                <a:lnTo>
                  <a:pt x="48395" y="50339"/>
                </a:lnTo>
                <a:lnTo>
                  <a:pt x="48395" y="47002"/>
                </a:lnTo>
                <a:cubicBezTo>
                  <a:pt x="48395" y="46712"/>
                  <a:pt x="48395" y="46277"/>
                  <a:pt x="48395" y="45697"/>
                </a:cubicBezTo>
                <a:cubicBezTo>
                  <a:pt x="48395" y="45116"/>
                  <a:pt x="48445" y="44730"/>
                  <a:pt x="48546" y="44536"/>
                </a:cubicBezTo>
                <a:cubicBezTo>
                  <a:pt x="48648" y="44343"/>
                  <a:pt x="48699" y="44004"/>
                  <a:pt x="48699" y="43520"/>
                </a:cubicBezTo>
                <a:cubicBezTo>
                  <a:pt x="48699" y="43037"/>
                  <a:pt x="48750" y="42602"/>
                  <a:pt x="48851" y="42215"/>
                </a:cubicBezTo>
                <a:cubicBezTo>
                  <a:pt x="48953" y="41828"/>
                  <a:pt x="49105" y="41200"/>
                  <a:pt x="49308" y="40329"/>
                </a:cubicBezTo>
                <a:cubicBezTo>
                  <a:pt x="49511" y="39458"/>
                  <a:pt x="49663" y="38637"/>
                  <a:pt x="49765" y="37863"/>
                </a:cubicBezTo>
                <a:cubicBezTo>
                  <a:pt x="49866" y="37089"/>
                  <a:pt x="50170" y="35928"/>
                  <a:pt x="50678" y="34381"/>
                </a:cubicBezTo>
                <a:cubicBezTo>
                  <a:pt x="51184" y="32834"/>
                  <a:pt x="51591" y="31286"/>
                  <a:pt x="51895" y="29739"/>
                </a:cubicBezTo>
                <a:cubicBezTo>
                  <a:pt x="52199" y="28192"/>
                  <a:pt x="52758" y="26112"/>
                  <a:pt x="53569" y="23501"/>
                </a:cubicBezTo>
                <a:cubicBezTo>
                  <a:pt x="56511" y="12476"/>
                  <a:pt x="58185" y="6528"/>
                  <a:pt x="58591" y="5657"/>
                </a:cubicBezTo>
                <a:cubicBezTo>
                  <a:pt x="59910" y="3046"/>
                  <a:pt x="62091" y="1741"/>
                  <a:pt x="65135" y="1741"/>
                </a:cubicBezTo>
                <a:cubicBezTo>
                  <a:pt x="67062" y="1741"/>
                  <a:pt x="68382" y="2224"/>
                  <a:pt x="69092" y="3191"/>
                </a:cubicBezTo>
                <a:cubicBezTo>
                  <a:pt x="69802" y="4158"/>
                  <a:pt x="70208" y="5077"/>
                  <a:pt x="70309" y="5948"/>
                </a:cubicBezTo>
                <a:cubicBezTo>
                  <a:pt x="70309" y="7205"/>
                  <a:pt x="68838" y="13395"/>
                  <a:pt x="65896" y="24517"/>
                </a:cubicBezTo>
                <a:cubicBezTo>
                  <a:pt x="62953" y="35639"/>
                  <a:pt x="61331" y="42021"/>
                  <a:pt x="61026" y="43666"/>
                </a:cubicBezTo>
                <a:cubicBezTo>
                  <a:pt x="60823" y="44730"/>
                  <a:pt x="60722" y="46422"/>
                  <a:pt x="60722" y="48743"/>
                </a:cubicBezTo>
                <a:lnTo>
                  <a:pt x="60722" y="49759"/>
                </a:lnTo>
                <a:cubicBezTo>
                  <a:pt x="60722" y="51209"/>
                  <a:pt x="60874" y="52611"/>
                  <a:pt x="61178" y="53965"/>
                </a:cubicBezTo>
                <a:cubicBezTo>
                  <a:pt x="61482" y="55320"/>
                  <a:pt x="62447" y="56722"/>
                  <a:pt x="64070" y="58172"/>
                </a:cubicBezTo>
                <a:cubicBezTo>
                  <a:pt x="65693" y="59623"/>
                  <a:pt x="67976" y="60397"/>
                  <a:pt x="70918" y="60493"/>
                </a:cubicBezTo>
                <a:cubicBezTo>
                  <a:pt x="78122" y="60493"/>
                  <a:pt x="83854" y="54594"/>
                  <a:pt x="88115" y="42795"/>
                </a:cubicBezTo>
                <a:cubicBezTo>
                  <a:pt x="89028" y="40571"/>
                  <a:pt x="90042" y="37428"/>
                  <a:pt x="91159" y="33366"/>
                </a:cubicBezTo>
                <a:cubicBezTo>
                  <a:pt x="92275" y="29304"/>
                  <a:pt x="92884" y="26402"/>
                  <a:pt x="92985" y="24662"/>
                </a:cubicBezTo>
                <a:cubicBezTo>
                  <a:pt x="92985" y="21470"/>
                  <a:pt x="92325" y="18956"/>
                  <a:pt x="91006" y="17118"/>
                </a:cubicBezTo>
                <a:cubicBezTo>
                  <a:pt x="89688" y="15280"/>
                  <a:pt x="88368" y="13733"/>
                  <a:pt x="87050" y="12476"/>
                </a:cubicBezTo>
                <a:cubicBezTo>
                  <a:pt x="85730" y="11218"/>
                  <a:pt x="85071" y="9865"/>
                  <a:pt x="85071" y="841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112" name="pdf-path-160">
            <a:extLst xmlns:a="http://schemas.openxmlformats.org/drawingml/2006/main">
              <a:ext uri="{FF2B5EF4-FFF2-40B4-BE49-F238E27FC236}">
                <a16:creationId xmlns:a16="http://schemas.microsoft.com/office/drawing/2014/main" id="{57366376-7066-4695-A961-D2C8D108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609" y="223503"/>
            <a:ext cx="2229276" cy="431473"/>
          </a:xfrm>
          <a:custGeom xmlns:a="http://schemas.openxmlformats.org/drawingml/2006/main">
            <a:pathLst>
              <a:path w="2229276" h="431473">
                <a:moveTo>
                  <a:pt x="113005" y="0"/>
                </a:moveTo>
                <a:lnTo>
                  <a:pt x="133551" y="0"/>
                </a:lnTo>
                <a:lnTo>
                  <a:pt x="133551" y="20546"/>
                </a:lnTo>
                <a:lnTo>
                  <a:pt x="113005" y="20546"/>
                </a:lnTo>
                <a:lnTo>
                  <a:pt x="113005" y="0"/>
                </a:lnTo>
                <a:moveTo>
                  <a:pt x="154098" y="0"/>
                </a:moveTo>
                <a:lnTo>
                  <a:pt x="174644" y="0"/>
                </a:lnTo>
                <a:lnTo>
                  <a:pt x="174644" y="20546"/>
                </a:lnTo>
                <a:lnTo>
                  <a:pt x="154098" y="20546"/>
                </a:lnTo>
                <a:lnTo>
                  <a:pt x="154098" y="0"/>
                </a:lnTo>
                <a:moveTo>
                  <a:pt x="195190" y="0"/>
                </a:moveTo>
                <a:lnTo>
                  <a:pt x="215737" y="0"/>
                </a:lnTo>
                <a:lnTo>
                  <a:pt x="215737" y="20546"/>
                </a:lnTo>
                <a:lnTo>
                  <a:pt x="195190" y="20546"/>
                </a:lnTo>
                <a:lnTo>
                  <a:pt x="195190" y="0"/>
                </a:lnTo>
                <a:moveTo>
                  <a:pt x="236283" y="0"/>
                </a:moveTo>
                <a:lnTo>
                  <a:pt x="256829" y="0"/>
                </a:lnTo>
                <a:lnTo>
                  <a:pt x="256829" y="20546"/>
                </a:lnTo>
                <a:lnTo>
                  <a:pt x="236283" y="20546"/>
                </a:lnTo>
                <a:lnTo>
                  <a:pt x="236283" y="0"/>
                </a:lnTo>
                <a:moveTo>
                  <a:pt x="277376" y="0"/>
                </a:moveTo>
                <a:lnTo>
                  <a:pt x="297922" y="0"/>
                </a:lnTo>
                <a:lnTo>
                  <a:pt x="297922" y="20546"/>
                </a:lnTo>
                <a:lnTo>
                  <a:pt x="277376" y="20546"/>
                </a:lnTo>
                <a:lnTo>
                  <a:pt x="277376" y="0"/>
                </a:lnTo>
                <a:moveTo>
                  <a:pt x="318468" y="0"/>
                </a:moveTo>
                <a:lnTo>
                  <a:pt x="339015" y="0"/>
                </a:lnTo>
                <a:lnTo>
                  <a:pt x="339015" y="20546"/>
                </a:lnTo>
                <a:lnTo>
                  <a:pt x="318468" y="20546"/>
                </a:lnTo>
                <a:lnTo>
                  <a:pt x="318468" y="0"/>
                </a:lnTo>
                <a:moveTo>
                  <a:pt x="359561" y="0"/>
                </a:moveTo>
                <a:lnTo>
                  <a:pt x="380107" y="0"/>
                </a:lnTo>
                <a:lnTo>
                  <a:pt x="380107" y="20546"/>
                </a:lnTo>
                <a:lnTo>
                  <a:pt x="359561" y="20546"/>
                </a:lnTo>
                <a:lnTo>
                  <a:pt x="359561" y="0"/>
                </a:lnTo>
                <a:moveTo>
                  <a:pt x="400653" y="0"/>
                </a:moveTo>
                <a:lnTo>
                  <a:pt x="421200" y="0"/>
                </a:lnTo>
                <a:lnTo>
                  <a:pt x="421200" y="20546"/>
                </a:lnTo>
                <a:lnTo>
                  <a:pt x="400653" y="20546"/>
                </a:lnTo>
                <a:lnTo>
                  <a:pt x="400653" y="0"/>
                </a:lnTo>
                <a:moveTo>
                  <a:pt x="441746" y="0"/>
                </a:moveTo>
                <a:lnTo>
                  <a:pt x="462293" y="0"/>
                </a:lnTo>
                <a:lnTo>
                  <a:pt x="462293" y="20546"/>
                </a:lnTo>
                <a:lnTo>
                  <a:pt x="441746" y="20546"/>
                </a:lnTo>
                <a:lnTo>
                  <a:pt x="441746" y="0"/>
                </a:lnTo>
                <a:moveTo>
                  <a:pt x="482839" y="0"/>
                </a:moveTo>
                <a:lnTo>
                  <a:pt x="503385" y="0"/>
                </a:lnTo>
                <a:lnTo>
                  <a:pt x="503385" y="20546"/>
                </a:lnTo>
                <a:lnTo>
                  <a:pt x="482839" y="20546"/>
                </a:lnTo>
                <a:lnTo>
                  <a:pt x="482839" y="0"/>
                </a:lnTo>
                <a:moveTo>
                  <a:pt x="523932" y="0"/>
                </a:moveTo>
                <a:lnTo>
                  <a:pt x="544478" y="0"/>
                </a:lnTo>
                <a:lnTo>
                  <a:pt x="544478" y="20546"/>
                </a:lnTo>
                <a:lnTo>
                  <a:pt x="523932" y="20546"/>
                </a:lnTo>
                <a:lnTo>
                  <a:pt x="523932" y="0"/>
                </a:lnTo>
                <a:moveTo>
                  <a:pt x="565024" y="0"/>
                </a:moveTo>
                <a:lnTo>
                  <a:pt x="585570" y="0"/>
                </a:lnTo>
                <a:lnTo>
                  <a:pt x="585570" y="20546"/>
                </a:lnTo>
                <a:lnTo>
                  <a:pt x="565024" y="20546"/>
                </a:lnTo>
                <a:lnTo>
                  <a:pt x="565024" y="0"/>
                </a:lnTo>
                <a:moveTo>
                  <a:pt x="606116" y="0"/>
                </a:moveTo>
                <a:lnTo>
                  <a:pt x="626663" y="0"/>
                </a:lnTo>
                <a:lnTo>
                  <a:pt x="626663" y="20546"/>
                </a:lnTo>
                <a:lnTo>
                  <a:pt x="606116" y="20546"/>
                </a:lnTo>
                <a:lnTo>
                  <a:pt x="606116" y="0"/>
                </a:lnTo>
                <a:moveTo>
                  <a:pt x="647210" y="0"/>
                </a:moveTo>
                <a:lnTo>
                  <a:pt x="667756" y="0"/>
                </a:lnTo>
                <a:lnTo>
                  <a:pt x="667756" y="20546"/>
                </a:lnTo>
                <a:lnTo>
                  <a:pt x="647210" y="20546"/>
                </a:lnTo>
                <a:lnTo>
                  <a:pt x="647210" y="0"/>
                </a:lnTo>
                <a:moveTo>
                  <a:pt x="688302" y="0"/>
                </a:moveTo>
                <a:lnTo>
                  <a:pt x="708848" y="0"/>
                </a:lnTo>
                <a:lnTo>
                  <a:pt x="708848" y="20546"/>
                </a:lnTo>
                <a:lnTo>
                  <a:pt x="688302" y="20546"/>
                </a:lnTo>
                <a:lnTo>
                  <a:pt x="688302" y="0"/>
                </a:lnTo>
                <a:moveTo>
                  <a:pt x="729395" y="0"/>
                </a:moveTo>
                <a:lnTo>
                  <a:pt x="749941" y="0"/>
                </a:lnTo>
                <a:lnTo>
                  <a:pt x="749941" y="20546"/>
                </a:lnTo>
                <a:lnTo>
                  <a:pt x="729395" y="20546"/>
                </a:lnTo>
                <a:lnTo>
                  <a:pt x="729395" y="0"/>
                </a:lnTo>
                <a:moveTo>
                  <a:pt x="770487" y="0"/>
                </a:moveTo>
                <a:lnTo>
                  <a:pt x="791033" y="0"/>
                </a:lnTo>
                <a:lnTo>
                  <a:pt x="791033" y="20546"/>
                </a:lnTo>
                <a:lnTo>
                  <a:pt x="770487" y="20546"/>
                </a:lnTo>
                <a:lnTo>
                  <a:pt x="770487" y="0"/>
                </a:lnTo>
                <a:moveTo>
                  <a:pt x="811580" y="0"/>
                </a:moveTo>
                <a:lnTo>
                  <a:pt x="832127" y="0"/>
                </a:lnTo>
                <a:lnTo>
                  <a:pt x="832127" y="20546"/>
                </a:lnTo>
                <a:lnTo>
                  <a:pt x="811580" y="20546"/>
                </a:lnTo>
                <a:lnTo>
                  <a:pt x="811580" y="0"/>
                </a:lnTo>
                <a:moveTo>
                  <a:pt x="852673" y="0"/>
                </a:moveTo>
                <a:lnTo>
                  <a:pt x="873219" y="0"/>
                </a:lnTo>
                <a:lnTo>
                  <a:pt x="873219" y="20546"/>
                </a:lnTo>
                <a:lnTo>
                  <a:pt x="852673" y="20546"/>
                </a:lnTo>
                <a:lnTo>
                  <a:pt x="852673" y="0"/>
                </a:lnTo>
                <a:moveTo>
                  <a:pt x="893765" y="0"/>
                </a:moveTo>
                <a:lnTo>
                  <a:pt x="914312" y="0"/>
                </a:lnTo>
                <a:lnTo>
                  <a:pt x="914312" y="20546"/>
                </a:lnTo>
                <a:lnTo>
                  <a:pt x="893765" y="20546"/>
                </a:lnTo>
                <a:lnTo>
                  <a:pt x="893765" y="0"/>
                </a:lnTo>
                <a:moveTo>
                  <a:pt x="934858" y="0"/>
                </a:moveTo>
                <a:lnTo>
                  <a:pt x="955404" y="0"/>
                </a:lnTo>
                <a:lnTo>
                  <a:pt x="955404" y="20546"/>
                </a:lnTo>
                <a:lnTo>
                  <a:pt x="934858" y="20546"/>
                </a:lnTo>
                <a:lnTo>
                  <a:pt x="934858" y="0"/>
                </a:lnTo>
                <a:moveTo>
                  <a:pt x="975950" y="0"/>
                </a:moveTo>
                <a:lnTo>
                  <a:pt x="996497" y="0"/>
                </a:lnTo>
                <a:lnTo>
                  <a:pt x="996497" y="20546"/>
                </a:lnTo>
                <a:lnTo>
                  <a:pt x="975950" y="20546"/>
                </a:lnTo>
                <a:lnTo>
                  <a:pt x="975950" y="0"/>
                </a:lnTo>
                <a:moveTo>
                  <a:pt x="1017043" y="0"/>
                </a:moveTo>
                <a:lnTo>
                  <a:pt x="1037590" y="0"/>
                </a:lnTo>
                <a:lnTo>
                  <a:pt x="1037590" y="20546"/>
                </a:lnTo>
                <a:lnTo>
                  <a:pt x="1017043" y="20546"/>
                </a:lnTo>
                <a:lnTo>
                  <a:pt x="1017043" y="0"/>
                </a:lnTo>
                <a:moveTo>
                  <a:pt x="1058136" y="0"/>
                </a:moveTo>
                <a:lnTo>
                  <a:pt x="1078682" y="0"/>
                </a:lnTo>
                <a:lnTo>
                  <a:pt x="1078682" y="20546"/>
                </a:lnTo>
                <a:lnTo>
                  <a:pt x="1058136" y="20546"/>
                </a:lnTo>
                <a:lnTo>
                  <a:pt x="1058136" y="0"/>
                </a:lnTo>
                <a:moveTo>
                  <a:pt x="1099229" y="0"/>
                </a:moveTo>
                <a:lnTo>
                  <a:pt x="1119775" y="0"/>
                </a:lnTo>
                <a:lnTo>
                  <a:pt x="1119775" y="20546"/>
                </a:lnTo>
                <a:lnTo>
                  <a:pt x="1099229" y="20546"/>
                </a:lnTo>
                <a:lnTo>
                  <a:pt x="1099229" y="0"/>
                </a:lnTo>
                <a:moveTo>
                  <a:pt x="1140321" y="0"/>
                </a:moveTo>
                <a:lnTo>
                  <a:pt x="1160867" y="0"/>
                </a:lnTo>
                <a:lnTo>
                  <a:pt x="1160867" y="20546"/>
                </a:lnTo>
                <a:lnTo>
                  <a:pt x="1140321" y="20546"/>
                </a:lnTo>
                <a:lnTo>
                  <a:pt x="1140321" y="0"/>
                </a:lnTo>
                <a:moveTo>
                  <a:pt x="1181414" y="0"/>
                </a:moveTo>
                <a:lnTo>
                  <a:pt x="1201960" y="0"/>
                </a:lnTo>
                <a:lnTo>
                  <a:pt x="1201960" y="20546"/>
                </a:lnTo>
                <a:lnTo>
                  <a:pt x="1181414" y="20546"/>
                </a:lnTo>
                <a:lnTo>
                  <a:pt x="1181414" y="0"/>
                </a:lnTo>
                <a:moveTo>
                  <a:pt x="1222506" y="0"/>
                </a:moveTo>
                <a:lnTo>
                  <a:pt x="1243053" y="0"/>
                </a:lnTo>
                <a:lnTo>
                  <a:pt x="1243053" y="20546"/>
                </a:lnTo>
                <a:lnTo>
                  <a:pt x="1222506" y="20546"/>
                </a:lnTo>
                <a:lnTo>
                  <a:pt x="1222506" y="0"/>
                </a:lnTo>
                <a:moveTo>
                  <a:pt x="1263599" y="0"/>
                </a:moveTo>
                <a:lnTo>
                  <a:pt x="1284146" y="0"/>
                </a:lnTo>
                <a:lnTo>
                  <a:pt x="1284146" y="20546"/>
                </a:lnTo>
                <a:lnTo>
                  <a:pt x="1263599" y="20546"/>
                </a:lnTo>
                <a:lnTo>
                  <a:pt x="1263599" y="0"/>
                </a:lnTo>
                <a:moveTo>
                  <a:pt x="1304692" y="0"/>
                </a:moveTo>
                <a:lnTo>
                  <a:pt x="1325238" y="0"/>
                </a:lnTo>
                <a:lnTo>
                  <a:pt x="1325238" y="20546"/>
                </a:lnTo>
                <a:lnTo>
                  <a:pt x="1304692" y="20546"/>
                </a:lnTo>
                <a:lnTo>
                  <a:pt x="1304692" y="0"/>
                </a:lnTo>
                <a:moveTo>
                  <a:pt x="1345784" y="0"/>
                </a:moveTo>
                <a:lnTo>
                  <a:pt x="1366331" y="0"/>
                </a:lnTo>
                <a:lnTo>
                  <a:pt x="1366331" y="20546"/>
                </a:lnTo>
                <a:lnTo>
                  <a:pt x="1345784" y="20546"/>
                </a:lnTo>
                <a:lnTo>
                  <a:pt x="1345784" y="0"/>
                </a:lnTo>
                <a:moveTo>
                  <a:pt x="1386877" y="0"/>
                </a:moveTo>
                <a:lnTo>
                  <a:pt x="1407423" y="0"/>
                </a:lnTo>
                <a:lnTo>
                  <a:pt x="1407423" y="20546"/>
                </a:lnTo>
                <a:lnTo>
                  <a:pt x="1386877" y="20546"/>
                </a:lnTo>
                <a:lnTo>
                  <a:pt x="1386877" y="0"/>
                </a:lnTo>
                <a:moveTo>
                  <a:pt x="1427970" y="0"/>
                </a:moveTo>
                <a:lnTo>
                  <a:pt x="1448516" y="0"/>
                </a:lnTo>
                <a:lnTo>
                  <a:pt x="1448516" y="20546"/>
                </a:lnTo>
                <a:lnTo>
                  <a:pt x="1427970" y="20546"/>
                </a:lnTo>
                <a:lnTo>
                  <a:pt x="1427970" y="0"/>
                </a:lnTo>
                <a:moveTo>
                  <a:pt x="1469063" y="0"/>
                </a:moveTo>
                <a:lnTo>
                  <a:pt x="1489609" y="0"/>
                </a:lnTo>
                <a:lnTo>
                  <a:pt x="1489609" y="20546"/>
                </a:lnTo>
                <a:lnTo>
                  <a:pt x="1469063" y="20546"/>
                </a:lnTo>
                <a:lnTo>
                  <a:pt x="1469063" y="0"/>
                </a:lnTo>
                <a:moveTo>
                  <a:pt x="1510155" y="0"/>
                </a:moveTo>
                <a:lnTo>
                  <a:pt x="1530701" y="0"/>
                </a:lnTo>
                <a:lnTo>
                  <a:pt x="1530701" y="20546"/>
                </a:lnTo>
                <a:lnTo>
                  <a:pt x="1510155" y="20546"/>
                </a:lnTo>
                <a:lnTo>
                  <a:pt x="1510155" y="0"/>
                </a:lnTo>
                <a:moveTo>
                  <a:pt x="1551248" y="0"/>
                </a:moveTo>
                <a:lnTo>
                  <a:pt x="1571794" y="0"/>
                </a:lnTo>
                <a:lnTo>
                  <a:pt x="1571794" y="20546"/>
                </a:lnTo>
                <a:lnTo>
                  <a:pt x="1551248" y="20546"/>
                </a:lnTo>
                <a:lnTo>
                  <a:pt x="1551248" y="0"/>
                </a:lnTo>
                <a:moveTo>
                  <a:pt x="1592340" y="0"/>
                </a:moveTo>
                <a:lnTo>
                  <a:pt x="1612886" y="0"/>
                </a:lnTo>
                <a:lnTo>
                  <a:pt x="1612886" y="20546"/>
                </a:lnTo>
                <a:lnTo>
                  <a:pt x="1592340" y="20546"/>
                </a:lnTo>
                <a:lnTo>
                  <a:pt x="1592340" y="0"/>
                </a:lnTo>
                <a:moveTo>
                  <a:pt x="1633433" y="0"/>
                </a:moveTo>
                <a:lnTo>
                  <a:pt x="1653980" y="0"/>
                </a:lnTo>
                <a:lnTo>
                  <a:pt x="1653980" y="20546"/>
                </a:lnTo>
                <a:lnTo>
                  <a:pt x="1633433" y="20546"/>
                </a:lnTo>
                <a:lnTo>
                  <a:pt x="1633433" y="0"/>
                </a:lnTo>
                <a:moveTo>
                  <a:pt x="1674526" y="0"/>
                </a:moveTo>
                <a:lnTo>
                  <a:pt x="1695072" y="0"/>
                </a:lnTo>
                <a:lnTo>
                  <a:pt x="1695072" y="20546"/>
                </a:lnTo>
                <a:lnTo>
                  <a:pt x="1674526" y="20546"/>
                </a:lnTo>
                <a:lnTo>
                  <a:pt x="1674526" y="0"/>
                </a:lnTo>
                <a:moveTo>
                  <a:pt x="1715618" y="0"/>
                </a:moveTo>
                <a:lnTo>
                  <a:pt x="1736165" y="0"/>
                </a:lnTo>
                <a:lnTo>
                  <a:pt x="1736165" y="20546"/>
                </a:lnTo>
                <a:lnTo>
                  <a:pt x="1715618" y="20546"/>
                </a:lnTo>
                <a:lnTo>
                  <a:pt x="1715618" y="0"/>
                </a:lnTo>
                <a:moveTo>
                  <a:pt x="1756711" y="0"/>
                </a:moveTo>
                <a:lnTo>
                  <a:pt x="1777257" y="0"/>
                </a:lnTo>
                <a:lnTo>
                  <a:pt x="1777257" y="20546"/>
                </a:lnTo>
                <a:lnTo>
                  <a:pt x="1756711" y="20546"/>
                </a:lnTo>
                <a:lnTo>
                  <a:pt x="1756711" y="0"/>
                </a:lnTo>
                <a:moveTo>
                  <a:pt x="1797803" y="0"/>
                </a:moveTo>
                <a:lnTo>
                  <a:pt x="1818350" y="0"/>
                </a:lnTo>
                <a:lnTo>
                  <a:pt x="1818350" y="20546"/>
                </a:lnTo>
                <a:lnTo>
                  <a:pt x="1797803" y="20546"/>
                </a:lnTo>
                <a:lnTo>
                  <a:pt x="1797803" y="0"/>
                </a:lnTo>
                <a:moveTo>
                  <a:pt x="1838896" y="0"/>
                </a:moveTo>
                <a:lnTo>
                  <a:pt x="1859443" y="0"/>
                </a:lnTo>
                <a:lnTo>
                  <a:pt x="1859443" y="20546"/>
                </a:lnTo>
                <a:lnTo>
                  <a:pt x="1838896" y="20546"/>
                </a:lnTo>
                <a:lnTo>
                  <a:pt x="1838896" y="0"/>
                </a:lnTo>
                <a:moveTo>
                  <a:pt x="1879989" y="0"/>
                </a:moveTo>
                <a:lnTo>
                  <a:pt x="1900535" y="0"/>
                </a:lnTo>
                <a:lnTo>
                  <a:pt x="1900535" y="20546"/>
                </a:lnTo>
                <a:lnTo>
                  <a:pt x="1879989" y="20546"/>
                </a:lnTo>
                <a:lnTo>
                  <a:pt x="1879989" y="0"/>
                </a:lnTo>
                <a:moveTo>
                  <a:pt x="1921081" y="0"/>
                </a:moveTo>
                <a:lnTo>
                  <a:pt x="1941628" y="0"/>
                </a:lnTo>
                <a:lnTo>
                  <a:pt x="1941628" y="20546"/>
                </a:lnTo>
                <a:lnTo>
                  <a:pt x="1921081" y="20546"/>
                </a:lnTo>
                <a:lnTo>
                  <a:pt x="1921081" y="0"/>
                </a:lnTo>
                <a:moveTo>
                  <a:pt x="1962174" y="0"/>
                </a:moveTo>
                <a:lnTo>
                  <a:pt x="1982720" y="0"/>
                </a:lnTo>
                <a:lnTo>
                  <a:pt x="1982720" y="20546"/>
                </a:lnTo>
                <a:lnTo>
                  <a:pt x="1962174" y="20546"/>
                </a:lnTo>
                <a:lnTo>
                  <a:pt x="1962174" y="0"/>
                </a:lnTo>
                <a:moveTo>
                  <a:pt x="2003267" y="0"/>
                </a:moveTo>
                <a:lnTo>
                  <a:pt x="2023813" y="0"/>
                </a:lnTo>
                <a:lnTo>
                  <a:pt x="2023813" y="20546"/>
                </a:lnTo>
                <a:lnTo>
                  <a:pt x="2003267" y="20546"/>
                </a:lnTo>
                <a:lnTo>
                  <a:pt x="2003267" y="0"/>
                </a:lnTo>
                <a:moveTo>
                  <a:pt x="2044360" y="0"/>
                </a:moveTo>
                <a:lnTo>
                  <a:pt x="2064906" y="0"/>
                </a:lnTo>
                <a:lnTo>
                  <a:pt x="2064906" y="20546"/>
                </a:lnTo>
                <a:lnTo>
                  <a:pt x="2044360" y="20546"/>
                </a:lnTo>
                <a:lnTo>
                  <a:pt x="2044360" y="0"/>
                </a:lnTo>
                <a:moveTo>
                  <a:pt x="2085452" y="0"/>
                </a:moveTo>
                <a:lnTo>
                  <a:pt x="2105999" y="0"/>
                </a:lnTo>
                <a:lnTo>
                  <a:pt x="2105999" y="20546"/>
                </a:lnTo>
                <a:lnTo>
                  <a:pt x="2085452" y="20546"/>
                </a:lnTo>
                <a:lnTo>
                  <a:pt x="2085452" y="0"/>
                </a:lnTo>
                <a:moveTo>
                  <a:pt x="2126545" y="0"/>
                </a:moveTo>
                <a:lnTo>
                  <a:pt x="2147091" y="0"/>
                </a:lnTo>
                <a:lnTo>
                  <a:pt x="2147091" y="20546"/>
                </a:lnTo>
                <a:lnTo>
                  <a:pt x="2126545" y="20546"/>
                </a:lnTo>
                <a:lnTo>
                  <a:pt x="2126545" y="0"/>
                </a:lnTo>
                <a:moveTo>
                  <a:pt x="2168730" y="904"/>
                </a:moveTo>
                <a:cubicBezTo>
                  <a:pt x="2176890" y="2210"/>
                  <a:pt x="2184596" y="4845"/>
                  <a:pt x="2191848" y="8807"/>
                </a:cubicBezTo>
                <a:lnTo>
                  <a:pt x="2181996" y="26837"/>
                </a:lnTo>
                <a:cubicBezTo>
                  <a:pt x="2176815" y="24007"/>
                  <a:pt x="2171311" y="22125"/>
                  <a:pt x="2165483" y="21192"/>
                </a:cubicBezTo>
                <a:lnTo>
                  <a:pt x="2168730" y="904"/>
                </a:lnTo>
                <a:moveTo>
                  <a:pt x="2211812" y="24936"/>
                </a:moveTo>
                <a:cubicBezTo>
                  <a:pt x="2217417" y="31432"/>
                  <a:pt x="2221721" y="38699"/>
                  <a:pt x="2224725" y="46736"/>
                </a:cubicBezTo>
                <a:lnTo>
                  <a:pt x="2205479" y="53929"/>
                </a:lnTo>
                <a:cubicBezTo>
                  <a:pt x="2203333" y="48188"/>
                  <a:pt x="2200259" y="42998"/>
                  <a:pt x="2196256" y="38357"/>
                </a:cubicBezTo>
                <a:lnTo>
                  <a:pt x="2211812" y="24936"/>
                </a:lnTo>
                <a:moveTo>
                  <a:pt x="2229247" y="69863"/>
                </a:moveTo>
                <a:cubicBezTo>
                  <a:pt x="2229266" y="70545"/>
                  <a:pt x="2229276" y="71226"/>
                  <a:pt x="2229276" y="71908"/>
                </a:cubicBezTo>
                <a:lnTo>
                  <a:pt x="2229276" y="90564"/>
                </a:lnTo>
                <a:lnTo>
                  <a:pt x="2208730" y="90564"/>
                </a:lnTo>
                <a:lnTo>
                  <a:pt x="2208730" y="71916"/>
                </a:lnTo>
                <a:cubicBezTo>
                  <a:pt x="2208729" y="71424"/>
                  <a:pt x="2208722" y="70932"/>
                  <a:pt x="2208709" y="70441"/>
                </a:cubicBezTo>
                <a:lnTo>
                  <a:pt x="2229247" y="69863"/>
                </a:lnTo>
                <a:moveTo>
                  <a:pt x="2229276" y="111110"/>
                </a:moveTo>
                <a:lnTo>
                  <a:pt x="2229276" y="131657"/>
                </a:lnTo>
                <a:lnTo>
                  <a:pt x="2208730" y="131657"/>
                </a:lnTo>
                <a:lnTo>
                  <a:pt x="2208730" y="111110"/>
                </a:lnTo>
                <a:lnTo>
                  <a:pt x="2229276" y="111110"/>
                </a:lnTo>
                <a:moveTo>
                  <a:pt x="2229276" y="152203"/>
                </a:moveTo>
                <a:lnTo>
                  <a:pt x="2229276" y="172749"/>
                </a:lnTo>
                <a:lnTo>
                  <a:pt x="2208730" y="172749"/>
                </a:lnTo>
                <a:lnTo>
                  <a:pt x="2208730" y="152203"/>
                </a:lnTo>
                <a:lnTo>
                  <a:pt x="2229276" y="152203"/>
                </a:lnTo>
                <a:moveTo>
                  <a:pt x="2229276" y="193295"/>
                </a:moveTo>
                <a:lnTo>
                  <a:pt x="2229276" y="213842"/>
                </a:lnTo>
                <a:lnTo>
                  <a:pt x="2208730" y="213842"/>
                </a:lnTo>
                <a:lnTo>
                  <a:pt x="2208730" y="193295"/>
                </a:lnTo>
                <a:lnTo>
                  <a:pt x="2229276" y="193295"/>
                </a:lnTo>
                <a:moveTo>
                  <a:pt x="2229276" y="234388"/>
                </a:moveTo>
                <a:lnTo>
                  <a:pt x="2229276" y="254935"/>
                </a:lnTo>
                <a:lnTo>
                  <a:pt x="2208730" y="254935"/>
                </a:lnTo>
                <a:lnTo>
                  <a:pt x="2208730" y="234388"/>
                </a:lnTo>
                <a:lnTo>
                  <a:pt x="2229276" y="234388"/>
                </a:lnTo>
                <a:moveTo>
                  <a:pt x="2229276" y="275481"/>
                </a:moveTo>
                <a:lnTo>
                  <a:pt x="2229276" y="296027"/>
                </a:lnTo>
                <a:lnTo>
                  <a:pt x="2208730" y="296027"/>
                </a:lnTo>
                <a:lnTo>
                  <a:pt x="2208730" y="275481"/>
                </a:lnTo>
                <a:lnTo>
                  <a:pt x="2229276" y="275481"/>
                </a:lnTo>
                <a:moveTo>
                  <a:pt x="2229276" y="316574"/>
                </a:moveTo>
                <a:lnTo>
                  <a:pt x="2229276" y="337120"/>
                </a:lnTo>
                <a:lnTo>
                  <a:pt x="2208730" y="337120"/>
                </a:lnTo>
                <a:lnTo>
                  <a:pt x="2208730" y="316574"/>
                </a:lnTo>
                <a:lnTo>
                  <a:pt x="2229276" y="316574"/>
                </a:lnTo>
                <a:moveTo>
                  <a:pt x="2229276" y="357666"/>
                </a:moveTo>
                <a:lnTo>
                  <a:pt x="2229276" y="359561"/>
                </a:lnTo>
                <a:cubicBezTo>
                  <a:pt x="2229276" y="366674"/>
                  <a:pt x="2228244" y="373634"/>
                  <a:pt x="2226178" y="380441"/>
                </a:cubicBezTo>
                <a:lnTo>
                  <a:pt x="2206517" y="374475"/>
                </a:lnTo>
                <a:cubicBezTo>
                  <a:pt x="2207993" y="369613"/>
                  <a:pt x="2208730" y="364641"/>
                  <a:pt x="2208730" y="359561"/>
                </a:cubicBezTo>
                <a:lnTo>
                  <a:pt x="2208730" y="357666"/>
                </a:lnTo>
                <a:lnTo>
                  <a:pt x="2229276" y="357666"/>
                </a:lnTo>
                <a:moveTo>
                  <a:pt x="2214807" y="402824"/>
                </a:moveTo>
                <a:cubicBezTo>
                  <a:pt x="2209563" y="409787"/>
                  <a:pt x="2203262" y="415603"/>
                  <a:pt x="2195903" y="420274"/>
                </a:cubicBezTo>
                <a:lnTo>
                  <a:pt x="2184892" y="402928"/>
                </a:lnTo>
                <a:cubicBezTo>
                  <a:pt x="2190148" y="399591"/>
                  <a:pt x="2194649" y="395436"/>
                  <a:pt x="2198394" y="390463"/>
                </a:cubicBezTo>
                <a:lnTo>
                  <a:pt x="2214807" y="402824"/>
                </a:lnTo>
                <a:moveTo>
                  <a:pt x="2173023" y="429747"/>
                </a:moveTo>
                <a:cubicBezTo>
                  <a:pt x="2167867" y="430898"/>
                  <a:pt x="2162646" y="431473"/>
                  <a:pt x="2157365" y="431473"/>
                </a:cubicBezTo>
                <a:lnTo>
                  <a:pt x="2150880" y="431473"/>
                </a:lnTo>
                <a:lnTo>
                  <a:pt x="2150880" y="410927"/>
                </a:lnTo>
                <a:lnTo>
                  <a:pt x="2157365" y="410927"/>
                </a:lnTo>
                <a:cubicBezTo>
                  <a:pt x="2161138" y="410927"/>
                  <a:pt x="2164866" y="410516"/>
                  <a:pt x="2168548" y="409694"/>
                </a:cubicBezTo>
                <a:lnTo>
                  <a:pt x="2173023" y="429747"/>
                </a:lnTo>
                <a:moveTo>
                  <a:pt x="2130334" y="431473"/>
                </a:moveTo>
                <a:lnTo>
                  <a:pt x="2109788" y="431473"/>
                </a:lnTo>
                <a:lnTo>
                  <a:pt x="2109788" y="410927"/>
                </a:lnTo>
                <a:lnTo>
                  <a:pt x="2130334" y="410927"/>
                </a:lnTo>
                <a:lnTo>
                  <a:pt x="2130334" y="431473"/>
                </a:lnTo>
                <a:moveTo>
                  <a:pt x="2089241" y="431473"/>
                </a:moveTo>
                <a:lnTo>
                  <a:pt x="2068695" y="431473"/>
                </a:lnTo>
                <a:lnTo>
                  <a:pt x="2068695" y="410927"/>
                </a:lnTo>
                <a:lnTo>
                  <a:pt x="2089241" y="410927"/>
                </a:lnTo>
                <a:lnTo>
                  <a:pt x="2089241" y="431473"/>
                </a:lnTo>
                <a:moveTo>
                  <a:pt x="2048149" y="431473"/>
                </a:moveTo>
                <a:lnTo>
                  <a:pt x="2027602" y="431473"/>
                </a:lnTo>
                <a:lnTo>
                  <a:pt x="2027602" y="410927"/>
                </a:lnTo>
                <a:lnTo>
                  <a:pt x="2048149" y="410927"/>
                </a:lnTo>
                <a:lnTo>
                  <a:pt x="2048149" y="431473"/>
                </a:lnTo>
                <a:moveTo>
                  <a:pt x="2007056" y="431473"/>
                </a:moveTo>
                <a:lnTo>
                  <a:pt x="1986509" y="431473"/>
                </a:lnTo>
                <a:lnTo>
                  <a:pt x="1986509" y="410927"/>
                </a:lnTo>
                <a:lnTo>
                  <a:pt x="2007056" y="410927"/>
                </a:lnTo>
                <a:lnTo>
                  <a:pt x="2007056" y="431473"/>
                </a:lnTo>
                <a:moveTo>
                  <a:pt x="1965963" y="431473"/>
                </a:moveTo>
                <a:lnTo>
                  <a:pt x="1945417" y="431473"/>
                </a:lnTo>
                <a:lnTo>
                  <a:pt x="1945417" y="410927"/>
                </a:lnTo>
                <a:lnTo>
                  <a:pt x="1965963" y="410927"/>
                </a:lnTo>
                <a:lnTo>
                  <a:pt x="1965963" y="431473"/>
                </a:lnTo>
                <a:moveTo>
                  <a:pt x="1924871" y="431473"/>
                </a:moveTo>
                <a:lnTo>
                  <a:pt x="1904324" y="431473"/>
                </a:lnTo>
                <a:lnTo>
                  <a:pt x="1904324" y="410927"/>
                </a:lnTo>
                <a:lnTo>
                  <a:pt x="1924871" y="410927"/>
                </a:lnTo>
                <a:lnTo>
                  <a:pt x="1924871" y="431473"/>
                </a:lnTo>
                <a:moveTo>
                  <a:pt x="1883778" y="431473"/>
                </a:moveTo>
                <a:lnTo>
                  <a:pt x="1863232" y="431473"/>
                </a:lnTo>
                <a:lnTo>
                  <a:pt x="1863232" y="410927"/>
                </a:lnTo>
                <a:lnTo>
                  <a:pt x="1883778" y="410927"/>
                </a:lnTo>
                <a:lnTo>
                  <a:pt x="1883778" y="431473"/>
                </a:lnTo>
                <a:moveTo>
                  <a:pt x="1842685" y="431473"/>
                </a:moveTo>
                <a:lnTo>
                  <a:pt x="1822139" y="431473"/>
                </a:lnTo>
                <a:lnTo>
                  <a:pt x="1822139" y="410927"/>
                </a:lnTo>
                <a:lnTo>
                  <a:pt x="1842685" y="410927"/>
                </a:lnTo>
                <a:lnTo>
                  <a:pt x="1842685" y="431473"/>
                </a:lnTo>
                <a:moveTo>
                  <a:pt x="1801592" y="431473"/>
                </a:moveTo>
                <a:lnTo>
                  <a:pt x="1781046" y="431473"/>
                </a:lnTo>
                <a:lnTo>
                  <a:pt x="1781046" y="410927"/>
                </a:lnTo>
                <a:lnTo>
                  <a:pt x="1801592" y="410927"/>
                </a:lnTo>
                <a:lnTo>
                  <a:pt x="1801592" y="431473"/>
                </a:lnTo>
                <a:moveTo>
                  <a:pt x="1760500" y="431473"/>
                </a:moveTo>
                <a:lnTo>
                  <a:pt x="1739954" y="431473"/>
                </a:lnTo>
                <a:lnTo>
                  <a:pt x="1739954" y="410927"/>
                </a:lnTo>
                <a:lnTo>
                  <a:pt x="1760500" y="410927"/>
                </a:lnTo>
                <a:lnTo>
                  <a:pt x="1760500" y="431473"/>
                </a:lnTo>
                <a:moveTo>
                  <a:pt x="1719407" y="431473"/>
                </a:moveTo>
                <a:lnTo>
                  <a:pt x="1698861" y="431473"/>
                </a:lnTo>
                <a:lnTo>
                  <a:pt x="1698861" y="410927"/>
                </a:lnTo>
                <a:lnTo>
                  <a:pt x="1719407" y="410927"/>
                </a:lnTo>
                <a:lnTo>
                  <a:pt x="1719407" y="431473"/>
                </a:lnTo>
                <a:moveTo>
                  <a:pt x="1678315" y="431473"/>
                </a:moveTo>
                <a:lnTo>
                  <a:pt x="1657769" y="431473"/>
                </a:lnTo>
                <a:lnTo>
                  <a:pt x="1657769" y="410927"/>
                </a:lnTo>
                <a:lnTo>
                  <a:pt x="1678315" y="410927"/>
                </a:lnTo>
                <a:lnTo>
                  <a:pt x="1678315" y="431473"/>
                </a:lnTo>
                <a:moveTo>
                  <a:pt x="1637222" y="431473"/>
                </a:moveTo>
                <a:lnTo>
                  <a:pt x="1616675" y="431473"/>
                </a:lnTo>
                <a:lnTo>
                  <a:pt x="1616675" y="410927"/>
                </a:lnTo>
                <a:lnTo>
                  <a:pt x="1637222" y="410927"/>
                </a:lnTo>
                <a:lnTo>
                  <a:pt x="1637222" y="431473"/>
                </a:lnTo>
                <a:moveTo>
                  <a:pt x="1596129" y="431473"/>
                </a:moveTo>
                <a:lnTo>
                  <a:pt x="1575583" y="431473"/>
                </a:lnTo>
                <a:lnTo>
                  <a:pt x="1575583" y="410927"/>
                </a:lnTo>
                <a:lnTo>
                  <a:pt x="1596129" y="410927"/>
                </a:lnTo>
                <a:lnTo>
                  <a:pt x="1596129" y="431473"/>
                </a:lnTo>
                <a:moveTo>
                  <a:pt x="1555037" y="431473"/>
                </a:moveTo>
                <a:lnTo>
                  <a:pt x="1534490" y="431473"/>
                </a:lnTo>
                <a:lnTo>
                  <a:pt x="1534490" y="410927"/>
                </a:lnTo>
                <a:lnTo>
                  <a:pt x="1555037" y="410927"/>
                </a:lnTo>
                <a:lnTo>
                  <a:pt x="1555037" y="431473"/>
                </a:lnTo>
                <a:moveTo>
                  <a:pt x="1513944" y="431473"/>
                </a:moveTo>
                <a:lnTo>
                  <a:pt x="1493398" y="431473"/>
                </a:lnTo>
                <a:lnTo>
                  <a:pt x="1493398" y="410927"/>
                </a:lnTo>
                <a:lnTo>
                  <a:pt x="1513944" y="410927"/>
                </a:lnTo>
                <a:lnTo>
                  <a:pt x="1513944" y="431473"/>
                </a:lnTo>
                <a:moveTo>
                  <a:pt x="1472852" y="431473"/>
                </a:moveTo>
                <a:lnTo>
                  <a:pt x="1452305" y="431473"/>
                </a:lnTo>
                <a:lnTo>
                  <a:pt x="1452305" y="410927"/>
                </a:lnTo>
                <a:lnTo>
                  <a:pt x="1472852" y="410927"/>
                </a:lnTo>
                <a:lnTo>
                  <a:pt x="1472852" y="431473"/>
                </a:lnTo>
                <a:moveTo>
                  <a:pt x="1431759" y="431473"/>
                </a:moveTo>
                <a:lnTo>
                  <a:pt x="1411212" y="431473"/>
                </a:lnTo>
                <a:lnTo>
                  <a:pt x="1411212" y="410927"/>
                </a:lnTo>
                <a:lnTo>
                  <a:pt x="1431759" y="410927"/>
                </a:lnTo>
                <a:lnTo>
                  <a:pt x="1431759" y="431473"/>
                </a:lnTo>
                <a:moveTo>
                  <a:pt x="1390666" y="431473"/>
                </a:moveTo>
                <a:lnTo>
                  <a:pt x="1370120" y="431473"/>
                </a:lnTo>
                <a:lnTo>
                  <a:pt x="1370120" y="410927"/>
                </a:lnTo>
                <a:lnTo>
                  <a:pt x="1390666" y="410927"/>
                </a:lnTo>
                <a:lnTo>
                  <a:pt x="1390666" y="431473"/>
                </a:lnTo>
                <a:moveTo>
                  <a:pt x="1349574" y="431473"/>
                </a:moveTo>
                <a:lnTo>
                  <a:pt x="1329027" y="431473"/>
                </a:lnTo>
                <a:lnTo>
                  <a:pt x="1329027" y="410927"/>
                </a:lnTo>
                <a:lnTo>
                  <a:pt x="1349574" y="410927"/>
                </a:lnTo>
                <a:lnTo>
                  <a:pt x="1349574" y="431473"/>
                </a:lnTo>
                <a:moveTo>
                  <a:pt x="1308481" y="431473"/>
                </a:moveTo>
                <a:lnTo>
                  <a:pt x="1287935" y="431473"/>
                </a:lnTo>
                <a:lnTo>
                  <a:pt x="1287935" y="410927"/>
                </a:lnTo>
                <a:lnTo>
                  <a:pt x="1308481" y="410927"/>
                </a:lnTo>
                <a:lnTo>
                  <a:pt x="1308481" y="431473"/>
                </a:lnTo>
                <a:moveTo>
                  <a:pt x="1267388" y="431473"/>
                </a:moveTo>
                <a:lnTo>
                  <a:pt x="1246842" y="431473"/>
                </a:lnTo>
                <a:lnTo>
                  <a:pt x="1246842" y="410927"/>
                </a:lnTo>
                <a:lnTo>
                  <a:pt x="1267388" y="410927"/>
                </a:lnTo>
                <a:lnTo>
                  <a:pt x="1267388" y="431473"/>
                </a:lnTo>
                <a:moveTo>
                  <a:pt x="1226295" y="431473"/>
                </a:moveTo>
                <a:lnTo>
                  <a:pt x="1205749" y="431473"/>
                </a:lnTo>
                <a:lnTo>
                  <a:pt x="1205749" y="410927"/>
                </a:lnTo>
                <a:lnTo>
                  <a:pt x="1226295" y="410927"/>
                </a:lnTo>
                <a:lnTo>
                  <a:pt x="1226295" y="431473"/>
                </a:lnTo>
                <a:moveTo>
                  <a:pt x="1185203" y="431473"/>
                </a:moveTo>
                <a:lnTo>
                  <a:pt x="1164657" y="431473"/>
                </a:lnTo>
                <a:lnTo>
                  <a:pt x="1164657" y="410927"/>
                </a:lnTo>
                <a:lnTo>
                  <a:pt x="1185203" y="410927"/>
                </a:lnTo>
                <a:lnTo>
                  <a:pt x="1185203" y="431473"/>
                </a:lnTo>
                <a:moveTo>
                  <a:pt x="1144110" y="431473"/>
                </a:moveTo>
                <a:lnTo>
                  <a:pt x="1123564" y="431473"/>
                </a:lnTo>
                <a:lnTo>
                  <a:pt x="1123564" y="410927"/>
                </a:lnTo>
                <a:lnTo>
                  <a:pt x="1144110" y="410927"/>
                </a:lnTo>
                <a:lnTo>
                  <a:pt x="1144110" y="431473"/>
                </a:lnTo>
                <a:moveTo>
                  <a:pt x="1103018" y="431473"/>
                </a:moveTo>
                <a:lnTo>
                  <a:pt x="1082471" y="431473"/>
                </a:lnTo>
                <a:lnTo>
                  <a:pt x="1082471" y="410927"/>
                </a:lnTo>
                <a:lnTo>
                  <a:pt x="1103018" y="410927"/>
                </a:lnTo>
                <a:lnTo>
                  <a:pt x="1103018" y="431473"/>
                </a:lnTo>
                <a:moveTo>
                  <a:pt x="1061925" y="431473"/>
                </a:moveTo>
                <a:lnTo>
                  <a:pt x="1041379" y="431473"/>
                </a:lnTo>
                <a:lnTo>
                  <a:pt x="1041379" y="410927"/>
                </a:lnTo>
                <a:lnTo>
                  <a:pt x="1061925" y="410927"/>
                </a:lnTo>
                <a:lnTo>
                  <a:pt x="1061925" y="431473"/>
                </a:lnTo>
                <a:moveTo>
                  <a:pt x="1020832" y="431473"/>
                </a:moveTo>
                <a:lnTo>
                  <a:pt x="1000286" y="431473"/>
                </a:lnTo>
                <a:lnTo>
                  <a:pt x="1000286" y="410927"/>
                </a:lnTo>
                <a:lnTo>
                  <a:pt x="1020832" y="410927"/>
                </a:lnTo>
                <a:lnTo>
                  <a:pt x="1020832" y="431473"/>
                </a:lnTo>
                <a:moveTo>
                  <a:pt x="979740" y="431473"/>
                </a:moveTo>
                <a:lnTo>
                  <a:pt x="959193" y="431473"/>
                </a:lnTo>
                <a:lnTo>
                  <a:pt x="959193" y="410927"/>
                </a:lnTo>
                <a:lnTo>
                  <a:pt x="979740" y="410927"/>
                </a:lnTo>
                <a:lnTo>
                  <a:pt x="979740" y="431473"/>
                </a:lnTo>
                <a:moveTo>
                  <a:pt x="938647" y="431473"/>
                </a:moveTo>
                <a:lnTo>
                  <a:pt x="918101" y="431473"/>
                </a:lnTo>
                <a:lnTo>
                  <a:pt x="918101" y="410927"/>
                </a:lnTo>
                <a:lnTo>
                  <a:pt x="938647" y="410927"/>
                </a:lnTo>
                <a:lnTo>
                  <a:pt x="938647" y="431473"/>
                </a:lnTo>
                <a:moveTo>
                  <a:pt x="897554" y="431473"/>
                </a:moveTo>
                <a:lnTo>
                  <a:pt x="877008" y="431473"/>
                </a:lnTo>
                <a:lnTo>
                  <a:pt x="877008" y="410927"/>
                </a:lnTo>
                <a:lnTo>
                  <a:pt x="897554" y="410927"/>
                </a:lnTo>
                <a:lnTo>
                  <a:pt x="897554" y="431473"/>
                </a:lnTo>
                <a:moveTo>
                  <a:pt x="856462" y="431473"/>
                </a:moveTo>
                <a:lnTo>
                  <a:pt x="835916" y="431473"/>
                </a:lnTo>
                <a:lnTo>
                  <a:pt x="835916" y="410927"/>
                </a:lnTo>
                <a:lnTo>
                  <a:pt x="856462" y="410927"/>
                </a:lnTo>
                <a:lnTo>
                  <a:pt x="856462" y="431473"/>
                </a:lnTo>
                <a:moveTo>
                  <a:pt x="815369" y="431473"/>
                </a:moveTo>
                <a:lnTo>
                  <a:pt x="794822" y="431473"/>
                </a:lnTo>
                <a:lnTo>
                  <a:pt x="794822" y="410927"/>
                </a:lnTo>
                <a:lnTo>
                  <a:pt x="815369" y="410927"/>
                </a:lnTo>
                <a:lnTo>
                  <a:pt x="815369" y="431473"/>
                </a:lnTo>
                <a:moveTo>
                  <a:pt x="774276" y="431473"/>
                </a:moveTo>
                <a:lnTo>
                  <a:pt x="753730" y="431473"/>
                </a:lnTo>
                <a:lnTo>
                  <a:pt x="753730" y="410927"/>
                </a:lnTo>
                <a:lnTo>
                  <a:pt x="774276" y="410927"/>
                </a:lnTo>
                <a:lnTo>
                  <a:pt x="774276" y="431473"/>
                </a:lnTo>
                <a:moveTo>
                  <a:pt x="733184" y="431473"/>
                </a:moveTo>
                <a:lnTo>
                  <a:pt x="712637" y="431473"/>
                </a:lnTo>
                <a:lnTo>
                  <a:pt x="712637" y="410927"/>
                </a:lnTo>
                <a:lnTo>
                  <a:pt x="733184" y="410927"/>
                </a:lnTo>
                <a:lnTo>
                  <a:pt x="733184" y="431473"/>
                </a:lnTo>
                <a:moveTo>
                  <a:pt x="692091" y="431473"/>
                </a:moveTo>
                <a:lnTo>
                  <a:pt x="671545" y="431473"/>
                </a:lnTo>
                <a:lnTo>
                  <a:pt x="671545" y="410927"/>
                </a:lnTo>
                <a:lnTo>
                  <a:pt x="692091" y="410927"/>
                </a:lnTo>
                <a:lnTo>
                  <a:pt x="692091" y="431473"/>
                </a:lnTo>
                <a:moveTo>
                  <a:pt x="650999" y="431473"/>
                </a:moveTo>
                <a:lnTo>
                  <a:pt x="630452" y="431473"/>
                </a:lnTo>
                <a:lnTo>
                  <a:pt x="630452" y="410927"/>
                </a:lnTo>
                <a:lnTo>
                  <a:pt x="650999" y="410927"/>
                </a:lnTo>
                <a:lnTo>
                  <a:pt x="650999" y="431473"/>
                </a:lnTo>
                <a:moveTo>
                  <a:pt x="609906" y="431473"/>
                </a:moveTo>
                <a:lnTo>
                  <a:pt x="589359" y="431473"/>
                </a:lnTo>
                <a:lnTo>
                  <a:pt x="589359" y="410927"/>
                </a:lnTo>
                <a:lnTo>
                  <a:pt x="609906" y="410927"/>
                </a:lnTo>
                <a:lnTo>
                  <a:pt x="609906" y="431473"/>
                </a:lnTo>
                <a:moveTo>
                  <a:pt x="568813" y="431473"/>
                </a:moveTo>
                <a:lnTo>
                  <a:pt x="548267" y="431473"/>
                </a:lnTo>
                <a:lnTo>
                  <a:pt x="548267" y="410927"/>
                </a:lnTo>
                <a:lnTo>
                  <a:pt x="568813" y="410927"/>
                </a:lnTo>
                <a:lnTo>
                  <a:pt x="568813" y="431473"/>
                </a:lnTo>
                <a:moveTo>
                  <a:pt x="527721" y="431473"/>
                </a:moveTo>
                <a:lnTo>
                  <a:pt x="507174" y="431473"/>
                </a:lnTo>
                <a:lnTo>
                  <a:pt x="507174" y="410927"/>
                </a:lnTo>
                <a:lnTo>
                  <a:pt x="527721" y="410927"/>
                </a:lnTo>
                <a:lnTo>
                  <a:pt x="527721" y="431473"/>
                </a:lnTo>
                <a:moveTo>
                  <a:pt x="486628" y="431473"/>
                </a:moveTo>
                <a:lnTo>
                  <a:pt x="466082" y="431473"/>
                </a:lnTo>
                <a:lnTo>
                  <a:pt x="466082" y="410927"/>
                </a:lnTo>
                <a:lnTo>
                  <a:pt x="486628" y="410927"/>
                </a:lnTo>
                <a:lnTo>
                  <a:pt x="486628" y="431473"/>
                </a:lnTo>
                <a:moveTo>
                  <a:pt x="445535" y="431473"/>
                </a:moveTo>
                <a:lnTo>
                  <a:pt x="424989" y="431473"/>
                </a:lnTo>
                <a:lnTo>
                  <a:pt x="424989" y="410927"/>
                </a:lnTo>
                <a:lnTo>
                  <a:pt x="445535" y="410927"/>
                </a:lnTo>
                <a:lnTo>
                  <a:pt x="445535" y="431473"/>
                </a:lnTo>
                <a:moveTo>
                  <a:pt x="404442" y="431473"/>
                </a:moveTo>
                <a:lnTo>
                  <a:pt x="383896" y="431473"/>
                </a:lnTo>
                <a:lnTo>
                  <a:pt x="383896" y="410927"/>
                </a:lnTo>
                <a:lnTo>
                  <a:pt x="404442" y="410927"/>
                </a:lnTo>
                <a:lnTo>
                  <a:pt x="404442" y="431473"/>
                </a:lnTo>
                <a:moveTo>
                  <a:pt x="363350" y="431473"/>
                </a:moveTo>
                <a:lnTo>
                  <a:pt x="342804" y="431473"/>
                </a:lnTo>
                <a:lnTo>
                  <a:pt x="342804" y="410927"/>
                </a:lnTo>
                <a:lnTo>
                  <a:pt x="363350" y="410927"/>
                </a:lnTo>
                <a:lnTo>
                  <a:pt x="363350" y="431473"/>
                </a:lnTo>
                <a:moveTo>
                  <a:pt x="322257" y="431473"/>
                </a:moveTo>
                <a:lnTo>
                  <a:pt x="301711" y="431473"/>
                </a:lnTo>
                <a:lnTo>
                  <a:pt x="301711" y="410927"/>
                </a:lnTo>
                <a:lnTo>
                  <a:pt x="322257" y="410927"/>
                </a:lnTo>
                <a:lnTo>
                  <a:pt x="322257" y="431473"/>
                </a:lnTo>
                <a:moveTo>
                  <a:pt x="281165" y="431473"/>
                </a:moveTo>
                <a:lnTo>
                  <a:pt x="260618" y="431473"/>
                </a:lnTo>
                <a:lnTo>
                  <a:pt x="260618" y="410927"/>
                </a:lnTo>
                <a:lnTo>
                  <a:pt x="281165" y="410927"/>
                </a:lnTo>
                <a:lnTo>
                  <a:pt x="281165" y="431473"/>
                </a:lnTo>
                <a:moveTo>
                  <a:pt x="240072" y="431473"/>
                </a:moveTo>
                <a:lnTo>
                  <a:pt x="219526" y="431473"/>
                </a:lnTo>
                <a:lnTo>
                  <a:pt x="219526" y="410927"/>
                </a:lnTo>
                <a:lnTo>
                  <a:pt x="240072" y="410927"/>
                </a:lnTo>
                <a:lnTo>
                  <a:pt x="240072" y="431473"/>
                </a:lnTo>
                <a:moveTo>
                  <a:pt x="198979" y="431473"/>
                </a:moveTo>
                <a:lnTo>
                  <a:pt x="178433" y="431473"/>
                </a:lnTo>
                <a:lnTo>
                  <a:pt x="178433" y="410927"/>
                </a:lnTo>
                <a:lnTo>
                  <a:pt x="198979" y="410927"/>
                </a:lnTo>
                <a:lnTo>
                  <a:pt x="198979" y="431473"/>
                </a:lnTo>
                <a:moveTo>
                  <a:pt x="157887" y="431473"/>
                </a:moveTo>
                <a:lnTo>
                  <a:pt x="137340" y="431473"/>
                </a:lnTo>
                <a:lnTo>
                  <a:pt x="137340" y="410927"/>
                </a:lnTo>
                <a:lnTo>
                  <a:pt x="157887" y="410927"/>
                </a:lnTo>
                <a:lnTo>
                  <a:pt x="157887" y="431473"/>
                </a:lnTo>
                <a:moveTo>
                  <a:pt x="116794" y="431473"/>
                </a:moveTo>
                <a:lnTo>
                  <a:pt x="96248" y="431473"/>
                </a:lnTo>
                <a:lnTo>
                  <a:pt x="96248" y="410927"/>
                </a:lnTo>
                <a:lnTo>
                  <a:pt x="116794" y="410927"/>
                </a:lnTo>
                <a:lnTo>
                  <a:pt x="116794" y="431473"/>
                </a:lnTo>
                <a:moveTo>
                  <a:pt x="75701" y="431473"/>
                </a:moveTo>
                <a:lnTo>
                  <a:pt x="71912" y="431473"/>
                </a:lnTo>
                <a:cubicBezTo>
                  <a:pt x="65561" y="431473"/>
                  <a:pt x="59320" y="430646"/>
                  <a:pt x="53188" y="428992"/>
                </a:cubicBezTo>
                <a:lnTo>
                  <a:pt x="58538" y="409155"/>
                </a:lnTo>
                <a:cubicBezTo>
                  <a:pt x="62918" y="410336"/>
                  <a:pt x="67376" y="410927"/>
                  <a:pt x="71912" y="410927"/>
                </a:cubicBezTo>
                <a:lnTo>
                  <a:pt x="75701" y="410927"/>
                </a:lnTo>
                <a:lnTo>
                  <a:pt x="75701" y="431473"/>
                </a:lnTo>
                <a:moveTo>
                  <a:pt x="30571" y="418402"/>
                </a:moveTo>
                <a:cubicBezTo>
                  <a:pt x="23437" y="413389"/>
                  <a:pt x="17413" y="407281"/>
                  <a:pt x="12500" y="400077"/>
                </a:cubicBezTo>
                <a:lnTo>
                  <a:pt x="29475" y="388501"/>
                </a:lnTo>
                <a:cubicBezTo>
                  <a:pt x="32984" y="393647"/>
                  <a:pt x="37287" y="398010"/>
                  <a:pt x="42383" y="401590"/>
                </a:cubicBezTo>
                <a:lnTo>
                  <a:pt x="30571" y="418402"/>
                </a:lnTo>
                <a:moveTo>
                  <a:pt x="2241" y="377374"/>
                </a:moveTo>
                <a:cubicBezTo>
                  <a:pt x="747" y="371530"/>
                  <a:pt x="0" y="365592"/>
                  <a:pt x="0" y="359561"/>
                </a:cubicBezTo>
                <a:lnTo>
                  <a:pt x="0" y="354971"/>
                </a:lnTo>
                <a:lnTo>
                  <a:pt x="20547" y="354971"/>
                </a:lnTo>
                <a:lnTo>
                  <a:pt x="20547" y="359561"/>
                </a:lnTo>
                <a:cubicBezTo>
                  <a:pt x="20547" y="363870"/>
                  <a:pt x="21080" y="368111"/>
                  <a:pt x="22147" y="372284"/>
                </a:cubicBezTo>
                <a:lnTo>
                  <a:pt x="2241" y="377374"/>
                </a:lnTo>
                <a:moveTo>
                  <a:pt x="0" y="334424"/>
                </a:moveTo>
                <a:lnTo>
                  <a:pt x="0" y="313878"/>
                </a:lnTo>
                <a:lnTo>
                  <a:pt x="20547" y="313878"/>
                </a:lnTo>
                <a:lnTo>
                  <a:pt x="20547" y="334424"/>
                </a:lnTo>
                <a:lnTo>
                  <a:pt x="0" y="334424"/>
                </a:lnTo>
                <a:moveTo>
                  <a:pt x="0" y="293332"/>
                </a:moveTo>
                <a:lnTo>
                  <a:pt x="0" y="272786"/>
                </a:lnTo>
                <a:lnTo>
                  <a:pt x="20547" y="272786"/>
                </a:lnTo>
                <a:lnTo>
                  <a:pt x="20547" y="293332"/>
                </a:lnTo>
                <a:lnTo>
                  <a:pt x="0" y="293332"/>
                </a:lnTo>
                <a:moveTo>
                  <a:pt x="0" y="252239"/>
                </a:moveTo>
                <a:lnTo>
                  <a:pt x="0" y="231693"/>
                </a:lnTo>
                <a:lnTo>
                  <a:pt x="20547" y="231693"/>
                </a:lnTo>
                <a:lnTo>
                  <a:pt x="20547" y="252239"/>
                </a:lnTo>
                <a:lnTo>
                  <a:pt x="0" y="252239"/>
                </a:lnTo>
                <a:moveTo>
                  <a:pt x="0" y="211147"/>
                </a:moveTo>
                <a:lnTo>
                  <a:pt x="0" y="190600"/>
                </a:lnTo>
                <a:lnTo>
                  <a:pt x="20547" y="190600"/>
                </a:lnTo>
                <a:lnTo>
                  <a:pt x="20547" y="211147"/>
                </a:lnTo>
                <a:lnTo>
                  <a:pt x="0" y="211147"/>
                </a:lnTo>
                <a:moveTo>
                  <a:pt x="0" y="170054"/>
                </a:moveTo>
                <a:lnTo>
                  <a:pt x="0" y="149508"/>
                </a:lnTo>
                <a:lnTo>
                  <a:pt x="20547" y="149508"/>
                </a:lnTo>
                <a:lnTo>
                  <a:pt x="20547" y="170054"/>
                </a:lnTo>
                <a:lnTo>
                  <a:pt x="0" y="170054"/>
                </a:lnTo>
                <a:moveTo>
                  <a:pt x="0" y="128961"/>
                </a:moveTo>
                <a:lnTo>
                  <a:pt x="0" y="108415"/>
                </a:lnTo>
                <a:lnTo>
                  <a:pt x="20547" y="108415"/>
                </a:lnTo>
                <a:lnTo>
                  <a:pt x="20547" y="128961"/>
                </a:lnTo>
                <a:lnTo>
                  <a:pt x="0" y="128961"/>
                </a:lnTo>
                <a:moveTo>
                  <a:pt x="0" y="87869"/>
                </a:moveTo>
                <a:lnTo>
                  <a:pt x="0" y="71912"/>
                </a:lnTo>
                <a:cubicBezTo>
                  <a:pt x="0" y="70239"/>
                  <a:pt x="58" y="68568"/>
                  <a:pt x="175" y="66900"/>
                </a:cubicBezTo>
                <a:lnTo>
                  <a:pt x="20672" y="68332"/>
                </a:lnTo>
                <a:cubicBezTo>
                  <a:pt x="20588" y="69524"/>
                  <a:pt x="20547" y="70718"/>
                  <a:pt x="20547" y="71912"/>
                </a:cubicBezTo>
                <a:lnTo>
                  <a:pt x="20547" y="87869"/>
                </a:lnTo>
                <a:lnTo>
                  <a:pt x="0" y="87869"/>
                </a:lnTo>
                <a:moveTo>
                  <a:pt x="5764" y="43703"/>
                </a:moveTo>
                <a:cubicBezTo>
                  <a:pt x="9148" y="35768"/>
                  <a:pt x="13809" y="28672"/>
                  <a:pt x="19746" y="22414"/>
                </a:cubicBezTo>
                <a:lnTo>
                  <a:pt x="34651" y="36556"/>
                </a:lnTo>
                <a:cubicBezTo>
                  <a:pt x="30410" y="41026"/>
                  <a:pt x="27080" y="46095"/>
                  <a:pt x="24663" y="51763"/>
                </a:cubicBezTo>
                <a:lnTo>
                  <a:pt x="5764" y="43703"/>
                </a:lnTo>
                <a:moveTo>
                  <a:pt x="40381" y="7282"/>
                </a:moveTo>
                <a:cubicBezTo>
                  <a:pt x="47726" y="3698"/>
                  <a:pt x="55458" y="1432"/>
                  <a:pt x="63576" y="485"/>
                </a:cubicBezTo>
                <a:lnTo>
                  <a:pt x="65958" y="20893"/>
                </a:lnTo>
                <a:cubicBezTo>
                  <a:pt x="60159" y="21569"/>
                  <a:pt x="54637" y="23188"/>
                  <a:pt x="49390" y="25748"/>
                </a:cubicBezTo>
                <a:lnTo>
                  <a:pt x="40381" y="7282"/>
                </a:lnTo>
                <a:moveTo>
                  <a:pt x="71912" y="0"/>
                </a:moveTo>
                <a:lnTo>
                  <a:pt x="92459" y="0"/>
                </a:lnTo>
                <a:lnTo>
                  <a:pt x="92459" y="20546"/>
                </a:lnTo>
                <a:lnTo>
                  <a:pt x="71912" y="20546"/>
                </a:lnTo>
                <a:lnTo>
                  <a:pt x="71912" y="0"/>
                </a:lnTo>
              </a:path>
            </a:pathLst>
          </a:custGeom>
          <a:solidFill xmlns:a="http://schemas.openxmlformats.org/drawingml/2006/main">
            <a:srgbClr val="FF66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pdf-path-161">
            <a:extLst xmlns:a="http://schemas.openxmlformats.org/drawingml/2006/main">
              <a:ext uri="{FF2B5EF4-FFF2-40B4-BE49-F238E27FC236}">
                <a16:creationId xmlns:a16="http://schemas.microsoft.com/office/drawing/2014/main" id="{30E287DA-7C43-4090-A468-872B5E29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419" y="369444"/>
            <a:ext cx="86766" cy="126298"/>
          </a:xfrm>
          <a:custGeom xmlns:a="http://schemas.openxmlformats.org/drawingml/2006/main">
            <a:pathLst>
              <a:path w="86766" h="126298">
                <a:moveTo>
                  <a:pt x="3086" y="126113"/>
                </a:moveTo>
                <a:cubicBezTo>
                  <a:pt x="1029" y="126113"/>
                  <a:pt x="0" y="125558"/>
                  <a:pt x="0" y="124449"/>
                </a:cubicBezTo>
                <a:cubicBezTo>
                  <a:pt x="0" y="124202"/>
                  <a:pt x="181" y="123340"/>
                  <a:pt x="545" y="121860"/>
                </a:cubicBezTo>
                <a:cubicBezTo>
                  <a:pt x="1150" y="119518"/>
                  <a:pt x="1755" y="118224"/>
                  <a:pt x="2360" y="117977"/>
                </a:cubicBezTo>
                <a:cubicBezTo>
                  <a:pt x="2723" y="117854"/>
                  <a:pt x="3630" y="117792"/>
                  <a:pt x="5083" y="117792"/>
                </a:cubicBezTo>
                <a:lnTo>
                  <a:pt x="6172" y="117792"/>
                </a:lnTo>
                <a:cubicBezTo>
                  <a:pt x="13432" y="117792"/>
                  <a:pt x="18031" y="117360"/>
                  <a:pt x="19967" y="116498"/>
                </a:cubicBezTo>
                <a:cubicBezTo>
                  <a:pt x="20088" y="116498"/>
                  <a:pt x="20209" y="116436"/>
                  <a:pt x="20330" y="116313"/>
                </a:cubicBezTo>
                <a:cubicBezTo>
                  <a:pt x="20935" y="116066"/>
                  <a:pt x="21601" y="114648"/>
                  <a:pt x="22327" y="112060"/>
                </a:cubicBezTo>
                <a:cubicBezTo>
                  <a:pt x="23053" y="109471"/>
                  <a:pt x="26018" y="97389"/>
                  <a:pt x="31221" y="75816"/>
                </a:cubicBezTo>
                <a:cubicBezTo>
                  <a:pt x="32674" y="70268"/>
                  <a:pt x="33763" y="65892"/>
                  <a:pt x="34489" y="62687"/>
                </a:cubicBezTo>
                <a:cubicBezTo>
                  <a:pt x="42960" y="28169"/>
                  <a:pt x="47195" y="10787"/>
                  <a:pt x="47195" y="10540"/>
                </a:cubicBezTo>
                <a:cubicBezTo>
                  <a:pt x="46953" y="10047"/>
                  <a:pt x="46832" y="9739"/>
                  <a:pt x="46832" y="9616"/>
                </a:cubicBezTo>
                <a:cubicBezTo>
                  <a:pt x="45622" y="8876"/>
                  <a:pt x="41326" y="8506"/>
                  <a:pt x="33944" y="8506"/>
                </a:cubicBezTo>
                <a:lnTo>
                  <a:pt x="30314" y="8506"/>
                </a:lnTo>
                <a:cubicBezTo>
                  <a:pt x="29225" y="7766"/>
                  <a:pt x="28983" y="6225"/>
                  <a:pt x="29588" y="3883"/>
                </a:cubicBezTo>
                <a:cubicBezTo>
                  <a:pt x="30072" y="2034"/>
                  <a:pt x="30435" y="925"/>
                  <a:pt x="30677" y="555"/>
                </a:cubicBezTo>
                <a:cubicBezTo>
                  <a:pt x="30919" y="185"/>
                  <a:pt x="31766" y="0"/>
                  <a:pt x="33218" y="0"/>
                </a:cubicBezTo>
                <a:lnTo>
                  <a:pt x="33944" y="0"/>
                </a:lnTo>
                <a:cubicBezTo>
                  <a:pt x="42657" y="247"/>
                  <a:pt x="51491" y="370"/>
                  <a:pt x="60446" y="370"/>
                </a:cubicBezTo>
                <a:cubicBezTo>
                  <a:pt x="75210" y="370"/>
                  <a:pt x="82955" y="247"/>
                  <a:pt x="83681" y="0"/>
                </a:cubicBezTo>
                <a:lnTo>
                  <a:pt x="85496" y="0"/>
                </a:lnTo>
                <a:cubicBezTo>
                  <a:pt x="86343" y="863"/>
                  <a:pt x="86766" y="1541"/>
                  <a:pt x="86766" y="2034"/>
                </a:cubicBezTo>
                <a:cubicBezTo>
                  <a:pt x="86766" y="2527"/>
                  <a:pt x="86585" y="3575"/>
                  <a:pt x="86222" y="5178"/>
                </a:cubicBezTo>
                <a:cubicBezTo>
                  <a:pt x="85859" y="6780"/>
                  <a:pt x="85435" y="7766"/>
                  <a:pt x="84951" y="8136"/>
                </a:cubicBezTo>
                <a:cubicBezTo>
                  <a:pt x="84588" y="8383"/>
                  <a:pt x="83197" y="8506"/>
                  <a:pt x="80776" y="8506"/>
                </a:cubicBezTo>
                <a:cubicBezTo>
                  <a:pt x="77025" y="8506"/>
                  <a:pt x="73152" y="8691"/>
                  <a:pt x="69159" y="9061"/>
                </a:cubicBezTo>
                <a:cubicBezTo>
                  <a:pt x="67465" y="9431"/>
                  <a:pt x="66315" y="10109"/>
                  <a:pt x="65710" y="11095"/>
                </a:cubicBezTo>
                <a:cubicBezTo>
                  <a:pt x="64863" y="12821"/>
                  <a:pt x="61777" y="24594"/>
                  <a:pt x="56453" y="46414"/>
                </a:cubicBezTo>
                <a:cubicBezTo>
                  <a:pt x="55122" y="52208"/>
                  <a:pt x="53790" y="57817"/>
                  <a:pt x="52459" y="63241"/>
                </a:cubicBezTo>
                <a:cubicBezTo>
                  <a:pt x="43988" y="97266"/>
                  <a:pt x="39753" y="114648"/>
                  <a:pt x="39753" y="115388"/>
                </a:cubicBezTo>
                <a:cubicBezTo>
                  <a:pt x="39753" y="116251"/>
                  <a:pt x="40358" y="116806"/>
                  <a:pt x="41568" y="117052"/>
                </a:cubicBezTo>
                <a:cubicBezTo>
                  <a:pt x="42778" y="117299"/>
                  <a:pt x="45925" y="117546"/>
                  <a:pt x="51007" y="117792"/>
                </a:cubicBezTo>
                <a:lnTo>
                  <a:pt x="56816" y="117792"/>
                </a:lnTo>
                <a:cubicBezTo>
                  <a:pt x="57542" y="118778"/>
                  <a:pt x="57905" y="119333"/>
                  <a:pt x="57905" y="119456"/>
                </a:cubicBezTo>
                <a:cubicBezTo>
                  <a:pt x="57905" y="119580"/>
                  <a:pt x="57723" y="120689"/>
                  <a:pt x="57360" y="122785"/>
                </a:cubicBezTo>
                <a:cubicBezTo>
                  <a:pt x="56876" y="124387"/>
                  <a:pt x="56271" y="125558"/>
                  <a:pt x="55545" y="126298"/>
                </a:cubicBezTo>
                <a:lnTo>
                  <a:pt x="52641" y="126298"/>
                </a:lnTo>
                <a:cubicBezTo>
                  <a:pt x="48163" y="126052"/>
                  <a:pt x="39874" y="125928"/>
                  <a:pt x="27773" y="125928"/>
                </a:cubicBezTo>
                <a:cubicBezTo>
                  <a:pt x="23416" y="125928"/>
                  <a:pt x="19423" y="125928"/>
                  <a:pt x="15792" y="125928"/>
                </a:cubicBezTo>
                <a:cubicBezTo>
                  <a:pt x="12162" y="125928"/>
                  <a:pt x="9258" y="125928"/>
                  <a:pt x="7079" y="125928"/>
                </a:cubicBezTo>
                <a:cubicBezTo>
                  <a:pt x="4901" y="125928"/>
                  <a:pt x="3570" y="125990"/>
                  <a:pt x="3086" y="12611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114" name="pdf-path-163">
            <a:extLst xmlns:a="http://schemas.openxmlformats.org/drawingml/2006/main">
              <a:ext uri="{FF2B5EF4-FFF2-40B4-BE49-F238E27FC236}">
                <a16:creationId xmlns:a16="http://schemas.microsoft.com/office/drawing/2014/main" id="{D399995D-9A3C-4DC5-B728-C3253483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249" y="357054"/>
            <a:ext cx="43383" cy="184917"/>
          </a:xfrm>
          <a:custGeom xmlns:a="http://schemas.openxmlformats.org/drawingml/2006/main">
            <a:pathLst>
              <a:path w="43383" h="184917">
                <a:moveTo>
                  <a:pt x="0" y="92458"/>
                </a:moveTo>
                <a:cubicBezTo>
                  <a:pt x="0" y="83952"/>
                  <a:pt x="605" y="75877"/>
                  <a:pt x="1815" y="68234"/>
                </a:cubicBezTo>
                <a:cubicBezTo>
                  <a:pt x="3026" y="60591"/>
                  <a:pt x="4417" y="53996"/>
                  <a:pt x="5990" y="48448"/>
                </a:cubicBezTo>
                <a:cubicBezTo>
                  <a:pt x="7563" y="42901"/>
                  <a:pt x="9802" y="37477"/>
                  <a:pt x="12706" y="32175"/>
                </a:cubicBezTo>
                <a:cubicBezTo>
                  <a:pt x="15611" y="26875"/>
                  <a:pt x="17910" y="22745"/>
                  <a:pt x="19604" y="19786"/>
                </a:cubicBezTo>
                <a:cubicBezTo>
                  <a:pt x="21298" y="16828"/>
                  <a:pt x="23840" y="13622"/>
                  <a:pt x="27228" y="10170"/>
                </a:cubicBezTo>
                <a:cubicBezTo>
                  <a:pt x="30616" y="6719"/>
                  <a:pt x="32613" y="4623"/>
                  <a:pt x="33218" y="3883"/>
                </a:cubicBezTo>
                <a:cubicBezTo>
                  <a:pt x="33823" y="3143"/>
                  <a:pt x="35336" y="1849"/>
                  <a:pt x="37756" y="0"/>
                </a:cubicBezTo>
                <a:lnTo>
                  <a:pt x="40116" y="0"/>
                </a:lnTo>
                <a:lnTo>
                  <a:pt x="40842" y="0"/>
                </a:lnTo>
                <a:cubicBezTo>
                  <a:pt x="42536" y="0"/>
                  <a:pt x="43383" y="555"/>
                  <a:pt x="43383" y="1664"/>
                </a:cubicBezTo>
                <a:cubicBezTo>
                  <a:pt x="43383" y="2034"/>
                  <a:pt x="42355" y="3329"/>
                  <a:pt x="40297" y="5547"/>
                </a:cubicBezTo>
                <a:cubicBezTo>
                  <a:pt x="38240" y="7767"/>
                  <a:pt x="35759" y="11033"/>
                  <a:pt x="32855" y="15348"/>
                </a:cubicBezTo>
                <a:cubicBezTo>
                  <a:pt x="29951" y="19663"/>
                  <a:pt x="26986" y="24964"/>
                  <a:pt x="23961" y="31251"/>
                </a:cubicBezTo>
                <a:cubicBezTo>
                  <a:pt x="20935" y="37538"/>
                  <a:pt x="18394" y="46044"/>
                  <a:pt x="16337" y="56770"/>
                </a:cubicBezTo>
                <a:cubicBezTo>
                  <a:pt x="14280" y="67495"/>
                  <a:pt x="13251" y="79391"/>
                  <a:pt x="13251" y="92458"/>
                </a:cubicBezTo>
                <a:cubicBezTo>
                  <a:pt x="13251" y="105526"/>
                  <a:pt x="14280" y="117361"/>
                  <a:pt x="16337" y="127962"/>
                </a:cubicBezTo>
                <a:cubicBezTo>
                  <a:pt x="18394" y="138565"/>
                  <a:pt x="20875" y="147132"/>
                  <a:pt x="23779" y="153666"/>
                </a:cubicBezTo>
                <a:cubicBezTo>
                  <a:pt x="26684" y="160200"/>
                  <a:pt x="29648" y="165501"/>
                  <a:pt x="32674" y="169569"/>
                </a:cubicBezTo>
                <a:cubicBezTo>
                  <a:pt x="35699" y="173637"/>
                  <a:pt x="38240" y="176904"/>
                  <a:pt x="40297" y="179369"/>
                </a:cubicBezTo>
                <a:cubicBezTo>
                  <a:pt x="42355" y="181835"/>
                  <a:pt x="43383" y="183129"/>
                  <a:pt x="43383" y="183253"/>
                </a:cubicBezTo>
                <a:cubicBezTo>
                  <a:pt x="43383" y="184362"/>
                  <a:pt x="42476" y="184917"/>
                  <a:pt x="40661" y="184917"/>
                </a:cubicBezTo>
                <a:lnTo>
                  <a:pt x="40116" y="184917"/>
                </a:lnTo>
                <a:lnTo>
                  <a:pt x="37756" y="184917"/>
                </a:lnTo>
                <a:lnTo>
                  <a:pt x="32674" y="180479"/>
                </a:lnTo>
                <a:cubicBezTo>
                  <a:pt x="21298" y="170000"/>
                  <a:pt x="13009" y="156933"/>
                  <a:pt x="7805" y="141277"/>
                </a:cubicBezTo>
                <a:cubicBezTo>
                  <a:pt x="2602" y="125620"/>
                  <a:pt x="0" y="109347"/>
                  <a:pt x="0" y="9245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115" name="pdf-path-165">
            <a:extLst xmlns:a="http://schemas.openxmlformats.org/drawingml/2006/main">
              <a:ext uri="{FF2B5EF4-FFF2-40B4-BE49-F238E27FC236}">
                <a16:creationId xmlns:a16="http://schemas.microsoft.com/office/drawing/2014/main" id="{F8E0E8E8-DF5B-4BF2-B313-07ABF096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8064" y="416043"/>
            <a:ext cx="90578" cy="82103"/>
          </a:xfrm>
          <a:custGeom xmlns:a="http://schemas.openxmlformats.org/drawingml/2006/main">
            <a:pathLst>
              <a:path w="90578" h="82103">
                <a:moveTo>
                  <a:pt x="3812" y="27183"/>
                </a:moveTo>
                <a:cubicBezTo>
                  <a:pt x="1271" y="27183"/>
                  <a:pt x="0" y="26566"/>
                  <a:pt x="0" y="25334"/>
                </a:cubicBezTo>
                <a:cubicBezTo>
                  <a:pt x="0" y="24471"/>
                  <a:pt x="1633" y="21758"/>
                  <a:pt x="4901" y="17197"/>
                </a:cubicBezTo>
                <a:cubicBezTo>
                  <a:pt x="8168" y="12636"/>
                  <a:pt x="11435" y="8938"/>
                  <a:pt x="14703" y="6102"/>
                </a:cubicBezTo>
                <a:cubicBezTo>
                  <a:pt x="18939" y="2774"/>
                  <a:pt x="22871" y="863"/>
                  <a:pt x="26502" y="370"/>
                </a:cubicBezTo>
                <a:cubicBezTo>
                  <a:pt x="27228" y="123"/>
                  <a:pt x="37393" y="0"/>
                  <a:pt x="56997" y="0"/>
                </a:cubicBezTo>
                <a:cubicBezTo>
                  <a:pt x="76359" y="0"/>
                  <a:pt x="86342" y="123"/>
                  <a:pt x="86948" y="370"/>
                </a:cubicBezTo>
                <a:cubicBezTo>
                  <a:pt x="89368" y="986"/>
                  <a:pt x="90578" y="2651"/>
                  <a:pt x="90578" y="5363"/>
                </a:cubicBezTo>
                <a:cubicBezTo>
                  <a:pt x="90578" y="7089"/>
                  <a:pt x="90033" y="8691"/>
                  <a:pt x="88945" y="10170"/>
                </a:cubicBezTo>
                <a:cubicBezTo>
                  <a:pt x="87855" y="11650"/>
                  <a:pt x="86464" y="12636"/>
                  <a:pt x="84769" y="13129"/>
                </a:cubicBezTo>
                <a:cubicBezTo>
                  <a:pt x="84043" y="13376"/>
                  <a:pt x="78235" y="13499"/>
                  <a:pt x="67344" y="13499"/>
                </a:cubicBezTo>
                <a:cubicBezTo>
                  <a:pt x="56452" y="13499"/>
                  <a:pt x="51007" y="13622"/>
                  <a:pt x="51007" y="13869"/>
                </a:cubicBezTo>
                <a:cubicBezTo>
                  <a:pt x="50886" y="13992"/>
                  <a:pt x="49918" y="19046"/>
                  <a:pt x="48103" y="29032"/>
                </a:cubicBezTo>
                <a:cubicBezTo>
                  <a:pt x="46287" y="39017"/>
                  <a:pt x="44351" y="49188"/>
                  <a:pt x="42294" y="59543"/>
                </a:cubicBezTo>
                <a:cubicBezTo>
                  <a:pt x="40237" y="69899"/>
                  <a:pt x="39148" y="75385"/>
                  <a:pt x="39026" y="76001"/>
                </a:cubicBezTo>
                <a:cubicBezTo>
                  <a:pt x="38422" y="77850"/>
                  <a:pt x="37332" y="79329"/>
                  <a:pt x="35759" y="80439"/>
                </a:cubicBezTo>
                <a:cubicBezTo>
                  <a:pt x="34186" y="81548"/>
                  <a:pt x="32431" y="82103"/>
                  <a:pt x="30495" y="82103"/>
                </a:cubicBezTo>
                <a:cubicBezTo>
                  <a:pt x="26502" y="82103"/>
                  <a:pt x="24505" y="80069"/>
                  <a:pt x="24505" y="76001"/>
                </a:cubicBezTo>
                <a:lnTo>
                  <a:pt x="24505" y="74152"/>
                </a:lnTo>
                <a:lnTo>
                  <a:pt x="33581" y="44195"/>
                </a:lnTo>
                <a:cubicBezTo>
                  <a:pt x="34912" y="39757"/>
                  <a:pt x="36364" y="34826"/>
                  <a:pt x="37937" y="29402"/>
                </a:cubicBezTo>
                <a:cubicBezTo>
                  <a:pt x="39510" y="23978"/>
                  <a:pt x="40781" y="20033"/>
                  <a:pt x="41749" y="17567"/>
                </a:cubicBezTo>
                <a:lnTo>
                  <a:pt x="42839" y="13684"/>
                </a:lnTo>
                <a:cubicBezTo>
                  <a:pt x="42839" y="13561"/>
                  <a:pt x="40055" y="13499"/>
                  <a:pt x="34489" y="13499"/>
                </a:cubicBezTo>
                <a:cubicBezTo>
                  <a:pt x="34246" y="13499"/>
                  <a:pt x="33581" y="13499"/>
                  <a:pt x="32492" y="13499"/>
                </a:cubicBezTo>
                <a:cubicBezTo>
                  <a:pt x="31403" y="13499"/>
                  <a:pt x="30555" y="13437"/>
                  <a:pt x="29951" y="13314"/>
                </a:cubicBezTo>
                <a:cubicBezTo>
                  <a:pt x="20512" y="13314"/>
                  <a:pt x="13130" y="17259"/>
                  <a:pt x="7805" y="25149"/>
                </a:cubicBezTo>
                <a:cubicBezTo>
                  <a:pt x="7200" y="26135"/>
                  <a:pt x="6716" y="26690"/>
                  <a:pt x="6353" y="26813"/>
                </a:cubicBezTo>
                <a:cubicBezTo>
                  <a:pt x="5990" y="26936"/>
                  <a:pt x="5143" y="27060"/>
                  <a:pt x="3812" y="2718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116" name="pdf-path-167">
            <a:extLst xmlns:a="http://schemas.openxmlformats.org/drawingml/2006/main">
              <a:ext uri="{FF2B5EF4-FFF2-40B4-BE49-F238E27FC236}">
                <a16:creationId xmlns:a16="http://schemas.microsoft.com/office/drawing/2014/main" id="{A371A275-3A18-4C9F-8D97-0732FF95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801" y="416228"/>
            <a:ext cx="22509" cy="115388"/>
          </a:xfrm>
          <a:custGeom xmlns:a="http://schemas.openxmlformats.org/drawingml/2006/main">
            <a:pathLst>
              <a:path w="22509" h="115388">
                <a:moveTo>
                  <a:pt x="0" y="11095"/>
                </a:moveTo>
                <a:cubicBezTo>
                  <a:pt x="0" y="8136"/>
                  <a:pt x="1029" y="5547"/>
                  <a:pt x="3086" y="3329"/>
                </a:cubicBezTo>
                <a:cubicBezTo>
                  <a:pt x="5143" y="1110"/>
                  <a:pt x="7745" y="0"/>
                  <a:pt x="10891" y="0"/>
                </a:cubicBezTo>
                <a:cubicBezTo>
                  <a:pt x="13796" y="0"/>
                  <a:pt x="16337" y="986"/>
                  <a:pt x="18515" y="2959"/>
                </a:cubicBezTo>
                <a:cubicBezTo>
                  <a:pt x="20694" y="4931"/>
                  <a:pt x="21843" y="7582"/>
                  <a:pt x="21964" y="10910"/>
                </a:cubicBezTo>
                <a:cubicBezTo>
                  <a:pt x="21964" y="13992"/>
                  <a:pt x="20935" y="16643"/>
                  <a:pt x="18878" y="18862"/>
                </a:cubicBezTo>
                <a:cubicBezTo>
                  <a:pt x="16821" y="21081"/>
                  <a:pt x="14219" y="22190"/>
                  <a:pt x="11073" y="22190"/>
                </a:cubicBezTo>
                <a:cubicBezTo>
                  <a:pt x="7926" y="22190"/>
                  <a:pt x="5325" y="21142"/>
                  <a:pt x="3268" y="19046"/>
                </a:cubicBezTo>
                <a:cubicBezTo>
                  <a:pt x="1210" y="16951"/>
                  <a:pt x="121" y="14300"/>
                  <a:pt x="0" y="11095"/>
                </a:cubicBezTo>
                <a:moveTo>
                  <a:pt x="0" y="68419"/>
                </a:moveTo>
                <a:cubicBezTo>
                  <a:pt x="0" y="65337"/>
                  <a:pt x="968" y="62687"/>
                  <a:pt x="2904" y="60468"/>
                </a:cubicBezTo>
                <a:cubicBezTo>
                  <a:pt x="4841" y="58249"/>
                  <a:pt x="7442" y="57139"/>
                  <a:pt x="10710" y="57139"/>
                </a:cubicBezTo>
                <a:cubicBezTo>
                  <a:pt x="18576" y="57139"/>
                  <a:pt x="22509" y="64105"/>
                  <a:pt x="22509" y="78035"/>
                </a:cubicBezTo>
                <a:cubicBezTo>
                  <a:pt x="22509" y="84445"/>
                  <a:pt x="21359" y="90733"/>
                  <a:pt x="19060" y="96896"/>
                </a:cubicBezTo>
                <a:cubicBezTo>
                  <a:pt x="16761" y="103060"/>
                  <a:pt x="14400" y="107683"/>
                  <a:pt x="11981" y="110765"/>
                </a:cubicBezTo>
                <a:cubicBezTo>
                  <a:pt x="9560" y="113847"/>
                  <a:pt x="7987" y="115388"/>
                  <a:pt x="7261" y="115388"/>
                </a:cubicBezTo>
                <a:cubicBezTo>
                  <a:pt x="6898" y="115388"/>
                  <a:pt x="6172" y="114895"/>
                  <a:pt x="5083" y="113909"/>
                </a:cubicBezTo>
                <a:cubicBezTo>
                  <a:pt x="3994" y="112923"/>
                  <a:pt x="3328" y="112183"/>
                  <a:pt x="3086" y="111690"/>
                </a:cubicBezTo>
                <a:cubicBezTo>
                  <a:pt x="2965" y="111320"/>
                  <a:pt x="3691" y="110149"/>
                  <a:pt x="5264" y="108177"/>
                </a:cubicBezTo>
                <a:cubicBezTo>
                  <a:pt x="6837" y="106204"/>
                  <a:pt x="8652" y="103245"/>
                  <a:pt x="10710" y="99300"/>
                </a:cubicBezTo>
                <a:cubicBezTo>
                  <a:pt x="12767" y="95356"/>
                  <a:pt x="14158" y="91102"/>
                  <a:pt x="14885" y="86541"/>
                </a:cubicBezTo>
                <a:cubicBezTo>
                  <a:pt x="15006" y="85802"/>
                  <a:pt x="15127" y="84815"/>
                  <a:pt x="15248" y="83582"/>
                </a:cubicBezTo>
                <a:cubicBezTo>
                  <a:pt x="15369" y="82350"/>
                  <a:pt x="15550" y="81240"/>
                  <a:pt x="15792" y="80254"/>
                </a:cubicBezTo>
                <a:cubicBezTo>
                  <a:pt x="16034" y="79268"/>
                  <a:pt x="16034" y="78775"/>
                  <a:pt x="15792" y="78775"/>
                </a:cubicBezTo>
                <a:cubicBezTo>
                  <a:pt x="15792" y="78651"/>
                  <a:pt x="15550" y="78651"/>
                  <a:pt x="15066" y="78775"/>
                </a:cubicBezTo>
                <a:cubicBezTo>
                  <a:pt x="14582" y="78898"/>
                  <a:pt x="13432" y="79145"/>
                  <a:pt x="11617" y="79514"/>
                </a:cubicBezTo>
                <a:cubicBezTo>
                  <a:pt x="7745" y="79514"/>
                  <a:pt x="4841" y="78405"/>
                  <a:pt x="2904" y="76186"/>
                </a:cubicBezTo>
                <a:cubicBezTo>
                  <a:pt x="968" y="73967"/>
                  <a:pt x="0" y="71378"/>
                  <a:pt x="0" y="6841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117" name="pdf-path-169">
            <a:extLst xmlns:a="http://schemas.openxmlformats.org/drawingml/2006/main">
              <a:ext uri="{FF2B5EF4-FFF2-40B4-BE49-F238E27FC236}">
                <a16:creationId xmlns:a16="http://schemas.microsoft.com/office/drawing/2014/main" id="{22AA3589-76F2-47D1-BE87-27FEB29C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717" y="414009"/>
            <a:ext cx="78598" cy="83767"/>
          </a:xfrm>
          <a:custGeom xmlns:a="http://schemas.openxmlformats.org/drawingml/2006/main">
            <a:pathLst>
              <a:path w="78598" h="83767">
                <a:moveTo>
                  <a:pt x="56634" y="19231"/>
                </a:moveTo>
                <a:cubicBezTo>
                  <a:pt x="55424" y="19231"/>
                  <a:pt x="52217" y="18553"/>
                  <a:pt x="47013" y="17197"/>
                </a:cubicBezTo>
                <a:cubicBezTo>
                  <a:pt x="41810" y="15841"/>
                  <a:pt x="37998" y="15163"/>
                  <a:pt x="35578" y="15163"/>
                </a:cubicBezTo>
                <a:cubicBezTo>
                  <a:pt x="33158" y="15163"/>
                  <a:pt x="31100" y="15410"/>
                  <a:pt x="29406" y="15903"/>
                </a:cubicBezTo>
                <a:cubicBezTo>
                  <a:pt x="27712" y="16396"/>
                  <a:pt x="26320" y="17012"/>
                  <a:pt x="25231" y="17752"/>
                </a:cubicBezTo>
                <a:cubicBezTo>
                  <a:pt x="24142" y="18492"/>
                  <a:pt x="23416" y="19170"/>
                  <a:pt x="23053" y="19786"/>
                </a:cubicBezTo>
                <a:cubicBezTo>
                  <a:pt x="22690" y="20402"/>
                  <a:pt x="22266" y="21080"/>
                  <a:pt x="21782" y="21820"/>
                </a:cubicBezTo>
                <a:lnTo>
                  <a:pt x="21419" y="22560"/>
                </a:lnTo>
                <a:cubicBezTo>
                  <a:pt x="21056" y="22930"/>
                  <a:pt x="20148" y="23115"/>
                  <a:pt x="18697" y="23115"/>
                </a:cubicBezTo>
                <a:cubicBezTo>
                  <a:pt x="16155" y="23115"/>
                  <a:pt x="14884" y="22621"/>
                  <a:pt x="14884" y="21635"/>
                </a:cubicBezTo>
                <a:cubicBezTo>
                  <a:pt x="14884" y="21019"/>
                  <a:pt x="15066" y="20156"/>
                  <a:pt x="15429" y="19046"/>
                </a:cubicBezTo>
                <a:cubicBezTo>
                  <a:pt x="17002" y="14239"/>
                  <a:pt x="19604" y="10109"/>
                  <a:pt x="23235" y="6657"/>
                </a:cubicBezTo>
                <a:cubicBezTo>
                  <a:pt x="26865" y="3205"/>
                  <a:pt x="30858" y="1109"/>
                  <a:pt x="35215" y="370"/>
                </a:cubicBezTo>
                <a:cubicBezTo>
                  <a:pt x="36667" y="123"/>
                  <a:pt x="37696" y="0"/>
                  <a:pt x="38300" y="0"/>
                </a:cubicBezTo>
                <a:cubicBezTo>
                  <a:pt x="41326" y="0"/>
                  <a:pt x="44048" y="1048"/>
                  <a:pt x="46469" y="3143"/>
                </a:cubicBezTo>
                <a:cubicBezTo>
                  <a:pt x="48889" y="5239"/>
                  <a:pt x="51188" y="7273"/>
                  <a:pt x="53367" y="9246"/>
                </a:cubicBezTo>
                <a:cubicBezTo>
                  <a:pt x="55545" y="11218"/>
                  <a:pt x="57844" y="12266"/>
                  <a:pt x="60264" y="12390"/>
                </a:cubicBezTo>
                <a:cubicBezTo>
                  <a:pt x="62927" y="12390"/>
                  <a:pt x="65589" y="10355"/>
                  <a:pt x="68251" y="6287"/>
                </a:cubicBezTo>
                <a:cubicBezTo>
                  <a:pt x="70913" y="2219"/>
                  <a:pt x="72305" y="185"/>
                  <a:pt x="72426" y="185"/>
                </a:cubicBezTo>
                <a:cubicBezTo>
                  <a:pt x="72547" y="62"/>
                  <a:pt x="73455" y="0"/>
                  <a:pt x="75149" y="0"/>
                </a:cubicBezTo>
                <a:lnTo>
                  <a:pt x="77509" y="0"/>
                </a:lnTo>
                <a:cubicBezTo>
                  <a:pt x="78235" y="740"/>
                  <a:pt x="78598" y="1233"/>
                  <a:pt x="78598" y="1479"/>
                </a:cubicBezTo>
                <a:cubicBezTo>
                  <a:pt x="78598" y="1972"/>
                  <a:pt x="78295" y="2835"/>
                  <a:pt x="77690" y="4068"/>
                </a:cubicBezTo>
                <a:cubicBezTo>
                  <a:pt x="77085" y="5301"/>
                  <a:pt x="76238" y="6595"/>
                  <a:pt x="75149" y="7951"/>
                </a:cubicBezTo>
                <a:cubicBezTo>
                  <a:pt x="74060" y="9307"/>
                  <a:pt x="73031" y="10664"/>
                  <a:pt x="72063" y="12020"/>
                </a:cubicBezTo>
                <a:cubicBezTo>
                  <a:pt x="71095" y="13376"/>
                  <a:pt x="70248" y="14547"/>
                  <a:pt x="69522" y="15533"/>
                </a:cubicBezTo>
                <a:lnTo>
                  <a:pt x="68251" y="17197"/>
                </a:lnTo>
                <a:cubicBezTo>
                  <a:pt x="63048" y="23484"/>
                  <a:pt x="54819" y="31806"/>
                  <a:pt x="43564" y="42161"/>
                </a:cubicBezTo>
                <a:cubicBezTo>
                  <a:pt x="32310" y="52516"/>
                  <a:pt x="25352" y="59173"/>
                  <a:pt x="22690" y="62132"/>
                </a:cubicBezTo>
                <a:lnTo>
                  <a:pt x="20512" y="64351"/>
                </a:lnTo>
                <a:lnTo>
                  <a:pt x="23235" y="64536"/>
                </a:lnTo>
                <a:cubicBezTo>
                  <a:pt x="25897" y="64536"/>
                  <a:pt x="29769" y="65214"/>
                  <a:pt x="34852" y="66570"/>
                </a:cubicBezTo>
                <a:cubicBezTo>
                  <a:pt x="39934" y="67926"/>
                  <a:pt x="43746" y="68604"/>
                  <a:pt x="46287" y="68604"/>
                </a:cubicBezTo>
                <a:cubicBezTo>
                  <a:pt x="50886" y="68604"/>
                  <a:pt x="55121" y="67433"/>
                  <a:pt x="58994" y="65091"/>
                </a:cubicBezTo>
                <a:cubicBezTo>
                  <a:pt x="62866" y="62748"/>
                  <a:pt x="65407" y="59666"/>
                  <a:pt x="66618" y="55845"/>
                </a:cubicBezTo>
                <a:cubicBezTo>
                  <a:pt x="67102" y="54735"/>
                  <a:pt x="67525" y="54057"/>
                  <a:pt x="67888" y="53811"/>
                </a:cubicBezTo>
                <a:cubicBezTo>
                  <a:pt x="68251" y="53564"/>
                  <a:pt x="69159" y="53441"/>
                  <a:pt x="70611" y="53441"/>
                </a:cubicBezTo>
                <a:cubicBezTo>
                  <a:pt x="72910" y="53441"/>
                  <a:pt x="74060" y="54057"/>
                  <a:pt x="74060" y="55290"/>
                </a:cubicBezTo>
                <a:cubicBezTo>
                  <a:pt x="74060" y="55906"/>
                  <a:pt x="74000" y="56461"/>
                  <a:pt x="73878" y="56954"/>
                </a:cubicBezTo>
                <a:cubicBezTo>
                  <a:pt x="71821" y="64598"/>
                  <a:pt x="67828" y="70946"/>
                  <a:pt x="61898" y="76001"/>
                </a:cubicBezTo>
                <a:cubicBezTo>
                  <a:pt x="55968" y="81055"/>
                  <a:pt x="50039" y="83644"/>
                  <a:pt x="44109" y="83767"/>
                </a:cubicBezTo>
                <a:cubicBezTo>
                  <a:pt x="40963" y="83767"/>
                  <a:pt x="38180" y="82720"/>
                  <a:pt x="35759" y="80624"/>
                </a:cubicBezTo>
                <a:cubicBezTo>
                  <a:pt x="33339" y="78528"/>
                  <a:pt x="30979" y="76432"/>
                  <a:pt x="28680" y="74337"/>
                </a:cubicBezTo>
                <a:cubicBezTo>
                  <a:pt x="26381" y="72241"/>
                  <a:pt x="24081" y="71193"/>
                  <a:pt x="21782" y="71193"/>
                </a:cubicBezTo>
                <a:cubicBezTo>
                  <a:pt x="16458" y="71193"/>
                  <a:pt x="11677" y="74891"/>
                  <a:pt x="7442" y="82288"/>
                </a:cubicBezTo>
                <a:cubicBezTo>
                  <a:pt x="6716" y="83274"/>
                  <a:pt x="5687" y="83767"/>
                  <a:pt x="4356" y="83767"/>
                </a:cubicBezTo>
                <a:lnTo>
                  <a:pt x="3449" y="83767"/>
                </a:lnTo>
                <a:lnTo>
                  <a:pt x="1089" y="83767"/>
                </a:lnTo>
                <a:cubicBezTo>
                  <a:pt x="363" y="83028"/>
                  <a:pt x="0" y="82473"/>
                  <a:pt x="0" y="82103"/>
                </a:cubicBezTo>
                <a:cubicBezTo>
                  <a:pt x="0" y="80254"/>
                  <a:pt x="3510" y="74953"/>
                  <a:pt x="10528" y="66200"/>
                </a:cubicBezTo>
                <a:cubicBezTo>
                  <a:pt x="15248" y="60653"/>
                  <a:pt x="23235" y="52640"/>
                  <a:pt x="34489" y="42161"/>
                </a:cubicBezTo>
                <a:cubicBezTo>
                  <a:pt x="45743" y="31682"/>
                  <a:pt x="52701" y="25025"/>
                  <a:pt x="55363" y="22190"/>
                </a:cubicBezTo>
                <a:cubicBezTo>
                  <a:pt x="56816" y="20218"/>
                  <a:pt x="57239" y="19231"/>
                  <a:pt x="56634" y="1923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118" name="pdf-path-171">
            <a:extLst xmlns:a="http://schemas.openxmlformats.org/drawingml/2006/main">
              <a:ext uri="{FF2B5EF4-FFF2-40B4-BE49-F238E27FC236}">
                <a16:creationId xmlns:a16="http://schemas.microsoft.com/office/drawing/2014/main" id="{A0A4E365-554A-444C-8C28-E26955EA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754" y="357054"/>
            <a:ext cx="43383" cy="184917"/>
          </a:xfrm>
          <a:custGeom xmlns:a="http://schemas.openxmlformats.org/drawingml/2006/main">
            <a:pathLst>
              <a:path w="43383" h="184917">
                <a:moveTo>
                  <a:pt x="908" y="185"/>
                </a:moveTo>
                <a:lnTo>
                  <a:pt x="1634" y="0"/>
                </a:lnTo>
                <a:cubicBezTo>
                  <a:pt x="2239" y="0"/>
                  <a:pt x="2844" y="0"/>
                  <a:pt x="3449" y="0"/>
                </a:cubicBezTo>
                <a:lnTo>
                  <a:pt x="5627" y="0"/>
                </a:lnTo>
                <a:lnTo>
                  <a:pt x="10710" y="4438"/>
                </a:lnTo>
                <a:cubicBezTo>
                  <a:pt x="22085" y="14917"/>
                  <a:pt x="30374" y="27984"/>
                  <a:pt x="35578" y="43640"/>
                </a:cubicBezTo>
                <a:cubicBezTo>
                  <a:pt x="40781" y="59297"/>
                  <a:pt x="43383" y="75569"/>
                  <a:pt x="43383" y="92458"/>
                </a:cubicBezTo>
                <a:cubicBezTo>
                  <a:pt x="43383" y="100841"/>
                  <a:pt x="42778" y="108916"/>
                  <a:pt x="41568" y="116683"/>
                </a:cubicBezTo>
                <a:cubicBezTo>
                  <a:pt x="40358" y="124449"/>
                  <a:pt x="38966" y="131044"/>
                  <a:pt x="37393" y="136469"/>
                </a:cubicBezTo>
                <a:cubicBezTo>
                  <a:pt x="35820" y="141893"/>
                  <a:pt x="33581" y="147317"/>
                  <a:pt x="30677" y="152741"/>
                </a:cubicBezTo>
                <a:cubicBezTo>
                  <a:pt x="27773" y="158166"/>
                  <a:pt x="25473" y="162295"/>
                  <a:pt x="23779" y="165131"/>
                </a:cubicBezTo>
                <a:cubicBezTo>
                  <a:pt x="22085" y="167966"/>
                  <a:pt x="19604" y="171110"/>
                  <a:pt x="16337" y="174562"/>
                </a:cubicBezTo>
                <a:cubicBezTo>
                  <a:pt x="13069" y="178013"/>
                  <a:pt x="11133" y="180047"/>
                  <a:pt x="10528" y="180664"/>
                </a:cubicBezTo>
                <a:cubicBezTo>
                  <a:pt x="9923" y="181280"/>
                  <a:pt x="8532" y="182451"/>
                  <a:pt x="6353" y="184177"/>
                </a:cubicBezTo>
                <a:cubicBezTo>
                  <a:pt x="5990" y="184547"/>
                  <a:pt x="5748" y="184794"/>
                  <a:pt x="5627" y="184917"/>
                </a:cubicBezTo>
                <a:lnTo>
                  <a:pt x="3449" y="184917"/>
                </a:lnTo>
                <a:cubicBezTo>
                  <a:pt x="2481" y="184917"/>
                  <a:pt x="1815" y="184917"/>
                  <a:pt x="1452" y="184917"/>
                </a:cubicBezTo>
                <a:cubicBezTo>
                  <a:pt x="1089" y="184917"/>
                  <a:pt x="787" y="184732"/>
                  <a:pt x="545" y="184362"/>
                </a:cubicBezTo>
                <a:cubicBezTo>
                  <a:pt x="303" y="183992"/>
                  <a:pt x="121" y="183437"/>
                  <a:pt x="0" y="182698"/>
                </a:cubicBezTo>
                <a:cubicBezTo>
                  <a:pt x="121" y="182575"/>
                  <a:pt x="787" y="181773"/>
                  <a:pt x="1997" y="180294"/>
                </a:cubicBezTo>
                <a:cubicBezTo>
                  <a:pt x="20754" y="160446"/>
                  <a:pt x="30132" y="131168"/>
                  <a:pt x="30132" y="92458"/>
                </a:cubicBezTo>
                <a:cubicBezTo>
                  <a:pt x="30132" y="53749"/>
                  <a:pt x="20754" y="24471"/>
                  <a:pt x="1997" y="4623"/>
                </a:cubicBezTo>
                <a:cubicBezTo>
                  <a:pt x="787" y="3143"/>
                  <a:pt x="121" y="2342"/>
                  <a:pt x="0" y="2219"/>
                </a:cubicBezTo>
                <a:cubicBezTo>
                  <a:pt x="0" y="1233"/>
                  <a:pt x="303" y="555"/>
                  <a:pt x="908" y="18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119" name="pdf-path-173">
            <a:extLst xmlns:a="http://schemas.openxmlformats.org/drawingml/2006/main">
              <a:ext uri="{FF2B5EF4-FFF2-40B4-BE49-F238E27FC236}">
                <a16:creationId xmlns:a16="http://schemas.microsoft.com/office/drawing/2014/main" id="{673597C2-DB65-4D2A-9847-8F61FB02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954" y="427877"/>
            <a:ext cx="120892" cy="43271"/>
          </a:xfrm>
          <a:custGeom xmlns:a="http://schemas.openxmlformats.org/drawingml/2006/main">
            <a:pathLst>
              <a:path w="120892" h="43271">
                <a:moveTo>
                  <a:pt x="0" y="3698"/>
                </a:moveTo>
                <a:cubicBezTo>
                  <a:pt x="0" y="2096"/>
                  <a:pt x="847" y="863"/>
                  <a:pt x="2542" y="0"/>
                </a:cubicBezTo>
                <a:lnTo>
                  <a:pt x="118169" y="0"/>
                </a:lnTo>
                <a:cubicBezTo>
                  <a:pt x="119984" y="986"/>
                  <a:pt x="120892" y="2219"/>
                  <a:pt x="120892" y="3698"/>
                </a:cubicBezTo>
                <a:cubicBezTo>
                  <a:pt x="120892" y="5054"/>
                  <a:pt x="120045" y="6225"/>
                  <a:pt x="118351" y="7212"/>
                </a:cubicBezTo>
                <a:lnTo>
                  <a:pt x="60628" y="7397"/>
                </a:lnTo>
                <a:lnTo>
                  <a:pt x="2904" y="7397"/>
                </a:lnTo>
                <a:cubicBezTo>
                  <a:pt x="968" y="6780"/>
                  <a:pt x="0" y="5547"/>
                  <a:pt x="0" y="3698"/>
                </a:cubicBezTo>
                <a:moveTo>
                  <a:pt x="0" y="39572"/>
                </a:moveTo>
                <a:cubicBezTo>
                  <a:pt x="0" y="37723"/>
                  <a:pt x="968" y="36490"/>
                  <a:pt x="2904" y="35874"/>
                </a:cubicBezTo>
                <a:lnTo>
                  <a:pt x="118351" y="35874"/>
                </a:lnTo>
                <a:cubicBezTo>
                  <a:pt x="120045" y="37107"/>
                  <a:pt x="120892" y="38339"/>
                  <a:pt x="120892" y="39572"/>
                </a:cubicBezTo>
                <a:cubicBezTo>
                  <a:pt x="120892" y="41175"/>
                  <a:pt x="119984" y="42408"/>
                  <a:pt x="118169" y="43271"/>
                </a:cubicBezTo>
                <a:lnTo>
                  <a:pt x="2542" y="43271"/>
                </a:lnTo>
                <a:cubicBezTo>
                  <a:pt x="847" y="42408"/>
                  <a:pt x="0" y="41175"/>
                  <a:pt x="0" y="3957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120" name="pdf-path-175">
            <a:extLst xmlns:a="http://schemas.openxmlformats.org/drawingml/2006/main">
              <a:ext uri="{FF2B5EF4-FFF2-40B4-BE49-F238E27FC236}">
                <a16:creationId xmlns:a16="http://schemas.microsoft.com/office/drawing/2014/main" id="{BC5DBDCC-88AF-4BE9-B5D9-F574E48B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2065" y="369444"/>
            <a:ext cx="155562" cy="126298"/>
          </a:xfrm>
          <a:custGeom xmlns:a="http://schemas.openxmlformats.org/drawingml/2006/main">
            <a:pathLst>
              <a:path w="155562" h="126298">
                <a:moveTo>
                  <a:pt x="35759" y="8506"/>
                </a:moveTo>
                <a:cubicBezTo>
                  <a:pt x="31645" y="8506"/>
                  <a:pt x="29467" y="8260"/>
                  <a:pt x="29225" y="7766"/>
                </a:cubicBezTo>
                <a:cubicBezTo>
                  <a:pt x="29103" y="7520"/>
                  <a:pt x="29043" y="7027"/>
                  <a:pt x="29043" y="6287"/>
                </a:cubicBezTo>
                <a:cubicBezTo>
                  <a:pt x="29043" y="3328"/>
                  <a:pt x="29709" y="1294"/>
                  <a:pt x="31040" y="185"/>
                </a:cubicBezTo>
                <a:cubicBezTo>
                  <a:pt x="31282" y="61"/>
                  <a:pt x="32310" y="0"/>
                  <a:pt x="34126" y="0"/>
                </a:cubicBezTo>
                <a:cubicBezTo>
                  <a:pt x="39087" y="247"/>
                  <a:pt x="47316" y="370"/>
                  <a:pt x="58812" y="370"/>
                </a:cubicBezTo>
                <a:cubicBezTo>
                  <a:pt x="62926" y="370"/>
                  <a:pt x="66739" y="370"/>
                  <a:pt x="70248" y="370"/>
                </a:cubicBezTo>
                <a:cubicBezTo>
                  <a:pt x="73757" y="370"/>
                  <a:pt x="76480" y="308"/>
                  <a:pt x="78416" y="185"/>
                </a:cubicBezTo>
                <a:cubicBezTo>
                  <a:pt x="80352" y="61"/>
                  <a:pt x="81563" y="61"/>
                  <a:pt x="82047" y="185"/>
                </a:cubicBezTo>
                <a:cubicBezTo>
                  <a:pt x="83983" y="185"/>
                  <a:pt x="84951" y="801"/>
                  <a:pt x="84951" y="2034"/>
                </a:cubicBezTo>
                <a:cubicBezTo>
                  <a:pt x="84951" y="2281"/>
                  <a:pt x="84830" y="3143"/>
                  <a:pt x="84588" y="4623"/>
                </a:cubicBezTo>
                <a:cubicBezTo>
                  <a:pt x="83983" y="6719"/>
                  <a:pt x="83378" y="7951"/>
                  <a:pt x="82773" y="8321"/>
                </a:cubicBezTo>
                <a:lnTo>
                  <a:pt x="82410" y="8321"/>
                </a:lnTo>
                <a:cubicBezTo>
                  <a:pt x="82168" y="8321"/>
                  <a:pt x="81865" y="8321"/>
                  <a:pt x="81502" y="8321"/>
                </a:cubicBezTo>
                <a:cubicBezTo>
                  <a:pt x="81139" y="8321"/>
                  <a:pt x="80716" y="8321"/>
                  <a:pt x="80232" y="8321"/>
                </a:cubicBezTo>
                <a:cubicBezTo>
                  <a:pt x="79748" y="8321"/>
                  <a:pt x="79203" y="8383"/>
                  <a:pt x="78598" y="8506"/>
                </a:cubicBezTo>
                <a:cubicBezTo>
                  <a:pt x="77993" y="8629"/>
                  <a:pt x="77448" y="8629"/>
                  <a:pt x="76964" y="8506"/>
                </a:cubicBezTo>
                <a:cubicBezTo>
                  <a:pt x="72245" y="8629"/>
                  <a:pt x="69219" y="8814"/>
                  <a:pt x="67888" y="9061"/>
                </a:cubicBezTo>
                <a:cubicBezTo>
                  <a:pt x="66557" y="9307"/>
                  <a:pt x="65468" y="9986"/>
                  <a:pt x="64621" y="11095"/>
                </a:cubicBezTo>
                <a:cubicBezTo>
                  <a:pt x="64258" y="11588"/>
                  <a:pt x="62322" y="19170"/>
                  <a:pt x="58812" y="33840"/>
                </a:cubicBezTo>
                <a:cubicBezTo>
                  <a:pt x="57965" y="37045"/>
                  <a:pt x="57058" y="40620"/>
                  <a:pt x="56089" y="44565"/>
                </a:cubicBezTo>
                <a:cubicBezTo>
                  <a:pt x="55121" y="48510"/>
                  <a:pt x="54395" y="51407"/>
                  <a:pt x="53911" y="53256"/>
                </a:cubicBezTo>
                <a:lnTo>
                  <a:pt x="53185" y="56030"/>
                </a:lnTo>
                <a:cubicBezTo>
                  <a:pt x="53185" y="56276"/>
                  <a:pt x="61958" y="56400"/>
                  <a:pt x="79505" y="56400"/>
                </a:cubicBezTo>
                <a:lnTo>
                  <a:pt x="105826" y="56400"/>
                </a:lnTo>
                <a:lnTo>
                  <a:pt x="106007" y="55845"/>
                </a:lnTo>
                <a:cubicBezTo>
                  <a:pt x="106007" y="55475"/>
                  <a:pt x="107883" y="47894"/>
                  <a:pt x="111634" y="33100"/>
                </a:cubicBezTo>
                <a:cubicBezTo>
                  <a:pt x="115022" y="18923"/>
                  <a:pt x="116717" y="11342"/>
                  <a:pt x="116717" y="10355"/>
                </a:cubicBezTo>
                <a:cubicBezTo>
                  <a:pt x="116717" y="9369"/>
                  <a:pt x="113268" y="8753"/>
                  <a:pt x="106370" y="8506"/>
                </a:cubicBezTo>
                <a:cubicBezTo>
                  <a:pt x="103587" y="8506"/>
                  <a:pt x="101772" y="8383"/>
                  <a:pt x="100925" y="8136"/>
                </a:cubicBezTo>
                <a:cubicBezTo>
                  <a:pt x="100077" y="7890"/>
                  <a:pt x="99654" y="7335"/>
                  <a:pt x="99654" y="6472"/>
                </a:cubicBezTo>
                <a:cubicBezTo>
                  <a:pt x="99654" y="6225"/>
                  <a:pt x="99775" y="5486"/>
                  <a:pt x="100017" y="4253"/>
                </a:cubicBezTo>
                <a:cubicBezTo>
                  <a:pt x="100501" y="2157"/>
                  <a:pt x="100864" y="986"/>
                  <a:pt x="101106" y="739"/>
                </a:cubicBezTo>
                <a:cubicBezTo>
                  <a:pt x="101348" y="493"/>
                  <a:pt x="102316" y="308"/>
                  <a:pt x="104010" y="185"/>
                </a:cubicBezTo>
                <a:cubicBezTo>
                  <a:pt x="104616" y="185"/>
                  <a:pt x="107157" y="247"/>
                  <a:pt x="111634" y="370"/>
                </a:cubicBezTo>
                <a:cubicBezTo>
                  <a:pt x="116112" y="493"/>
                  <a:pt x="121800" y="555"/>
                  <a:pt x="128697" y="555"/>
                </a:cubicBezTo>
                <a:cubicBezTo>
                  <a:pt x="136200" y="555"/>
                  <a:pt x="141948" y="493"/>
                  <a:pt x="145942" y="370"/>
                </a:cubicBezTo>
                <a:cubicBezTo>
                  <a:pt x="149935" y="247"/>
                  <a:pt x="152113" y="185"/>
                  <a:pt x="152476" y="185"/>
                </a:cubicBezTo>
                <a:cubicBezTo>
                  <a:pt x="154533" y="185"/>
                  <a:pt x="155562" y="801"/>
                  <a:pt x="155562" y="2034"/>
                </a:cubicBezTo>
                <a:cubicBezTo>
                  <a:pt x="155562" y="5363"/>
                  <a:pt x="154836" y="7458"/>
                  <a:pt x="153384" y="8321"/>
                </a:cubicBezTo>
                <a:lnTo>
                  <a:pt x="153021" y="8321"/>
                </a:lnTo>
                <a:cubicBezTo>
                  <a:pt x="152779" y="8321"/>
                  <a:pt x="152476" y="8321"/>
                  <a:pt x="152113" y="8321"/>
                </a:cubicBezTo>
                <a:cubicBezTo>
                  <a:pt x="151750" y="8321"/>
                  <a:pt x="151327" y="8321"/>
                  <a:pt x="150842" y="8321"/>
                </a:cubicBezTo>
                <a:cubicBezTo>
                  <a:pt x="150358" y="8321"/>
                  <a:pt x="149814" y="8383"/>
                  <a:pt x="149209" y="8506"/>
                </a:cubicBezTo>
                <a:cubicBezTo>
                  <a:pt x="148604" y="8629"/>
                  <a:pt x="148059" y="8629"/>
                  <a:pt x="147575" y="8506"/>
                </a:cubicBezTo>
                <a:cubicBezTo>
                  <a:pt x="142856" y="8629"/>
                  <a:pt x="139830" y="8814"/>
                  <a:pt x="138499" y="9061"/>
                </a:cubicBezTo>
                <a:cubicBezTo>
                  <a:pt x="137168" y="9307"/>
                  <a:pt x="136079" y="9986"/>
                  <a:pt x="135232" y="11095"/>
                </a:cubicBezTo>
                <a:cubicBezTo>
                  <a:pt x="134869" y="11711"/>
                  <a:pt x="130513" y="29155"/>
                  <a:pt x="122162" y="63427"/>
                </a:cubicBezTo>
                <a:cubicBezTo>
                  <a:pt x="113813" y="97698"/>
                  <a:pt x="109577" y="115080"/>
                  <a:pt x="109456" y="115573"/>
                </a:cubicBezTo>
                <a:cubicBezTo>
                  <a:pt x="109456" y="116436"/>
                  <a:pt x="109698" y="116868"/>
                  <a:pt x="110182" y="116868"/>
                </a:cubicBezTo>
                <a:cubicBezTo>
                  <a:pt x="111150" y="117237"/>
                  <a:pt x="114418" y="117546"/>
                  <a:pt x="119984" y="117792"/>
                </a:cubicBezTo>
                <a:lnTo>
                  <a:pt x="125611" y="117792"/>
                </a:lnTo>
                <a:cubicBezTo>
                  <a:pt x="126337" y="118778"/>
                  <a:pt x="126700" y="119333"/>
                  <a:pt x="126700" y="119456"/>
                </a:cubicBezTo>
                <a:cubicBezTo>
                  <a:pt x="126700" y="119580"/>
                  <a:pt x="126519" y="120689"/>
                  <a:pt x="126156" y="122785"/>
                </a:cubicBezTo>
                <a:cubicBezTo>
                  <a:pt x="125672" y="124387"/>
                  <a:pt x="125067" y="125558"/>
                  <a:pt x="124341" y="126298"/>
                </a:cubicBezTo>
                <a:lnTo>
                  <a:pt x="121618" y="126298"/>
                </a:lnTo>
                <a:cubicBezTo>
                  <a:pt x="117140" y="126052"/>
                  <a:pt x="109032" y="125928"/>
                  <a:pt x="97294" y="125928"/>
                </a:cubicBezTo>
                <a:cubicBezTo>
                  <a:pt x="93180" y="125928"/>
                  <a:pt x="89368" y="125928"/>
                  <a:pt x="85858" y="125928"/>
                </a:cubicBezTo>
                <a:cubicBezTo>
                  <a:pt x="82349" y="125928"/>
                  <a:pt x="79566" y="125928"/>
                  <a:pt x="77509" y="125928"/>
                </a:cubicBezTo>
                <a:cubicBezTo>
                  <a:pt x="75451" y="125928"/>
                  <a:pt x="74181" y="125990"/>
                  <a:pt x="73697" y="126113"/>
                </a:cubicBezTo>
                <a:cubicBezTo>
                  <a:pt x="71639" y="126113"/>
                  <a:pt x="70611" y="125558"/>
                  <a:pt x="70611" y="124449"/>
                </a:cubicBezTo>
                <a:cubicBezTo>
                  <a:pt x="70611" y="123833"/>
                  <a:pt x="70793" y="122970"/>
                  <a:pt x="71155" y="121860"/>
                </a:cubicBezTo>
                <a:cubicBezTo>
                  <a:pt x="71761" y="119518"/>
                  <a:pt x="72366" y="118224"/>
                  <a:pt x="72971" y="117977"/>
                </a:cubicBezTo>
                <a:cubicBezTo>
                  <a:pt x="73455" y="117854"/>
                  <a:pt x="74362" y="117792"/>
                  <a:pt x="75693" y="117792"/>
                </a:cubicBezTo>
                <a:lnTo>
                  <a:pt x="76783" y="117792"/>
                </a:lnTo>
                <a:cubicBezTo>
                  <a:pt x="80050" y="117792"/>
                  <a:pt x="83681" y="117607"/>
                  <a:pt x="87674" y="117237"/>
                </a:cubicBezTo>
                <a:cubicBezTo>
                  <a:pt x="88400" y="117114"/>
                  <a:pt x="88884" y="117052"/>
                  <a:pt x="89126" y="117052"/>
                </a:cubicBezTo>
                <a:cubicBezTo>
                  <a:pt x="89368" y="117052"/>
                  <a:pt x="89731" y="116744"/>
                  <a:pt x="90215" y="116128"/>
                </a:cubicBezTo>
                <a:cubicBezTo>
                  <a:pt x="90699" y="115511"/>
                  <a:pt x="91062" y="114957"/>
                  <a:pt x="91304" y="114464"/>
                </a:cubicBezTo>
                <a:cubicBezTo>
                  <a:pt x="91546" y="113970"/>
                  <a:pt x="91909" y="112861"/>
                  <a:pt x="92393" y="111135"/>
                </a:cubicBezTo>
                <a:cubicBezTo>
                  <a:pt x="92877" y="109409"/>
                  <a:pt x="93301" y="107683"/>
                  <a:pt x="93664" y="105957"/>
                </a:cubicBezTo>
                <a:cubicBezTo>
                  <a:pt x="94027" y="104231"/>
                  <a:pt x="94693" y="101581"/>
                  <a:pt x="95661" y="98006"/>
                </a:cubicBezTo>
                <a:cubicBezTo>
                  <a:pt x="96508" y="94554"/>
                  <a:pt x="97173" y="91780"/>
                  <a:pt x="97658" y="89685"/>
                </a:cubicBezTo>
                <a:cubicBezTo>
                  <a:pt x="101651" y="73412"/>
                  <a:pt x="103648" y="65214"/>
                  <a:pt x="103648" y="65091"/>
                </a:cubicBezTo>
                <a:cubicBezTo>
                  <a:pt x="103648" y="64967"/>
                  <a:pt x="94874" y="64906"/>
                  <a:pt x="77327" y="64906"/>
                </a:cubicBezTo>
                <a:lnTo>
                  <a:pt x="51007" y="64906"/>
                </a:lnTo>
                <a:lnTo>
                  <a:pt x="45017" y="89870"/>
                </a:lnTo>
                <a:cubicBezTo>
                  <a:pt x="40902" y="106389"/>
                  <a:pt x="38845" y="114957"/>
                  <a:pt x="38845" y="115573"/>
                </a:cubicBezTo>
                <a:cubicBezTo>
                  <a:pt x="38845" y="116436"/>
                  <a:pt x="39329" y="116991"/>
                  <a:pt x="40297" y="117237"/>
                </a:cubicBezTo>
                <a:cubicBezTo>
                  <a:pt x="41265" y="117484"/>
                  <a:pt x="44290" y="117669"/>
                  <a:pt x="49373" y="117792"/>
                </a:cubicBezTo>
                <a:lnTo>
                  <a:pt x="55000" y="117792"/>
                </a:lnTo>
                <a:cubicBezTo>
                  <a:pt x="55726" y="118778"/>
                  <a:pt x="56089" y="119333"/>
                  <a:pt x="56089" y="119456"/>
                </a:cubicBezTo>
                <a:cubicBezTo>
                  <a:pt x="56089" y="119580"/>
                  <a:pt x="55908" y="120689"/>
                  <a:pt x="55545" y="122785"/>
                </a:cubicBezTo>
                <a:cubicBezTo>
                  <a:pt x="55061" y="124387"/>
                  <a:pt x="54456" y="125558"/>
                  <a:pt x="53729" y="126298"/>
                </a:cubicBezTo>
                <a:lnTo>
                  <a:pt x="51007" y="126298"/>
                </a:lnTo>
                <a:cubicBezTo>
                  <a:pt x="46529" y="126052"/>
                  <a:pt x="38422" y="125928"/>
                  <a:pt x="26683" y="125928"/>
                </a:cubicBezTo>
                <a:cubicBezTo>
                  <a:pt x="22569" y="125928"/>
                  <a:pt x="18757" y="125928"/>
                  <a:pt x="15248" y="125928"/>
                </a:cubicBezTo>
                <a:cubicBezTo>
                  <a:pt x="11738" y="125928"/>
                  <a:pt x="8955" y="125928"/>
                  <a:pt x="6897" y="125928"/>
                </a:cubicBezTo>
                <a:cubicBezTo>
                  <a:pt x="4840" y="125928"/>
                  <a:pt x="3570" y="125990"/>
                  <a:pt x="3086" y="126113"/>
                </a:cubicBezTo>
                <a:cubicBezTo>
                  <a:pt x="1029" y="126113"/>
                  <a:pt x="0" y="125558"/>
                  <a:pt x="0" y="124449"/>
                </a:cubicBezTo>
                <a:cubicBezTo>
                  <a:pt x="0" y="124202"/>
                  <a:pt x="181" y="123340"/>
                  <a:pt x="545" y="121860"/>
                </a:cubicBezTo>
                <a:cubicBezTo>
                  <a:pt x="1149" y="119518"/>
                  <a:pt x="1755" y="118224"/>
                  <a:pt x="2360" y="117977"/>
                </a:cubicBezTo>
                <a:cubicBezTo>
                  <a:pt x="2844" y="117854"/>
                  <a:pt x="3751" y="117792"/>
                  <a:pt x="5082" y="117792"/>
                </a:cubicBezTo>
                <a:lnTo>
                  <a:pt x="6171" y="117792"/>
                </a:lnTo>
                <a:cubicBezTo>
                  <a:pt x="9439" y="117792"/>
                  <a:pt x="13069" y="117607"/>
                  <a:pt x="17063" y="117237"/>
                </a:cubicBezTo>
                <a:cubicBezTo>
                  <a:pt x="18757" y="116868"/>
                  <a:pt x="19906" y="116128"/>
                  <a:pt x="20512" y="115018"/>
                </a:cubicBezTo>
                <a:cubicBezTo>
                  <a:pt x="20874" y="114525"/>
                  <a:pt x="25231" y="97389"/>
                  <a:pt x="33581" y="63611"/>
                </a:cubicBezTo>
                <a:cubicBezTo>
                  <a:pt x="41931" y="29833"/>
                  <a:pt x="46106" y="12020"/>
                  <a:pt x="46106" y="10170"/>
                </a:cubicBezTo>
                <a:cubicBezTo>
                  <a:pt x="46106" y="9307"/>
                  <a:pt x="42657" y="8753"/>
                  <a:pt x="35759" y="850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121" name="pdf-path-177">
            <a:extLst xmlns:a="http://schemas.openxmlformats.org/drawingml/2006/main">
              <a:ext uri="{FF2B5EF4-FFF2-40B4-BE49-F238E27FC236}">
                <a16:creationId xmlns:a16="http://schemas.microsoft.com/office/drawing/2014/main" id="{F85DA28B-36AF-42B4-A34F-BC23528C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690" y="357054"/>
            <a:ext cx="43383" cy="184917"/>
          </a:xfrm>
          <a:custGeom xmlns:a="http://schemas.openxmlformats.org/drawingml/2006/main">
            <a:pathLst>
              <a:path w="43383" h="184917">
                <a:moveTo>
                  <a:pt x="0" y="92458"/>
                </a:moveTo>
                <a:cubicBezTo>
                  <a:pt x="0" y="83952"/>
                  <a:pt x="605" y="75877"/>
                  <a:pt x="1815" y="68234"/>
                </a:cubicBezTo>
                <a:cubicBezTo>
                  <a:pt x="3026" y="60591"/>
                  <a:pt x="4417" y="53996"/>
                  <a:pt x="5990" y="48448"/>
                </a:cubicBezTo>
                <a:cubicBezTo>
                  <a:pt x="7563" y="42901"/>
                  <a:pt x="9802" y="37477"/>
                  <a:pt x="12706" y="32175"/>
                </a:cubicBezTo>
                <a:cubicBezTo>
                  <a:pt x="15611" y="26875"/>
                  <a:pt x="17910" y="22745"/>
                  <a:pt x="19604" y="19786"/>
                </a:cubicBezTo>
                <a:cubicBezTo>
                  <a:pt x="21298" y="16828"/>
                  <a:pt x="23840" y="13622"/>
                  <a:pt x="27228" y="10170"/>
                </a:cubicBezTo>
                <a:cubicBezTo>
                  <a:pt x="30616" y="6719"/>
                  <a:pt x="32613" y="4623"/>
                  <a:pt x="33218" y="3883"/>
                </a:cubicBezTo>
                <a:cubicBezTo>
                  <a:pt x="33823" y="3143"/>
                  <a:pt x="35336" y="1849"/>
                  <a:pt x="37756" y="0"/>
                </a:cubicBezTo>
                <a:lnTo>
                  <a:pt x="40116" y="0"/>
                </a:lnTo>
                <a:lnTo>
                  <a:pt x="40842" y="0"/>
                </a:lnTo>
                <a:cubicBezTo>
                  <a:pt x="42536" y="0"/>
                  <a:pt x="43383" y="555"/>
                  <a:pt x="43383" y="1664"/>
                </a:cubicBezTo>
                <a:cubicBezTo>
                  <a:pt x="43383" y="2034"/>
                  <a:pt x="42355" y="3329"/>
                  <a:pt x="40297" y="5547"/>
                </a:cubicBezTo>
                <a:cubicBezTo>
                  <a:pt x="38240" y="7767"/>
                  <a:pt x="35759" y="11033"/>
                  <a:pt x="32855" y="15348"/>
                </a:cubicBezTo>
                <a:cubicBezTo>
                  <a:pt x="29951" y="19663"/>
                  <a:pt x="26986" y="24964"/>
                  <a:pt x="23961" y="31251"/>
                </a:cubicBezTo>
                <a:cubicBezTo>
                  <a:pt x="20935" y="37538"/>
                  <a:pt x="18394" y="46044"/>
                  <a:pt x="16337" y="56770"/>
                </a:cubicBezTo>
                <a:cubicBezTo>
                  <a:pt x="14280" y="67495"/>
                  <a:pt x="13251" y="79391"/>
                  <a:pt x="13251" y="92458"/>
                </a:cubicBezTo>
                <a:cubicBezTo>
                  <a:pt x="13251" y="105526"/>
                  <a:pt x="14280" y="117361"/>
                  <a:pt x="16337" y="127962"/>
                </a:cubicBezTo>
                <a:cubicBezTo>
                  <a:pt x="18394" y="138565"/>
                  <a:pt x="20875" y="147132"/>
                  <a:pt x="23779" y="153666"/>
                </a:cubicBezTo>
                <a:cubicBezTo>
                  <a:pt x="26684" y="160200"/>
                  <a:pt x="29648" y="165501"/>
                  <a:pt x="32674" y="169569"/>
                </a:cubicBezTo>
                <a:cubicBezTo>
                  <a:pt x="35699" y="173637"/>
                  <a:pt x="38240" y="176904"/>
                  <a:pt x="40297" y="179369"/>
                </a:cubicBezTo>
                <a:cubicBezTo>
                  <a:pt x="42355" y="181835"/>
                  <a:pt x="43383" y="183129"/>
                  <a:pt x="43383" y="183253"/>
                </a:cubicBezTo>
                <a:cubicBezTo>
                  <a:pt x="43383" y="184362"/>
                  <a:pt x="42476" y="184917"/>
                  <a:pt x="40661" y="184917"/>
                </a:cubicBezTo>
                <a:lnTo>
                  <a:pt x="40116" y="184917"/>
                </a:lnTo>
                <a:lnTo>
                  <a:pt x="37756" y="184917"/>
                </a:lnTo>
                <a:lnTo>
                  <a:pt x="32674" y="180479"/>
                </a:lnTo>
                <a:cubicBezTo>
                  <a:pt x="21298" y="170000"/>
                  <a:pt x="13009" y="156933"/>
                  <a:pt x="7805" y="141277"/>
                </a:cubicBezTo>
                <a:cubicBezTo>
                  <a:pt x="2602" y="125620"/>
                  <a:pt x="0" y="109347"/>
                  <a:pt x="0" y="9245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122" name="pdf-path-179">
            <a:extLst xmlns:a="http://schemas.openxmlformats.org/drawingml/2006/main">
              <a:ext uri="{FF2B5EF4-FFF2-40B4-BE49-F238E27FC236}">
                <a16:creationId xmlns:a16="http://schemas.microsoft.com/office/drawing/2014/main" id="{C06720BF-2ECF-4134-BBAF-13362632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1506" y="416043"/>
            <a:ext cx="90578" cy="82103"/>
          </a:xfrm>
          <a:custGeom xmlns:a="http://schemas.openxmlformats.org/drawingml/2006/main">
            <a:pathLst>
              <a:path w="90578" h="82103">
                <a:moveTo>
                  <a:pt x="3812" y="27183"/>
                </a:moveTo>
                <a:cubicBezTo>
                  <a:pt x="1271" y="27183"/>
                  <a:pt x="0" y="26566"/>
                  <a:pt x="0" y="25334"/>
                </a:cubicBezTo>
                <a:cubicBezTo>
                  <a:pt x="0" y="24471"/>
                  <a:pt x="1633" y="21758"/>
                  <a:pt x="4901" y="17197"/>
                </a:cubicBezTo>
                <a:cubicBezTo>
                  <a:pt x="8168" y="12636"/>
                  <a:pt x="11435" y="8938"/>
                  <a:pt x="14703" y="6102"/>
                </a:cubicBezTo>
                <a:cubicBezTo>
                  <a:pt x="18939" y="2774"/>
                  <a:pt x="22871" y="863"/>
                  <a:pt x="26502" y="370"/>
                </a:cubicBezTo>
                <a:cubicBezTo>
                  <a:pt x="27228" y="123"/>
                  <a:pt x="37393" y="0"/>
                  <a:pt x="56997" y="0"/>
                </a:cubicBezTo>
                <a:cubicBezTo>
                  <a:pt x="76359" y="0"/>
                  <a:pt x="86342" y="123"/>
                  <a:pt x="86948" y="370"/>
                </a:cubicBezTo>
                <a:cubicBezTo>
                  <a:pt x="89368" y="986"/>
                  <a:pt x="90578" y="2651"/>
                  <a:pt x="90578" y="5363"/>
                </a:cubicBezTo>
                <a:cubicBezTo>
                  <a:pt x="90578" y="7089"/>
                  <a:pt x="90033" y="8691"/>
                  <a:pt x="88945" y="10170"/>
                </a:cubicBezTo>
                <a:cubicBezTo>
                  <a:pt x="87855" y="11650"/>
                  <a:pt x="86464" y="12636"/>
                  <a:pt x="84769" y="13129"/>
                </a:cubicBezTo>
                <a:cubicBezTo>
                  <a:pt x="84043" y="13376"/>
                  <a:pt x="78235" y="13499"/>
                  <a:pt x="67344" y="13499"/>
                </a:cubicBezTo>
                <a:cubicBezTo>
                  <a:pt x="56452" y="13499"/>
                  <a:pt x="51007" y="13622"/>
                  <a:pt x="51007" y="13869"/>
                </a:cubicBezTo>
                <a:cubicBezTo>
                  <a:pt x="50886" y="13992"/>
                  <a:pt x="49918" y="19046"/>
                  <a:pt x="48103" y="29032"/>
                </a:cubicBezTo>
                <a:cubicBezTo>
                  <a:pt x="46287" y="39017"/>
                  <a:pt x="44351" y="49188"/>
                  <a:pt x="42294" y="59543"/>
                </a:cubicBezTo>
                <a:cubicBezTo>
                  <a:pt x="40237" y="69899"/>
                  <a:pt x="39148" y="75385"/>
                  <a:pt x="39026" y="76001"/>
                </a:cubicBezTo>
                <a:cubicBezTo>
                  <a:pt x="38422" y="77850"/>
                  <a:pt x="37332" y="79329"/>
                  <a:pt x="35759" y="80439"/>
                </a:cubicBezTo>
                <a:cubicBezTo>
                  <a:pt x="34186" y="81548"/>
                  <a:pt x="32431" y="82103"/>
                  <a:pt x="30495" y="82103"/>
                </a:cubicBezTo>
                <a:cubicBezTo>
                  <a:pt x="26502" y="82103"/>
                  <a:pt x="24505" y="80069"/>
                  <a:pt x="24505" y="76001"/>
                </a:cubicBezTo>
                <a:lnTo>
                  <a:pt x="24505" y="74152"/>
                </a:lnTo>
                <a:lnTo>
                  <a:pt x="33581" y="44195"/>
                </a:lnTo>
                <a:cubicBezTo>
                  <a:pt x="34912" y="39757"/>
                  <a:pt x="36364" y="34826"/>
                  <a:pt x="37937" y="29402"/>
                </a:cubicBezTo>
                <a:cubicBezTo>
                  <a:pt x="39510" y="23978"/>
                  <a:pt x="40781" y="20033"/>
                  <a:pt x="41749" y="17567"/>
                </a:cubicBezTo>
                <a:lnTo>
                  <a:pt x="42839" y="13684"/>
                </a:lnTo>
                <a:cubicBezTo>
                  <a:pt x="42839" y="13561"/>
                  <a:pt x="40055" y="13499"/>
                  <a:pt x="34489" y="13499"/>
                </a:cubicBezTo>
                <a:cubicBezTo>
                  <a:pt x="34246" y="13499"/>
                  <a:pt x="33581" y="13499"/>
                  <a:pt x="32492" y="13499"/>
                </a:cubicBezTo>
                <a:cubicBezTo>
                  <a:pt x="31403" y="13499"/>
                  <a:pt x="30555" y="13437"/>
                  <a:pt x="29951" y="13314"/>
                </a:cubicBezTo>
                <a:cubicBezTo>
                  <a:pt x="20512" y="13314"/>
                  <a:pt x="13130" y="17259"/>
                  <a:pt x="7805" y="25149"/>
                </a:cubicBezTo>
                <a:cubicBezTo>
                  <a:pt x="7200" y="26135"/>
                  <a:pt x="6716" y="26690"/>
                  <a:pt x="6353" y="26813"/>
                </a:cubicBezTo>
                <a:cubicBezTo>
                  <a:pt x="5990" y="26936"/>
                  <a:pt x="5143" y="27060"/>
                  <a:pt x="3812" y="2718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123" name="pdf-path-181">
            <a:extLst xmlns:a="http://schemas.openxmlformats.org/drawingml/2006/main">
              <a:ext uri="{FF2B5EF4-FFF2-40B4-BE49-F238E27FC236}">
                <a16:creationId xmlns:a16="http://schemas.microsoft.com/office/drawing/2014/main" id="{DA4A6285-6184-4FD9-878B-EC722167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2068" y="357054"/>
            <a:ext cx="43383" cy="184917"/>
          </a:xfrm>
          <a:custGeom xmlns:a="http://schemas.openxmlformats.org/drawingml/2006/main">
            <a:pathLst>
              <a:path w="43383" h="184917">
                <a:moveTo>
                  <a:pt x="908" y="185"/>
                </a:moveTo>
                <a:lnTo>
                  <a:pt x="1634" y="0"/>
                </a:lnTo>
                <a:cubicBezTo>
                  <a:pt x="2239" y="0"/>
                  <a:pt x="2844" y="0"/>
                  <a:pt x="3449" y="0"/>
                </a:cubicBezTo>
                <a:lnTo>
                  <a:pt x="5627" y="0"/>
                </a:lnTo>
                <a:lnTo>
                  <a:pt x="10710" y="4438"/>
                </a:lnTo>
                <a:cubicBezTo>
                  <a:pt x="22085" y="14917"/>
                  <a:pt x="30374" y="27984"/>
                  <a:pt x="35578" y="43640"/>
                </a:cubicBezTo>
                <a:cubicBezTo>
                  <a:pt x="40781" y="59297"/>
                  <a:pt x="43383" y="75569"/>
                  <a:pt x="43383" y="92458"/>
                </a:cubicBezTo>
                <a:cubicBezTo>
                  <a:pt x="43383" y="100841"/>
                  <a:pt x="42778" y="108916"/>
                  <a:pt x="41568" y="116683"/>
                </a:cubicBezTo>
                <a:cubicBezTo>
                  <a:pt x="40358" y="124449"/>
                  <a:pt x="38966" y="131044"/>
                  <a:pt x="37393" y="136469"/>
                </a:cubicBezTo>
                <a:cubicBezTo>
                  <a:pt x="35820" y="141893"/>
                  <a:pt x="33581" y="147317"/>
                  <a:pt x="30677" y="152741"/>
                </a:cubicBezTo>
                <a:cubicBezTo>
                  <a:pt x="27773" y="158166"/>
                  <a:pt x="25473" y="162295"/>
                  <a:pt x="23779" y="165131"/>
                </a:cubicBezTo>
                <a:cubicBezTo>
                  <a:pt x="22085" y="167966"/>
                  <a:pt x="19604" y="171110"/>
                  <a:pt x="16337" y="174562"/>
                </a:cubicBezTo>
                <a:cubicBezTo>
                  <a:pt x="13069" y="178013"/>
                  <a:pt x="11133" y="180047"/>
                  <a:pt x="10528" y="180664"/>
                </a:cubicBezTo>
                <a:cubicBezTo>
                  <a:pt x="9923" y="181280"/>
                  <a:pt x="8532" y="182451"/>
                  <a:pt x="6353" y="184177"/>
                </a:cubicBezTo>
                <a:cubicBezTo>
                  <a:pt x="5990" y="184547"/>
                  <a:pt x="5748" y="184794"/>
                  <a:pt x="5627" y="184917"/>
                </a:cubicBezTo>
                <a:lnTo>
                  <a:pt x="3449" y="184917"/>
                </a:lnTo>
                <a:cubicBezTo>
                  <a:pt x="2481" y="184917"/>
                  <a:pt x="1815" y="184917"/>
                  <a:pt x="1452" y="184917"/>
                </a:cubicBezTo>
                <a:cubicBezTo>
                  <a:pt x="1089" y="184917"/>
                  <a:pt x="787" y="184732"/>
                  <a:pt x="545" y="184362"/>
                </a:cubicBezTo>
                <a:cubicBezTo>
                  <a:pt x="303" y="183992"/>
                  <a:pt x="121" y="183437"/>
                  <a:pt x="0" y="182698"/>
                </a:cubicBezTo>
                <a:cubicBezTo>
                  <a:pt x="121" y="182575"/>
                  <a:pt x="787" y="181773"/>
                  <a:pt x="1997" y="180294"/>
                </a:cubicBezTo>
                <a:cubicBezTo>
                  <a:pt x="20754" y="160446"/>
                  <a:pt x="30132" y="131168"/>
                  <a:pt x="30132" y="92458"/>
                </a:cubicBezTo>
                <a:cubicBezTo>
                  <a:pt x="30132" y="53749"/>
                  <a:pt x="20754" y="24471"/>
                  <a:pt x="1997" y="4623"/>
                </a:cubicBezTo>
                <a:cubicBezTo>
                  <a:pt x="787" y="3143"/>
                  <a:pt x="121" y="2342"/>
                  <a:pt x="0" y="2219"/>
                </a:cubicBezTo>
                <a:cubicBezTo>
                  <a:pt x="0" y="1233"/>
                  <a:pt x="303" y="555"/>
                  <a:pt x="908" y="18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124" name="pdf-path-183">
            <a:extLst xmlns:a="http://schemas.openxmlformats.org/drawingml/2006/main">
              <a:ext uri="{FF2B5EF4-FFF2-40B4-BE49-F238E27FC236}">
                <a16:creationId xmlns:a16="http://schemas.microsoft.com/office/drawing/2014/main" id="{0C349B7B-E9A8-4BE1-B749-E2C9BDE6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9796" y="445814"/>
            <a:ext cx="110727" cy="7397"/>
          </a:xfrm>
          <a:custGeom xmlns:a="http://schemas.openxmlformats.org/drawingml/2006/main">
            <a:pathLst>
              <a:path w="110727" h="7397">
                <a:moveTo>
                  <a:pt x="0" y="6102"/>
                </a:moveTo>
                <a:cubicBezTo>
                  <a:pt x="0" y="6102"/>
                  <a:pt x="0" y="5301"/>
                  <a:pt x="0" y="3698"/>
                </a:cubicBezTo>
                <a:cubicBezTo>
                  <a:pt x="0" y="2096"/>
                  <a:pt x="847" y="863"/>
                  <a:pt x="2541" y="0"/>
                </a:cubicBezTo>
                <a:lnTo>
                  <a:pt x="108004" y="0"/>
                </a:lnTo>
                <a:cubicBezTo>
                  <a:pt x="109819" y="986"/>
                  <a:pt x="110727" y="2219"/>
                  <a:pt x="110727" y="3698"/>
                </a:cubicBezTo>
                <a:cubicBezTo>
                  <a:pt x="110727" y="5178"/>
                  <a:pt x="109819" y="6410"/>
                  <a:pt x="108004" y="7397"/>
                </a:cubicBezTo>
                <a:lnTo>
                  <a:pt x="2541" y="7397"/>
                </a:lnTo>
                <a:cubicBezTo>
                  <a:pt x="847" y="6534"/>
                  <a:pt x="0" y="5301"/>
                  <a:pt x="0" y="3698"/>
                </a:cubicBezTo>
                <a:lnTo>
                  <a:pt x="0" y="610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125" name="pdf-path-185">
            <a:extLst xmlns:a="http://schemas.openxmlformats.org/drawingml/2006/main">
              <a:ext uri="{FF2B5EF4-FFF2-40B4-BE49-F238E27FC236}">
                <a16:creationId xmlns:a16="http://schemas.microsoft.com/office/drawing/2014/main" id="{C438F8FC-BA59-43F7-BB7C-0F3770AC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750" y="369444"/>
            <a:ext cx="155562" cy="126298"/>
          </a:xfrm>
          <a:custGeom xmlns:a="http://schemas.openxmlformats.org/drawingml/2006/main">
            <a:pathLst>
              <a:path w="155562" h="126298">
                <a:moveTo>
                  <a:pt x="35759" y="8506"/>
                </a:moveTo>
                <a:cubicBezTo>
                  <a:pt x="31645" y="8506"/>
                  <a:pt x="29467" y="8260"/>
                  <a:pt x="29225" y="7766"/>
                </a:cubicBezTo>
                <a:cubicBezTo>
                  <a:pt x="29103" y="7520"/>
                  <a:pt x="29043" y="7027"/>
                  <a:pt x="29043" y="6287"/>
                </a:cubicBezTo>
                <a:cubicBezTo>
                  <a:pt x="29043" y="3328"/>
                  <a:pt x="29709" y="1294"/>
                  <a:pt x="31040" y="185"/>
                </a:cubicBezTo>
                <a:cubicBezTo>
                  <a:pt x="31282" y="61"/>
                  <a:pt x="32310" y="0"/>
                  <a:pt x="34126" y="0"/>
                </a:cubicBezTo>
                <a:cubicBezTo>
                  <a:pt x="39087" y="247"/>
                  <a:pt x="47316" y="370"/>
                  <a:pt x="58812" y="370"/>
                </a:cubicBezTo>
                <a:cubicBezTo>
                  <a:pt x="62926" y="370"/>
                  <a:pt x="66739" y="370"/>
                  <a:pt x="70248" y="370"/>
                </a:cubicBezTo>
                <a:cubicBezTo>
                  <a:pt x="73757" y="370"/>
                  <a:pt x="76480" y="308"/>
                  <a:pt x="78416" y="185"/>
                </a:cubicBezTo>
                <a:cubicBezTo>
                  <a:pt x="80352" y="61"/>
                  <a:pt x="81563" y="61"/>
                  <a:pt x="82047" y="185"/>
                </a:cubicBezTo>
                <a:cubicBezTo>
                  <a:pt x="83983" y="185"/>
                  <a:pt x="84951" y="801"/>
                  <a:pt x="84951" y="2034"/>
                </a:cubicBezTo>
                <a:cubicBezTo>
                  <a:pt x="84951" y="2281"/>
                  <a:pt x="84830" y="3143"/>
                  <a:pt x="84588" y="4623"/>
                </a:cubicBezTo>
                <a:cubicBezTo>
                  <a:pt x="83983" y="6719"/>
                  <a:pt x="83378" y="7951"/>
                  <a:pt x="82773" y="8321"/>
                </a:cubicBezTo>
                <a:lnTo>
                  <a:pt x="82410" y="8321"/>
                </a:lnTo>
                <a:cubicBezTo>
                  <a:pt x="82168" y="8321"/>
                  <a:pt x="81865" y="8321"/>
                  <a:pt x="81502" y="8321"/>
                </a:cubicBezTo>
                <a:cubicBezTo>
                  <a:pt x="81139" y="8321"/>
                  <a:pt x="80716" y="8321"/>
                  <a:pt x="80232" y="8321"/>
                </a:cubicBezTo>
                <a:cubicBezTo>
                  <a:pt x="79748" y="8321"/>
                  <a:pt x="79203" y="8383"/>
                  <a:pt x="78598" y="8506"/>
                </a:cubicBezTo>
                <a:cubicBezTo>
                  <a:pt x="77993" y="8629"/>
                  <a:pt x="77448" y="8629"/>
                  <a:pt x="76964" y="8506"/>
                </a:cubicBezTo>
                <a:cubicBezTo>
                  <a:pt x="72245" y="8629"/>
                  <a:pt x="69219" y="8814"/>
                  <a:pt x="67888" y="9061"/>
                </a:cubicBezTo>
                <a:cubicBezTo>
                  <a:pt x="66557" y="9307"/>
                  <a:pt x="65468" y="9986"/>
                  <a:pt x="64621" y="11095"/>
                </a:cubicBezTo>
                <a:cubicBezTo>
                  <a:pt x="64258" y="11588"/>
                  <a:pt x="62322" y="19170"/>
                  <a:pt x="58812" y="33840"/>
                </a:cubicBezTo>
                <a:cubicBezTo>
                  <a:pt x="57965" y="37045"/>
                  <a:pt x="57058" y="40620"/>
                  <a:pt x="56089" y="44565"/>
                </a:cubicBezTo>
                <a:cubicBezTo>
                  <a:pt x="55121" y="48510"/>
                  <a:pt x="54395" y="51407"/>
                  <a:pt x="53911" y="53256"/>
                </a:cubicBezTo>
                <a:lnTo>
                  <a:pt x="53185" y="56030"/>
                </a:lnTo>
                <a:cubicBezTo>
                  <a:pt x="53185" y="56276"/>
                  <a:pt x="61958" y="56400"/>
                  <a:pt x="79505" y="56400"/>
                </a:cubicBezTo>
                <a:lnTo>
                  <a:pt x="105826" y="56400"/>
                </a:lnTo>
                <a:lnTo>
                  <a:pt x="106007" y="55845"/>
                </a:lnTo>
                <a:cubicBezTo>
                  <a:pt x="106007" y="55475"/>
                  <a:pt x="107883" y="47894"/>
                  <a:pt x="111634" y="33100"/>
                </a:cubicBezTo>
                <a:cubicBezTo>
                  <a:pt x="115023" y="18923"/>
                  <a:pt x="116717" y="11342"/>
                  <a:pt x="116717" y="10355"/>
                </a:cubicBezTo>
                <a:cubicBezTo>
                  <a:pt x="116717" y="9369"/>
                  <a:pt x="113268" y="8753"/>
                  <a:pt x="106370" y="8506"/>
                </a:cubicBezTo>
                <a:cubicBezTo>
                  <a:pt x="103587" y="8506"/>
                  <a:pt x="101772" y="8383"/>
                  <a:pt x="100925" y="8136"/>
                </a:cubicBezTo>
                <a:cubicBezTo>
                  <a:pt x="100077" y="7890"/>
                  <a:pt x="99654" y="7335"/>
                  <a:pt x="99654" y="6472"/>
                </a:cubicBezTo>
                <a:cubicBezTo>
                  <a:pt x="99654" y="6225"/>
                  <a:pt x="99775" y="5486"/>
                  <a:pt x="100017" y="4253"/>
                </a:cubicBezTo>
                <a:cubicBezTo>
                  <a:pt x="100501" y="2157"/>
                  <a:pt x="100864" y="986"/>
                  <a:pt x="101106" y="739"/>
                </a:cubicBezTo>
                <a:cubicBezTo>
                  <a:pt x="101348" y="493"/>
                  <a:pt x="102316" y="308"/>
                  <a:pt x="104010" y="185"/>
                </a:cubicBezTo>
                <a:cubicBezTo>
                  <a:pt x="104616" y="185"/>
                  <a:pt x="107157" y="247"/>
                  <a:pt x="111634" y="370"/>
                </a:cubicBezTo>
                <a:cubicBezTo>
                  <a:pt x="116112" y="493"/>
                  <a:pt x="121800" y="555"/>
                  <a:pt x="128697" y="555"/>
                </a:cubicBezTo>
                <a:cubicBezTo>
                  <a:pt x="136200" y="555"/>
                  <a:pt x="141948" y="493"/>
                  <a:pt x="145942" y="370"/>
                </a:cubicBezTo>
                <a:cubicBezTo>
                  <a:pt x="149935" y="247"/>
                  <a:pt x="152113" y="185"/>
                  <a:pt x="152476" y="185"/>
                </a:cubicBezTo>
                <a:cubicBezTo>
                  <a:pt x="154533" y="185"/>
                  <a:pt x="155562" y="801"/>
                  <a:pt x="155562" y="2034"/>
                </a:cubicBezTo>
                <a:cubicBezTo>
                  <a:pt x="155562" y="5363"/>
                  <a:pt x="154836" y="7458"/>
                  <a:pt x="153384" y="8321"/>
                </a:cubicBezTo>
                <a:lnTo>
                  <a:pt x="153021" y="8321"/>
                </a:lnTo>
                <a:cubicBezTo>
                  <a:pt x="152779" y="8321"/>
                  <a:pt x="152476" y="8321"/>
                  <a:pt x="152113" y="8321"/>
                </a:cubicBezTo>
                <a:cubicBezTo>
                  <a:pt x="151750" y="8321"/>
                  <a:pt x="151327" y="8321"/>
                  <a:pt x="150842" y="8321"/>
                </a:cubicBezTo>
                <a:cubicBezTo>
                  <a:pt x="150358" y="8321"/>
                  <a:pt x="149814" y="8383"/>
                  <a:pt x="149209" y="8506"/>
                </a:cubicBezTo>
                <a:cubicBezTo>
                  <a:pt x="148604" y="8629"/>
                  <a:pt x="148059" y="8629"/>
                  <a:pt x="147575" y="8506"/>
                </a:cubicBezTo>
                <a:cubicBezTo>
                  <a:pt x="142856" y="8629"/>
                  <a:pt x="139830" y="8814"/>
                  <a:pt x="138499" y="9061"/>
                </a:cubicBezTo>
                <a:cubicBezTo>
                  <a:pt x="137168" y="9307"/>
                  <a:pt x="136079" y="9986"/>
                  <a:pt x="135232" y="11095"/>
                </a:cubicBezTo>
                <a:cubicBezTo>
                  <a:pt x="134869" y="11711"/>
                  <a:pt x="130513" y="29155"/>
                  <a:pt x="122162" y="63427"/>
                </a:cubicBezTo>
                <a:cubicBezTo>
                  <a:pt x="113813" y="97698"/>
                  <a:pt x="109577" y="115080"/>
                  <a:pt x="109456" y="115573"/>
                </a:cubicBezTo>
                <a:cubicBezTo>
                  <a:pt x="109456" y="116436"/>
                  <a:pt x="109698" y="116868"/>
                  <a:pt x="110182" y="116868"/>
                </a:cubicBezTo>
                <a:cubicBezTo>
                  <a:pt x="111150" y="117237"/>
                  <a:pt x="114418" y="117546"/>
                  <a:pt x="119984" y="117792"/>
                </a:cubicBezTo>
                <a:lnTo>
                  <a:pt x="125611" y="117792"/>
                </a:lnTo>
                <a:cubicBezTo>
                  <a:pt x="126338" y="118778"/>
                  <a:pt x="126700" y="119333"/>
                  <a:pt x="126700" y="119456"/>
                </a:cubicBezTo>
                <a:cubicBezTo>
                  <a:pt x="126700" y="119580"/>
                  <a:pt x="126519" y="120689"/>
                  <a:pt x="126156" y="122785"/>
                </a:cubicBezTo>
                <a:cubicBezTo>
                  <a:pt x="125672" y="124387"/>
                  <a:pt x="125067" y="125558"/>
                  <a:pt x="124341" y="126298"/>
                </a:cubicBezTo>
                <a:lnTo>
                  <a:pt x="121618" y="126298"/>
                </a:lnTo>
                <a:cubicBezTo>
                  <a:pt x="117140" y="126052"/>
                  <a:pt x="109032" y="125928"/>
                  <a:pt x="97294" y="125928"/>
                </a:cubicBezTo>
                <a:cubicBezTo>
                  <a:pt x="93180" y="125928"/>
                  <a:pt x="89368" y="125928"/>
                  <a:pt x="85858" y="125928"/>
                </a:cubicBezTo>
                <a:cubicBezTo>
                  <a:pt x="82349" y="125928"/>
                  <a:pt x="79566" y="125928"/>
                  <a:pt x="77509" y="125928"/>
                </a:cubicBezTo>
                <a:cubicBezTo>
                  <a:pt x="75451" y="125928"/>
                  <a:pt x="74181" y="125990"/>
                  <a:pt x="73697" y="126113"/>
                </a:cubicBezTo>
                <a:cubicBezTo>
                  <a:pt x="71639" y="126113"/>
                  <a:pt x="70611" y="125558"/>
                  <a:pt x="70611" y="124449"/>
                </a:cubicBezTo>
                <a:cubicBezTo>
                  <a:pt x="70611" y="123833"/>
                  <a:pt x="70793" y="122970"/>
                  <a:pt x="71155" y="121860"/>
                </a:cubicBezTo>
                <a:cubicBezTo>
                  <a:pt x="71761" y="119518"/>
                  <a:pt x="72366" y="118224"/>
                  <a:pt x="72971" y="117977"/>
                </a:cubicBezTo>
                <a:cubicBezTo>
                  <a:pt x="73455" y="117854"/>
                  <a:pt x="74362" y="117792"/>
                  <a:pt x="75693" y="117792"/>
                </a:cubicBezTo>
                <a:lnTo>
                  <a:pt x="76783" y="117792"/>
                </a:lnTo>
                <a:cubicBezTo>
                  <a:pt x="80050" y="117792"/>
                  <a:pt x="83681" y="117607"/>
                  <a:pt x="87674" y="117237"/>
                </a:cubicBezTo>
                <a:cubicBezTo>
                  <a:pt x="88400" y="117114"/>
                  <a:pt x="88884" y="117052"/>
                  <a:pt x="89126" y="117052"/>
                </a:cubicBezTo>
                <a:cubicBezTo>
                  <a:pt x="89368" y="117052"/>
                  <a:pt x="89731" y="116744"/>
                  <a:pt x="90215" y="116128"/>
                </a:cubicBezTo>
                <a:cubicBezTo>
                  <a:pt x="90699" y="115511"/>
                  <a:pt x="91062" y="114957"/>
                  <a:pt x="91304" y="114464"/>
                </a:cubicBezTo>
                <a:cubicBezTo>
                  <a:pt x="91546" y="113970"/>
                  <a:pt x="91909" y="112861"/>
                  <a:pt x="92393" y="111135"/>
                </a:cubicBezTo>
                <a:cubicBezTo>
                  <a:pt x="92877" y="109409"/>
                  <a:pt x="93301" y="107683"/>
                  <a:pt x="93664" y="105957"/>
                </a:cubicBezTo>
                <a:cubicBezTo>
                  <a:pt x="94027" y="104231"/>
                  <a:pt x="94693" y="101581"/>
                  <a:pt x="95661" y="98006"/>
                </a:cubicBezTo>
                <a:cubicBezTo>
                  <a:pt x="96508" y="94554"/>
                  <a:pt x="97173" y="91780"/>
                  <a:pt x="97657" y="89685"/>
                </a:cubicBezTo>
                <a:cubicBezTo>
                  <a:pt x="101651" y="73412"/>
                  <a:pt x="103648" y="65214"/>
                  <a:pt x="103648" y="65091"/>
                </a:cubicBezTo>
                <a:cubicBezTo>
                  <a:pt x="103648" y="64967"/>
                  <a:pt x="94874" y="64906"/>
                  <a:pt x="77327" y="64906"/>
                </a:cubicBezTo>
                <a:lnTo>
                  <a:pt x="51007" y="64906"/>
                </a:lnTo>
                <a:lnTo>
                  <a:pt x="45017" y="89870"/>
                </a:lnTo>
                <a:cubicBezTo>
                  <a:pt x="40902" y="106389"/>
                  <a:pt x="38845" y="114957"/>
                  <a:pt x="38845" y="115573"/>
                </a:cubicBezTo>
                <a:cubicBezTo>
                  <a:pt x="38845" y="116436"/>
                  <a:pt x="39329" y="116991"/>
                  <a:pt x="40297" y="117237"/>
                </a:cubicBezTo>
                <a:cubicBezTo>
                  <a:pt x="41265" y="117484"/>
                  <a:pt x="44290" y="117669"/>
                  <a:pt x="49373" y="117792"/>
                </a:cubicBezTo>
                <a:lnTo>
                  <a:pt x="55000" y="117792"/>
                </a:lnTo>
                <a:cubicBezTo>
                  <a:pt x="55726" y="118778"/>
                  <a:pt x="56089" y="119333"/>
                  <a:pt x="56089" y="119456"/>
                </a:cubicBezTo>
                <a:cubicBezTo>
                  <a:pt x="56089" y="119580"/>
                  <a:pt x="55908" y="120689"/>
                  <a:pt x="55545" y="122785"/>
                </a:cubicBezTo>
                <a:cubicBezTo>
                  <a:pt x="55061" y="124387"/>
                  <a:pt x="54456" y="125558"/>
                  <a:pt x="53729" y="126298"/>
                </a:cubicBezTo>
                <a:lnTo>
                  <a:pt x="51007" y="126298"/>
                </a:lnTo>
                <a:cubicBezTo>
                  <a:pt x="46529" y="126052"/>
                  <a:pt x="38422" y="125928"/>
                  <a:pt x="26683" y="125928"/>
                </a:cubicBezTo>
                <a:cubicBezTo>
                  <a:pt x="22569" y="125928"/>
                  <a:pt x="18757" y="125928"/>
                  <a:pt x="15248" y="125928"/>
                </a:cubicBezTo>
                <a:cubicBezTo>
                  <a:pt x="11738" y="125928"/>
                  <a:pt x="8955" y="125928"/>
                  <a:pt x="6897" y="125928"/>
                </a:cubicBezTo>
                <a:cubicBezTo>
                  <a:pt x="4840" y="125928"/>
                  <a:pt x="3570" y="125990"/>
                  <a:pt x="3086" y="126113"/>
                </a:cubicBezTo>
                <a:cubicBezTo>
                  <a:pt x="1029" y="126113"/>
                  <a:pt x="0" y="125558"/>
                  <a:pt x="0" y="124449"/>
                </a:cubicBezTo>
                <a:cubicBezTo>
                  <a:pt x="0" y="124202"/>
                  <a:pt x="181" y="123340"/>
                  <a:pt x="545" y="121860"/>
                </a:cubicBezTo>
                <a:cubicBezTo>
                  <a:pt x="1149" y="119518"/>
                  <a:pt x="1755" y="118224"/>
                  <a:pt x="2360" y="117977"/>
                </a:cubicBezTo>
                <a:cubicBezTo>
                  <a:pt x="2844" y="117854"/>
                  <a:pt x="3751" y="117792"/>
                  <a:pt x="5082" y="117792"/>
                </a:cubicBezTo>
                <a:lnTo>
                  <a:pt x="6171" y="117792"/>
                </a:lnTo>
                <a:cubicBezTo>
                  <a:pt x="9439" y="117792"/>
                  <a:pt x="13069" y="117607"/>
                  <a:pt x="17063" y="117237"/>
                </a:cubicBezTo>
                <a:cubicBezTo>
                  <a:pt x="18757" y="116868"/>
                  <a:pt x="19906" y="116128"/>
                  <a:pt x="20512" y="115018"/>
                </a:cubicBezTo>
                <a:cubicBezTo>
                  <a:pt x="20874" y="114525"/>
                  <a:pt x="25231" y="97389"/>
                  <a:pt x="33581" y="63611"/>
                </a:cubicBezTo>
                <a:cubicBezTo>
                  <a:pt x="41931" y="29833"/>
                  <a:pt x="46106" y="12020"/>
                  <a:pt x="46106" y="10170"/>
                </a:cubicBezTo>
                <a:cubicBezTo>
                  <a:pt x="46106" y="9307"/>
                  <a:pt x="42657" y="8753"/>
                  <a:pt x="35759" y="850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126" name="pdf-path-187">
            <a:extLst xmlns:a="http://schemas.openxmlformats.org/drawingml/2006/main">
              <a:ext uri="{FF2B5EF4-FFF2-40B4-BE49-F238E27FC236}">
                <a16:creationId xmlns:a16="http://schemas.microsoft.com/office/drawing/2014/main" id="{6EBCB956-D9F2-4798-93BB-F5B68629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4374" y="357054"/>
            <a:ext cx="43383" cy="184917"/>
          </a:xfrm>
          <a:custGeom xmlns:a="http://schemas.openxmlformats.org/drawingml/2006/main">
            <a:pathLst>
              <a:path w="43383" h="184917">
                <a:moveTo>
                  <a:pt x="0" y="92458"/>
                </a:moveTo>
                <a:cubicBezTo>
                  <a:pt x="0" y="83952"/>
                  <a:pt x="605" y="75877"/>
                  <a:pt x="1815" y="68234"/>
                </a:cubicBezTo>
                <a:cubicBezTo>
                  <a:pt x="3026" y="60591"/>
                  <a:pt x="4417" y="53996"/>
                  <a:pt x="5990" y="48448"/>
                </a:cubicBezTo>
                <a:cubicBezTo>
                  <a:pt x="7563" y="42901"/>
                  <a:pt x="9802" y="37477"/>
                  <a:pt x="12706" y="32175"/>
                </a:cubicBezTo>
                <a:cubicBezTo>
                  <a:pt x="15611" y="26875"/>
                  <a:pt x="17910" y="22745"/>
                  <a:pt x="19604" y="19786"/>
                </a:cubicBezTo>
                <a:cubicBezTo>
                  <a:pt x="21298" y="16828"/>
                  <a:pt x="23840" y="13622"/>
                  <a:pt x="27228" y="10170"/>
                </a:cubicBezTo>
                <a:cubicBezTo>
                  <a:pt x="30616" y="6719"/>
                  <a:pt x="32613" y="4623"/>
                  <a:pt x="33218" y="3883"/>
                </a:cubicBezTo>
                <a:cubicBezTo>
                  <a:pt x="33823" y="3143"/>
                  <a:pt x="35336" y="1849"/>
                  <a:pt x="37756" y="0"/>
                </a:cubicBezTo>
                <a:lnTo>
                  <a:pt x="40116" y="0"/>
                </a:lnTo>
                <a:lnTo>
                  <a:pt x="40842" y="0"/>
                </a:lnTo>
                <a:cubicBezTo>
                  <a:pt x="42536" y="0"/>
                  <a:pt x="43383" y="555"/>
                  <a:pt x="43383" y="1664"/>
                </a:cubicBezTo>
                <a:cubicBezTo>
                  <a:pt x="43383" y="2034"/>
                  <a:pt x="42355" y="3329"/>
                  <a:pt x="40297" y="5547"/>
                </a:cubicBezTo>
                <a:cubicBezTo>
                  <a:pt x="38240" y="7767"/>
                  <a:pt x="35759" y="11033"/>
                  <a:pt x="32855" y="15348"/>
                </a:cubicBezTo>
                <a:cubicBezTo>
                  <a:pt x="29951" y="19663"/>
                  <a:pt x="26986" y="24964"/>
                  <a:pt x="23961" y="31251"/>
                </a:cubicBezTo>
                <a:cubicBezTo>
                  <a:pt x="20935" y="37538"/>
                  <a:pt x="18394" y="46044"/>
                  <a:pt x="16337" y="56770"/>
                </a:cubicBezTo>
                <a:cubicBezTo>
                  <a:pt x="14280" y="67495"/>
                  <a:pt x="13251" y="79391"/>
                  <a:pt x="13251" y="92458"/>
                </a:cubicBezTo>
                <a:cubicBezTo>
                  <a:pt x="13251" y="105526"/>
                  <a:pt x="14280" y="117361"/>
                  <a:pt x="16337" y="127962"/>
                </a:cubicBezTo>
                <a:cubicBezTo>
                  <a:pt x="18394" y="138565"/>
                  <a:pt x="20875" y="147132"/>
                  <a:pt x="23779" y="153666"/>
                </a:cubicBezTo>
                <a:cubicBezTo>
                  <a:pt x="26684" y="160200"/>
                  <a:pt x="29648" y="165501"/>
                  <a:pt x="32674" y="169569"/>
                </a:cubicBezTo>
                <a:cubicBezTo>
                  <a:pt x="35699" y="173637"/>
                  <a:pt x="38240" y="176904"/>
                  <a:pt x="40297" y="179369"/>
                </a:cubicBezTo>
                <a:cubicBezTo>
                  <a:pt x="42355" y="181835"/>
                  <a:pt x="43383" y="183129"/>
                  <a:pt x="43383" y="183253"/>
                </a:cubicBezTo>
                <a:cubicBezTo>
                  <a:pt x="43383" y="184362"/>
                  <a:pt x="42476" y="184917"/>
                  <a:pt x="40661" y="184917"/>
                </a:cubicBezTo>
                <a:lnTo>
                  <a:pt x="40116" y="184917"/>
                </a:lnTo>
                <a:lnTo>
                  <a:pt x="37756" y="184917"/>
                </a:lnTo>
                <a:lnTo>
                  <a:pt x="32674" y="180479"/>
                </a:lnTo>
                <a:cubicBezTo>
                  <a:pt x="21298" y="170000"/>
                  <a:pt x="13009" y="156933"/>
                  <a:pt x="7805" y="141277"/>
                </a:cubicBezTo>
                <a:cubicBezTo>
                  <a:pt x="2602" y="125620"/>
                  <a:pt x="0" y="109347"/>
                  <a:pt x="0" y="9245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127" name="pdf-path-189">
            <a:extLst xmlns:a="http://schemas.openxmlformats.org/drawingml/2006/main">
              <a:ext uri="{FF2B5EF4-FFF2-40B4-BE49-F238E27FC236}">
                <a16:creationId xmlns:a16="http://schemas.microsoft.com/office/drawing/2014/main" id="{8C53D449-7DA7-4D61-83F9-C9EECD04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1190" y="416043"/>
            <a:ext cx="90578" cy="82103"/>
          </a:xfrm>
          <a:custGeom xmlns:a="http://schemas.openxmlformats.org/drawingml/2006/main">
            <a:pathLst>
              <a:path w="90578" h="82103">
                <a:moveTo>
                  <a:pt x="3812" y="27183"/>
                </a:moveTo>
                <a:cubicBezTo>
                  <a:pt x="1271" y="27183"/>
                  <a:pt x="0" y="26566"/>
                  <a:pt x="0" y="25334"/>
                </a:cubicBezTo>
                <a:cubicBezTo>
                  <a:pt x="0" y="24471"/>
                  <a:pt x="1633" y="21758"/>
                  <a:pt x="4901" y="17197"/>
                </a:cubicBezTo>
                <a:cubicBezTo>
                  <a:pt x="8168" y="12636"/>
                  <a:pt x="11435" y="8938"/>
                  <a:pt x="14703" y="6102"/>
                </a:cubicBezTo>
                <a:cubicBezTo>
                  <a:pt x="18939" y="2774"/>
                  <a:pt x="22871" y="863"/>
                  <a:pt x="26502" y="370"/>
                </a:cubicBezTo>
                <a:cubicBezTo>
                  <a:pt x="27228" y="123"/>
                  <a:pt x="37393" y="0"/>
                  <a:pt x="56997" y="0"/>
                </a:cubicBezTo>
                <a:cubicBezTo>
                  <a:pt x="76359" y="0"/>
                  <a:pt x="86342" y="123"/>
                  <a:pt x="86948" y="370"/>
                </a:cubicBezTo>
                <a:cubicBezTo>
                  <a:pt x="89368" y="986"/>
                  <a:pt x="90578" y="2651"/>
                  <a:pt x="90578" y="5363"/>
                </a:cubicBezTo>
                <a:cubicBezTo>
                  <a:pt x="90578" y="7089"/>
                  <a:pt x="90033" y="8691"/>
                  <a:pt x="88945" y="10170"/>
                </a:cubicBezTo>
                <a:cubicBezTo>
                  <a:pt x="87855" y="11650"/>
                  <a:pt x="86464" y="12636"/>
                  <a:pt x="84769" y="13129"/>
                </a:cubicBezTo>
                <a:cubicBezTo>
                  <a:pt x="84043" y="13376"/>
                  <a:pt x="78235" y="13499"/>
                  <a:pt x="67344" y="13499"/>
                </a:cubicBezTo>
                <a:cubicBezTo>
                  <a:pt x="56452" y="13499"/>
                  <a:pt x="51007" y="13622"/>
                  <a:pt x="51007" y="13869"/>
                </a:cubicBezTo>
                <a:cubicBezTo>
                  <a:pt x="50886" y="13992"/>
                  <a:pt x="49918" y="19046"/>
                  <a:pt x="48103" y="29032"/>
                </a:cubicBezTo>
                <a:cubicBezTo>
                  <a:pt x="46287" y="39017"/>
                  <a:pt x="44351" y="49188"/>
                  <a:pt x="42294" y="59543"/>
                </a:cubicBezTo>
                <a:cubicBezTo>
                  <a:pt x="40237" y="69899"/>
                  <a:pt x="39148" y="75385"/>
                  <a:pt x="39026" y="76001"/>
                </a:cubicBezTo>
                <a:cubicBezTo>
                  <a:pt x="38422" y="77850"/>
                  <a:pt x="37332" y="79329"/>
                  <a:pt x="35759" y="80439"/>
                </a:cubicBezTo>
                <a:cubicBezTo>
                  <a:pt x="34186" y="81548"/>
                  <a:pt x="32431" y="82103"/>
                  <a:pt x="30495" y="82103"/>
                </a:cubicBezTo>
                <a:cubicBezTo>
                  <a:pt x="26502" y="82103"/>
                  <a:pt x="24505" y="80069"/>
                  <a:pt x="24505" y="76001"/>
                </a:cubicBezTo>
                <a:lnTo>
                  <a:pt x="24505" y="74152"/>
                </a:lnTo>
                <a:lnTo>
                  <a:pt x="33581" y="44195"/>
                </a:lnTo>
                <a:cubicBezTo>
                  <a:pt x="34912" y="39757"/>
                  <a:pt x="36364" y="34826"/>
                  <a:pt x="37937" y="29402"/>
                </a:cubicBezTo>
                <a:cubicBezTo>
                  <a:pt x="39510" y="23978"/>
                  <a:pt x="40781" y="20033"/>
                  <a:pt x="41749" y="17567"/>
                </a:cubicBezTo>
                <a:lnTo>
                  <a:pt x="42839" y="13684"/>
                </a:lnTo>
                <a:cubicBezTo>
                  <a:pt x="42839" y="13561"/>
                  <a:pt x="40055" y="13499"/>
                  <a:pt x="34489" y="13499"/>
                </a:cubicBezTo>
                <a:cubicBezTo>
                  <a:pt x="34246" y="13499"/>
                  <a:pt x="33581" y="13499"/>
                  <a:pt x="32492" y="13499"/>
                </a:cubicBezTo>
                <a:cubicBezTo>
                  <a:pt x="31403" y="13499"/>
                  <a:pt x="30555" y="13437"/>
                  <a:pt x="29951" y="13314"/>
                </a:cubicBezTo>
                <a:cubicBezTo>
                  <a:pt x="20512" y="13314"/>
                  <a:pt x="13130" y="17259"/>
                  <a:pt x="7805" y="25149"/>
                </a:cubicBezTo>
                <a:cubicBezTo>
                  <a:pt x="7200" y="26135"/>
                  <a:pt x="6716" y="26690"/>
                  <a:pt x="6353" y="26813"/>
                </a:cubicBezTo>
                <a:cubicBezTo>
                  <a:pt x="5990" y="26936"/>
                  <a:pt x="5143" y="27060"/>
                  <a:pt x="3812" y="2718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128" name="pdf-path-191">
            <a:extLst xmlns:a="http://schemas.openxmlformats.org/drawingml/2006/main">
              <a:ext uri="{FF2B5EF4-FFF2-40B4-BE49-F238E27FC236}">
                <a16:creationId xmlns:a16="http://schemas.microsoft.com/office/drawing/2014/main" id="{6DE7F5EE-2BC5-45E5-9DF9-610B40A1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369" y="357147"/>
            <a:ext cx="7261" cy="184732"/>
          </a:xfrm>
          <a:custGeom xmlns:a="http://schemas.openxmlformats.org/drawingml/2006/main">
            <a:pathLst>
              <a:path w="7261" h="184732">
                <a:moveTo>
                  <a:pt x="3630" y="184732"/>
                </a:moveTo>
                <a:lnTo>
                  <a:pt x="3267" y="184732"/>
                </a:lnTo>
                <a:cubicBezTo>
                  <a:pt x="1815" y="184732"/>
                  <a:pt x="726" y="183869"/>
                  <a:pt x="0" y="182143"/>
                </a:cubicBezTo>
                <a:lnTo>
                  <a:pt x="0" y="92274"/>
                </a:lnTo>
                <a:lnTo>
                  <a:pt x="181" y="2404"/>
                </a:lnTo>
                <a:cubicBezTo>
                  <a:pt x="1392" y="801"/>
                  <a:pt x="2541" y="0"/>
                  <a:pt x="3630" y="0"/>
                </a:cubicBezTo>
                <a:cubicBezTo>
                  <a:pt x="5203" y="0"/>
                  <a:pt x="6414" y="925"/>
                  <a:pt x="7261" y="2774"/>
                </a:cubicBezTo>
                <a:lnTo>
                  <a:pt x="7261" y="182143"/>
                </a:lnTo>
                <a:cubicBezTo>
                  <a:pt x="6293" y="183869"/>
                  <a:pt x="5203" y="184732"/>
                  <a:pt x="3994" y="184732"/>
                </a:cubicBezTo>
                <a:lnTo>
                  <a:pt x="3630" y="18473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129" name="pdf-path-193">
            <a:extLst xmlns:a="http://schemas.openxmlformats.org/drawingml/2006/main">
              <a:ext uri="{FF2B5EF4-FFF2-40B4-BE49-F238E27FC236}">
                <a16:creationId xmlns:a16="http://schemas.microsoft.com/office/drawing/2014/main" id="{8389FE0E-FBA1-44EB-A33F-7F4AEC48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8584" y="414009"/>
            <a:ext cx="78598" cy="83767"/>
          </a:xfrm>
          <a:custGeom xmlns:a="http://schemas.openxmlformats.org/drawingml/2006/main">
            <a:pathLst>
              <a:path w="78598" h="83767">
                <a:moveTo>
                  <a:pt x="56634" y="19231"/>
                </a:moveTo>
                <a:cubicBezTo>
                  <a:pt x="55424" y="19231"/>
                  <a:pt x="52217" y="18553"/>
                  <a:pt x="47013" y="17197"/>
                </a:cubicBezTo>
                <a:cubicBezTo>
                  <a:pt x="41810" y="15841"/>
                  <a:pt x="37998" y="15163"/>
                  <a:pt x="35578" y="15163"/>
                </a:cubicBezTo>
                <a:cubicBezTo>
                  <a:pt x="33158" y="15163"/>
                  <a:pt x="31100" y="15410"/>
                  <a:pt x="29406" y="15903"/>
                </a:cubicBezTo>
                <a:cubicBezTo>
                  <a:pt x="27712" y="16396"/>
                  <a:pt x="26320" y="17012"/>
                  <a:pt x="25231" y="17752"/>
                </a:cubicBezTo>
                <a:cubicBezTo>
                  <a:pt x="24142" y="18492"/>
                  <a:pt x="23416" y="19170"/>
                  <a:pt x="23053" y="19786"/>
                </a:cubicBezTo>
                <a:cubicBezTo>
                  <a:pt x="22690" y="20402"/>
                  <a:pt x="22266" y="21080"/>
                  <a:pt x="21782" y="21820"/>
                </a:cubicBezTo>
                <a:lnTo>
                  <a:pt x="21419" y="22560"/>
                </a:lnTo>
                <a:cubicBezTo>
                  <a:pt x="21056" y="22930"/>
                  <a:pt x="20148" y="23115"/>
                  <a:pt x="18697" y="23115"/>
                </a:cubicBezTo>
                <a:cubicBezTo>
                  <a:pt x="16155" y="23115"/>
                  <a:pt x="14884" y="22621"/>
                  <a:pt x="14884" y="21635"/>
                </a:cubicBezTo>
                <a:cubicBezTo>
                  <a:pt x="14884" y="21019"/>
                  <a:pt x="15066" y="20156"/>
                  <a:pt x="15429" y="19046"/>
                </a:cubicBezTo>
                <a:cubicBezTo>
                  <a:pt x="17002" y="14239"/>
                  <a:pt x="19604" y="10109"/>
                  <a:pt x="23235" y="6657"/>
                </a:cubicBezTo>
                <a:cubicBezTo>
                  <a:pt x="26865" y="3205"/>
                  <a:pt x="30858" y="1109"/>
                  <a:pt x="35215" y="370"/>
                </a:cubicBezTo>
                <a:cubicBezTo>
                  <a:pt x="36667" y="123"/>
                  <a:pt x="37696" y="0"/>
                  <a:pt x="38300" y="0"/>
                </a:cubicBezTo>
                <a:cubicBezTo>
                  <a:pt x="41326" y="0"/>
                  <a:pt x="44048" y="1048"/>
                  <a:pt x="46469" y="3143"/>
                </a:cubicBezTo>
                <a:cubicBezTo>
                  <a:pt x="48889" y="5239"/>
                  <a:pt x="51188" y="7273"/>
                  <a:pt x="53367" y="9246"/>
                </a:cubicBezTo>
                <a:cubicBezTo>
                  <a:pt x="55545" y="11218"/>
                  <a:pt x="57844" y="12266"/>
                  <a:pt x="60264" y="12390"/>
                </a:cubicBezTo>
                <a:cubicBezTo>
                  <a:pt x="62927" y="12390"/>
                  <a:pt x="65589" y="10355"/>
                  <a:pt x="68251" y="6287"/>
                </a:cubicBezTo>
                <a:cubicBezTo>
                  <a:pt x="70913" y="2219"/>
                  <a:pt x="72305" y="185"/>
                  <a:pt x="72426" y="185"/>
                </a:cubicBezTo>
                <a:cubicBezTo>
                  <a:pt x="72547" y="62"/>
                  <a:pt x="73455" y="0"/>
                  <a:pt x="75149" y="0"/>
                </a:cubicBezTo>
                <a:lnTo>
                  <a:pt x="77509" y="0"/>
                </a:lnTo>
                <a:cubicBezTo>
                  <a:pt x="78235" y="740"/>
                  <a:pt x="78598" y="1233"/>
                  <a:pt x="78598" y="1479"/>
                </a:cubicBezTo>
                <a:cubicBezTo>
                  <a:pt x="78598" y="1972"/>
                  <a:pt x="78295" y="2835"/>
                  <a:pt x="77690" y="4068"/>
                </a:cubicBezTo>
                <a:cubicBezTo>
                  <a:pt x="77085" y="5301"/>
                  <a:pt x="76238" y="6595"/>
                  <a:pt x="75149" y="7951"/>
                </a:cubicBezTo>
                <a:cubicBezTo>
                  <a:pt x="74060" y="9307"/>
                  <a:pt x="73031" y="10664"/>
                  <a:pt x="72063" y="12020"/>
                </a:cubicBezTo>
                <a:cubicBezTo>
                  <a:pt x="71095" y="13376"/>
                  <a:pt x="70248" y="14547"/>
                  <a:pt x="69522" y="15533"/>
                </a:cubicBezTo>
                <a:lnTo>
                  <a:pt x="68251" y="17197"/>
                </a:lnTo>
                <a:cubicBezTo>
                  <a:pt x="63048" y="23484"/>
                  <a:pt x="54819" y="31806"/>
                  <a:pt x="43564" y="42161"/>
                </a:cubicBezTo>
                <a:cubicBezTo>
                  <a:pt x="32310" y="52516"/>
                  <a:pt x="25352" y="59173"/>
                  <a:pt x="22690" y="62132"/>
                </a:cubicBezTo>
                <a:lnTo>
                  <a:pt x="20512" y="64351"/>
                </a:lnTo>
                <a:lnTo>
                  <a:pt x="23235" y="64536"/>
                </a:lnTo>
                <a:cubicBezTo>
                  <a:pt x="25897" y="64536"/>
                  <a:pt x="29769" y="65214"/>
                  <a:pt x="34852" y="66570"/>
                </a:cubicBezTo>
                <a:cubicBezTo>
                  <a:pt x="39934" y="67926"/>
                  <a:pt x="43746" y="68604"/>
                  <a:pt x="46287" y="68604"/>
                </a:cubicBezTo>
                <a:cubicBezTo>
                  <a:pt x="50886" y="68604"/>
                  <a:pt x="55121" y="67433"/>
                  <a:pt x="58994" y="65091"/>
                </a:cubicBezTo>
                <a:cubicBezTo>
                  <a:pt x="62866" y="62748"/>
                  <a:pt x="65407" y="59666"/>
                  <a:pt x="66618" y="55845"/>
                </a:cubicBezTo>
                <a:cubicBezTo>
                  <a:pt x="67102" y="54735"/>
                  <a:pt x="67525" y="54057"/>
                  <a:pt x="67888" y="53811"/>
                </a:cubicBezTo>
                <a:cubicBezTo>
                  <a:pt x="68251" y="53564"/>
                  <a:pt x="69159" y="53441"/>
                  <a:pt x="70611" y="53441"/>
                </a:cubicBezTo>
                <a:cubicBezTo>
                  <a:pt x="72910" y="53441"/>
                  <a:pt x="74060" y="54057"/>
                  <a:pt x="74060" y="55290"/>
                </a:cubicBezTo>
                <a:cubicBezTo>
                  <a:pt x="74060" y="55906"/>
                  <a:pt x="74000" y="56461"/>
                  <a:pt x="73878" y="56954"/>
                </a:cubicBezTo>
                <a:cubicBezTo>
                  <a:pt x="71821" y="64598"/>
                  <a:pt x="67828" y="70946"/>
                  <a:pt x="61898" y="76001"/>
                </a:cubicBezTo>
                <a:cubicBezTo>
                  <a:pt x="55968" y="81055"/>
                  <a:pt x="50039" y="83644"/>
                  <a:pt x="44109" y="83767"/>
                </a:cubicBezTo>
                <a:cubicBezTo>
                  <a:pt x="40963" y="83767"/>
                  <a:pt x="38180" y="82720"/>
                  <a:pt x="35759" y="80624"/>
                </a:cubicBezTo>
                <a:cubicBezTo>
                  <a:pt x="33339" y="78528"/>
                  <a:pt x="30979" y="76432"/>
                  <a:pt x="28680" y="74337"/>
                </a:cubicBezTo>
                <a:cubicBezTo>
                  <a:pt x="26381" y="72241"/>
                  <a:pt x="24081" y="71193"/>
                  <a:pt x="21782" y="71193"/>
                </a:cubicBezTo>
                <a:cubicBezTo>
                  <a:pt x="16458" y="71193"/>
                  <a:pt x="11677" y="74891"/>
                  <a:pt x="7442" y="82288"/>
                </a:cubicBezTo>
                <a:cubicBezTo>
                  <a:pt x="6716" y="83274"/>
                  <a:pt x="5687" y="83767"/>
                  <a:pt x="4356" y="83767"/>
                </a:cubicBezTo>
                <a:lnTo>
                  <a:pt x="3449" y="83767"/>
                </a:lnTo>
                <a:lnTo>
                  <a:pt x="1089" y="83767"/>
                </a:lnTo>
                <a:cubicBezTo>
                  <a:pt x="363" y="83028"/>
                  <a:pt x="0" y="82473"/>
                  <a:pt x="0" y="82103"/>
                </a:cubicBezTo>
                <a:cubicBezTo>
                  <a:pt x="0" y="80254"/>
                  <a:pt x="3510" y="74953"/>
                  <a:pt x="10528" y="66200"/>
                </a:cubicBezTo>
                <a:cubicBezTo>
                  <a:pt x="15248" y="60653"/>
                  <a:pt x="23235" y="52640"/>
                  <a:pt x="34489" y="42161"/>
                </a:cubicBezTo>
                <a:cubicBezTo>
                  <a:pt x="45743" y="31682"/>
                  <a:pt x="52701" y="25025"/>
                  <a:pt x="55363" y="22190"/>
                </a:cubicBezTo>
                <a:cubicBezTo>
                  <a:pt x="56816" y="20218"/>
                  <a:pt x="57239" y="19231"/>
                  <a:pt x="56634" y="1923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130" name="pdf-path-195">
            <a:extLst xmlns:a="http://schemas.openxmlformats.org/drawingml/2006/main">
              <a:ext uri="{FF2B5EF4-FFF2-40B4-BE49-F238E27FC236}">
                <a16:creationId xmlns:a16="http://schemas.microsoft.com/office/drawing/2014/main" id="{78C4B38C-934C-4FFD-8112-CB7F522D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6621" y="357054"/>
            <a:ext cx="43383" cy="184917"/>
          </a:xfrm>
          <a:custGeom xmlns:a="http://schemas.openxmlformats.org/drawingml/2006/main">
            <a:pathLst>
              <a:path w="43383" h="184917">
                <a:moveTo>
                  <a:pt x="908" y="185"/>
                </a:moveTo>
                <a:lnTo>
                  <a:pt x="1634" y="0"/>
                </a:lnTo>
                <a:cubicBezTo>
                  <a:pt x="2239" y="0"/>
                  <a:pt x="2844" y="0"/>
                  <a:pt x="3449" y="0"/>
                </a:cubicBezTo>
                <a:lnTo>
                  <a:pt x="5627" y="0"/>
                </a:lnTo>
                <a:lnTo>
                  <a:pt x="10710" y="4438"/>
                </a:lnTo>
                <a:cubicBezTo>
                  <a:pt x="22085" y="14917"/>
                  <a:pt x="30374" y="27984"/>
                  <a:pt x="35578" y="43640"/>
                </a:cubicBezTo>
                <a:cubicBezTo>
                  <a:pt x="40781" y="59297"/>
                  <a:pt x="43383" y="75569"/>
                  <a:pt x="43383" y="92458"/>
                </a:cubicBezTo>
                <a:cubicBezTo>
                  <a:pt x="43383" y="100841"/>
                  <a:pt x="42778" y="108916"/>
                  <a:pt x="41568" y="116683"/>
                </a:cubicBezTo>
                <a:cubicBezTo>
                  <a:pt x="40358" y="124449"/>
                  <a:pt x="38966" y="131044"/>
                  <a:pt x="37393" y="136469"/>
                </a:cubicBezTo>
                <a:cubicBezTo>
                  <a:pt x="35820" y="141893"/>
                  <a:pt x="33581" y="147317"/>
                  <a:pt x="30677" y="152741"/>
                </a:cubicBezTo>
                <a:cubicBezTo>
                  <a:pt x="27773" y="158166"/>
                  <a:pt x="25473" y="162295"/>
                  <a:pt x="23779" y="165131"/>
                </a:cubicBezTo>
                <a:cubicBezTo>
                  <a:pt x="22085" y="167966"/>
                  <a:pt x="19604" y="171110"/>
                  <a:pt x="16337" y="174562"/>
                </a:cubicBezTo>
                <a:cubicBezTo>
                  <a:pt x="13069" y="178013"/>
                  <a:pt x="11133" y="180047"/>
                  <a:pt x="10528" y="180664"/>
                </a:cubicBezTo>
                <a:cubicBezTo>
                  <a:pt x="9923" y="181280"/>
                  <a:pt x="8532" y="182451"/>
                  <a:pt x="6353" y="184177"/>
                </a:cubicBezTo>
                <a:cubicBezTo>
                  <a:pt x="5990" y="184547"/>
                  <a:pt x="5748" y="184794"/>
                  <a:pt x="5627" y="184917"/>
                </a:cubicBezTo>
                <a:lnTo>
                  <a:pt x="3449" y="184917"/>
                </a:lnTo>
                <a:cubicBezTo>
                  <a:pt x="2481" y="184917"/>
                  <a:pt x="1815" y="184917"/>
                  <a:pt x="1452" y="184917"/>
                </a:cubicBezTo>
                <a:cubicBezTo>
                  <a:pt x="1089" y="184917"/>
                  <a:pt x="787" y="184732"/>
                  <a:pt x="545" y="184362"/>
                </a:cubicBezTo>
                <a:cubicBezTo>
                  <a:pt x="303" y="183992"/>
                  <a:pt x="121" y="183437"/>
                  <a:pt x="0" y="182698"/>
                </a:cubicBezTo>
                <a:cubicBezTo>
                  <a:pt x="121" y="182575"/>
                  <a:pt x="787" y="181773"/>
                  <a:pt x="1997" y="180294"/>
                </a:cubicBezTo>
                <a:cubicBezTo>
                  <a:pt x="20754" y="160446"/>
                  <a:pt x="30132" y="131168"/>
                  <a:pt x="30132" y="92458"/>
                </a:cubicBezTo>
                <a:cubicBezTo>
                  <a:pt x="30132" y="53749"/>
                  <a:pt x="20754" y="24471"/>
                  <a:pt x="1997" y="4623"/>
                </a:cubicBezTo>
                <a:cubicBezTo>
                  <a:pt x="787" y="3143"/>
                  <a:pt x="121" y="2342"/>
                  <a:pt x="0" y="2219"/>
                </a:cubicBezTo>
                <a:cubicBezTo>
                  <a:pt x="0" y="1233"/>
                  <a:pt x="303" y="555"/>
                  <a:pt x="908" y="18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131" name="pdf-path-197">
            <a:extLst xmlns:a="http://schemas.openxmlformats.org/drawingml/2006/main">
              <a:ext uri="{FF2B5EF4-FFF2-40B4-BE49-F238E27FC236}">
                <a16:creationId xmlns:a16="http://schemas.microsoft.com/office/drawing/2014/main" id="{AD5884A2-7666-4FE3-8862-E9DE7D24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823" y="274869"/>
            <a:ext cx="503385" cy="328741"/>
          </a:xfrm>
          <a:custGeom xmlns:a="http://schemas.openxmlformats.org/drawingml/2006/main">
            <a:pathLst>
              <a:path w="503385" h="328741">
                <a:moveTo>
                  <a:pt x="179780" y="0"/>
                </a:moveTo>
                <a:lnTo>
                  <a:pt x="241419" y="0"/>
                </a:lnTo>
                <a:lnTo>
                  <a:pt x="241419" y="20546"/>
                </a:lnTo>
                <a:lnTo>
                  <a:pt x="179780" y="20546"/>
                </a:lnTo>
                <a:lnTo>
                  <a:pt x="179780" y="0"/>
                </a:lnTo>
                <a:moveTo>
                  <a:pt x="303058" y="0"/>
                </a:moveTo>
                <a:lnTo>
                  <a:pt x="364697" y="0"/>
                </a:lnTo>
                <a:lnTo>
                  <a:pt x="364697" y="20546"/>
                </a:lnTo>
                <a:lnTo>
                  <a:pt x="303058" y="20546"/>
                </a:lnTo>
                <a:lnTo>
                  <a:pt x="303058" y="0"/>
                </a:lnTo>
                <a:moveTo>
                  <a:pt x="426336" y="0"/>
                </a:moveTo>
                <a:lnTo>
                  <a:pt x="446882" y="0"/>
                </a:lnTo>
                <a:cubicBezTo>
                  <a:pt x="465519" y="0"/>
                  <a:pt x="480491" y="7408"/>
                  <a:pt x="491798" y="22223"/>
                </a:cubicBezTo>
                <a:lnTo>
                  <a:pt x="475465" y="34688"/>
                </a:lnTo>
                <a:cubicBezTo>
                  <a:pt x="468270" y="25260"/>
                  <a:pt x="458742" y="20546"/>
                  <a:pt x="446882" y="20546"/>
                </a:cubicBezTo>
                <a:lnTo>
                  <a:pt x="426336" y="20546"/>
                </a:lnTo>
                <a:lnTo>
                  <a:pt x="426336" y="0"/>
                </a:lnTo>
                <a:moveTo>
                  <a:pt x="503385" y="88469"/>
                </a:moveTo>
                <a:lnTo>
                  <a:pt x="503385" y="150108"/>
                </a:lnTo>
                <a:lnTo>
                  <a:pt x="482838" y="150108"/>
                </a:lnTo>
                <a:lnTo>
                  <a:pt x="482838" y="88469"/>
                </a:lnTo>
                <a:lnTo>
                  <a:pt x="503385" y="88469"/>
                </a:lnTo>
                <a:moveTo>
                  <a:pt x="503385" y="211747"/>
                </a:moveTo>
                <a:lnTo>
                  <a:pt x="503385" y="272239"/>
                </a:lnTo>
                <a:cubicBezTo>
                  <a:pt x="503385" y="272669"/>
                  <a:pt x="503380" y="273102"/>
                  <a:pt x="503370" y="273540"/>
                </a:cubicBezTo>
                <a:lnTo>
                  <a:pt x="482829" y="273068"/>
                </a:lnTo>
                <a:cubicBezTo>
                  <a:pt x="482835" y="272795"/>
                  <a:pt x="482838" y="272518"/>
                  <a:pt x="482838" y="272239"/>
                </a:cubicBezTo>
                <a:lnTo>
                  <a:pt x="482838" y="211747"/>
                </a:lnTo>
                <a:lnTo>
                  <a:pt x="503385" y="211747"/>
                </a:lnTo>
                <a:moveTo>
                  <a:pt x="456136" y="327978"/>
                </a:moveTo>
                <a:cubicBezTo>
                  <a:pt x="453073" y="328487"/>
                  <a:pt x="449988" y="328741"/>
                  <a:pt x="446882" y="328741"/>
                </a:cubicBezTo>
                <a:lnTo>
                  <a:pt x="393221" y="328741"/>
                </a:lnTo>
                <a:lnTo>
                  <a:pt x="393221" y="308195"/>
                </a:lnTo>
                <a:lnTo>
                  <a:pt x="446882" y="308195"/>
                </a:lnTo>
                <a:cubicBezTo>
                  <a:pt x="448859" y="308195"/>
                  <a:pt x="450821" y="308033"/>
                  <a:pt x="452771" y="307709"/>
                </a:cubicBezTo>
                <a:lnTo>
                  <a:pt x="456136" y="327978"/>
                </a:lnTo>
                <a:moveTo>
                  <a:pt x="331583" y="328741"/>
                </a:moveTo>
                <a:lnTo>
                  <a:pt x="269944" y="328741"/>
                </a:lnTo>
                <a:lnTo>
                  <a:pt x="269944" y="308195"/>
                </a:lnTo>
                <a:lnTo>
                  <a:pt x="331583" y="308195"/>
                </a:lnTo>
                <a:lnTo>
                  <a:pt x="331583" y="328741"/>
                </a:lnTo>
                <a:moveTo>
                  <a:pt x="208305" y="328741"/>
                </a:moveTo>
                <a:lnTo>
                  <a:pt x="146666" y="328741"/>
                </a:lnTo>
                <a:lnTo>
                  <a:pt x="146666" y="308195"/>
                </a:lnTo>
                <a:lnTo>
                  <a:pt x="208305" y="308195"/>
                </a:lnTo>
                <a:lnTo>
                  <a:pt x="208305" y="328741"/>
                </a:lnTo>
                <a:moveTo>
                  <a:pt x="85027" y="328741"/>
                </a:moveTo>
                <a:lnTo>
                  <a:pt x="56503" y="328741"/>
                </a:lnTo>
                <a:cubicBezTo>
                  <a:pt x="42059" y="328741"/>
                  <a:pt x="29467" y="323913"/>
                  <a:pt x="18725" y="314256"/>
                </a:cubicBezTo>
                <a:lnTo>
                  <a:pt x="32463" y="298977"/>
                </a:lnTo>
                <a:cubicBezTo>
                  <a:pt x="39298" y="305122"/>
                  <a:pt x="47311" y="308195"/>
                  <a:pt x="56503" y="308195"/>
                </a:cubicBezTo>
                <a:lnTo>
                  <a:pt x="85027" y="308195"/>
                </a:lnTo>
                <a:lnTo>
                  <a:pt x="85027" y="328741"/>
                </a:lnTo>
                <a:moveTo>
                  <a:pt x="0" y="248250"/>
                </a:moveTo>
                <a:lnTo>
                  <a:pt x="0" y="186611"/>
                </a:lnTo>
                <a:lnTo>
                  <a:pt x="20547" y="186611"/>
                </a:lnTo>
                <a:lnTo>
                  <a:pt x="20547" y="248250"/>
                </a:lnTo>
                <a:lnTo>
                  <a:pt x="0" y="248250"/>
                </a:lnTo>
                <a:moveTo>
                  <a:pt x="0" y="124972"/>
                </a:moveTo>
                <a:lnTo>
                  <a:pt x="0" y="63333"/>
                </a:lnTo>
                <a:lnTo>
                  <a:pt x="20547" y="63333"/>
                </a:lnTo>
                <a:lnTo>
                  <a:pt x="20547" y="124972"/>
                </a:lnTo>
                <a:lnTo>
                  <a:pt x="0" y="124972"/>
                </a:lnTo>
                <a:moveTo>
                  <a:pt x="37757" y="3200"/>
                </a:moveTo>
                <a:cubicBezTo>
                  <a:pt x="43823" y="1067"/>
                  <a:pt x="50072" y="0"/>
                  <a:pt x="56503" y="0"/>
                </a:cubicBezTo>
                <a:lnTo>
                  <a:pt x="118141" y="0"/>
                </a:lnTo>
                <a:lnTo>
                  <a:pt x="118141" y="20546"/>
                </a:lnTo>
                <a:lnTo>
                  <a:pt x="56503" y="20546"/>
                </a:lnTo>
                <a:cubicBezTo>
                  <a:pt x="52410" y="20546"/>
                  <a:pt x="48434" y="21225"/>
                  <a:pt x="44573" y="22583"/>
                </a:cubicBezTo>
                <a:lnTo>
                  <a:pt x="37757" y="3200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pdf-path-198">
            <a:extLst xmlns:a="http://schemas.openxmlformats.org/drawingml/2006/main">
              <a:ext uri="{FF2B5EF4-FFF2-40B4-BE49-F238E27FC236}">
                <a16:creationId xmlns:a16="http://schemas.microsoft.com/office/drawing/2014/main" id="{B92DDE10-4514-4AEB-9772-169CEA9D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213" y="274869"/>
            <a:ext cx="791033" cy="328741"/>
          </a:xfrm>
          <a:custGeom xmlns:a="http://schemas.openxmlformats.org/drawingml/2006/main">
            <a:pathLst>
              <a:path w="791033" h="328741">
                <a:moveTo>
                  <a:pt x="179781" y="0"/>
                </a:moveTo>
                <a:lnTo>
                  <a:pt x="241419" y="0"/>
                </a:lnTo>
                <a:lnTo>
                  <a:pt x="241419" y="20546"/>
                </a:lnTo>
                <a:lnTo>
                  <a:pt x="179781" y="20546"/>
                </a:lnTo>
                <a:lnTo>
                  <a:pt x="179781" y="0"/>
                </a:lnTo>
                <a:moveTo>
                  <a:pt x="303058" y="0"/>
                </a:moveTo>
                <a:lnTo>
                  <a:pt x="364698" y="0"/>
                </a:lnTo>
                <a:lnTo>
                  <a:pt x="364698" y="20546"/>
                </a:lnTo>
                <a:lnTo>
                  <a:pt x="303058" y="20546"/>
                </a:lnTo>
                <a:lnTo>
                  <a:pt x="303058" y="0"/>
                </a:lnTo>
                <a:moveTo>
                  <a:pt x="426336" y="0"/>
                </a:moveTo>
                <a:lnTo>
                  <a:pt x="487975" y="0"/>
                </a:lnTo>
                <a:lnTo>
                  <a:pt x="487975" y="20546"/>
                </a:lnTo>
                <a:lnTo>
                  <a:pt x="426336" y="20546"/>
                </a:lnTo>
                <a:lnTo>
                  <a:pt x="426336" y="0"/>
                </a:lnTo>
                <a:moveTo>
                  <a:pt x="549614" y="0"/>
                </a:moveTo>
                <a:lnTo>
                  <a:pt x="611253" y="0"/>
                </a:lnTo>
                <a:lnTo>
                  <a:pt x="611253" y="20546"/>
                </a:lnTo>
                <a:lnTo>
                  <a:pt x="549614" y="20546"/>
                </a:lnTo>
                <a:lnTo>
                  <a:pt x="549614" y="0"/>
                </a:lnTo>
                <a:moveTo>
                  <a:pt x="672892" y="0"/>
                </a:moveTo>
                <a:lnTo>
                  <a:pt x="734531" y="0"/>
                </a:lnTo>
                <a:lnTo>
                  <a:pt x="734531" y="20546"/>
                </a:lnTo>
                <a:lnTo>
                  <a:pt x="672892" y="20546"/>
                </a:lnTo>
                <a:lnTo>
                  <a:pt x="672892" y="0"/>
                </a:lnTo>
                <a:moveTo>
                  <a:pt x="790028" y="45889"/>
                </a:moveTo>
                <a:cubicBezTo>
                  <a:pt x="790699" y="49395"/>
                  <a:pt x="791033" y="52932"/>
                  <a:pt x="791033" y="56502"/>
                </a:cubicBezTo>
                <a:lnTo>
                  <a:pt x="791033" y="109016"/>
                </a:lnTo>
                <a:lnTo>
                  <a:pt x="770487" y="109016"/>
                </a:lnTo>
                <a:lnTo>
                  <a:pt x="770487" y="56502"/>
                </a:lnTo>
                <a:cubicBezTo>
                  <a:pt x="770487" y="54231"/>
                  <a:pt x="770274" y="51980"/>
                  <a:pt x="769847" y="49748"/>
                </a:cubicBezTo>
                <a:lnTo>
                  <a:pt x="790028" y="45889"/>
                </a:lnTo>
                <a:moveTo>
                  <a:pt x="791033" y="170655"/>
                </a:moveTo>
                <a:lnTo>
                  <a:pt x="791033" y="232294"/>
                </a:lnTo>
                <a:lnTo>
                  <a:pt x="770487" y="232294"/>
                </a:lnTo>
                <a:lnTo>
                  <a:pt x="770487" y="170655"/>
                </a:lnTo>
                <a:lnTo>
                  <a:pt x="791033" y="170655"/>
                </a:lnTo>
                <a:moveTo>
                  <a:pt x="784967" y="297707"/>
                </a:moveTo>
                <a:cubicBezTo>
                  <a:pt x="774520" y="318396"/>
                  <a:pt x="757708" y="328741"/>
                  <a:pt x="734531" y="328741"/>
                </a:cubicBezTo>
                <a:lnTo>
                  <a:pt x="721963" y="328741"/>
                </a:lnTo>
                <a:lnTo>
                  <a:pt x="721963" y="308195"/>
                </a:lnTo>
                <a:lnTo>
                  <a:pt x="734531" y="308195"/>
                </a:lnTo>
                <a:cubicBezTo>
                  <a:pt x="749281" y="308195"/>
                  <a:pt x="759979" y="301612"/>
                  <a:pt x="766628" y="288446"/>
                </a:cubicBezTo>
                <a:lnTo>
                  <a:pt x="784967" y="297707"/>
                </a:lnTo>
                <a:moveTo>
                  <a:pt x="660324" y="328741"/>
                </a:moveTo>
                <a:lnTo>
                  <a:pt x="598685" y="328741"/>
                </a:lnTo>
                <a:lnTo>
                  <a:pt x="598685" y="308195"/>
                </a:lnTo>
                <a:lnTo>
                  <a:pt x="660324" y="308195"/>
                </a:lnTo>
                <a:lnTo>
                  <a:pt x="660324" y="328741"/>
                </a:lnTo>
                <a:moveTo>
                  <a:pt x="537046" y="328741"/>
                </a:moveTo>
                <a:lnTo>
                  <a:pt x="475407" y="328741"/>
                </a:lnTo>
                <a:lnTo>
                  <a:pt x="475407" y="308195"/>
                </a:lnTo>
                <a:lnTo>
                  <a:pt x="537046" y="308195"/>
                </a:lnTo>
                <a:lnTo>
                  <a:pt x="537046" y="328741"/>
                </a:lnTo>
                <a:moveTo>
                  <a:pt x="413768" y="328741"/>
                </a:moveTo>
                <a:lnTo>
                  <a:pt x="352129" y="328741"/>
                </a:lnTo>
                <a:lnTo>
                  <a:pt x="352129" y="308195"/>
                </a:lnTo>
                <a:lnTo>
                  <a:pt x="413768" y="308195"/>
                </a:lnTo>
                <a:lnTo>
                  <a:pt x="413768" y="328741"/>
                </a:lnTo>
                <a:moveTo>
                  <a:pt x="290490" y="328741"/>
                </a:moveTo>
                <a:lnTo>
                  <a:pt x="228851" y="328741"/>
                </a:lnTo>
                <a:lnTo>
                  <a:pt x="228851" y="308195"/>
                </a:lnTo>
                <a:lnTo>
                  <a:pt x="290490" y="308195"/>
                </a:lnTo>
                <a:lnTo>
                  <a:pt x="290490" y="328741"/>
                </a:lnTo>
                <a:moveTo>
                  <a:pt x="167212" y="328741"/>
                </a:moveTo>
                <a:lnTo>
                  <a:pt x="105573" y="328741"/>
                </a:lnTo>
                <a:lnTo>
                  <a:pt x="105573" y="308195"/>
                </a:lnTo>
                <a:lnTo>
                  <a:pt x="167212" y="308195"/>
                </a:lnTo>
                <a:lnTo>
                  <a:pt x="167212" y="328741"/>
                </a:lnTo>
                <a:moveTo>
                  <a:pt x="41790" y="326792"/>
                </a:moveTo>
                <a:cubicBezTo>
                  <a:pt x="13930" y="319279"/>
                  <a:pt x="0" y="301094"/>
                  <a:pt x="0" y="272239"/>
                </a:cubicBezTo>
                <a:lnTo>
                  <a:pt x="0" y="268796"/>
                </a:lnTo>
                <a:lnTo>
                  <a:pt x="20546" y="268796"/>
                </a:lnTo>
                <a:lnTo>
                  <a:pt x="20546" y="272239"/>
                </a:lnTo>
                <a:cubicBezTo>
                  <a:pt x="20546" y="290601"/>
                  <a:pt x="29411" y="302173"/>
                  <a:pt x="47140" y="306954"/>
                </a:cubicBezTo>
                <a:lnTo>
                  <a:pt x="41790" y="326792"/>
                </a:lnTo>
                <a:moveTo>
                  <a:pt x="0" y="207157"/>
                </a:moveTo>
                <a:lnTo>
                  <a:pt x="0" y="145518"/>
                </a:lnTo>
                <a:lnTo>
                  <a:pt x="20546" y="145518"/>
                </a:lnTo>
                <a:lnTo>
                  <a:pt x="20546" y="207157"/>
                </a:lnTo>
                <a:lnTo>
                  <a:pt x="0" y="207157"/>
                </a:lnTo>
                <a:moveTo>
                  <a:pt x="0" y="83879"/>
                </a:moveTo>
                <a:lnTo>
                  <a:pt x="0" y="56502"/>
                </a:lnTo>
                <a:cubicBezTo>
                  <a:pt x="0" y="41475"/>
                  <a:pt x="5172" y="28511"/>
                  <a:pt x="15515" y="17611"/>
                </a:cubicBezTo>
                <a:lnTo>
                  <a:pt x="30419" y="31753"/>
                </a:lnTo>
                <a:cubicBezTo>
                  <a:pt x="23837" y="38690"/>
                  <a:pt x="20546" y="46939"/>
                  <a:pt x="20546" y="56502"/>
                </a:cubicBezTo>
                <a:lnTo>
                  <a:pt x="20546" y="83879"/>
                </a:lnTo>
                <a:lnTo>
                  <a:pt x="0" y="83879"/>
                </a:lnTo>
                <a:moveTo>
                  <a:pt x="56503" y="0"/>
                </a:moveTo>
                <a:lnTo>
                  <a:pt x="118141" y="0"/>
                </a:lnTo>
                <a:lnTo>
                  <a:pt x="118141" y="20546"/>
                </a:lnTo>
                <a:lnTo>
                  <a:pt x="56503" y="20546"/>
                </a:lnTo>
                <a:lnTo>
                  <a:pt x="56503" y="0"/>
                </a:lnTo>
              </a:path>
            </a:pathLst>
          </a:custGeom>
          <a:solidFill xmlns:a="http://schemas.openxmlformats.org/drawingml/2006/main">
            <a:srgbClr val="FF66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pdf-text-25-0">
            <a:extLst xmlns:a="http://schemas.openxmlformats.org/drawingml/2006/main">
              <a:ext uri="{FF2B5EF4-FFF2-40B4-BE49-F238E27FC236}">
                <a16:creationId xmlns:a16="http://schemas.microsoft.com/office/drawing/2014/main" id="{B194480C-093C-473B-A120-05329231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75" y="354087"/>
            <a:ext cx="1132915" cy="195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3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3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3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MI objectives</a:t>
            </a:r>
          </a:p>
        </p:txBody>
      </p:sp>
      <p:sp>
        <p:nvSpPr>
          <p:cNvPr id="134" name="pdf-path-200">
            <a:extLst xmlns:a="http://schemas.openxmlformats.org/drawingml/2006/main">
              <a:ext uri="{FF2B5EF4-FFF2-40B4-BE49-F238E27FC236}">
                <a16:creationId xmlns:a16="http://schemas.microsoft.com/office/drawing/2014/main" id="{2A60B740-8074-4436-B771-07758515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8711" y="1291912"/>
            <a:ext cx="2845666" cy="1386877"/>
          </a:xfrm>
          <a:custGeom xmlns:a="http://schemas.openxmlformats.org/drawingml/2006/main">
            <a:pathLst>
              <a:path w="2845666" h="1386877">
                <a:moveTo>
                  <a:pt x="0" y="1386877"/>
                </a:moveTo>
                <a:lnTo>
                  <a:pt x="821852" y="1386877"/>
                </a:lnTo>
                <a:lnTo>
                  <a:pt x="2023813" y="0"/>
                </a:lnTo>
                <a:lnTo>
                  <a:pt x="2845666" y="0"/>
                </a:lnTo>
              </a:path>
            </a:pathLst>
          </a:custGeom>
          <a:noFill xmlns:a="http://schemas.openxmlformats.org/drawingml/2006/main"/>
          <a:ln xmlns:a="http://schemas.openxmlformats.org/drawingml/2006/main" w="41093">
            <a:solidFill>
              <a:srgbClr val="FF66B3"/>
            </a:solidFill>
            <a:prstDash val="solid"/>
          </a:ln>
        </p:spPr>
      </p:sp>
      <p:sp>
        <p:nvSpPr>
          <p:cNvPr id="135" name="pdf-path-201">
            <a:extLst xmlns:a="http://schemas.openxmlformats.org/drawingml/2006/main">
              <a:ext uri="{FF2B5EF4-FFF2-40B4-BE49-F238E27FC236}">
                <a16:creationId xmlns:a16="http://schemas.microsoft.com/office/drawing/2014/main" id="{E8399161-6E41-4FE4-9C7B-8BD01DE0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9218" y="1271366"/>
            <a:ext cx="2722466" cy="30819"/>
          </a:xfrm>
          <a:custGeom xmlns:a="http://schemas.openxmlformats.org/drawingml/2006/main">
            <a:pathLst>
              <a:path w="2722466" h="30819">
                <a:moveTo>
                  <a:pt x="78" y="0"/>
                </a:moveTo>
                <a:lnTo>
                  <a:pt x="20625" y="77"/>
                </a:lnTo>
                <a:lnTo>
                  <a:pt x="20546" y="20624"/>
                </a:lnTo>
                <a:lnTo>
                  <a:pt x="0" y="20546"/>
                </a:lnTo>
                <a:moveTo>
                  <a:pt x="41171" y="155"/>
                </a:moveTo>
                <a:lnTo>
                  <a:pt x="61716" y="233"/>
                </a:lnTo>
                <a:lnTo>
                  <a:pt x="61638" y="20779"/>
                </a:lnTo>
                <a:lnTo>
                  <a:pt x="41093" y="20701"/>
                </a:lnTo>
                <a:moveTo>
                  <a:pt x="82263" y="310"/>
                </a:moveTo>
                <a:lnTo>
                  <a:pt x="102809" y="388"/>
                </a:lnTo>
                <a:lnTo>
                  <a:pt x="102732" y="20934"/>
                </a:lnTo>
                <a:lnTo>
                  <a:pt x="82185" y="20856"/>
                </a:lnTo>
                <a:moveTo>
                  <a:pt x="123355" y="465"/>
                </a:moveTo>
                <a:lnTo>
                  <a:pt x="143901" y="543"/>
                </a:lnTo>
                <a:lnTo>
                  <a:pt x="143823" y="21089"/>
                </a:lnTo>
                <a:lnTo>
                  <a:pt x="123278" y="21011"/>
                </a:lnTo>
                <a:moveTo>
                  <a:pt x="164448" y="620"/>
                </a:moveTo>
                <a:lnTo>
                  <a:pt x="184994" y="698"/>
                </a:lnTo>
                <a:lnTo>
                  <a:pt x="184916" y="21244"/>
                </a:lnTo>
                <a:lnTo>
                  <a:pt x="164370" y="21166"/>
                </a:lnTo>
                <a:moveTo>
                  <a:pt x="205540" y="775"/>
                </a:moveTo>
                <a:lnTo>
                  <a:pt x="226086" y="853"/>
                </a:lnTo>
                <a:lnTo>
                  <a:pt x="226007" y="21399"/>
                </a:lnTo>
                <a:lnTo>
                  <a:pt x="205462" y="21322"/>
                </a:lnTo>
                <a:moveTo>
                  <a:pt x="246632" y="930"/>
                </a:moveTo>
                <a:lnTo>
                  <a:pt x="267178" y="1008"/>
                </a:lnTo>
                <a:lnTo>
                  <a:pt x="267101" y="21554"/>
                </a:lnTo>
                <a:lnTo>
                  <a:pt x="246554" y="21477"/>
                </a:lnTo>
                <a:moveTo>
                  <a:pt x="287724" y="1085"/>
                </a:moveTo>
                <a:lnTo>
                  <a:pt x="308270" y="1163"/>
                </a:lnTo>
                <a:lnTo>
                  <a:pt x="308193" y="21709"/>
                </a:lnTo>
                <a:lnTo>
                  <a:pt x="287647" y="21632"/>
                </a:lnTo>
                <a:moveTo>
                  <a:pt x="328817" y="1240"/>
                </a:moveTo>
                <a:lnTo>
                  <a:pt x="349363" y="1318"/>
                </a:lnTo>
                <a:lnTo>
                  <a:pt x="349285" y="21864"/>
                </a:lnTo>
                <a:lnTo>
                  <a:pt x="328739" y="21787"/>
                </a:lnTo>
                <a:moveTo>
                  <a:pt x="369909" y="1395"/>
                </a:moveTo>
                <a:lnTo>
                  <a:pt x="390456" y="1473"/>
                </a:lnTo>
                <a:lnTo>
                  <a:pt x="390378" y="22019"/>
                </a:lnTo>
                <a:lnTo>
                  <a:pt x="369831" y="21942"/>
                </a:lnTo>
                <a:moveTo>
                  <a:pt x="411001" y="1551"/>
                </a:moveTo>
                <a:lnTo>
                  <a:pt x="431547" y="1628"/>
                </a:lnTo>
                <a:lnTo>
                  <a:pt x="431470" y="22174"/>
                </a:lnTo>
                <a:lnTo>
                  <a:pt x="410923" y="22097"/>
                </a:lnTo>
                <a:moveTo>
                  <a:pt x="452094" y="1706"/>
                </a:moveTo>
                <a:lnTo>
                  <a:pt x="472640" y="1783"/>
                </a:lnTo>
                <a:lnTo>
                  <a:pt x="472563" y="22329"/>
                </a:lnTo>
                <a:lnTo>
                  <a:pt x="452017" y="22252"/>
                </a:lnTo>
                <a:moveTo>
                  <a:pt x="493186" y="1861"/>
                </a:moveTo>
                <a:lnTo>
                  <a:pt x="513733" y="1938"/>
                </a:lnTo>
                <a:lnTo>
                  <a:pt x="513654" y="22484"/>
                </a:lnTo>
                <a:lnTo>
                  <a:pt x="493108" y="22407"/>
                </a:lnTo>
                <a:moveTo>
                  <a:pt x="534279" y="2016"/>
                </a:moveTo>
                <a:lnTo>
                  <a:pt x="554825" y="2093"/>
                </a:lnTo>
                <a:lnTo>
                  <a:pt x="554747" y="22640"/>
                </a:lnTo>
                <a:lnTo>
                  <a:pt x="534201" y="22562"/>
                </a:lnTo>
                <a:moveTo>
                  <a:pt x="575371" y="2171"/>
                </a:moveTo>
                <a:lnTo>
                  <a:pt x="595917" y="2248"/>
                </a:lnTo>
                <a:lnTo>
                  <a:pt x="595840" y="22794"/>
                </a:lnTo>
                <a:lnTo>
                  <a:pt x="575293" y="22717"/>
                </a:lnTo>
                <a:moveTo>
                  <a:pt x="616463" y="2326"/>
                </a:moveTo>
                <a:lnTo>
                  <a:pt x="637009" y="2404"/>
                </a:lnTo>
                <a:lnTo>
                  <a:pt x="636932" y="22950"/>
                </a:lnTo>
                <a:lnTo>
                  <a:pt x="616386" y="22872"/>
                </a:lnTo>
                <a:moveTo>
                  <a:pt x="657556" y="2481"/>
                </a:moveTo>
                <a:lnTo>
                  <a:pt x="678102" y="2559"/>
                </a:lnTo>
                <a:lnTo>
                  <a:pt x="678024" y="23105"/>
                </a:lnTo>
                <a:lnTo>
                  <a:pt x="657478" y="23027"/>
                </a:lnTo>
                <a:moveTo>
                  <a:pt x="698648" y="2636"/>
                </a:moveTo>
                <a:lnTo>
                  <a:pt x="719194" y="2714"/>
                </a:lnTo>
                <a:lnTo>
                  <a:pt x="719116" y="23260"/>
                </a:lnTo>
                <a:lnTo>
                  <a:pt x="698570" y="23182"/>
                </a:lnTo>
                <a:moveTo>
                  <a:pt x="739741" y="2791"/>
                </a:moveTo>
                <a:lnTo>
                  <a:pt x="760286" y="2869"/>
                </a:lnTo>
                <a:lnTo>
                  <a:pt x="760209" y="23415"/>
                </a:lnTo>
                <a:lnTo>
                  <a:pt x="739662" y="23337"/>
                </a:lnTo>
                <a:moveTo>
                  <a:pt x="780832" y="2946"/>
                </a:moveTo>
                <a:lnTo>
                  <a:pt x="801379" y="3024"/>
                </a:lnTo>
                <a:lnTo>
                  <a:pt x="801301" y="23570"/>
                </a:lnTo>
                <a:lnTo>
                  <a:pt x="780755" y="23493"/>
                </a:lnTo>
                <a:moveTo>
                  <a:pt x="821925" y="3101"/>
                </a:moveTo>
                <a:lnTo>
                  <a:pt x="842471" y="3179"/>
                </a:lnTo>
                <a:lnTo>
                  <a:pt x="842393" y="23725"/>
                </a:lnTo>
                <a:lnTo>
                  <a:pt x="821848" y="23648"/>
                </a:lnTo>
                <a:moveTo>
                  <a:pt x="863018" y="3256"/>
                </a:moveTo>
                <a:lnTo>
                  <a:pt x="883564" y="3334"/>
                </a:lnTo>
                <a:lnTo>
                  <a:pt x="883486" y="23880"/>
                </a:lnTo>
                <a:lnTo>
                  <a:pt x="862939" y="23803"/>
                </a:lnTo>
                <a:moveTo>
                  <a:pt x="904110" y="3411"/>
                </a:moveTo>
                <a:lnTo>
                  <a:pt x="924656" y="3489"/>
                </a:lnTo>
                <a:lnTo>
                  <a:pt x="924578" y="24035"/>
                </a:lnTo>
                <a:lnTo>
                  <a:pt x="904032" y="23958"/>
                </a:lnTo>
                <a:moveTo>
                  <a:pt x="945202" y="3566"/>
                </a:moveTo>
                <a:lnTo>
                  <a:pt x="965748" y="3644"/>
                </a:lnTo>
                <a:lnTo>
                  <a:pt x="965671" y="24190"/>
                </a:lnTo>
                <a:lnTo>
                  <a:pt x="945125" y="24113"/>
                </a:lnTo>
                <a:moveTo>
                  <a:pt x="986294" y="3722"/>
                </a:moveTo>
                <a:lnTo>
                  <a:pt x="1006841" y="3799"/>
                </a:lnTo>
                <a:lnTo>
                  <a:pt x="1006762" y="24345"/>
                </a:lnTo>
                <a:lnTo>
                  <a:pt x="986217" y="24268"/>
                </a:lnTo>
                <a:moveTo>
                  <a:pt x="1027387" y="3877"/>
                </a:moveTo>
                <a:lnTo>
                  <a:pt x="1047933" y="3954"/>
                </a:lnTo>
                <a:lnTo>
                  <a:pt x="1047855" y="24500"/>
                </a:lnTo>
                <a:lnTo>
                  <a:pt x="1027309" y="24423"/>
                </a:lnTo>
                <a:moveTo>
                  <a:pt x="1068479" y="4032"/>
                </a:moveTo>
                <a:lnTo>
                  <a:pt x="1089026" y="4109"/>
                </a:lnTo>
                <a:lnTo>
                  <a:pt x="1088947" y="24655"/>
                </a:lnTo>
                <a:lnTo>
                  <a:pt x="1068401" y="24578"/>
                </a:lnTo>
                <a:moveTo>
                  <a:pt x="1109571" y="4187"/>
                </a:moveTo>
                <a:lnTo>
                  <a:pt x="1130117" y="4264"/>
                </a:lnTo>
                <a:lnTo>
                  <a:pt x="1130040" y="24811"/>
                </a:lnTo>
                <a:lnTo>
                  <a:pt x="1109494" y="24733"/>
                </a:lnTo>
                <a:moveTo>
                  <a:pt x="1150663" y="4342"/>
                </a:moveTo>
                <a:lnTo>
                  <a:pt x="1171210" y="4419"/>
                </a:lnTo>
                <a:lnTo>
                  <a:pt x="1171133" y="24965"/>
                </a:lnTo>
                <a:lnTo>
                  <a:pt x="1150586" y="24888"/>
                </a:lnTo>
                <a:moveTo>
                  <a:pt x="1191756" y="4497"/>
                </a:moveTo>
                <a:lnTo>
                  <a:pt x="1212302" y="4575"/>
                </a:lnTo>
                <a:lnTo>
                  <a:pt x="1212224" y="25121"/>
                </a:lnTo>
                <a:lnTo>
                  <a:pt x="1191678" y="25043"/>
                </a:lnTo>
                <a:moveTo>
                  <a:pt x="1232849" y="4652"/>
                </a:moveTo>
                <a:lnTo>
                  <a:pt x="1253395" y="4730"/>
                </a:lnTo>
                <a:lnTo>
                  <a:pt x="1253317" y="25276"/>
                </a:lnTo>
                <a:lnTo>
                  <a:pt x="1232771" y="25198"/>
                </a:lnTo>
                <a:moveTo>
                  <a:pt x="1273941" y="4807"/>
                </a:moveTo>
                <a:lnTo>
                  <a:pt x="1294487" y="4885"/>
                </a:lnTo>
                <a:lnTo>
                  <a:pt x="1294409" y="25431"/>
                </a:lnTo>
                <a:lnTo>
                  <a:pt x="1273864" y="25353"/>
                </a:lnTo>
                <a:moveTo>
                  <a:pt x="1315033" y="4962"/>
                </a:moveTo>
                <a:lnTo>
                  <a:pt x="1335580" y="5040"/>
                </a:lnTo>
                <a:lnTo>
                  <a:pt x="1335502" y="25586"/>
                </a:lnTo>
                <a:lnTo>
                  <a:pt x="1314956" y="25508"/>
                </a:lnTo>
                <a:moveTo>
                  <a:pt x="1356126" y="5117"/>
                </a:moveTo>
                <a:lnTo>
                  <a:pt x="1376672" y="5195"/>
                </a:lnTo>
                <a:lnTo>
                  <a:pt x="1376594" y="25741"/>
                </a:lnTo>
                <a:lnTo>
                  <a:pt x="1356047" y="25663"/>
                </a:lnTo>
                <a:moveTo>
                  <a:pt x="1397218" y="5272"/>
                </a:moveTo>
                <a:lnTo>
                  <a:pt x="1417764" y="5350"/>
                </a:lnTo>
                <a:lnTo>
                  <a:pt x="1417686" y="25896"/>
                </a:lnTo>
                <a:lnTo>
                  <a:pt x="1397140" y="25818"/>
                </a:lnTo>
                <a:moveTo>
                  <a:pt x="1438310" y="5427"/>
                </a:moveTo>
                <a:lnTo>
                  <a:pt x="1458856" y="5505"/>
                </a:lnTo>
                <a:lnTo>
                  <a:pt x="1458779" y="26051"/>
                </a:lnTo>
                <a:lnTo>
                  <a:pt x="1438233" y="25973"/>
                </a:lnTo>
                <a:moveTo>
                  <a:pt x="1479402" y="5582"/>
                </a:moveTo>
                <a:lnTo>
                  <a:pt x="1499949" y="5660"/>
                </a:lnTo>
                <a:lnTo>
                  <a:pt x="1499871" y="26206"/>
                </a:lnTo>
                <a:lnTo>
                  <a:pt x="1479325" y="26128"/>
                </a:lnTo>
                <a:moveTo>
                  <a:pt x="1520496" y="5737"/>
                </a:moveTo>
                <a:lnTo>
                  <a:pt x="1541041" y="5815"/>
                </a:lnTo>
                <a:lnTo>
                  <a:pt x="1540963" y="26361"/>
                </a:lnTo>
                <a:lnTo>
                  <a:pt x="1520417" y="26283"/>
                </a:lnTo>
                <a:moveTo>
                  <a:pt x="1561587" y="5893"/>
                </a:moveTo>
                <a:lnTo>
                  <a:pt x="1582134" y="5970"/>
                </a:lnTo>
                <a:lnTo>
                  <a:pt x="1582055" y="26516"/>
                </a:lnTo>
                <a:lnTo>
                  <a:pt x="1561509" y="26439"/>
                </a:lnTo>
                <a:moveTo>
                  <a:pt x="1602680" y="6048"/>
                </a:moveTo>
                <a:lnTo>
                  <a:pt x="1623226" y="6125"/>
                </a:lnTo>
                <a:lnTo>
                  <a:pt x="1623149" y="26671"/>
                </a:lnTo>
                <a:lnTo>
                  <a:pt x="1602602" y="26594"/>
                </a:lnTo>
                <a:moveTo>
                  <a:pt x="1643772" y="6203"/>
                </a:moveTo>
                <a:lnTo>
                  <a:pt x="1664318" y="6280"/>
                </a:lnTo>
                <a:lnTo>
                  <a:pt x="1664241" y="26826"/>
                </a:lnTo>
                <a:lnTo>
                  <a:pt x="1643694" y="26749"/>
                </a:lnTo>
                <a:moveTo>
                  <a:pt x="1684865" y="6358"/>
                </a:moveTo>
                <a:lnTo>
                  <a:pt x="1705410" y="6435"/>
                </a:lnTo>
                <a:lnTo>
                  <a:pt x="1705332" y="26981"/>
                </a:lnTo>
                <a:lnTo>
                  <a:pt x="1684787" y="26904"/>
                </a:lnTo>
                <a:moveTo>
                  <a:pt x="1725957" y="6513"/>
                </a:moveTo>
                <a:lnTo>
                  <a:pt x="1746503" y="6590"/>
                </a:lnTo>
                <a:lnTo>
                  <a:pt x="1746425" y="27136"/>
                </a:lnTo>
                <a:lnTo>
                  <a:pt x="1725879" y="27059"/>
                </a:lnTo>
                <a:moveTo>
                  <a:pt x="1767049" y="6668"/>
                </a:moveTo>
                <a:lnTo>
                  <a:pt x="1787595" y="6745"/>
                </a:lnTo>
                <a:lnTo>
                  <a:pt x="1787518" y="27292"/>
                </a:lnTo>
                <a:lnTo>
                  <a:pt x="1766972" y="27214"/>
                </a:lnTo>
                <a:moveTo>
                  <a:pt x="1808142" y="6823"/>
                </a:moveTo>
                <a:lnTo>
                  <a:pt x="1828688" y="6900"/>
                </a:lnTo>
                <a:lnTo>
                  <a:pt x="1828610" y="27447"/>
                </a:lnTo>
                <a:lnTo>
                  <a:pt x="1808064" y="27369"/>
                </a:lnTo>
                <a:moveTo>
                  <a:pt x="1849234" y="6978"/>
                </a:moveTo>
                <a:lnTo>
                  <a:pt x="1869781" y="7055"/>
                </a:lnTo>
                <a:lnTo>
                  <a:pt x="1869702" y="27602"/>
                </a:lnTo>
                <a:lnTo>
                  <a:pt x="1849156" y="27524"/>
                </a:lnTo>
                <a:moveTo>
                  <a:pt x="1890326" y="7133"/>
                </a:moveTo>
                <a:lnTo>
                  <a:pt x="1910872" y="7211"/>
                </a:lnTo>
                <a:lnTo>
                  <a:pt x="1910794" y="27757"/>
                </a:lnTo>
                <a:lnTo>
                  <a:pt x="1890248" y="27679"/>
                </a:lnTo>
                <a:moveTo>
                  <a:pt x="1931418" y="7288"/>
                </a:moveTo>
                <a:lnTo>
                  <a:pt x="1951965" y="7365"/>
                </a:lnTo>
                <a:lnTo>
                  <a:pt x="1951888" y="27912"/>
                </a:lnTo>
                <a:lnTo>
                  <a:pt x="1931341" y="27834"/>
                </a:lnTo>
                <a:moveTo>
                  <a:pt x="1972511" y="7443"/>
                </a:moveTo>
                <a:lnTo>
                  <a:pt x="1993057" y="7521"/>
                </a:lnTo>
                <a:lnTo>
                  <a:pt x="1992979" y="28067"/>
                </a:lnTo>
                <a:lnTo>
                  <a:pt x="1972434" y="27989"/>
                </a:lnTo>
                <a:moveTo>
                  <a:pt x="2013604" y="7598"/>
                </a:moveTo>
                <a:lnTo>
                  <a:pt x="2034150" y="7676"/>
                </a:lnTo>
                <a:lnTo>
                  <a:pt x="2034072" y="28222"/>
                </a:lnTo>
                <a:lnTo>
                  <a:pt x="2013525" y="28144"/>
                </a:lnTo>
                <a:moveTo>
                  <a:pt x="2054695" y="7753"/>
                </a:moveTo>
                <a:lnTo>
                  <a:pt x="2075242" y="7831"/>
                </a:lnTo>
                <a:lnTo>
                  <a:pt x="2075163" y="28377"/>
                </a:lnTo>
                <a:lnTo>
                  <a:pt x="2054617" y="28299"/>
                </a:lnTo>
                <a:moveTo>
                  <a:pt x="2095788" y="7908"/>
                </a:moveTo>
                <a:lnTo>
                  <a:pt x="2116334" y="7986"/>
                </a:lnTo>
                <a:lnTo>
                  <a:pt x="2116257" y="28532"/>
                </a:lnTo>
                <a:lnTo>
                  <a:pt x="2095710" y="28454"/>
                </a:lnTo>
                <a:moveTo>
                  <a:pt x="2136880" y="8063"/>
                </a:moveTo>
                <a:lnTo>
                  <a:pt x="2157426" y="8141"/>
                </a:lnTo>
                <a:lnTo>
                  <a:pt x="2157349" y="28687"/>
                </a:lnTo>
                <a:lnTo>
                  <a:pt x="2136803" y="28610"/>
                </a:lnTo>
                <a:moveTo>
                  <a:pt x="2177973" y="8218"/>
                </a:moveTo>
                <a:lnTo>
                  <a:pt x="2198520" y="8296"/>
                </a:lnTo>
                <a:lnTo>
                  <a:pt x="2198442" y="28842"/>
                </a:lnTo>
                <a:lnTo>
                  <a:pt x="2177895" y="28765"/>
                </a:lnTo>
                <a:moveTo>
                  <a:pt x="2219065" y="8374"/>
                </a:moveTo>
                <a:lnTo>
                  <a:pt x="2239611" y="8451"/>
                </a:lnTo>
                <a:lnTo>
                  <a:pt x="2239533" y="28997"/>
                </a:lnTo>
                <a:lnTo>
                  <a:pt x="2218987" y="28920"/>
                </a:lnTo>
                <a:moveTo>
                  <a:pt x="2260157" y="8529"/>
                </a:moveTo>
                <a:lnTo>
                  <a:pt x="2280703" y="8606"/>
                </a:lnTo>
                <a:lnTo>
                  <a:pt x="2280626" y="29152"/>
                </a:lnTo>
                <a:lnTo>
                  <a:pt x="2260079" y="29075"/>
                </a:lnTo>
                <a:moveTo>
                  <a:pt x="2301250" y="8684"/>
                </a:moveTo>
                <a:lnTo>
                  <a:pt x="2321796" y="8761"/>
                </a:lnTo>
                <a:lnTo>
                  <a:pt x="2321719" y="29307"/>
                </a:lnTo>
                <a:lnTo>
                  <a:pt x="2301172" y="29230"/>
                </a:lnTo>
                <a:moveTo>
                  <a:pt x="2342342" y="8839"/>
                </a:moveTo>
                <a:lnTo>
                  <a:pt x="2362888" y="8916"/>
                </a:lnTo>
                <a:lnTo>
                  <a:pt x="2362810" y="29463"/>
                </a:lnTo>
                <a:lnTo>
                  <a:pt x="2342265" y="29385"/>
                </a:lnTo>
                <a:moveTo>
                  <a:pt x="2383434" y="8994"/>
                </a:moveTo>
                <a:lnTo>
                  <a:pt x="2403980" y="9071"/>
                </a:lnTo>
                <a:lnTo>
                  <a:pt x="2403902" y="29617"/>
                </a:lnTo>
                <a:lnTo>
                  <a:pt x="2383356" y="29540"/>
                </a:lnTo>
                <a:moveTo>
                  <a:pt x="2424527" y="9149"/>
                </a:moveTo>
                <a:lnTo>
                  <a:pt x="2445073" y="9226"/>
                </a:lnTo>
                <a:lnTo>
                  <a:pt x="2444996" y="29773"/>
                </a:lnTo>
                <a:lnTo>
                  <a:pt x="2424449" y="29695"/>
                </a:lnTo>
                <a:moveTo>
                  <a:pt x="2465619" y="9304"/>
                </a:moveTo>
                <a:lnTo>
                  <a:pt x="2486165" y="9381"/>
                </a:lnTo>
                <a:lnTo>
                  <a:pt x="2486088" y="29928"/>
                </a:lnTo>
                <a:lnTo>
                  <a:pt x="2465542" y="29850"/>
                </a:lnTo>
                <a:moveTo>
                  <a:pt x="2506712" y="9459"/>
                </a:moveTo>
                <a:lnTo>
                  <a:pt x="2527259" y="9536"/>
                </a:lnTo>
                <a:lnTo>
                  <a:pt x="2527180" y="30083"/>
                </a:lnTo>
                <a:lnTo>
                  <a:pt x="2506634" y="30005"/>
                </a:lnTo>
                <a:moveTo>
                  <a:pt x="2547805" y="9614"/>
                </a:moveTo>
                <a:lnTo>
                  <a:pt x="2568350" y="9692"/>
                </a:lnTo>
                <a:lnTo>
                  <a:pt x="2568271" y="30238"/>
                </a:lnTo>
                <a:lnTo>
                  <a:pt x="2547727" y="30160"/>
                </a:lnTo>
                <a:moveTo>
                  <a:pt x="2588896" y="9769"/>
                </a:moveTo>
                <a:lnTo>
                  <a:pt x="2609442" y="9847"/>
                </a:lnTo>
                <a:lnTo>
                  <a:pt x="2609365" y="30393"/>
                </a:lnTo>
                <a:lnTo>
                  <a:pt x="2588818" y="30315"/>
                </a:lnTo>
                <a:moveTo>
                  <a:pt x="2629988" y="9924"/>
                </a:moveTo>
                <a:lnTo>
                  <a:pt x="2650535" y="10002"/>
                </a:lnTo>
                <a:lnTo>
                  <a:pt x="2650457" y="30548"/>
                </a:lnTo>
                <a:lnTo>
                  <a:pt x="2629911" y="30470"/>
                </a:lnTo>
                <a:moveTo>
                  <a:pt x="2671081" y="10079"/>
                </a:moveTo>
                <a:lnTo>
                  <a:pt x="2691628" y="10157"/>
                </a:lnTo>
                <a:lnTo>
                  <a:pt x="2691550" y="30703"/>
                </a:lnTo>
                <a:lnTo>
                  <a:pt x="2671004" y="30625"/>
                </a:lnTo>
                <a:moveTo>
                  <a:pt x="2712173" y="10234"/>
                </a:moveTo>
                <a:lnTo>
                  <a:pt x="2722466" y="10273"/>
                </a:lnTo>
                <a:lnTo>
                  <a:pt x="2722388" y="30819"/>
                </a:lnTo>
                <a:lnTo>
                  <a:pt x="2712095" y="3078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pdf-path-202">
            <a:extLst xmlns:a="http://schemas.openxmlformats.org/drawingml/2006/main">
              <a:ext uri="{FF2B5EF4-FFF2-40B4-BE49-F238E27FC236}">
                <a16:creationId xmlns:a16="http://schemas.microsoft.com/office/drawing/2014/main" id="{2B0137D0-3391-4122-B872-6B39471D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8984" y="2678789"/>
            <a:ext cx="2814847" cy="20546"/>
          </a:xfrm>
          <a:custGeom xmlns:a="http://schemas.openxmlformats.org/drawingml/2006/main">
            <a:pathLst>
              <a:path w="2814847" h="20546">
                <a:moveTo>
                  <a:pt x="0" y="0"/>
                </a:moveTo>
                <a:lnTo>
                  <a:pt x="20546" y="0"/>
                </a:lnTo>
                <a:lnTo>
                  <a:pt x="20546" y="20546"/>
                </a:lnTo>
                <a:lnTo>
                  <a:pt x="0" y="20546"/>
                </a:lnTo>
                <a:moveTo>
                  <a:pt x="41093" y="0"/>
                </a:moveTo>
                <a:lnTo>
                  <a:pt x="61639" y="0"/>
                </a:lnTo>
                <a:lnTo>
                  <a:pt x="61639" y="20546"/>
                </a:lnTo>
                <a:lnTo>
                  <a:pt x="41093" y="20546"/>
                </a:lnTo>
                <a:moveTo>
                  <a:pt x="82185" y="0"/>
                </a:moveTo>
                <a:lnTo>
                  <a:pt x="102732" y="0"/>
                </a:lnTo>
                <a:lnTo>
                  <a:pt x="102732" y="20546"/>
                </a:lnTo>
                <a:lnTo>
                  <a:pt x="82185" y="20546"/>
                </a:lnTo>
                <a:moveTo>
                  <a:pt x="123279" y="0"/>
                </a:moveTo>
                <a:lnTo>
                  <a:pt x="143825" y="0"/>
                </a:lnTo>
                <a:lnTo>
                  <a:pt x="143825" y="20546"/>
                </a:lnTo>
                <a:lnTo>
                  <a:pt x="123279" y="20546"/>
                </a:lnTo>
                <a:moveTo>
                  <a:pt x="164371" y="0"/>
                </a:moveTo>
                <a:lnTo>
                  <a:pt x="184917" y="0"/>
                </a:lnTo>
                <a:lnTo>
                  <a:pt x="184917" y="20546"/>
                </a:lnTo>
                <a:lnTo>
                  <a:pt x="164371" y="20546"/>
                </a:lnTo>
                <a:moveTo>
                  <a:pt x="205463" y="0"/>
                </a:moveTo>
                <a:lnTo>
                  <a:pt x="226010" y="0"/>
                </a:lnTo>
                <a:lnTo>
                  <a:pt x="226010" y="20546"/>
                </a:lnTo>
                <a:lnTo>
                  <a:pt x="205463" y="20546"/>
                </a:lnTo>
                <a:moveTo>
                  <a:pt x="246556" y="0"/>
                </a:moveTo>
                <a:lnTo>
                  <a:pt x="267102" y="0"/>
                </a:lnTo>
                <a:lnTo>
                  <a:pt x="267102" y="20546"/>
                </a:lnTo>
                <a:lnTo>
                  <a:pt x="246556" y="20546"/>
                </a:lnTo>
                <a:moveTo>
                  <a:pt x="287648" y="0"/>
                </a:moveTo>
                <a:lnTo>
                  <a:pt x="308195" y="0"/>
                </a:lnTo>
                <a:lnTo>
                  <a:pt x="308195" y="20546"/>
                </a:lnTo>
                <a:lnTo>
                  <a:pt x="287648" y="20546"/>
                </a:lnTo>
                <a:moveTo>
                  <a:pt x="328742" y="0"/>
                </a:moveTo>
                <a:lnTo>
                  <a:pt x="349288" y="0"/>
                </a:lnTo>
                <a:lnTo>
                  <a:pt x="349288" y="20546"/>
                </a:lnTo>
                <a:lnTo>
                  <a:pt x="328742" y="20546"/>
                </a:lnTo>
                <a:moveTo>
                  <a:pt x="369834" y="0"/>
                </a:moveTo>
                <a:lnTo>
                  <a:pt x="390380" y="0"/>
                </a:lnTo>
                <a:lnTo>
                  <a:pt x="390380" y="20546"/>
                </a:lnTo>
                <a:lnTo>
                  <a:pt x="369834" y="20546"/>
                </a:lnTo>
                <a:moveTo>
                  <a:pt x="410927" y="0"/>
                </a:moveTo>
                <a:lnTo>
                  <a:pt x="431473" y="0"/>
                </a:lnTo>
                <a:lnTo>
                  <a:pt x="431473" y="20546"/>
                </a:lnTo>
                <a:lnTo>
                  <a:pt x="410927" y="20546"/>
                </a:lnTo>
                <a:moveTo>
                  <a:pt x="452019" y="0"/>
                </a:moveTo>
                <a:lnTo>
                  <a:pt x="472565" y="0"/>
                </a:lnTo>
                <a:lnTo>
                  <a:pt x="472565" y="20546"/>
                </a:lnTo>
                <a:lnTo>
                  <a:pt x="452019" y="20546"/>
                </a:lnTo>
                <a:moveTo>
                  <a:pt x="493112" y="0"/>
                </a:moveTo>
                <a:lnTo>
                  <a:pt x="513658" y="0"/>
                </a:lnTo>
                <a:lnTo>
                  <a:pt x="513658" y="20546"/>
                </a:lnTo>
                <a:lnTo>
                  <a:pt x="493112" y="20546"/>
                </a:lnTo>
                <a:moveTo>
                  <a:pt x="534205" y="0"/>
                </a:moveTo>
                <a:lnTo>
                  <a:pt x="554751" y="0"/>
                </a:lnTo>
                <a:lnTo>
                  <a:pt x="554751" y="20546"/>
                </a:lnTo>
                <a:lnTo>
                  <a:pt x="534205" y="20546"/>
                </a:lnTo>
                <a:moveTo>
                  <a:pt x="575297" y="0"/>
                </a:moveTo>
                <a:lnTo>
                  <a:pt x="595844" y="0"/>
                </a:lnTo>
                <a:lnTo>
                  <a:pt x="595844" y="20546"/>
                </a:lnTo>
                <a:lnTo>
                  <a:pt x="575297" y="20546"/>
                </a:lnTo>
                <a:moveTo>
                  <a:pt x="616390" y="0"/>
                </a:moveTo>
                <a:lnTo>
                  <a:pt x="636936" y="0"/>
                </a:lnTo>
                <a:lnTo>
                  <a:pt x="636936" y="20546"/>
                </a:lnTo>
                <a:lnTo>
                  <a:pt x="616390" y="20546"/>
                </a:lnTo>
                <a:moveTo>
                  <a:pt x="657482" y="0"/>
                </a:moveTo>
                <a:lnTo>
                  <a:pt x="678029" y="0"/>
                </a:lnTo>
                <a:lnTo>
                  <a:pt x="678029" y="20546"/>
                </a:lnTo>
                <a:lnTo>
                  <a:pt x="657482" y="20546"/>
                </a:lnTo>
                <a:moveTo>
                  <a:pt x="698575" y="0"/>
                </a:moveTo>
                <a:lnTo>
                  <a:pt x="719122" y="0"/>
                </a:lnTo>
                <a:lnTo>
                  <a:pt x="719122" y="20546"/>
                </a:lnTo>
                <a:lnTo>
                  <a:pt x="698575" y="20546"/>
                </a:lnTo>
                <a:moveTo>
                  <a:pt x="739668" y="0"/>
                </a:moveTo>
                <a:lnTo>
                  <a:pt x="760214" y="0"/>
                </a:lnTo>
                <a:lnTo>
                  <a:pt x="760214" y="20546"/>
                </a:lnTo>
                <a:lnTo>
                  <a:pt x="739668" y="20546"/>
                </a:lnTo>
                <a:moveTo>
                  <a:pt x="780761" y="0"/>
                </a:moveTo>
                <a:lnTo>
                  <a:pt x="801307" y="0"/>
                </a:lnTo>
                <a:lnTo>
                  <a:pt x="801307" y="20546"/>
                </a:lnTo>
                <a:lnTo>
                  <a:pt x="780761" y="20546"/>
                </a:lnTo>
                <a:moveTo>
                  <a:pt x="821853" y="0"/>
                </a:moveTo>
                <a:lnTo>
                  <a:pt x="842399" y="0"/>
                </a:lnTo>
                <a:lnTo>
                  <a:pt x="842399" y="20546"/>
                </a:lnTo>
                <a:lnTo>
                  <a:pt x="821853" y="20546"/>
                </a:lnTo>
                <a:moveTo>
                  <a:pt x="862946" y="0"/>
                </a:moveTo>
                <a:lnTo>
                  <a:pt x="883492" y="0"/>
                </a:lnTo>
                <a:lnTo>
                  <a:pt x="883492" y="20546"/>
                </a:lnTo>
                <a:lnTo>
                  <a:pt x="862946" y="20546"/>
                </a:lnTo>
                <a:moveTo>
                  <a:pt x="904038" y="0"/>
                </a:moveTo>
                <a:lnTo>
                  <a:pt x="924585" y="0"/>
                </a:lnTo>
                <a:lnTo>
                  <a:pt x="924585" y="20546"/>
                </a:lnTo>
                <a:lnTo>
                  <a:pt x="904038" y="20546"/>
                </a:lnTo>
                <a:moveTo>
                  <a:pt x="945131" y="0"/>
                </a:moveTo>
                <a:lnTo>
                  <a:pt x="965678" y="0"/>
                </a:lnTo>
                <a:lnTo>
                  <a:pt x="965678" y="20546"/>
                </a:lnTo>
                <a:lnTo>
                  <a:pt x="945131" y="20546"/>
                </a:lnTo>
                <a:moveTo>
                  <a:pt x="986224" y="0"/>
                </a:moveTo>
                <a:lnTo>
                  <a:pt x="1006770" y="0"/>
                </a:lnTo>
                <a:lnTo>
                  <a:pt x="1006770" y="20546"/>
                </a:lnTo>
                <a:lnTo>
                  <a:pt x="986224" y="20546"/>
                </a:lnTo>
                <a:moveTo>
                  <a:pt x="1027316" y="0"/>
                </a:moveTo>
                <a:lnTo>
                  <a:pt x="1047863" y="0"/>
                </a:lnTo>
                <a:lnTo>
                  <a:pt x="1047863" y="20546"/>
                </a:lnTo>
                <a:lnTo>
                  <a:pt x="1027316" y="20546"/>
                </a:lnTo>
                <a:moveTo>
                  <a:pt x="1068409" y="0"/>
                </a:moveTo>
                <a:lnTo>
                  <a:pt x="1088955" y="0"/>
                </a:lnTo>
                <a:lnTo>
                  <a:pt x="1088955" y="20546"/>
                </a:lnTo>
                <a:lnTo>
                  <a:pt x="1068409" y="20546"/>
                </a:lnTo>
                <a:moveTo>
                  <a:pt x="1109501" y="0"/>
                </a:moveTo>
                <a:lnTo>
                  <a:pt x="1130048" y="0"/>
                </a:lnTo>
                <a:lnTo>
                  <a:pt x="1130048" y="20546"/>
                </a:lnTo>
                <a:lnTo>
                  <a:pt x="1109501" y="20546"/>
                </a:lnTo>
                <a:moveTo>
                  <a:pt x="1150595" y="0"/>
                </a:moveTo>
                <a:lnTo>
                  <a:pt x="1171141" y="0"/>
                </a:lnTo>
                <a:lnTo>
                  <a:pt x="1171141" y="20546"/>
                </a:lnTo>
                <a:lnTo>
                  <a:pt x="1150595" y="20546"/>
                </a:lnTo>
                <a:moveTo>
                  <a:pt x="1191687" y="0"/>
                </a:moveTo>
                <a:lnTo>
                  <a:pt x="1212233" y="0"/>
                </a:lnTo>
                <a:lnTo>
                  <a:pt x="1212233" y="20546"/>
                </a:lnTo>
                <a:lnTo>
                  <a:pt x="1191687" y="20546"/>
                </a:lnTo>
                <a:moveTo>
                  <a:pt x="1232780" y="0"/>
                </a:moveTo>
                <a:lnTo>
                  <a:pt x="1253326" y="0"/>
                </a:lnTo>
                <a:lnTo>
                  <a:pt x="1253326" y="20546"/>
                </a:lnTo>
                <a:lnTo>
                  <a:pt x="1232780" y="20546"/>
                </a:lnTo>
                <a:moveTo>
                  <a:pt x="1273872" y="0"/>
                </a:moveTo>
                <a:lnTo>
                  <a:pt x="1294418" y="0"/>
                </a:lnTo>
                <a:lnTo>
                  <a:pt x="1294418" y="20546"/>
                </a:lnTo>
                <a:lnTo>
                  <a:pt x="1273872" y="20546"/>
                </a:lnTo>
                <a:moveTo>
                  <a:pt x="1314965" y="0"/>
                </a:moveTo>
                <a:lnTo>
                  <a:pt x="1335512" y="0"/>
                </a:lnTo>
                <a:lnTo>
                  <a:pt x="1335512" y="20546"/>
                </a:lnTo>
                <a:lnTo>
                  <a:pt x="1314965" y="20546"/>
                </a:lnTo>
                <a:moveTo>
                  <a:pt x="1356058" y="0"/>
                </a:moveTo>
                <a:lnTo>
                  <a:pt x="1376604" y="0"/>
                </a:lnTo>
                <a:lnTo>
                  <a:pt x="1376604" y="20546"/>
                </a:lnTo>
                <a:lnTo>
                  <a:pt x="1356058" y="20546"/>
                </a:lnTo>
                <a:moveTo>
                  <a:pt x="1397150" y="0"/>
                </a:moveTo>
                <a:lnTo>
                  <a:pt x="1417697" y="0"/>
                </a:lnTo>
                <a:lnTo>
                  <a:pt x="1417697" y="20546"/>
                </a:lnTo>
                <a:lnTo>
                  <a:pt x="1397150" y="20546"/>
                </a:lnTo>
                <a:moveTo>
                  <a:pt x="1438243" y="0"/>
                </a:moveTo>
                <a:lnTo>
                  <a:pt x="1458789" y="0"/>
                </a:lnTo>
                <a:lnTo>
                  <a:pt x="1458789" y="20546"/>
                </a:lnTo>
                <a:lnTo>
                  <a:pt x="1438243" y="20546"/>
                </a:lnTo>
                <a:moveTo>
                  <a:pt x="1479335" y="0"/>
                </a:moveTo>
                <a:lnTo>
                  <a:pt x="1499881" y="0"/>
                </a:lnTo>
                <a:lnTo>
                  <a:pt x="1499881" y="20546"/>
                </a:lnTo>
                <a:lnTo>
                  <a:pt x="1479335" y="20546"/>
                </a:lnTo>
                <a:moveTo>
                  <a:pt x="1520428" y="0"/>
                </a:moveTo>
                <a:lnTo>
                  <a:pt x="1540975" y="0"/>
                </a:lnTo>
                <a:lnTo>
                  <a:pt x="1540975" y="20546"/>
                </a:lnTo>
                <a:lnTo>
                  <a:pt x="1520428" y="20546"/>
                </a:lnTo>
                <a:moveTo>
                  <a:pt x="1561521" y="0"/>
                </a:moveTo>
                <a:lnTo>
                  <a:pt x="1582067" y="0"/>
                </a:lnTo>
                <a:lnTo>
                  <a:pt x="1582067" y="20546"/>
                </a:lnTo>
                <a:lnTo>
                  <a:pt x="1561521" y="20546"/>
                </a:lnTo>
                <a:moveTo>
                  <a:pt x="1602614" y="0"/>
                </a:moveTo>
                <a:lnTo>
                  <a:pt x="1623160" y="0"/>
                </a:lnTo>
                <a:lnTo>
                  <a:pt x="1623160" y="20546"/>
                </a:lnTo>
                <a:lnTo>
                  <a:pt x="1602614" y="20546"/>
                </a:lnTo>
                <a:moveTo>
                  <a:pt x="1643706" y="0"/>
                </a:moveTo>
                <a:lnTo>
                  <a:pt x="1664252" y="0"/>
                </a:lnTo>
                <a:lnTo>
                  <a:pt x="1664252" y="20546"/>
                </a:lnTo>
                <a:lnTo>
                  <a:pt x="1643706" y="20546"/>
                </a:lnTo>
                <a:moveTo>
                  <a:pt x="1684798" y="0"/>
                </a:moveTo>
                <a:lnTo>
                  <a:pt x="1705345" y="0"/>
                </a:lnTo>
                <a:lnTo>
                  <a:pt x="1705345" y="20546"/>
                </a:lnTo>
                <a:lnTo>
                  <a:pt x="1684798" y="20546"/>
                </a:lnTo>
                <a:moveTo>
                  <a:pt x="1725891" y="0"/>
                </a:moveTo>
                <a:lnTo>
                  <a:pt x="1746438" y="0"/>
                </a:lnTo>
                <a:lnTo>
                  <a:pt x="1746438" y="20546"/>
                </a:lnTo>
                <a:lnTo>
                  <a:pt x="1725891" y="20546"/>
                </a:lnTo>
                <a:moveTo>
                  <a:pt x="1766984" y="0"/>
                </a:moveTo>
                <a:lnTo>
                  <a:pt x="1787531" y="0"/>
                </a:lnTo>
                <a:lnTo>
                  <a:pt x="1787531" y="20546"/>
                </a:lnTo>
                <a:lnTo>
                  <a:pt x="1766984" y="20546"/>
                </a:lnTo>
                <a:moveTo>
                  <a:pt x="1808077" y="0"/>
                </a:moveTo>
                <a:lnTo>
                  <a:pt x="1828623" y="0"/>
                </a:lnTo>
                <a:lnTo>
                  <a:pt x="1828623" y="20546"/>
                </a:lnTo>
                <a:lnTo>
                  <a:pt x="1808077" y="20546"/>
                </a:lnTo>
                <a:moveTo>
                  <a:pt x="1849169" y="0"/>
                </a:moveTo>
                <a:lnTo>
                  <a:pt x="1869715" y="0"/>
                </a:lnTo>
                <a:lnTo>
                  <a:pt x="1869715" y="20546"/>
                </a:lnTo>
                <a:lnTo>
                  <a:pt x="1849169" y="20546"/>
                </a:lnTo>
                <a:moveTo>
                  <a:pt x="1890262" y="0"/>
                </a:moveTo>
                <a:lnTo>
                  <a:pt x="1910808" y="0"/>
                </a:lnTo>
                <a:lnTo>
                  <a:pt x="1910808" y="20546"/>
                </a:lnTo>
                <a:lnTo>
                  <a:pt x="1890262" y="20546"/>
                </a:lnTo>
                <a:moveTo>
                  <a:pt x="1931354" y="0"/>
                </a:moveTo>
                <a:lnTo>
                  <a:pt x="1951901" y="0"/>
                </a:lnTo>
                <a:lnTo>
                  <a:pt x="1951901" y="20546"/>
                </a:lnTo>
                <a:lnTo>
                  <a:pt x="1931354" y="20546"/>
                </a:lnTo>
                <a:moveTo>
                  <a:pt x="1972448" y="0"/>
                </a:moveTo>
                <a:lnTo>
                  <a:pt x="1992994" y="0"/>
                </a:lnTo>
                <a:lnTo>
                  <a:pt x="1992994" y="20546"/>
                </a:lnTo>
                <a:lnTo>
                  <a:pt x="1972448" y="20546"/>
                </a:lnTo>
                <a:moveTo>
                  <a:pt x="2013540" y="0"/>
                </a:moveTo>
                <a:lnTo>
                  <a:pt x="2034086" y="0"/>
                </a:lnTo>
                <a:lnTo>
                  <a:pt x="2034086" y="20546"/>
                </a:lnTo>
                <a:lnTo>
                  <a:pt x="2013540" y="20546"/>
                </a:lnTo>
                <a:moveTo>
                  <a:pt x="2054632" y="0"/>
                </a:moveTo>
                <a:lnTo>
                  <a:pt x="2075179" y="0"/>
                </a:lnTo>
                <a:lnTo>
                  <a:pt x="2075179" y="20546"/>
                </a:lnTo>
                <a:lnTo>
                  <a:pt x="2054632" y="20546"/>
                </a:lnTo>
                <a:moveTo>
                  <a:pt x="2095725" y="0"/>
                </a:moveTo>
                <a:lnTo>
                  <a:pt x="2116271" y="0"/>
                </a:lnTo>
                <a:lnTo>
                  <a:pt x="2116271" y="20546"/>
                </a:lnTo>
                <a:lnTo>
                  <a:pt x="2095725" y="20546"/>
                </a:lnTo>
                <a:moveTo>
                  <a:pt x="2136818" y="0"/>
                </a:moveTo>
                <a:lnTo>
                  <a:pt x="2157365" y="0"/>
                </a:lnTo>
                <a:lnTo>
                  <a:pt x="2157365" y="20546"/>
                </a:lnTo>
                <a:lnTo>
                  <a:pt x="2136818" y="20546"/>
                </a:lnTo>
                <a:moveTo>
                  <a:pt x="2177911" y="0"/>
                </a:moveTo>
                <a:lnTo>
                  <a:pt x="2198457" y="0"/>
                </a:lnTo>
                <a:lnTo>
                  <a:pt x="2198457" y="20546"/>
                </a:lnTo>
                <a:lnTo>
                  <a:pt x="2177911" y="20546"/>
                </a:lnTo>
                <a:moveTo>
                  <a:pt x="2219003" y="0"/>
                </a:moveTo>
                <a:lnTo>
                  <a:pt x="2239549" y="0"/>
                </a:lnTo>
                <a:lnTo>
                  <a:pt x="2239549" y="20546"/>
                </a:lnTo>
                <a:lnTo>
                  <a:pt x="2219003" y="20546"/>
                </a:lnTo>
                <a:moveTo>
                  <a:pt x="2260096" y="0"/>
                </a:moveTo>
                <a:lnTo>
                  <a:pt x="2280642" y="0"/>
                </a:lnTo>
                <a:lnTo>
                  <a:pt x="2280642" y="20546"/>
                </a:lnTo>
                <a:lnTo>
                  <a:pt x="2260096" y="20546"/>
                </a:lnTo>
                <a:moveTo>
                  <a:pt x="2301188" y="0"/>
                </a:moveTo>
                <a:lnTo>
                  <a:pt x="2321734" y="0"/>
                </a:lnTo>
                <a:lnTo>
                  <a:pt x="2321734" y="20546"/>
                </a:lnTo>
                <a:lnTo>
                  <a:pt x="2301188" y="20546"/>
                </a:lnTo>
                <a:moveTo>
                  <a:pt x="2342281" y="0"/>
                </a:moveTo>
                <a:lnTo>
                  <a:pt x="2362828" y="0"/>
                </a:lnTo>
                <a:lnTo>
                  <a:pt x="2362828" y="20546"/>
                </a:lnTo>
                <a:lnTo>
                  <a:pt x="2342281" y="20546"/>
                </a:lnTo>
                <a:moveTo>
                  <a:pt x="2383374" y="0"/>
                </a:moveTo>
                <a:lnTo>
                  <a:pt x="2403920" y="0"/>
                </a:lnTo>
                <a:lnTo>
                  <a:pt x="2403920" y="20546"/>
                </a:lnTo>
                <a:lnTo>
                  <a:pt x="2383374" y="20546"/>
                </a:lnTo>
                <a:moveTo>
                  <a:pt x="2424466" y="0"/>
                </a:moveTo>
                <a:lnTo>
                  <a:pt x="2445013" y="0"/>
                </a:lnTo>
                <a:lnTo>
                  <a:pt x="2445013" y="20546"/>
                </a:lnTo>
                <a:lnTo>
                  <a:pt x="2424466" y="20546"/>
                </a:lnTo>
                <a:moveTo>
                  <a:pt x="2465559" y="0"/>
                </a:moveTo>
                <a:lnTo>
                  <a:pt x="2486105" y="0"/>
                </a:lnTo>
                <a:lnTo>
                  <a:pt x="2486105" y="20546"/>
                </a:lnTo>
                <a:lnTo>
                  <a:pt x="2465559" y="20546"/>
                </a:lnTo>
                <a:moveTo>
                  <a:pt x="2506651" y="0"/>
                </a:moveTo>
                <a:lnTo>
                  <a:pt x="2527198" y="0"/>
                </a:lnTo>
                <a:lnTo>
                  <a:pt x="2527198" y="20546"/>
                </a:lnTo>
                <a:lnTo>
                  <a:pt x="2506651" y="20546"/>
                </a:lnTo>
                <a:moveTo>
                  <a:pt x="2547744" y="0"/>
                </a:moveTo>
                <a:lnTo>
                  <a:pt x="2568291" y="0"/>
                </a:lnTo>
                <a:lnTo>
                  <a:pt x="2568291" y="20546"/>
                </a:lnTo>
                <a:lnTo>
                  <a:pt x="2547744" y="20546"/>
                </a:lnTo>
                <a:moveTo>
                  <a:pt x="2588837" y="0"/>
                </a:moveTo>
                <a:lnTo>
                  <a:pt x="2609383" y="0"/>
                </a:lnTo>
                <a:lnTo>
                  <a:pt x="2609383" y="20546"/>
                </a:lnTo>
                <a:lnTo>
                  <a:pt x="2588837" y="20546"/>
                </a:lnTo>
                <a:moveTo>
                  <a:pt x="2629930" y="0"/>
                </a:moveTo>
                <a:lnTo>
                  <a:pt x="2650476" y="0"/>
                </a:lnTo>
                <a:lnTo>
                  <a:pt x="2650476" y="20546"/>
                </a:lnTo>
                <a:lnTo>
                  <a:pt x="2629930" y="20546"/>
                </a:lnTo>
                <a:moveTo>
                  <a:pt x="2671022" y="0"/>
                </a:moveTo>
                <a:lnTo>
                  <a:pt x="2691568" y="0"/>
                </a:lnTo>
                <a:lnTo>
                  <a:pt x="2691568" y="20546"/>
                </a:lnTo>
                <a:lnTo>
                  <a:pt x="2671022" y="20546"/>
                </a:lnTo>
                <a:moveTo>
                  <a:pt x="2712115" y="0"/>
                </a:moveTo>
                <a:lnTo>
                  <a:pt x="2732661" y="0"/>
                </a:lnTo>
                <a:lnTo>
                  <a:pt x="2732661" y="20546"/>
                </a:lnTo>
                <a:lnTo>
                  <a:pt x="2712115" y="20546"/>
                </a:lnTo>
                <a:moveTo>
                  <a:pt x="2753208" y="0"/>
                </a:moveTo>
                <a:lnTo>
                  <a:pt x="2773754" y="0"/>
                </a:lnTo>
                <a:lnTo>
                  <a:pt x="2773754" y="20546"/>
                </a:lnTo>
                <a:lnTo>
                  <a:pt x="2753208" y="20546"/>
                </a:lnTo>
                <a:moveTo>
                  <a:pt x="2794300" y="0"/>
                </a:moveTo>
                <a:lnTo>
                  <a:pt x="2814847" y="0"/>
                </a:lnTo>
                <a:lnTo>
                  <a:pt x="2814847" y="20546"/>
                </a:lnTo>
                <a:lnTo>
                  <a:pt x="2794300" y="2054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pdf-path-203">
            <a:extLst xmlns:a="http://schemas.openxmlformats.org/drawingml/2006/main">
              <a:ext uri="{FF2B5EF4-FFF2-40B4-BE49-F238E27FC236}">
                <a16:creationId xmlns:a16="http://schemas.microsoft.com/office/drawing/2014/main" id="{0D9EB54F-03F5-4A5B-B62F-C190FD5B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8369" y="713327"/>
            <a:ext cx="102" cy="167658"/>
          </a:xfrm>
          <a:custGeom xmlns:a="http://schemas.openxmlformats.org/drawingml/2006/main">
            <a:pathLst>
              <a:path w="102" h="167658">
                <a:moveTo>
                  <a:pt x="102" y="16765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546">
            <a:solidFill>
              <a:srgbClr val="333333"/>
            </a:solidFill>
            <a:prstDash val="solid"/>
          </a:ln>
        </p:spPr>
      </p:sp>
      <p:sp>
        <p:nvSpPr>
          <p:cNvPr id="138" name="pdf-path-204">
            <a:extLst xmlns:a="http://schemas.openxmlformats.org/drawingml/2006/main">
              <a:ext uri="{FF2B5EF4-FFF2-40B4-BE49-F238E27FC236}">
                <a16:creationId xmlns:a16="http://schemas.microsoft.com/office/drawing/2014/main" id="{363910A9-E571-4016-8756-014EFECA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7277" y="631142"/>
            <a:ext cx="41093" cy="82185"/>
          </a:xfrm>
          <a:custGeom xmlns:a="http://schemas.openxmlformats.org/drawingml/2006/main">
            <a:pathLst>
              <a:path w="41093" h="82185">
                <a:moveTo>
                  <a:pt x="40990" y="0"/>
                </a:moveTo>
                <a:lnTo>
                  <a:pt x="0" y="82185"/>
                </a:lnTo>
                <a:lnTo>
                  <a:pt x="41093" y="82185"/>
                </a:lnTo>
                <a:lnTo>
                  <a:pt x="40990" y="0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20546">
            <a:solidFill>
              <a:srgbClr val="333333"/>
            </a:solidFill>
            <a:prstDash val="solid"/>
          </a:ln>
        </p:spPr>
      </p:sp>
      <p:sp>
        <p:nvSpPr>
          <p:cNvPr id="139" name="pdf-path-206">
            <a:extLst xmlns:a="http://schemas.openxmlformats.org/drawingml/2006/main">
              <a:ext uri="{FF2B5EF4-FFF2-40B4-BE49-F238E27FC236}">
                <a16:creationId xmlns:a16="http://schemas.microsoft.com/office/drawing/2014/main" id="{9F6C2071-BB76-4CA4-AE0F-E0332BFE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8583" y="713327"/>
            <a:ext cx="103" cy="167658"/>
          </a:xfrm>
          <a:custGeom xmlns:a="http://schemas.openxmlformats.org/drawingml/2006/main">
            <a:pathLst>
              <a:path w="103" h="167658">
                <a:moveTo>
                  <a:pt x="103" y="16765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546">
            <a:solidFill>
              <a:srgbClr val="FF66B3"/>
            </a:solidFill>
            <a:prstDash val="solid"/>
          </a:ln>
        </p:spPr>
      </p:sp>
      <p:sp>
        <p:nvSpPr>
          <p:cNvPr id="140" name="pdf-path-207">
            <a:extLst xmlns:a="http://schemas.openxmlformats.org/drawingml/2006/main">
              <a:ext uri="{FF2B5EF4-FFF2-40B4-BE49-F238E27FC236}">
                <a16:creationId xmlns:a16="http://schemas.microsoft.com/office/drawing/2014/main" id="{AA5B35D8-DFF1-4EFD-8392-062C38FD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490" y="631142"/>
            <a:ext cx="41093" cy="82185"/>
          </a:xfrm>
          <a:custGeom xmlns:a="http://schemas.openxmlformats.org/drawingml/2006/main">
            <a:pathLst>
              <a:path w="41093" h="82185">
                <a:moveTo>
                  <a:pt x="40990" y="0"/>
                </a:moveTo>
                <a:lnTo>
                  <a:pt x="0" y="82185"/>
                </a:lnTo>
                <a:lnTo>
                  <a:pt x="41093" y="82185"/>
                </a:lnTo>
                <a:lnTo>
                  <a:pt x="40990" y="0"/>
                </a:lnTo>
              </a:path>
            </a:pathLst>
          </a:custGeom>
          <a:solidFill xmlns:a="http://schemas.openxmlformats.org/drawingml/2006/main">
            <a:srgbClr val="FF66B3"/>
          </a:solidFill>
          <a:ln xmlns:a="http://schemas.openxmlformats.org/drawingml/2006/main" w="20546">
            <a:solidFill>
              <a:srgbClr val="FF66B3"/>
            </a:solidFill>
            <a:prstDash val="solid"/>
          </a:ln>
        </p:spPr>
      </p:sp>
      <p:sp>
        <p:nvSpPr>
          <p:cNvPr id="141" name="pdf-text-26-0">
            <a:extLst xmlns:a="http://schemas.openxmlformats.org/drawingml/2006/main">
              <a:ext uri="{FF2B5EF4-FFF2-40B4-BE49-F238E27FC236}">
                <a16:creationId xmlns:a16="http://schemas.microsoft.com/office/drawing/2014/main" id="{E9560EA1-A34C-498D-A318-9D7B4094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6325" y="294695"/>
            <a:ext cx="530688" cy="1540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dynamic</a:t>
            </a:r>
          </a:p>
        </p:txBody>
      </p:sp>
      <p:sp>
        <p:nvSpPr>
          <p:cNvPr id="142" name="pdf-text-28-0">
            <a:extLst xmlns:a="http://schemas.openxmlformats.org/drawingml/2006/main">
              <a:ext uri="{FF2B5EF4-FFF2-40B4-BE49-F238E27FC236}">
                <a16:creationId xmlns:a16="http://schemas.microsoft.com/office/drawing/2014/main" id="{6D4E72E9-F311-45C5-BC5D-26393E35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025" y="479612"/>
            <a:ext cx="419427" cy="1540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weight</a:t>
            </a:r>
          </a:p>
        </p:txBody>
      </p:sp>
      <p:sp>
        <p:nvSpPr>
          <p:cNvPr id="143" name="pdf-text-30-0">
            <a:extLst xmlns:a="http://schemas.openxmlformats.org/drawingml/2006/main">
              <a:ext uri="{FF2B5EF4-FFF2-40B4-BE49-F238E27FC236}">
                <a16:creationId xmlns:a16="http://schemas.microsoft.com/office/drawing/2014/main" id="{1384157E-A343-4CD2-BEA3-BB0A2BEC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3162" y="3345824"/>
            <a:ext cx="774472" cy="1540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flag variable</a:t>
            </a:r>
          </a:p>
        </p:txBody>
      </p:sp>
      <p:sp>
        <p:nvSpPr>
          <p:cNvPr id="144" name="pdf-path-215">
            <a:extLst xmlns:a="http://schemas.openxmlformats.org/drawingml/2006/main">
              <a:ext uri="{FF2B5EF4-FFF2-40B4-BE49-F238E27FC236}">
                <a16:creationId xmlns:a16="http://schemas.microsoft.com/office/drawing/2014/main" id="{65E89C28-81EE-48DE-9B9E-E8C371F2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2985" y="1949394"/>
            <a:ext cx="719122" cy="410927"/>
          </a:xfrm>
          <a:custGeom xmlns:a="http://schemas.openxmlformats.org/drawingml/2006/main">
            <a:pathLst>
              <a:path w="719122" h="410927">
                <a:moveTo>
                  <a:pt x="61640" y="0"/>
                </a:moveTo>
                <a:lnTo>
                  <a:pt x="657483" y="0"/>
                </a:lnTo>
                <a:cubicBezTo>
                  <a:pt x="661531" y="0"/>
                  <a:pt x="665539" y="395"/>
                  <a:pt x="669508" y="1184"/>
                </a:cubicBezTo>
                <a:cubicBezTo>
                  <a:pt x="673477" y="1974"/>
                  <a:pt x="677332" y="3143"/>
                  <a:pt x="681071" y="4692"/>
                </a:cubicBezTo>
                <a:cubicBezTo>
                  <a:pt x="684809" y="6241"/>
                  <a:pt x="688362" y="8139"/>
                  <a:pt x="691727" y="10388"/>
                </a:cubicBezTo>
                <a:cubicBezTo>
                  <a:pt x="695092" y="12637"/>
                  <a:pt x="698207" y="15192"/>
                  <a:pt x="701069" y="18054"/>
                </a:cubicBezTo>
                <a:cubicBezTo>
                  <a:pt x="703930" y="20915"/>
                  <a:pt x="706486" y="24029"/>
                  <a:pt x="708733" y="27394"/>
                </a:cubicBezTo>
                <a:cubicBezTo>
                  <a:pt x="710982" y="30759"/>
                  <a:pt x="712880" y="34311"/>
                  <a:pt x="714430" y="38051"/>
                </a:cubicBezTo>
                <a:cubicBezTo>
                  <a:pt x="715979" y="41790"/>
                  <a:pt x="717148" y="45644"/>
                  <a:pt x="717937" y="49614"/>
                </a:cubicBezTo>
                <a:cubicBezTo>
                  <a:pt x="718726" y="53583"/>
                  <a:pt x="719122" y="57592"/>
                  <a:pt x="719122" y="61639"/>
                </a:cubicBezTo>
                <a:lnTo>
                  <a:pt x="719122" y="349288"/>
                </a:lnTo>
                <a:cubicBezTo>
                  <a:pt x="719122" y="353335"/>
                  <a:pt x="718726" y="357343"/>
                  <a:pt x="717937" y="361312"/>
                </a:cubicBezTo>
                <a:cubicBezTo>
                  <a:pt x="717148" y="365282"/>
                  <a:pt x="715979" y="369136"/>
                  <a:pt x="714430" y="372875"/>
                </a:cubicBezTo>
                <a:cubicBezTo>
                  <a:pt x="712880" y="376615"/>
                  <a:pt x="710982" y="380167"/>
                  <a:pt x="708733" y="383532"/>
                </a:cubicBezTo>
                <a:cubicBezTo>
                  <a:pt x="706486" y="386897"/>
                  <a:pt x="703930" y="390011"/>
                  <a:pt x="701069" y="392872"/>
                </a:cubicBezTo>
                <a:cubicBezTo>
                  <a:pt x="698207" y="395734"/>
                  <a:pt x="695092" y="398289"/>
                  <a:pt x="691727" y="400538"/>
                </a:cubicBezTo>
                <a:cubicBezTo>
                  <a:pt x="688362" y="402786"/>
                  <a:pt x="684809" y="404685"/>
                  <a:pt x="681071" y="406234"/>
                </a:cubicBezTo>
                <a:cubicBezTo>
                  <a:pt x="677332" y="407783"/>
                  <a:pt x="673477" y="408952"/>
                  <a:pt x="669508" y="409742"/>
                </a:cubicBezTo>
                <a:cubicBezTo>
                  <a:pt x="665539" y="410531"/>
                  <a:pt x="661531" y="410926"/>
                  <a:pt x="657483" y="410927"/>
                </a:cubicBezTo>
                <a:lnTo>
                  <a:pt x="61640" y="410927"/>
                </a:lnTo>
                <a:cubicBezTo>
                  <a:pt x="57592" y="410926"/>
                  <a:pt x="53584" y="410531"/>
                  <a:pt x="49614" y="409742"/>
                </a:cubicBezTo>
                <a:cubicBezTo>
                  <a:pt x="45645" y="408952"/>
                  <a:pt x="41791" y="407783"/>
                  <a:pt x="38051" y="406234"/>
                </a:cubicBezTo>
                <a:cubicBezTo>
                  <a:pt x="34312" y="404685"/>
                  <a:pt x="30759" y="402786"/>
                  <a:pt x="27395" y="400538"/>
                </a:cubicBezTo>
                <a:cubicBezTo>
                  <a:pt x="24029" y="398289"/>
                  <a:pt x="20915" y="395734"/>
                  <a:pt x="18054" y="392872"/>
                </a:cubicBezTo>
                <a:cubicBezTo>
                  <a:pt x="15192" y="390011"/>
                  <a:pt x="12637" y="386897"/>
                  <a:pt x="10388" y="383532"/>
                </a:cubicBezTo>
                <a:cubicBezTo>
                  <a:pt x="8140" y="380167"/>
                  <a:pt x="6241" y="376615"/>
                  <a:pt x="4692" y="372875"/>
                </a:cubicBezTo>
                <a:cubicBezTo>
                  <a:pt x="3142" y="369136"/>
                  <a:pt x="1973" y="365282"/>
                  <a:pt x="1184" y="361312"/>
                </a:cubicBezTo>
                <a:cubicBezTo>
                  <a:pt x="395" y="357343"/>
                  <a:pt x="0" y="353335"/>
                  <a:pt x="1" y="349288"/>
                </a:cubicBezTo>
                <a:lnTo>
                  <a:pt x="1" y="61639"/>
                </a:lnTo>
                <a:cubicBezTo>
                  <a:pt x="0" y="57592"/>
                  <a:pt x="395" y="53583"/>
                  <a:pt x="1184" y="49614"/>
                </a:cubicBezTo>
                <a:cubicBezTo>
                  <a:pt x="1973" y="45644"/>
                  <a:pt x="3142" y="41790"/>
                  <a:pt x="4692" y="38051"/>
                </a:cubicBezTo>
                <a:cubicBezTo>
                  <a:pt x="6241" y="34311"/>
                  <a:pt x="8140" y="30759"/>
                  <a:pt x="10388" y="27394"/>
                </a:cubicBezTo>
                <a:cubicBezTo>
                  <a:pt x="12637" y="24029"/>
                  <a:pt x="15192" y="20915"/>
                  <a:pt x="18054" y="18054"/>
                </a:cubicBezTo>
                <a:cubicBezTo>
                  <a:pt x="20915" y="15192"/>
                  <a:pt x="24029" y="12637"/>
                  <a:pt x="27395" y="10388"/>
                </a:cubicBezTo>
                <a:cubicBezTo>
                  <a:pt x="30759" y="8139"/>
                  <a:pt x="34312" y="6241"/>
                  <a:pt x="38051" y="4692"/>
                </a:cubicBezTo>
                <a:cubicBezTo>
                  <a:pt x="41791" y="3143"/>
                  <a:pt x="45645" y="1974"/>
                  <a:pt x="49614" y="1184"/>
                </a:cubicBezTo>
                <a:cubicBezTo>
                  <a:pt x="53584" y="395"/>
                  <a:pt x="57592" y="0"/>
                  <a:pt x="61640" y="0"/>
                </a:cubicBezTo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pdf-text-32-0">
            <a:extLst xmlns:a="http://schemas.openxmlformats.org/drawingml/2006/main">
              <a:ext uri="{FF2B5EF4-FFF2-40B4-BE49-F238E27FC236}">
                <a16:creationId xmlns:a16="http://schemas.microsoft.com/office/drawing/2014/main" id="{406AE5F8-7A68-4EF0-BC40-B7588DA1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3695" y="2059432"/>
            <a:ext cx="487976" cy="195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37" b="1" i="0">
                <a:solidFill>
                  <a:srgbClr val="FF66B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37" b="1" i="0">
                <a:solidFill>
                  <a:srgbClr val="FF66B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37" b="1" i="0">
                <a:solidFill>
                  <a:srgbClr val="FF66B3"/>
                </a:solidFill>
                <a:latin typeface="Times New Roman"/>
                <a:ea typeface="Times New Roman"/>
                <a:cs typeface="Times New Roman"/>
              </a:rPr>
              <a:t>SMW</a:t>
            </a:r>
          </a:p>
        </p:txBody>
      </p:sp>
      <p:sp>
        <p:nvSpPr>
          <p:cNvPr id="146" name="pdf-path-217">
            <a:extLst xmlns:a="http://schemas.openxmlformats.org/drawingml/2006/main">
              <a:ext uri="{FF2B5EF4-FFF2-40B4-BE49-F238E27FC236}">
                <a16:creationId xmlns:a16="http://schemas.microsoft.com/office/drawing/2014/main" id="{5DF610AF-113D-4F05-A641-E43ED321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626" y="491367"/>
            <a:ext cx="157024" cy="171656"/>
          </a:xfrm>
          <a:custGeom xmlns:a="http://schemas.openxmlformats.org/drawingml/2006/main">
            <a:pathLst>
              <a:path w="157024" h="171656">
                <a:moveTo>
                  <a:pt x="0" y="59066"/>
                </a:moveTo>
                <a:cubicBezTo>
                  <a:pt x="256" y="58310"/>
                  <a:pt x="512" y="57302"/>
                  <a:pt x="768" y="56043"/>
                </a:cubicBezTo>
                <a:cubicBezTo>
                  <a:pt x="1024" y="54784"/>
                  <a:pt x="1664" y="52013"/>
                  <a:pt x="2688" y="47731"/>
                </a:cubicBezTo>
                <a:cubicBezTo>
                  <a:pt x="3711" y="43449"/>
                  <a:pt x="4992" y="39545"/>
                  <a:pt x="6527" y="36019"/>
                </a:cubicBezTo>
                <a:cubicBezTo>
                  <a:pt x="8063" y="32492"/>
                  <a:pt x="9982" y="28336"/>
                  <a:pt x="12286" y="23551"/>
                </a:cubicBezTo>
                <a:cubicBezTo>
                  <a:pt x="14589" y="18765"/>
                  <a:pt x="17149" y="14987"/>
                  <a:pt x="19964" y="12216"/>
                </a:cubicBezTo>
                <a:cubicBezTo>
                  <a:pt x="22779" y="9445"/>
                  <a:pt x="26107" y="6675"/>
                  <a:pt x="29946" y="3904"/>
                </a:cubicBezTo>
                <a:cubicBezTo>
                  <a:pt x="33785" y="1133"/>
                  <a:pt x="38009" y="0"/>
                  <a:pt x="42616" y="504"/>
                </a:cubicBezTo>
                <a:cubicBezTo>
                  <a:pt x="50038" y="504"/>
                  <a:pt x="56565" y="2015"/>
                  <a:pt x="62196" y="5038"/>
                </a:cubicBezTo>
                <a:cubicBezTo>
                  <a:pt x="67826" y="8060"/>
                  <a:pt x="71793" y="10831"/>
                  <a:pt x="74097" y="13350"/>
                </a:cubicBezTo>
                <a:cubicBezTo>
                  <a:pt x="76400" y="15868"/>
                  <a:pt x="77808" y="18387"/>
                  <a:pt x="78320" y="20906"/>
                </a:cubicBezTo>
                <a:cubicBezTo>
                  <a:pt x="78832" y="22417"/>
                  <a:pt x="79216" y="23173"/>
                  <a:pt x="79472" y="23173"/>
                </a:cubicBezTo>
                <a:cubicBezTo>
                  <a:pt x="79728" y="23173"/>
                  <a:pt x="80752" y="22291"/>
                  <a:pt x="82543" y="20528"/>
                </a:cubicBezTo>
                <a:cubicBezTo>
                  <a:pt x="94828" y="7430"/>
                  <a:pt x="109034" y="881"/>
                  <a:pt x="125158" y="881"/>
                </a:cubicBezTo>
                <a:lnTo>
                  <a:pt x="126310" y="881"/>
                </a:lnTo>
                <a:cubicBezTo>
                  <a:pt x="138595" y="881"/>
                  <a:pt x="147810" y="6045"/>
                  <a:pt x="153953" y="16372"/>
                </a:cubicBezTo>
                <a:cubicBezTo>
                  <a:pt x="156000" y="21158"/>
                  <a:pt x="157024" y="25818"/>
                  <a:pt x="157024" y="30351"/>
                </a:cubicBezTo>
                <a:cubicBezTo>
                  <a:pt x="157024" y="37908"/>
                  <a:pt x="155360" y="43953"/>
                  <a:pt x="152032" y="48487"/>
                </a:cubicBezTo>
                <a:cubicBezTo>
                  <a:pt x="148705" y="53020"/>
                  <a:pt x="145378" y="55917"/>
                  <a:pt x="142051" y="57177"/>
                </a:cubicBezTo>
                <a:cubicBezTo>
                  <a:pt x="138723" y="58436"/>
                  <a:pt x="135524" y="58940"/>
                  <a:pt x="132452" y="58688"/>
                </a:cubicBezTo>
                <a:cubicBezTo>
                  <a:pt x="127334" y="58688"/>
                  <a:pt x="123238" y="57302"/>
                  <a:pt x="120167" y="54532"/>
                </a:cubicBezTo>
                <a:cubicBezTo>
                  <a:pt x="117096" y="51761"/>
                  <a:pt x="115560" y="48109"/>
                  <a:pt x="115560" y="43575"/>
                </a:cubicBezTo>
                <a:cubicBezTo>
                  <a:pt x="115560" y="31485"/>
                  <a:pt x="122727" y="23425"/>
                  <a:pt x="137059" y="19395"/>
                </a:cubicBezTo>
                <a:cubicBezTo>
                  <a:pt x="131429" y="16120"/>
                  <a:pt x="126822" y="14483"/>
                  <a:pt x="123238" y="14483"/>
                </a:cubicBezTo>
                <a:cubicBezTo>
                  <a:pt x="108906" y="14483"/>
                  <a:pt x="95725" y="23803"/>
                  <a:pt x="83695" y="42442"/>
                </a:cubicBezTo>
                <a:cubicBezTo>
                  <a:pt x="81135" y="46472"/>
                  <a:pt x="79216" y="50628"/>
                  <a:pt x="77936" y="54910"/>
                </a:cubicBezTo>
                <a:cubicBezTo>
                  <a:pt x="76657" y="59191"/>
                  <a:pt x="72305" y="75942"/>
                  <a:pt x="64882" y="105159"/>
                </a:cubicBezTo>
                <a:cubicBezTo>
                  <a:pt x="56180" y="140423"/>
                  <a:pt x="51190" y="159188"/>
                  <a:pt x="49910" y="161454"/>
                </a:cubicBezTo>
                <a:cubicBezTo>
                  <a:pt x="46583" y="168255"/>
                  <a:pt x="41080" y="171656"/>
                  <a:pt x="33402" y="171656"/>
                </a:cubicBezTo>
                <a:cubicBezTo>
                  <a:pt x="30074" y="171656"/>
                  <a:pt x="27386" y="170900"/>
                  <a:pt x="25339" y="169389"/>
                </a:cubicBezTo>
                <a:cubicBezTo>
                  <a:pt x="23291" y="167877"/>
                  <a:pt x="21884" y="166366"/>
                  <a:pt x="21116" y="164855"/>
                </a:cubicBezTo>
                <a:cubicBezTo>
                  <a:pt x="20348" y="163344"/>
                  <a:pt x="20092" y="162084"/>
                  <a:pt x="20348" y="161077"/>
                </a:cubicBezTo>
                <a:cubicBezTo>
                  <a:pt x="20348" y="157802"/>
                  <a:pt x="25467" y="136141"/>
                  <a:pt x="35705" y="96092"/>
                </a:cubicBezTo>
                <a:cubicBezTo>
                  <a:pt x="45943" y="56043"/>
                  <a:pt x="51061" y="33752"/>
                  <a:pt x="51061" y="29218"/>
                </a:cubicBezTo>
                <a:cubicBezTo>
                  <a:pt x="51061" y="19395"/>
                  <a:pt x="47735" y="14483"/>
                  <a:pt x="41080" y="14483"/>
                </a:cubicBezTo>
                <a:cubicBezTo>
                  <a:pt x="35705" y="14483"/>
                  <a:pt x="31098" y="18009"/>
                  <a:pt x="27258" y="25062"/>
                </a:cubicBezTo>
                <a:cubicBezTo>
                  <a:pt x="23420" y="32115"/>
                  <a:pt x="20348" y="39797"/>
                  <a:pt x="18044" y="48109"/>
                </a:cubicBezTo>
                <a:cubicBezTo>
                  <a:pt x="15741" y="56421"/>
                  <a:pt x="14334" y="60955"/>
                  <a:pt x="13822" y="61710"/>
                </a:cubicBezTo>
                <a:cubicBezTo>
                  <a:pt x="13310" y="62214"/>
                  <a:pt x="11262" y="62466"/>
                  <a:pt x="7678" y="62466"/>
                </a:cubicBezTo>
                <a:lnTo>
                  <a:pt x="2304" y="62466"/>
                </a:lnTo>
                <a:cubicBezTo>
                  <a:pt x="768" y="60955"/>
                  <a:pt x="0" y="59821"/>
                  <a:pt x="0" y="59066"/>
                </a:cubicBezTo>
              </a:path>
            </a:pathLst>
          </a:custGeom>
          <a:solidFill xmlns:a="http://schemas.openxmlformats.org/drawingml/2006/main">
            <a:srgbClr val="FF66B3"/>
          </a:solidFill>
          <a:ln xmlns:a="http://schemas.openxmlformats.org/drawingml/2006/main" w="0">
            <a:solidFill>
              <a:srgbClr val="FF66B3">
                <a:alpha val="8000"/>
              </a:srgbClr>
            </a:solidFill>
            <a:prstDash val="solid"/>
          </a:ln>
        </p:spPr>
      </p:sp>
      <p:sp>
        <p:nvSpPr>
          <p:cNvPr id="147" name="pdf-path-219">
            <a:extLst xmlns:a="http://schemas.openxmlformats.org/drawingml/2006/main">
              <a:ext uri="{FF2B5EF4-FFF2-40B4-BE49-F238E27FC236}">
                <a16:creationId xmlns:a16="http://schemas.microsoft.com/office/drawing/2014/main" id="{4B8100B9-9E3D-4531-89EB-F098BB88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2080" y="326262"/>
            <a:ext cx="76273" cy="179503"/>
          </a:xfrm>
          <a:custGeom xmlns:a="http://schemas.openxmlformats.org/drawingml/2006/main">
            <a:pathLst>
              <a:path w="76273" h="179503">
                <a:moveTo>
                  <a:pt x="44244" y="16294"/>
                </a:moveTo>
                <a:cubicBezTo>
                  <a:pt x="44244" y="12020"/>
                  <a:pt x="45963" y="8281"/>
                  <a:pt x="49401" y="5075"/>
                </a:cubicBezTo>
                <a:cubicBezTo>
                  <a:pt x="52839" y="1870"/>
                  <a:pt x="56820" y="178"/>
                  <a:pt x="61344" y="0"/>
                </a:cubicBezTo>
                <a:cubicBezTo>
                  <a:pt x="64601" y="0"/>
                  <a:pt x="67315" y="1068"/>
                  <a:pt x="69487" y="3205"/>
                </a:cubicBezTo>
                <a:cubicBezTo>
                  <a:pt x="71658" y="5342"/>
                  <a:pt x="72835" y="8013"/>
                  <a:pt x="73015" y="11219"/>
                </a:cubicBezTo>
                <a:cubicBezTo>
                  <a:pt x="73015" y="15315"/>
                  <a:pt x="71206" y="19054"/>
                  <a:pt x="67587" y="22438"/>
                </a:cubicBezTo>
                <a:cubicBezTo>
                  <a:pt x="63968" y="25821"/>
                  <a:pt x="59987" y="27602"/>
                  <a:pt x="55644" y="27780"/>
                </a:cubicBezTo>
                <a:cubicBezTo>
                  <a:pt x="52929" y="27780"/>
                  <a:pt x="50396" y="26890"/>
                  <a:pt x="48044" y="25109"/>
                </a:cubicBezTo>
                <a:cubicBezTo>
                  <a:pt x="45691" y="23328"/>
                  <a:pt x="44424" y="20390"/>
                  <a:pt x="44244" y="16294"/>
                </a:cubicBezTo>
                <a:moveTo>
                  <a:pt x="0" y="99902"/>
                </a:moveTo>
                <a:cubicBezTo>
                  <a:pt x="0" y="98477"/>
                  <a:pt x="814" y="95717"/>
                  <a:pt x="2443" y="91622"/>
                </a:cubicBezTo>
                <a:cubicBezTo>
                  <a:pt x="4072" y="87526"/>
                  <a:pt x="6243" y="82985"/>
                  <a:pt x="8958" y="77998"/>
                </a:cubicBezTo>
                <a:cubicBezTo>
                  <a:pt x="11672" y="73012"/>
                  <a:pt x="15653" y="68471"/>
                  <a:pt x="20901" y="64375"/>
                </a:cubicBezTo>
                <a:cubicBezTo>
                  <a:pt x="26148" y="60280"/>
                  <a:pt x="31577" y="58321"/>
                  <a:pt x="37186" y="58499"/>
                </a:cubicBezTo>
                <a:cubicBezTo>
                  <a:pt x="44244" y="58499"/>
                  <a:pt x="50125" y="60547"/>
                  <a:pt x="54830" y="64643"/>
                </a:cubicBezTo>
                <a:cubicBezTo>
                  <a:pt x="59534" y="68738"/>
                  <a:pt x="61978" y="74259"/>
                  <a:pt x="62158" y="81204"/>
                </a:cubicBezTo>
                <a:cubicBezTo>
                  <a:pt x="62158" y="84231"/>
                  <a:pt x="60892" y="89217"/>
                  <a:pt x="58358" y="96162"/>
                </a:cubicBezTo>
                <a:cubicBezTo>
                  <a:pt x="55824" y="103108"/>
                  <a:pt x="52206" y="112457"/>
                  <a:pt x="47501" y="124210"/>
                </a:cubicBezTo>
                <a:cubicBezTo>
                  <a:pt x="42796" y="135963"/>
                  <a:pt x="38996" y="146024"/>
                  <a:pt x="36101" y="154394"/>
                </a:cubicBezTo>
                <a:cubicBezTo>
                  <a:pt x="35196" y="158312"/>
                  <a:pt x="34744" y="161161"/>
                  <a:pt x="34744" y="162942"/>
                </a:cubicBezTo>
                <a:cubicBezTo>
                  <a:pt x="34744" y="167394"/>
                  <a:pt x="36282" y="169620"/>
                  <a:pt x="39358" y="169620"/>
                </a:cubicBezTo>
                <a:cubicBezTo>
                  <a:pt x="40987" y="169620"/>
                  <a:pt x="42706" y="169353"/>
                  <a:pt x="44515" y="168819"/>
                </a:cubicBezTo>
                <a:cubicBezTo>
                  <a:pt x="46324" y="168284"/>
                  <a:pt x="48406" y="167038"/>
                  <a:pt x="50758" y="165079"/>
                </a:cubicBezTo>
                <a:cubicBezTo>
                  <a:pt x="53111" y="163120"/>
                  <a:pt x="55553" y="160004"/>
                  <a:pt x="58087" y="155730"/>
                </a:cubicBezTo>
                <a:cubicBezTo>
                  <a:pt x="60620" y="151456"/>
                  <a:pt x="62882" y="146202"/>
                  <a:pt x="64873" y="139970"/>
                </a:cubicBezTo>
                <a:cubicBezTo>
                  <a:pt x="65415" y="137833"/>
                  <a:pt x="65868" y="136586"/>
                  <a:pt x="66230" y="136230"/>
                </a:cubicBezTo>
                <a:cubicBezTo>
                  <a:pt x="66592" y="135874"/>
                  <a:pt x="68130" y="135696"/>
                  <a:pt x="70844" y="135696"/>
                </a:cubicBezTo>
                <a:cubicBezTo>
                  <a:pt x="74463" y="135696"/>
                  <a:pt x="76273" y="136586"/>
                  <a:pt x="76273" y="138367"/>
                </a:cubicBezTo>
                <a:cubicBezTo>
                  <a:pt x="76273" y="139792"/>
                  <a:pt x="75458" y="142552"/>
                  <a:pt x="73830" y="146648"/>
                </a:cubicBezTo>
                <a:cubicBezTo>
                  <a:pt x="72201" y="150744"/>
                  <a:pt x="69939" y="155285"/>
                  <a:pt x="67044" y="160271"/>
                </a:cubicBezTo>
                <a:cubicBezTo>
                  <a:pt x="64149" y="165257"/>
                  <a:pt x="60077" y="169709"/>
                  <a:pt x="54830" y="173627"/>
                </a:cubicBezTo>
                <a:cubicBezTo>
                  <a:pt x="49582" y="177544"/>
                  <a:pt x="43973" y="179503"/>
                  <a:pt x="38001" y="179503"/>
                </a:cubicBezTo>
                <a:cubicBezTo>
                  <a:pt x="32211" y="179503"/>
                  <a:pt x="26872" y="177633"/>
                  <a:pt x="21987" y="173894"/>
                </a:cubicBezTo>
                <a:cubicBezTo>
                  <a:pt x="17101" y="170154"/>
                  <a:pt x="14567" y="164456"/>
                  <a:pt x="14386" y="156798"/>
                </a:cubicBezTo>
                <a:cubicBezTo>
                  <a:pt x="14386" y="153771"/>
                  <a:pt x="14839" y="150922"/>
                  <a:pt x="15744" y="148250"/>
                </a:cubicBezTo>
                <a:cubicBezTo>
                  <a:pt x="16648" y="145579"/>
                  <a:pt x="20538" y="135429"/>
                  <a:pt x="27415" y="117799"/>
                </a:cubicBezTo>
                <a:cubicBezTo>
                  <a:pt x="34291" y="99813"/>
                  <a:pt x="38272" y="89039"/>
                  <a:pt x="39358" y="85478"/>
                </a:cubicBezTo>
                <a:cubicBezTo>
                  <a:pt x="40443" y="81916"/>
                  <a:pt x="41077" y="78444"/>
                  <a:pt x="41258" y="75060"/>
                </a:cubicBezTo>
                <a:cubicBezTo>
                  <a:pt x="41258" y="70786"/>
                  <a:pt x="39720" y="68649"/>
                  <a:pt x="36644" y="68649"/>
                </a:cubicBezTo>
                <a:lnTo>
                  <a:pt x="36101" y="68649"/>
                </a:lnTo>
                <a:cubicBezTo>
                  <a:pt x="30672" y="68649"/>
                  <a:pt x="25696" y="71587"/>
                  <a:pt x="21172" y="77464"/>
                </a:cubicBezTo>
                <a:cubicBezTo>
                  <a:pt x="16648" y="83341"/>
                  <a:pt x="13210" y="90820"/>
                  <a:pt x="10858" y="99902"/>
                </a:cubicBezTo>
                <a:cubicBezTo>
                  <a:pt x="10676" y="100080"/>
                  <a:pt x="10496" y="100347"/>
                  <a:pt x="10314" y="100703"/>
                </a:cubicBezTo>
                <a:cubicBezTo>
                  <a:pt x="10134" y="101060"/>
                  <a:pt x="10043" y="101327"/>
                  <a:pt x="10043" y="101505"/>
                </a:cubicBezTo>
                <a:cubicBezTo>
                  <a:pt x="10043" y="101683"/>
                  <a:pt x="9863" y="101861"/>
                  <a:pt x="9501" y="102039"/>
                </a:cubicBezTo>
                <a:cubicBezTo>
                  <a:pt x="9139" y="102217"/>
                  <a:pt x="8867" y="102306"/>
                  <a:pt x="8686" y="102306"/>
                </a:cubicBezTo>
                <a:cubicBezTo>
                  <a:pt x="8505" y="102306"/>
                  <a:pt x="8143" y="102306"/>
                  <a:pt x="7601" y="102306"/>
                </a:cubicBezTo>
                <a:cubicBezTo>
                  <a:pt x="7057" y="102306"/>
                  <a:pt x="6334" y="102306"/>
                  <a:pt x="5429" y="102306"/>
                </a:cubicBezTo>
                <a:lnTo>
                  <a:pt x="1629" y="102306"/>
                </a:lnTo>
                <a:cubicBezTo>
                  <a:pt x="543" y="101238"/>
                  <a:pt x="0" y="100436"/>
                  <a:pt x="0" y="99902"/>
                </a:cubicBezTo>
              </a:path>
            </a:pathLst>
          </a:custGeom>
          <a:solidFill xmlns:a="http://schemas.openxmlformats.org/drawingml/2006/main">
            <a:srgbClr val="FF66B3"/>
          </a:solidFill>
          <a:ln xmlns:a="http://schemas.openxmlformats.org/drawingml/2006/main" w="0">
            <a:solidFill>
              <a:srgbClr val="FF66B3">
                <a:alpha val="5000"/>
              </a:srgbClr>
            </a:solidFill>
            <a:prstDash val="solid"/>
          </a:ln>
        </p:spPr>
      </p:sp>
      <p:sp>
        <p:nvSpPr>
          <p:cNvPr id="148" name="pdf-path-221">
            <a:extLst xmlns:a="http://schemas.openxmlformats.org/drawingml/2006/main">
              <a:ext uri="{FF2B5EF4-FFF2-40B4-BE49-F238E27FC236}">
                <a16:creationId xmlns:a16="http://schemas.microsoft.com/office/drawing/2014/main" id="{29388401-FCFF-4903-9BEC-4212A89A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5724" y="384583"/>
            <a:ext cx="151731" cy="121183"/>
          </a:xfrm>
          <a:custGeom xmlns:a="http://schemas.openxmlformats.org/drawingml/2006/main">
            <a:pathLst>
              <a:path w="151731" h="121183">
                <a:moveTo>
                  <a:pt x="0" y="41581"/>
                </a:moveTo>
                <a:cubicBezTo>
                  <a:pt x="181" y="40513"/>
                  <a:pt x="453" y="39088"/>
                  <a:pt x="814" y="37307"/>
                </a:cubicBezTo>
                <a:cubicBezTo>
                  <a:pt x="1176" y="35527"/>
                  <a:pt x="2262" y="32143"/>
                  <a:pt x="4072" y="27157"/>
                </a:cubicBezTo>
                <a:cubicBezTo>
                  <a:pt x="5881" y="22171"/>
                  <a:pt x="7691" y="17986"/>
                  <a:pt x="9501" y="14603"/>
                </a:cubicBezTo>
                <a:cubicBezTo>
                  <a:pt x="11310" y="11219"/>
                  <a:pt x="14296" y="7924"/>
                  <a:pt x="18458" y="4719"/>
                </a:cubicBezTo>
                <a:cubicBezTo>
                  <a:pt x="22620" y="1514"/>
                  <a:pt x="26781" y="0"/>
                  <a:pt x="30943" y="178"/>
                </a:cubicBezTo>
                <a:cubicBezTo>
                  <a:pt x="37458" y="178"/>
                  <a:pt x="42887" y="1781"/>
                  <a:pt x="47230" y="4986"/>
                </a:cubicBezTo>
                <a:cubicBezTo>
                  <a:pt x="51572" y="8192"/>
                  <a:pt x="54287" y="11219"/>
                  <a:pt x="55373" y="14068"/>
                </a:cubicBezTo>
                <a:cubicBezTo>
                  <a:pt x="56458" y="16918"/>
                  <a:pt x="57001" y="18787"/>
                  <a:pt x="57001" y="19678"/>
                </a:cubicBezTo>
                <a:cubicBezTo>
                  <a:pt x="57001" y="20034"/>
                  <a:pt x="57092" y="20212"/>
                  <a:pt x="57272" y="20212"/>
                </a:cubicBezTo>
                <a:lnTo>
                  <a:pt x="60258" y="17274"/>
                </a:lnTo>
                <a:cubicBezTo>
                  <a:pt x="71296" y="5877"/>
                  <a:pt x="83873" y="178"/>
                  <a:pt x="97987" y="178"/>
                </a:cubicBezTo>
                <a:cubicBezTo>
                  <a:pt x="107759" y="178"/>
                  <a:pt x="115630" y="2582"/>
                  <a:pt x="121602" y="7390"/>
                </a:cubicBezTo>
                <a:cubicBezTo>
                  <a:pt x="127573" y="12198"/>
                  <a:pt x="130649" y="19232"/>
                  <a:pt x="130830" y="28493"/>
                </a:cubicBezTo>
                <a:cubicBezTo>
                  <a:pt x="131011" y="37753"/>
                  <a:pt x="127573" y="51732"/>
                  <a:pt x="120516" y="70430"/>
                </a:cubicBezTo>
                <a:cubicBezTo>
                  <a:pt x="113458" y="89128"/>
                  <a:pt x="110021" y="100436"/>
                  <a:pt x="110201" y="104354"/>
                </a:cubicBezTo>
                <a:cubicBezTo>
                  <a:pt x="110201" y="108984"/>
                  <a:pt x="111740" y="111299"/>
                  <a:pt x="114816" y="111299"/>
                </a:cubicBezTo>
                <a:cubicBezTo>
                  <a:pt x="115902" y="111299"/>
                  <a:pt x="116716" y="111210"/>
                  <a:pt x="117259" y="111032"/>
                </a:cubicBezTo>
                <a:cubicBezTo>
                  <a:pt x="122507" y="110142"/>
                  <a:pt x="127211" y="106758"/>
                  <a:pt x="131373" y="100881"/>
                </a:cubicBezTo>
                <a:cubicBezTo>
                  <a:pt x="135535" y="95005"/>
                  <a:pt x="138701" y="87882"/>
                  <a:pt x="140874" y="79512"/>
                </a:cubicBezTo>
                <a:cubicBezTo>
                  <a:pt x="141236" y="78087"/>
                  <a:pt x="143045" y="77375"/>
                  <a:pt x="146302" y="77375"/>
                </a:cubicBezTo>
                <a:cubicBezTo>
                  <a:pt x="149921" y="77375"/>
                  <a:pt x="151731" y="78087"/>
                  <a:pt x="151731" y="79512"/>
                </a:cubicBezTo>
                <a:cubicBezTo>
                  <a:pt x="151731" y="79690"/>
                  <a:pt x="151369" y="81026"/>
                  <a:pt x="150645" y="83519"/>
                </a:cubicBezTo>
                <a:cubicBezTo>
                  <a:pt x="149197" y="88683"/>
                  <a:pt x="147206" y="93758"/>
                  <a:pt x="144673" y="98745"/>
                </a:cubicBezTo>
                <a:cubicBezTo>
                  <a:pt x="142140" y="103731"/>
                  <a:pt x="137978" y="108717"/>
                  <a:pt x="132187" y="113703"/>
                </a:cubicBezTo>
                <a:cubicBezTo>
                  <a:pt x="126397" y="118689"/>
                  <a:pt x="120154" y="121093"/>
                  <a:pt x="113458" y="120916"/>
                </a:cubicBezTo>
                <a:cubicBezTo>
                  <a:pt x="104953" y="120916"/>
                  <a:pt x="98801" y="118511"/>
                  <a:pt x="95002" y="113703"/>
                </a:cubicBezTo>
                <a:cubicBezTo>
                  <a:pt x="91201" y="108895"/>
                  <a:pt x="89301" y="103909"/>
                  <a:pt x="89301" y="98745"/>
                </a:cubicBezTo>
                <a:cubicBezTo>
                  <a:pt x="89301" y="95361"/>
                  <a:pt x="92558" y="84676"/>
                  <a:pt x="99072" y="66691"/>
                </a:cubicBezTo>
                <a:cubicBezTo>
                  <a:pt x="105587" y="48705"/>
                  <a:pt x="108935" y="35170"/>
                  <a:pt x="109116" y="26089"/>
                </a:cubicBezTo>
                <a:cubicBezTo>
                  <a:pt x="109116" y="15582"/>
                  <a:pt x="105135" y="10329"/>
                  <a:pt x="97173" y="10329"/>
                </a:cubicBezTo>
                <a:lnTo>
                  <a:pt x="95815" y="10329"/>
                </a:lnTo>
                <a:cubicBezTo>
                  <a:pt x="80254" y="10329"/>
                  <a:pt x="67135" y="19322"/>
                  <a:pt x="56458" y="37307"/>
                </a:cubicBezTo>
                <a:lnTo>
                  <a:pt x="54558" y="40513"/>
                </a:lnTo>
                <a:lnTo>
                  <a:pt x="45601" y="76307"/>
                </a:lnTo>
                <a:cubicBezTo>
                  <a:pt x="39629" y="99635"/>
                  <a:pt x="36191" y="112190"/>
                  <a:pt x="35286" y="113970"/>
                </a:cubicBezTo>
                <a:cubicBezTo>
                  <a:pt x="32934" y="118779"/>
                  <a:pt x="29043" y="121183"/>
                  <a:pt x="23615" y="121183"/>
                </a:cubicBezTo>
                <a:cubicBezTo>
                  <a:pt x="21263" y="121183"/>
                  <a:pt x="19363" y="120648"/>
                  <a:pt x="17915" y="119580"/>
                </a:cubicBezTo>
                <a:cubicBezTo>
                  <a:pt x="16468" y="118511"/>
                  <a:pt x="15472" y="117443"/>
                  <a:pt x="14929" y="116374"/>
                </a:cubicBezTo>
                <a:cubicBezTo>
                  <a:pt x="14386" y="115306"/>
                  <a:pt x="14206" y="114416"/>
                  <a:pt x="14386" y="113703"/>
                </a:cubicBezTo>
                <a:cubicBezTo>
                  <a:pt x="14386" y="111388"/>
                  <a:pt x="17824" y="96875"/>
                  <a:pt x="24701" y="70163"/>
                </a:cubicBezTo>
                <a:cubicBezTo>
                  <a:pt x="31577" y="43451"/>
                  <a:pt x="35196" y="28938"/>
                  <a:pt x="35558" y="26623"/>
                </a:cubicBezTo>
                <a:cubicBezTo>
                  <a:pt x="35739" y="25732"/>
                  <a:pt x="35829" y="23684"/>
                  <a:pt x="35829" y="20479"/>
                </a:cubicBezTo>
                <a:cubicBezTo>
                  <a:pt x="35829" y="13534"/>
                  <a:pt x="33658" y="10061"/>
                  <a:pt x="29315" y="10061"/>
                </a:cubicBezTo>
                <a:cubicBezTo>
                  <a:pt x="22438" y="10061"/>
                  <a:pt x="16739" y="18965"/>
                  <a:pt x="12215" y="36773"/>
                </a:cubicBezTo>
                <a:cubicBezTo>
                  <a:pt x="11129" y="40335"/>
                  <a:pt x="10587" y="42205"/>
                  <a:pt x="10587" y="42383"/>
                </a:cubicBezTo>
                <a:cubicBezTo>
                  <a:pt x="10225" y="43451"/>
                  <a:pt x="8505" y="43985"/>
                  <a:pt x="5429" y="43985"/>
                </a:cubicBezTo>
                <a:lnTo>
                  <a:pt x="1629" y="43985"/>
                </a:lnTo>
                <a:cubicBezTo>
                  <a:pt x="543" y="42917"/>
                  <a:pt x="0" y="42116"/>
                  <a:pt x="0" y="41581"/>
                </a:cubicBezTo>
              </a:path>
            </a:pathLst>
          </a:custGeom>
          <a:solidFill xmlns:a="http://schemas.openxmlformats.org/drawingml/2006/main">
            <a:srgbClr val="FF66B3"/>
          </a:solidFill>
          <a:ln xmlns:a="http://schemas.openxmlformats.org/drawingml/2006/main" w="0">
            <a:solidFill>
              <a:srgbClr val="FF66B3">
                <a:alpha val="5000"/>
              </a:srgbClr>
            </a:solidFill>
            <a:prstDash val="solid"/>
          </a:ln>
        </p:spPr>
      </p:sp>
      <p:sp>
        <p:nvSpPr>
          <p:cNvPr id="149" name="pdf-path-223">
            <a:extLst xmlns:a="http://schemas.openxmlformats.org/drawingml/2006/main">
              <a:ext uri="{FF2B5EF4-FFF2-40B4-BE49-F238E27FC236}">
                <a16:creationId xmlns:a16="http://schemas.microsoft.com/office/drawing/2014/main" id="{3B2BFC68-5035-46DA-88E4-283D8486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8041" y="335611"/>
            <a:ext cx="84415" cy="170154"/>
          </a:xfrm>
          <a:custGeom xmlns:a="http://schemas.openxmlformats.org/drawingml/2006/main">
            <a:pathLst>
              <a:path w="84415" h="170154">
                <a:moveTo>
                  <a:pt x="1900" y="64375"/>
                </a:moveTo>
                <a:cubicBezTo>
                  <a:pt x="633" y="63129"/>
                  <a:pt x="0" y="62238"/>
                  <a:pt x="0" y="61704"/>
                </a:cubicBezTo>
                <a:cubicBezTo>
                  <a:pt x="0" y="60992"/>
                  <a:pt x="271" y="59567"/>
                  <a:pt x="814" y="57430"/>
                </a:cubicBezTo>
                <a:cubicBezTo>
                  <a:pt x="1357" y="55293"/>
                  <a:pt x="1809" y="54047"/>
                  <a:pt x="2171" y="53691"/>
                </a:cubicBezTo>
                <a:cubicBezTo>
                  <a:pt x="2533" y="52800"/>
                  <a:pt x="3348" y="52355"/>
                  <a:pt x="4614" y="52355"/>
                </a:cubicBezTo>
                <a:cubicBezTo>
                  <a:pt x="5881" y="52355"/>
                  <a:pt x="10495" y="52266"/>
                  <a:pt x="18458" y="52088"/>
                </a:cubicBezTo>
                <a:lnTo>
                  <a:pt x="32843" y="52088"/>
                </a:lnTo>
                <a:lnTo>
                  <a:pt x="38000" y="30718"/>
                </a:lnTo>
                <a:cubicBezTo>
                  <a:pt x="38543" y="28760"/>
                  <a:pt x="39176" y="26178"/>
                  <a:pt x="39900" y="22972"/>
                </a:cubicBezTo>
                <a:cubicBezTo>
                  <a:pt x="40624" y="19767"/>
                  <a:pt x="41258" y="17452"/>
                  <a:pt x="41800" y="16027"/>
                </a:cubicBezTo>
                <a:cubicBezTo>
                  <a:pt x="42344" y="14602"/>
                  <a:pt x="42886" y="12822"/>
                  <a:pt x="43429" y="10685"/>
                </a:cubicBezTo>
                <a:cubicBezTo>
                  <a:pt x="43972" y="8548"/>
                  <a:pt x="44696" y="7034"/>
                  <a:pt x="45601" y="6144"/>
                </a:cubicBezTo>
                <a:cubicBezTo>
                  <a:pt x="46505" y="5253"/>
                  <a:pt x="47410" y="4185"/>
                  <a:pt x="48314" y="2938"/>
                </a:cubicBezTo>
                <a:cubicBezTo>
                  <a:pt x="49220" y="1692"/>
                  <a:pt x="50486" y="890"/>
                  <a:pt x="52115" y="534"/>
                </a:cubicBezTo>
                <a:cubicBezTo>
                  <a:pt x="53743" y="178"/>
                  <a:pt x="55372" y="0"/>
                  <a:pt x="57001" y="0"/>
                </a:cubicBezTo>
                <a:cubicBezTo>
                  <a:pt x="60258" y="178"/>
                  <a:pt x="62520" y="1157"/>
                  <a:pt x="63786" y="2938"/>
                </a:cubicBezTo>
                <a:cubicBezTo>
                  <a:pt x="65053" y="4719"/>
                  <a:pt x="65686" y="6411"/>
                  <a:pt x="65686" y="8013"/>
                </a:cubicBezTo>
                <a:cubicBezTo>
                  <a:pt x="65686" y="9260"/>
                  <a:pt x="64872" y="13445"/>
                  <a:pt x="63244" y="20568"/>
                </a:cubicBezTo>
                <a:cubicBezTo>
                  <a:pt x="61615" y="27691"/>
                  <a:pt x="59805" y="34725"/>
                  <a:pt x="57814" y="41670"/>
                </a:cubicBezTo>
                <a:lnTo>
                  <a:pt x="55101" y="51554"/>
                </a:lnTo>
                <a:cubicBezTo>
                  <a:pt x="55101" y="51910"/>
                  <a:pt x="59624" y="52088"/>
                  <a:pt x="68672" y="52088"/>
                </a:cubicBezTo>
                <a:lnTo>
                  <a:pt x="82515" y="52088"/>
                </a:lnTo>
                <a:cubicBezTo>
                  <a:pt x="83782" y="53334"/>
                  <a:pt x="84415" y="54314"/>
                  <a:pt x="84415" y="55026"/>
                </a:cubicBezTo>
                <a:cubicBezTo>
                  <a:pt x="84415" y="58944"/>
                  <a:pt x="83239" y="62060"/>
                  <a:pt x="80887" y="64375"/>
                </a:cubicBezTo>
                <a:lnTo>
                  <a:pt x="51844" y="64375"/>
                </a:lnTo>
                <a:lnTo>
                  <a:pt x="42072" y="103108"/>
                </a:lnTo>
                <a:cubicBezTo>
                  <a:pt x="35015" y="131600"/>
                  <a:pt x="31486" y="146915"/>
                  <a:pt x="31486" y="149052"/>
                </a:cubicBezTo>
                <a:cubicBezTo>
                  <a:pt x="31486" y="156531"/>
                  <a:pt x="33928" y="160271"/>
                  <a:pt x="38814" y="160271"/>
                </a:cubicBezTo>
                <a:cubicBezTo>
                  <a:pt x="45148" y="160271"/>
                  <a:pt x="51300" y="157243"/>
                  <a:pt x="57272" y="151189"/>
                </a:cubicBezTo>
                <a:cubicBezTo>
                  <a:pt x="63244" y="145134"/>
                  <a:pt x="68039" y="137655"/>
                  <a:pt x="71658" y="128751"/>
                </a:cubicBezTo>
                <a:cubicBezTo>
                  <a:pt x="72020" y="127682"/>
                  <a:pt x="72472" y="127059"/>
                  <a:pt x="73015" y="126881"/>
                </a:cubicBezTo>
                <a:cubicBezTo>
                  <a:pt x="73557" y="126703"/>
                  <a:pt x="74915" y="126525"/>
                  <a:pt x="77087" y="126347"/>
                </a:cubicBezTo>
                <a:lnTo>
                  <a:pt x="78172" y="126347"/>
                </a:lnTo>
                <a:cubicBezTo>
                  <a:pt x="80887" y="126347"/>
                  <a:pt x="82244" y="127059"/>
                  <a:pt x="82244" y="128484"/>
                </a:cubicBezTo>
                <a:cubicBezTo>
                  <a:pt x="82244" y="129018"/>
                  <a:pt x="81973" y="130086"/>
                  <a:pt x="81429" y="131689"/>
                </a:cubicBezTo>
                <a:cubicBezTo>
                  <a:pt x="80524" y="134538"/>
                  <a:pt x="78896" y="137922"/>
                  <a:pt x="76543" y="141840"/>
                </a:cubicBezTo>
                <a:cubicBezTo>
                  <a:pt x="74191" y="145757"/>
                  <a:pt x="71115" y="149942"/>
                  <a:pt x="67314" y="154394"/>
                </a:cubicBezTo>
                <a:cubicBezTo>
                  <a:pt x="63515" y="158846"/>
                  <a:pt x="58900" y="162586"/>
                  <a:pt x="53472" y="165613"/>
                </a:cubicBezTo>
                <a:cubicBezTo>
                  <a:pt x="48043" y="168641"/>
                  <a:pt x="42524" y="170154"/>
                  <a:pt x="36914" y="170154"/>
                </a:cubicBezTo>
                <a:cubicBezTo>
                  <a:pt x="31486" y="170154"/>
                  <a:pt x="26329" y="168819"/>
                  <a:pt x="21443" y="166147"/>
                </a:cubicBezTo>
                <a:cubicBezTo>
                  <a:pt x="16557" y="163476"/>
                  <a:pt x="13028" y="158846"/>
                  <a:pt x="10857" y="152257"/>
                </a:cubicBezTo>
                <a:cubicBezTo>
                  <a:pt x="10495" y="150833"/>
                  <a:pt x="10314" y="148429"/>
                  <a:pt x="10314" y="145045"/>
                </a:cubicBezTo>
                <a:lnTo>
                  <a:pt x="10314" y="140237"/>
                </a:lnTo>
                <a:lnTo>
                  <a:pt x="19814" y="102840"/>
                </a:lnTo>
                <a:cubicBezTo>
                  <a:pt x="26148" y="77731"/>
                  <a:pt x="29405" y="65088"/>
                  <a:pt x="29586" y="64910"/>
                </a:cubicBezTo>
                <a:cubicBezTo>
                  <a:pt x="29586" y="64553"/>
                  <a:pt x="24972" y="64375"/>
                  <a:pt x="15743" y="64375"/>
                </a:cubicBezTo>
                <a:lnTo>
                  <a:pt x="1900" y="64375"/>
                </a:lnTo>
              </a:path>
            </a:pathLst>
          </a:custGeom>
          <a:solidFill xmlns:a="http://schemas.openxmlformats.org/drawingml/2006/main">
            <a:srgbClr val="FF66B3"/>
          </a:solidFill>
          <a:ln xmlns:a="http://schemas.openxmlformats.org/drawingml/2006/main" w="0">
            <a:solidFill>
              <a:srgbClr val="FF66B3">
                <a:alpha val="5000"/>
              </a:srgbClr>
            </a:solidFill>
            <a:prstDash val="solid"/>
          </a:ln>
        </p:spPr>
      </p:sp>
      <p:sp>
        <p:nvSpPr>
          <p:cNvPr id="150" name="pdf-path-225">
            <a:extLst xmlns:a="http://schemas.openxmlformats.org/drawingml/2006/main">
              <a:ext uri="{FF2B5EF4-FFF2-40B4-BE49-F238E27FC236}">
                <a16:creationId xmlns:a16="http://schemas.microsoft.com/office/drawing/2014/main" id="{481B73D7-4FB1-4303-9D5F-9594A63D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6571" y="384405"/>
            <a:ext cx="111016" cy="121361"/>
          </a:xfrm>
          <a:custGeom xmlns:a="http://schemas.openxmlformats.org/drawingml/2006/main">
            <a:pathLst>
              <a:path w="111016" h="121361">
                <a:moveTo>
                  <a:pt x="0" y="41760"/>
                </a:moveTo>
                <a:cubicBezTo>
                  <a:pt x="181" y="41225"/>
                  <a:pt x="362" y="40513"/>
                  <a:pt x="543" y="39622"/>
                </a:cubicBezTo>
                <a:cubicBezTo>
                  <a:pt x="724" y="38732"/>
                  <a:pt x="1176" y="36773"/>
                  <a:pt x="1900" y="33746"/>
                </a:cubicBezTo>
                <a:cubicBezTo>
                  <a:pt x="2624" y="30719"/>
                  <a:pt x="3529" y="27958"/>
                  <a:pt x="4615" y="25465"/>
                </a:cubicBezTo>
                <a:cubicBezTo>
                  <a:pt x="5701" y="22972"/>
                  <a:pt x="7057" y="20034"/>
                  <a:pt x="8686" y="16650"/>
                </a:cubicBezTo>
                <a:cubicBezTo>
                  <a:pt x="10314" y="13267"/>
                  <a:pt x="12124" y="10596"/>
                  <a:pt x="14115" y="8637"/>
                </a:cubicBezTo>
                <a:cubicBezTo>
                  <a:pt x="16106" y="6678"/>
                  <a:pt x="18458" y="4719"/>
                  <a:pt x="21172" y="2760"/>
                </a:cubicBezTo>
                <a:cubicBezTo>
                  <a:pt x="23886" y="801"/>
                  <a:pt x="26872" y="0"/>
                  <a:pt x="30129" y="356"/>
                </a:cubicBezTo>
                <a:cubicBezTo>
                  <a:pt x="35377" y="356"/>
                  <a:pt x="39991" y="1425"/>
                  <a:pt x="43973" y="3562"/>
                </a:cubicBezTo>
                <a:cubicBezTo>
                  <a:pt x="47953" y="5699"/>
                  <a:pt x="50758" y="7657"/>
                  <a:pt x="52387" y="9438"/>
                </a:cubicBezTo>
                <a:cubicBezTo>
                  <a:pt x="54015" y="11219"/>
                  <a:pt x="55011" y="13000"/>
                  <a:pt x="55373" y="14781"/>
                </a:cubicBezTo>
                <a:cubicBezTo>
                  <a:pt x="55735" y="15849"/>
                  <a:pt x="56006" y="16383"/>
                  <a:pt x="56186" y="16383"/>
                </a:cubicBezTo>
                <a:cubicBezTo>
                  <a:pt x="56368" y="16383"/>
                  <a:pt x="57092" y="15760"/>
                  <a:pt x="58358" y="14513"/>
                </a:cubicBezTo>
                <a:cubicBezTo>
                  <a:pt x="67044" y="5253"/>
                  <a:pt x="77087" y="623"/>
                  <a:pt x="88487" y="623"/>
                </a:cubicBezTo>
                <a:lnTo>
                  <a:pt x="89301" y="623"/>
                </a:lnTo>
                <a:cubicBezTo>
                  <a:pt x="97987" y="623"/>
                  <a:pt x="104502" y="4274"/>
                  <a:pt x="108845" y="11575"/>
                </a:cubicBezTo>
                <a:cubicBezTo>
                  <a:pt x="110292" y="14959"/>
                  <a:pt x="111016" y="18253"/>
                  <a:pt x="111016" y="21459"/>
                </a:cubicBezTo>
                <a:cubicBezTo>
                  <a:pt x="111016" y="26801"/>
                  <a:pt x="109840" y="31075"/>
                  <a:pt x="107488" y="34280"/>
                </a:cubicBezTo>
                <a:cubicBezTo>
                  <a:pt x="105135" y="37486"/>
                  <a:pt x="102782" y="39533"/>
                  <a:pt x="100430" y="40424"/>
                </a:cubicBezTo>
                <a:cubicBezTo>
                  <a:pt x="98077" y="41314"/>
                  <a:pt x="95815" y="41670"/>
                  <a:pt x="93644" y="41492"/>
                </a:cubicBezTo>
                <a:cubicBezTo>
                  <a:pt x="90025" y="41492"/>
                  <a:pt x="87130" y="40513"/>
                  <a:pt x="84958" y="38554"/>
                </a:cubicBezTo>
                <a:cubicBezTo>
                  <a:pt x="82787" y="36595"/>
                  <a:pt x="81701" y="34013"/>
                  <a:pt x="81701" y="30808"/>
                </a:cubicBezTo>
                <a:cubicBezTo>
                  <a:pt x="81701" y="22260"/>
                  <a:pt x="86768" y="16561"/>
                  <a:pt x="96901" y="13712"/>
                </a:cubicBezTo>
                <a:cubicBezTo>
                  <a:pt x="92920" y="11397"/>
                  <a:pt x="89663" y="10239"/>
                  <a:pt x="87130" y="10239"/>
                </a:cubicBezTo>
                <a:cubicBezTo>
                  <a:pt x="76997" y="10239"/>
                  <a:pt x="67677" y="16828"/>
                  <a:pt x="59172" y="30006"/>
                </a:cubicBezTo>
                <a:cubicBezTo>
                  <a:pt x="57363" y="32856"/>
                  <a:pt x="56006" y="35794"/>
                  <a:pt x="55101" y="38821"/>
                </a:cubicBezTo>
                <a:cubicBezTo>
                  <a:pt x="54196" y="41849"/>
                  <a:pt x="51120" y="53691"/>
                  <a:pt x="45872" y="74348"/>
                </a:cubicBezTo>
                <a:cubicBezTo>
                  <a:pt x="39720" y="99279"/>
                  <a:pt x="36191" y="112546"/>
                  <a:pt x="35286" y="114148"/>
                </a:cubicBezTo>
                <a:cubicBezTo>
                  <a:pt x="32934" y="118957"/>
                  <a:pt x="29043" y="121361"/>
                  <a:pt x="23615" y="121361"/>
                </a:cubicBezTo>
                <a:cubicBezTo>
                  <a:pt x="21263" y="121361"/>
                  <a:pt x="19363" y="120826"/>
                  <a:pt x="17915" y="119758"/>
                </a:cubicBezTo>
                <a:cubicBezTo>
                  <a:pt x="16468" y="118689"/>
                  <a:pt x="15472" y="117621"/>
                  <a:pt x="14929" y="116552"/>
                </a:cubicBezTo>
                <a:cubicBezTo>
                  <a:pt x="14386" y="115484"/>
                  <a:pt x="14206" y="114594"/>
                  <a:pt x="14386" y="113881"/>
                </a:cubicBezTo>
                <a:cubicBezTo>
                  <a:pt x="14386" y="111566"/>
                  <a:pt x="18005" y="96252"/>
                  <a:pt x="25244" y="67937"/>
                </a:cubicBezTo>
                <a:cubicBezTo>
                  <a:pt x="32482" y="39622"/>
                  <a:pt x="36101" y="23862"/>
                  <a:pt x="36101" y="20657"/>
                </a:cubicBezTo>
                <a:cubicBezTo>
                  <a:pt x="36101" y="13712"/>
                  <a:pt x="33748" y="10239"/>
                  <a:pt x="29043" y="10239"/>
                </a:cubicBezTo>
                <a:cubicBezTo>
                  <a:pt x="25244" y="10239"/>
                  <a:pt x="21987" y="12733"/>
                  <a:pt x="19272" y="17719"/>
                </a:cubicBezTo>
                <a:cubicBezTo>
                  <a:pt x="16557" y="22705"/>
                  <a:pt x="14386" y="28136"/>
                  <a:pt x="12758" y="34013"/>
                </a:cubicBezTo>
                <a:cubicBezTo>
                  <a:pt x="11129" y="39890"/>
                  <a:pt x="10134" y="43095"/>
                  <a:pt x="9772" y="43629"/>
                </a:cubicBezTo>
                <a:cubicBezTo>
                  <a:pt x="9410" y="43985"/>
                  <a:pt x="7963" y="44164"/>
                  <a:pt x="5429" y="44164"/>
                </a:cubicBezTo>
                <a:lnTo>
                  <a:pt x="1629" y="44164"/>
                </a:lnTo>
                <a:cubicBezTo>
                  <a:pt x="543" y="43095"/>
                  <a:pt x="0" y="42294"/>
                  <a:pt x="0" y="41760"/>
                </a:cubicBezTo>
              </a:path>
            </a:pathLst>
          </a:custGeom>
          <a:solidFill xmlns:a="http://schemas.openxmlformats.org/drawingml/2006/main">
            <a:srgbClr val="FF66B3"/>
          </a:solidFill>
          <a:ln xmlns:a="http://schemas.openxmlformats.org/drawingml/2006/main" w="0">
            <a:solidFill>
              <a:srgbClr val="FF66B3">
                <a:alpha val="5000"/>
              </a:srgbClr>
            </a:solidFill>
            <a:prstDash val="solid"/>
          </a:ln>
        </p:spPr>
      </p:sp>
      <p:sp>
        <p:nvSpPr>
          <p:cNvPr id="151" name="pdf-path-227">
            <a:extLst xmlns:a="http://schemas.openxmlformats.org/drawingml/2006/main">
              <a:ext uri="{FF2B5EF4-FFF2-40B4-BE49-F238E27FC236}">
                <a16:creationId xmlns:a16="http://schemas.microsoft.com/office/drawing/2014/main" id="{FF9E4D9A-0433-43E8-9ED5-BEB74CF7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9952" y="573806"/>
            <a:ext cx="192716" cy="194195"/>
          </a:xfrm>
          <a:custGeom xmlns:a="http://schemas.openxmlformats.org/drawingml/2006/main">
            <a:pathLst>
              <a:path w="192716" h="194195">
                <a:moveTo>
                  <a:pt x="0" y="121004"/>
                </a:moveTo>
                <a:cubicBezTo>
                  <a:pt x="0" y="100525"/>
                  <a:pt x="6062" y="80848"/>
                  <a:pt x="18186" y="61972"/>
                </a:cubicBezTo>
                <a:cubicBezTo>
                  <a:pt x="30309" y="43095"/>
                  <a:pt x="45601" y="28137"/>
                  <a:pt x="64057" y="17096"/>
                </a:cubicBezTo>
                <a:cubicBezTo>
                  <a:pt x="82515" y="6055"/>
                  <a:pt x="100973" y="445"/>
                  <a:pt x="119430" y="267"/>
                </a:cubicBezTo>
                <a:cubicBezTo>
                  <a:pt x="135716" y="267"/>
                  <a:pt x="148654" y="4808"/>
                  <a:pt x="158245" y="13890"/>
                </a:cubicBezTo>
                <a:cubicBezTo>
                  <a:pt x="159873" y="15671"/>
                  <a:pt x="161231" y="17185"/>
                  <a:pt x="162316" y="18431"/>
                </a:cubicBezTo>
                <a:cubicBezTo>
                  <a:pt x="163402" y="19678"/>
                  <a:pt x="164126" y="20568"/>
                  <a:pt x="164488" y="21102"/>
                </a:cubicBezTo>
                <a:lnTo>
                  <a:pt x="164759" y="21904"/>
                </a:lnTo>
                <a:cubicBezTo>
                  <a:pt x="165302" y="21904"/>
                  <a:pt x="167745" y="19589"/>
                  <a:pt x="172087" y="14959"/>
                </a:cubicBezTo>
                <a:cubicBezTo>
                  <a:pt x="173355" y="13890"/>
                  <a:pt x="174711" y="12644"/>
                  <a:pt x="176159" y="11219"/>
                </a:cubicBezTo>
                <a:cubicBezTo>
                  <a:pt x="177607" y="9795"/>
                  <a:pt x="179054" y="8370"/>
                  <a:pt x="180502" y="6945"/>
                </a:cubicBezTo>
                <a:cubicBezTo>
                  <a:pt x="181949" y="5520"/>
                  <a:pt x="182855" y="4541"/>
                  <a:pt x="183216" y="4007"/>
                </a:cubicBezTo>
                <a:lnTo>
                  <a:pt x="187288" y="0"/>
                </a:lnTo>
                <a:lnTo>
                  <a:pt x="188916" y="0"/>
                </a:lnTo>
                <a:cubicBezTo>
                  <a:pt x="191449" y="0"/>
                  <a:pt x="192716" y="623"/>
                  <a:pt x="192716" y="1870"/>
                </a:cubicBezTo>
                <a:cubicBezTo>
                  <a:pt x="192716" y="2582"/>
                  <a:pt x="189821" y="14781"/>
                  <a:pt x="184030" y="38465"/>
                </a:cubicBezTo>
                <a:cubicBezTo>
                  <a:pt x="177516" y="63218"/>
                  <a:pt x="174259" y="75683"/>
                  <a:pt x="174259" y="75862"/>
                </a:cubicBezTo>
                <a:cubicBezTo>
                  <a:pt x="173897" y="76752"/>
                  <a:pt x="173444" y="77286"/>
                  <a:pt x="172902" y="77464"/>
                </a:cubicBezTo>
                <a:cubicBezTo>
                  <a:pt x="172359" y="77642"/>
                  <a:pt x="170731" y="77820"/>
                  <a:pt x="168016" y="77999"/>
                </a:cubicBezTo>
                <a:lnTo>
                  <a:pt x="163673" y="77999"/>
                </a:lnTo>
                <a:cubicBezTo>
                  <a:pt x="162587" y="76930"/>
                  <a:pt x="162044" y="76129"/>
                  <a:pt x="162044" y="75595"/>
                </a:cubicBezTo>
                <a:cubicBezTo>
                  <a:pt x="162044" y="75416"/>
                  <a:pt x="162135" y="74793"/>
                  <a:pt x="162316" y="73725"/>
                </a:cubicBezTo>
                <a:cubicBezTo>
                  <a:pt x="162497" y="72656"/>
                  <a:pt x="162678" y="70875"/>
                  <a:pt x="162859" y="68382"/>
                </a:cubicBezTo>
                <a:cubicBezTo>
                  <a:pt x="163040" y="65889"/>
                  <a:pt x="163130" y="63040"/>
                  <a:pt x="163130" y="59835"/>
                </a:cubicBezTo>
                <a:cubicBezTo>
                  <a:pt x="163130" y="47191"/>
                  <a:pt x="160235" y="36150"/>
                  <a:pt x="154444" y="26712"/>
                </a:cubicBezTo>
                <a:cubicBezTo>
                  <a:pt x="148654" y="17274"/>
                  <a:pt x="138792" y="12466"/>
                  <a:pt x="124859" y="12287"/>
                </a:cubicBezTo>
                <a:cubicBezTo>
                  <a:pt x="120154" y="12287"/>
                  <a:pt x="115087" y="12911"/>
                  <a:pt x="109658" y="14157"/>
                </a:cubicBezTo>
                <a:cubicBezTo>
                  <a:pt x="104230" y="15404"/>
                  <a:pt x="97716" y="17541"/>
                  <a:pt x="90115" y="20568"/>
                </a:cubicBezTo>
                <a:cubicBezTo>
                  <a:pt x="82515" y="23595"/>
                  <a:pt x="75006" y="28582"/>
                  <a:pt x="67587" y="35527"/>
                </a:cubicBezTo>
                <a:cubicBezTo>
                  <a:pt x="60167" y="42472"/>
                  <a:pt x="53562" y="50752"/>
                  <a:pt x="47772" y="60369"/>
                </a:cubicBezTo>
                <a:cubicBezTo>
                  <a:pt x="41982" y="70519"/>
                  <a:pt x="37367" y="82362"/>
                  <a:pt x="33929" y="95895"/>
                </a:cubicBezTo>
                <a:cubicBezTo>
                  <a:pt x="30491" y="109429"/>
                  <a:pt x="28772" y="120470"/>
                  <a:pt x="28772" y="129018"/>
                </a:cubicBezTo>
                <a:cubicBezTo>
                  <a:pt x="28772" y="149319"/>
                  <a:pt x="35648" y="163921"/>
                  <a:pt x="49400" y="172825"/>
                </a:cubicBezTo>
                <a:cubicBezTo>
                  <a:pt x="58087" y="178880"/>
                  <a:pt x="68763" y="181908"/>
                  <a:pt x="81429" y="181908"/>
                </a:cubicBezTo>
                <a:cubicBezTo>
                  <a:pt x="97896" y="181908"/>
                  <a:pt x="112553" y="175853"/>
                  <a:pt x="125401" y="163743"/>
                </a:cubicBezTo>
                <a:cubicBezTo>
                  <a:pt x="138249" y="151634"/>
                  <a:pt x="146754" y="138456"/>
                  <a:pt x="150916" y="124210"/>
                </a:cubicBezTo>
                <a:cubicBezTo>
                  <a:pt x="151640" y="121895"/>
                  <a:pt x="152182" y="120559"/>
                  <a:pt x="152544" y="120203"/>
                </a:cubicBezTo>
                <a:cubicBezTo>
                  <a:pt x="152906" y="119847"/>
                  <a:pt x="154354" y="119669"/>
                  <a:pt x="156887" y="119669"/>
                </a:cubicBezTo>
                <a:cubicBezTo>
                  <a:pt x="160507" y="119669"/>
                  <a:pt x="162316" y="120470"/>
                  <a:pt x="162316" y="122073"/>
                </a:cubicBezTo>
                <a:cubicBezTo>
                  <a:pt x="162316" y="122963"/>
                  <a:pt x="162226" y="123765"/>
                  <a:pt x="162044" y="124477"/>
                </a:cubicBezTo>
                <a:cubicBezTo>
                  <a:pt x="156797" y="143531"/>
                  <a:pt x="145577" y="159915"/>
                  <a:pt x="128387" y="173627"/>
                </a:cubicBezTo>
                <a:cubicBezTo>
                  <a:pt x="111196" y="187339"/>
                  <a:pt x="92739" y="194195"/>
                  <a:pt x="73015" y="194195"/>
                </a:cubicBezTo>
                <a:cubicBezTo>
                  <a:pt x="52567" y="194195"/>
                  <a:pt x="35286" y="187517"/>
                  <a:pt x="21171" y="174161"/>
                </a:cubicBezTo>
                <a:cubicBezTo>
                  <a:pt x="7057" y="160805"/>
                  <a:pt x="0" y="143086"/>
                  <a:pt x="0" y="121004"/>
                </a:cubicBezTo>
              </a:path>
            </a:pathLst>
          </a:custGeom>
          <a:solidFill xmlns:a="http://schemas.openxmlformats.org/drawingml/2006/main">
            <a:srgbClr val="FF66B3"/>
          </a:solidFill>
          <a:ln xmlns:a="http://schemas.openxmlformats.org/drawingml/2006/main" w="0">
            <a:solidFill>
              <a:srgbClr val="FF66B3">
                <a:alpha val="5000"/>
              </a:srgbClr>
            </a:solidFill>
            <a:prstDash val="solid"/>
          </a:ln>
        </p:spPr>
      </p:sp>
      <p:sp>
        <p:nvSpPr>
          <p:cNvPr id="152" name="pdf-path-229">
            <a:extLst xmlns:a="http://schemas.openxmlformats.org/drawingml/2006/main">
              <a:ext uri="{FF2B5EF4-FFF2-40B4-BE49-F238E27FC236}">
                <a16:creationId xmlns:a16="http://schemas.microsoft.com/office/drawing/2014/main" id="{30040EAC-B0EA-420C-BA0D-35CB6C66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898" y="644326"/>
            <a:ext cx="119973" cy="120737"/>
          </a:xfrm>
          <a:custGeom xmlns:a="http://schemas.openxmlformats.org/drawingml/2006/main">
            <a:pathLst>
              <a:path w="119973" h="120737">
                <a:moveTo>
                  <a:pt x="45329" y="120737"/>
                </a:moveTo>
                <a:cubicBezTo>
                  <a:pt x="31757" y="120737"/>
                  <a:pt x="20809" y="116374"/>
                  <a:pt x="12486" y="107649"/>
                </a:cubicBezTo>
                <a:cubicBezTo>
                  <a:pt x="4162" y="98923"/>
                  <a:pt x="0" y="88416"/>
                  <a:pt x="0" y="76129"/>
                </a:cubicBezTo>
                <a:cubicBezTo>
                  <a:pt x="0" y="64554"/>
                  <a:pt x="2714" y="53602"/>
                  <a:pt x="8143" y="43273"/>
                </a:cubicBezTo>
                <a:cubicBezTo>
                  <a:pt x="13572" y="32945"/>
                  <a:pt x="20991" y="23952"/>
                  <a:pt x="30400" y="16294"/>
                </a:cubicBezTo>
                <a:cubicBezTo>
                  <a:pt x="44153" y="5431"/>
                  <a:pt x="58176" y="0"/>
                  <a:pt x="72472" y="0"/>
                </a:cubicBezTo>
                <a:cubicBezTo>
                  <a:pt x="78263" y="0"/>
                  <a:pt x="81882" y="89"/>
                  <a:pt x="83330" y="267"/>
                </a:cubicBezTo>
                <a:cubicBezTo>
                  <a:pt x="85681" y="801"/>
                  <a:pt x="88034" y="1425"/>
                  <a:pt x="90387" y="2137"/>
                </a:cubicBezTo>
                <a:cubicBezTo>
                  <a:pt x="92739" y="2849"/>
                  <a:pt x="95905" y="4274"/>
                  <a:pt x="99887" y="6411"/>
                </a:cubicBezTo>
                <a:cubicBezTo>
                  <a:pt x="103868" y="8548"/>
                  <a:pt x="107125" y="11219"/>
                  <a:pt x="109658" y="14424"/>
                </a:cubicBezTo>
                <a:cubicBezTo>
                  <a:pt x="112191" y="17630"/>
                  <a:pt x="114544" y="21993"/>
                  <a:pt x="116716" y="27513"/>
                </a:cubicBezTo>
                <a:cubicBezTo>
                  <a:pt x="118887" y="33034"/>
                  <a:pt x="119973" y="39266"/>
                  <a:pt x="119973" y="46211"/>
                </a:cubicBezTo>
                <a:cubicBezTo>
                  <a:pt x="119973" y="65266"/>
                  <a:pt x="112191" y="82450"/>
                  <a:pt x="96630" y="97765"/>
                </a:cubicBezTo>
                <a:cubicBezTo>
                  <a:pt x="81067" y="113080"/>
                  <a:pt x="63968" y="120737"/>
                  <a:pt x="45329" y="120737"/>
                </a:cubicBezTo>
                <a:moveTo>
                  <a:pt x="23614" y="85745"/>
                </a:moveTo>
                <a:cubicBezTo>
                  <a:pt x="23614" y="94649"/>
                  <a:pt x="25967" y="101060"/>
                  <a:pt x="30671" y="104977"/>
                </a:cubicBezTo>
                <a:cubicBezTo>
                  <a:pt x="35376" y="108895"/>
                  <a:pt x="40715" y="110854"/>
                  <a:pt x="46686" y="110854"/>
                </a:cubicBezTo>
                <a:cubicBezTo>
                  <a:pt x="54648" y="110854"/>
                  <a:pt x="62157" y="108005"/>
                  <a:pt x="69215" y="102306"/>
                </a:cubicBezTo>
                <a:cubicBezTo>
                  <a:pt x="76272" y="96608"/>
                  <a:pt x="81882" y="89128"/>
                  <a:pt x="86043" y="79868"/>
                </a:cubicBezTo>
                <a:cubicBezTo>
                  <a:pt x="87672" y="76129"/>
                  <a:pt x="89753" y="69540"/>
                  <a:pt x="92286" y="60102"/>
                </a:cubicBezTo>
                <a:cubicBezTo>
                  <a:pt x="94820" y="50663"/>
                  <a:pt x="96087" y="42472"/>
                  <a:pt x="96087" y="35527"/>
                </a:cubicBezTo>
                <a:cubicBezTo>
                  <a:pt x="96087" y="27691"/>
                  <a:pt x="94458" y="21726"/>
                  <a:pt x="91201" y="17630"/>
                </a:cubicBezTo>
                <a:cubicBezTo>
                  <a:pt x="86858" y="12287"/>
                  <a:pt x="81067" y="9616"/>
                  <a:pt x="73830" y="9616"/>
                </a:cubicBezTo>
                <a:cubicBezTo>
                  <a:pt x="62429" y="9616"/>
                  <a:pt x="52386" y="14781"/>
                  <a:pt x="43701" y="25109"/>
                </a:cubicBezTo>
                <a:cubicBezTo>
                  <a:pt x="37005" y="32945"/>
                  <a:pt x="32029" y="43362"/>
                  <a:pt x="28771" y="56362"/>
                </a:cubicBezTo>
                <a:cubicBezTo>
                  <a:pt x="25514" y="69362"/>
                  <a:pt x="23795" y="79156"/>
                  <a:pt x="23614" y="85745"/>
                </a:cubicBezTo>
              </a:path>
            </a:pathLst>
          </a:custGeom>
          <a:solidFill xmlns:a="http://schemas.openxmlformats.org/drawingml/2006/main">
            <a:srgbClr val="FF66B3"/>
          </a:solidFill>
          <a:ln xmlns:a="http://schemas.openxmlformats.org/drawingml/2006/main" w="0">
            <a:solidFill>
              <a:srgbClr val="FF66B3">
                <a:alpha val="5000"/>
              </a:srgbClr>
            </a:solidFill>
            <a:prstDash val="solid"/>
          </a:ln>
        </p:spPr>
      </p:sp>
      <p:sp>
        <p:nvSpPr>
          <p:cNvPr id="153" name="pdf-path-231">
            <a:extLst xmlns:a="http://schemas.openxmlformats.org/drawingml/2006/main">
              <a:ext uri="{FF2B5EF4-FFF2-40B4-BE49-F238E27FC236}">
                <a16:creationId xmlns:a16="http://schemas.microsoft.com/office/drawing/2014/main" id="{AB117645-BB01-4E23-9385-E42B215F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0013" y="643880"/>
            <a:ext cx="226917" cy="121183"/>
          </a:xfrm>
          <a:custGeom xmlns:a="http://schemas.openxmlformats.org/drawingml/2006/main">
            <a:pathLst>
              <a:path w="226917" h="121183">
                <a:moveTo>
                  <a:pt x="0" y="41581"/>
                </a:moveTo>
                <a:cubicBezTo>
                  <a:pt x="181" y="40513"/>
                  <a:pt x="453" y="39088"/>
                  <a:pt x="814" y="37307"/>
                </a:cubicBezTo>
                <a:cubicBezTo>
                  <a:pt x="1176" y="35527"/>
                  <a:pt x="2262" y="32143"/>
                  <a:pt x="4072" y="27157"/>
                </a:cubicBezTo>
                <a:cubicBezTo>
                  <a:pt x="5881" y="22171"/>
                  <a:pt x="7691" y="17986"/>
                  <a:pt x="9501" y="14603"/>
                </a:cubicBezTo>
                <a:cubicBezTo>
                  <a:pt x="11310" y="11219"/>
                  <a:pt x="14206" y="7924"/>
                  <a:pt x="18186" y="4719"/>
                </a:cubicBezTo>
                <a:cubicBezTo>
                  <a:pt x="22167" y="1514"/>
                  <a:pt x="26148" y="0"/>
                  <a:pt x="30129" y="178"/>
                </a:cubicBezTo>
                <a:cubicBezTo>
                  <a:pt x="34111" y="356"/>
                  <a:pt x="38001" y="980"/>
                  <a:pt x="41801" y="2048"/>
                </a:cubicBezTo>
                <a:cubicBezTo>
                  <a:pt x="45601" y="3116"/>
                  <a:pt x="48315" y="4719"/>
                  <a:pt x="49943" y="6856"/>
                </a:cubicBezTo>
                <a:cubicBezTo>
                  <a:pt x="51572" y="8993"/>
                  <a:pt x="53020" y="10952"/>
                  <a:pt x="54287" y="12733"/>
                </a:cubicBezTo>
                <a:cubicBezTo>
                  <a:pt x="55553" y="14513"/>
                  <a:pt x="56277" y="16205"/>
                  <a:pt x="56458" y="17808"/>
                </a:cubicBezTo>
                <a:lnTo>
                  <a:pt x="57001" y="19678"/>
                </a:lnTo>
                <a:cubicBezTo>
                  <a:pt x="57001" y="20034"/>
                  <a:pt x="57092" y="20212"/>
                  <a:pt x="57272" y="20212"/>
                </a:cubicBezTo>
                <a:lnTo>
                  <a:pt x="60258" y="17274"/>
                </a:lnTo>
                <a:cubicBezTo>
                  <a:pt x="71116" y="5877"/>
                  <a:pt x="83873" y="178"/>
                  <a:pt x="98530" y="178"/>
                </a:cubicBezTo>
                <a:cubicBezTo>
                  <a:pt x="101607" y="178"/>
                  <a:pt x="104411" y="356"/>
                  <a:pt x="106944" y="712"/>
                </a:cubicBezTo>
                <a:cubicBezTo>
                  <a:pt x="109478" y="1068"/>
                  <a:pt x="111830" y="1692"/>
                  <a:pt x="114002" y="2582"/>
                </a:cubicBezTo>
                <a:cubicBezTo>
                  <a:pt x="116173" y="3472"/>
                  <a:pt x="117892" y="4363"/>
                  <a:pt x="119159" y="5253"/>
                </a:cubicBezTo>
                <a:cubicBezTo>
                  <a:pt x="120425" y="6144"/>
                  <a:pt x="121783" y="7212"/>
                  <a:pt x="123231" y="8459"/>
                </a:cubicBezTo>
                <a:cubicBezTo>
                  <a:pt x="124678" y="9705"/>
                  <a:pt x="125582" y="10863"/>
                  <a:pt x="125944" y="11931"/>
                </a:cubicBezTo>
                <a:cubicBezTo>
                  <a:pt x="126306" y="13000"/>
                  <a:pt x="127030" y="14157"/>
                  <a:pt x="128116" y="15404"/>
                </a:cubicBezTo>
                <a:cubicBezTo>
                  <a:pt x="129201" y="16650"/>
                  <a:pt x="129563" y="17719"/>
                  <a:pt x="129201" y="18609"/>
                </a:cubicBezTo>
                <a:cubicBezTo>
                  <a:pt x="128840" y="19500"/>
                  <a:pt x="129112" y="20301"/>
                  <a:pt x="130016" y="21013"/>
                </a:cubicBezTo>
                <a:cubicBezTo>
                  <a:pt x="130921" y="21726"/>
                  <a:pt x="131102" y="22349"/>
                  <a:pt x="130559" y="22883"/>
                </a:cubicBezTo>
                <a:lnTo>
                  <a:pt x="132731" y="20212"/>
                </a:lnTo>
                <a:cubicBezTo>
                  <a:pt x="144131" y="6856"/>
                  <a:pt x="157612" y="178"/>
                  <a:pt x="173174" y="178"/>
                </a:cubicBezTo>
                <a:cubicBezTo>
                  <a:pt x="182945" y="178"/>
                  <a:pt x="190816" y="2582"/>
                  <a:pt x="196788" y="7390"/>
                </a:cubicBezTo>
                <a:cubicBezTo>
                  <a:pt x="202760" y="12198"/>
                  <a:pt x="205836" y="19232"/>
                  <a:pt x="206017" y="28493"/>
                </a:cubicBezTo>
                <a:cubicBezTo>
                  <a:pt x="206017" y="37575"/>
                  <a:pt x="202578" y="51643"/>
                  <a:pt x="195702" y="70697"/>
                </a:cubicBezTo>
                <a:cubicBezTo>
                  <a:pt x="188826" y="89752"/>
                  <a:pt x="185388" y="101149"/>
                  <a:pt x="185388" y="104888"/>
                </a:cubicBezTo>
                <a:cubicBezTo>
                  <a:pt x="185569" y="107381"/>
                  <a:pt x="186022" y="109073"/>
                  <a:pt x="186746" y="109964"/>
                </a:cubicBezTo>
                <a:cubicBezTo>
                  <a:pt x="187469" y="110854"/>
                  <a:pt x="188826" y="111299"/>
                  <a:pt x="190816" y="111299"/>
                </a:cubicBezTo>
                <a:cubicBezTo>
                  <a:pt x="195884" y="111299"/>
                  <a:pt x="200588" y="108628"/>
                  <a:pt x="204931" y="103286"/>
                </a:cubicBezTo>
                <a:cubicBezTo>
                  <a:pt x="209274" y="97943"/>
                  <a:pt x="212803" y="90642"/>
                  <a:pt x="215517" y="81382"/>
                </a:cubicBezTo>
                <a:cubicBezTo>
                  <a:pt x="216060" y="79423"/>
                  <a:pt x="216602" y="78266"/>
                  <a:pt x="217146" y="77909"/>
                </a:cubicBezTo>
                <a:cubicBezTo>
                  <a:pt x="217688" y="77553"/>
                  <a:pt x="219136" y="77375"/>
                  <a:pt x="221489" y="77375"/>
                </a:cubicBezTo>
                <a:cubicBezTo>
                  <a:pt x="225107" y="77375"/>
                  <a:pt x="226917" y="78087"/>
                  <a:pt x="226917" y="79512"/>
                </a:cubicBezTo>
                <a:cubicBezTo>
                  <a:pt x="226917" y="79690"/>
                  <a:pt x="226555" y="81026"/>
                  <a:pt x="225831" y="83519"/>
                </a:cubicBezTo>
                <a:cubicBezTo>
                  <a:pt x="224384" y="88683"/>
                  <a:pt x="222393" y="93758"/>
                  <a:pt x="219860" y="98745"/>
                </a:cubicBezTo>
                <a:cubicBezTo>
                  <a:pt x="217326" y="103731"/>
                  <a:pt x="213165" y="108717"/>
                  <a:pt x="207374" y="113703"/>
                </a:cubicBezTo>
                <a:cubicBezTo>
                  <a:pt x="201583" y="118689"/>
                  <a:pt x="195340" y="121093"/>
                  <a:pt x="188645" y="120916"/>
                </a:cubicBezTo>
                <a:cubicBezTo>
                  <a:pt x="180141" y="120916"/>
                  <a:pt x="173988" y="118511"/>
                  <a:pt x="170188" y="113703"/>
                </a:cubicBezTo>
                <a:cubicBezTo>
                  <a:pt x="166388" y="108895"/>
                  <a:pt x="164488" y="103909"/>
                  <a:pt x="164488" y="98745"/>
                </a:cubicBezTo>
                <a:cubicBezTo>
                  <a:pt x="164488" y="95361"/>
                  <a:pt x="167745" y="84676"/>
                  <a:pt x="174260" y="66691"/>
                </a:cubicBezTo>
                <a:cubicBezTo>
                  <a:pt x="180774" y="48705"/>
                  <a:pt x="184122" y="35170"/>
                  <a:pt x="184302" y="26089"/>
                </a:cubicBezTo>
                <a:cubicBezTo>
                  <a:pt x="184302" y="15582"/>
                  <a:pt x="180321" y="10329"/>
                  <a:pt x="172360" y="10329"/>
                </a:cubicBezTo>
                <a:lnTo>
                  <a:pt x="171002" y="10329"/>
                </a:lnTo>
                <a:cubicBezTo>
                  <a:pt x="155440" y="10329"/>
                  <a:pt x="142321" y="19322"/>
                  <a:pt x="131645" y="37307"/>
                </a:cubicBezTo>
                <a:lnTo>
                  <a:pt x="129745" y="40513"/>
                </a:lnTo>
                <a:lnTo>
                  <a:pt x="120787" y="76307"/>
                </a:lnTo>
                <a:cubicBezTo>
                  <a:pt x="114816" y="99635"/>
                  <a:pt x="111378" y="112190"/>
                  <a:pt x="110473" y="113970"/>
                </a:cubicBezTo>
                <a:cubicBezTo>
                  <a:pt x="108121" y="118779"/>
                  <a:pt x="104230" y="121183"/>
                  <a:pt x="98801" y="121183"/>
                </a:cubicBezTo>
                <a:cubicBezTo>
                  <a:pt x="96449" y="121183"/>
                  <a:pt x="94549" y="120559"/>
                  <a:pt x="93102" y="119313"/>
                </a:cubicBezTo>
                <a:cubicBezTo>
                  <a:pt x="91654" y="118066"/>
                  <a:pt x="90658" y="116998"/>
                  <a:pt x="90116" y="116107"/>
                </a:cubicBezTo>
                <a:cubicBezTo>
                  <a:pt x="89572" y="115217"/>
                  <a:pt x="89301" y="114327"/>
                  <a:pt x="89301" y="113436"/>
                </a:cubicBezTo>
                <a:cubicBezTo>
                  <a:pt x="89301" y="111477"/>
                  <a:pt x="92378" y="98745"/>
                  <a:pt x="98530" y="75238"/>
                </a:cubicBezTo>
                <a:lnTo>
                  <a:pt x="108301" y="36239"/>
                </a:lnTo>
                <a:cubicBezTo>
                  <a:pt x="108845" y="33568"/>
                  <a:pt x="109116" y="30184"/>
                  <a:pt x="109116" y="26089"/>
                </a:cubicBezTo>
                <a:cubicBezTo>
                  <a:pt x="109116" y="15582"/>
                  <a:pt x="105135" y="10329"/>
                  <a:pt x="97173" y="10329"/>
                </a:cubicBezTo>
                <a:lnTo>
                  <a:pt x="95815" y="10329"/>
                </a:lnTo>
                <a:cubicBezTo>
                  <a:pt x="80254" y="10329"/>
                  <a:pt x="67135" y="19322"/>
                  <a:pt x="56458" y="37307"/>
                </a:cubicBezTo>
                <a:lnTo>
                  <a:pt x="54558" y="40513"/>
                </a:lnTo>
                <a:lnTo>
                  <a:pt x="45601" y="76307"/>
                </a:lnTo>
                <a:cubicBezTo>
                  <a:pt x="39629" y="99635"/>
                  <a:pt x="36191" y="112190"/>
                  <a:pt x="35286" y="113970"/>
                </a:cubicBezTo>
                <a:cubicBezTo>
                  <a:pt x="32934" y="118779"/>
                  <a:pt x="29043" y="121183"/>
                  <a:pt x="23615" y="121183"/>
                </a:cubicBezTo>
                <a:cubicBezTo>
                  <a:pt x="21263" y="121183"/>
                  <a:pt x="19363" y="120648"/>
                  <a:pt x="17915" y="119580"/>
                </a:cubicBezTo>
                <a:cubicBezTo>
                  <a:pt x="16468" y="118511"/>
                  <a:pt x="15472" y="117443"/>
                  <a:pt x="14929" y="116374"/>
                </a:cubicBezTo>
                <a:cubicBezTo>
                  <a:pt x="14386" y="115306"/>
                  <a:pt x="14206" y="114416"/>
                  <a:pt x="14386" y="113703"/>
                </a:cubicBezTo>
                <a:cubicBezTo>
                  <a:pt x="14386" y="111388"/>
                  <a:pt x="17824" y="96786"/>
                  <a:pt x="24701" y="69896"/>
                </a:cubicBezTo>
                <a:cubicBezTo>
                  <a:pt x="31758" y="42472"/>
                  <a:pt x="35286" y="28136"/>
                  <a:pt x="35286" y="26890"/>
                </a:cubicBezTo>
                <a:cubicBezTo>
                  <a:pt x="35829" y="24219"/>
                  <a:pt x="36101" y="21815"/>
                  <a:pt x="36101" y="19678"/>
                </a:cubicBezTo>
                <a:cubicBezTo>
                  <a:pt x="36101" y="13267"/>
                  <a:pt x="33839" y="10061"/>
                  <a:pt x="29315" y="10061"/>
                </a:cubicBezTo>
                <a:cubicBezTo>
                  <a:pt x="25334" y="10061"/>
                  <a:pt x="21987" y="12555"/>
                  <a:pt x="19272" y="17541"/>
                </a:cubicBezTo>
                <a:cubicBezTo>
                  <a:pt x="16557" y="22527"/>
                  <a:pt x="14477" y="27958"/>
                  <a:pt x="13029" y="33835"/>
                </a:cubicBezTo>
                <a:cubicBezTo>
                  <a:pt x="11582" y="39712"/>
                  <a:pt x="10496" y="42917"/>
                  <a:pt x="9772" y="43451"/>
                </a:cubicBezTo>
                <a:cubicBezTo>
                  <a:pt x="9410" y="43807"/>
                  <a:pt x="7963" y="43985"/>
                  <a:pt x="5429" y="43985"/>
                </a:cubicBezTo>
                <a:lnTo>
                  <a:pt x="1629" y="43985"/>
                </a:lnTo>
                <a:cubicBezTo>
                  <a:pt x="543" y="42917"/>
                  <a:pt x="0" y="42116"/>
                  <a:pt x="0" y="41581"/>
                </a:cubicBezTo>
              </a:path>
            </a:pathLst>
          </a:custGeom>
          <a:solidFill xmlns:a="http://schemas.openxmlformats.org/drawingml/2006/main">
            <a:srgbClr val="FF66B3"/>
          </a:solidFill>
          <a:ln xmlns:a="http://schemas.openxmlformats.org/drawingml/2006/main" w="0">
            <a:solidFill>
              <a:srgbClr val="FF66B3">
                <a:alpha val="5000"/>
              </a:srgbClr>
            </a:solidFill>
            <a:prstDash val="solid"/>
          </a:ln>
        </p:spPr>
      </p:sp>
      <p:sp>
        <p:nvSpPr>
          <p:cNvPr id="154" name="pdf-path-233">
            <a:extLst xmlns:a="http://schemas.openxmlformats.org/drawingml/2006/main">
              <a:ext uri="{FF2B5EF4-FFF2-40B4-BE49-F238E27FC236}">
                <a16:creationId xmlns:a16="http://schemas.microsoft.com/office/drawing/2014/main" id="{C402A21E-A48B-4F3D-A0C7-B3522C4F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6745" y="573806"/>
            <a:ext cx="160958" cy="194195"/>
          </a:xfrm>
          <a:custGeom xmlns:a="http://schemas.openxmlformats.org/drawingml/2006/main">
            <a:pathLst>
              <a:path w="160958" h="194195">
                <a:moveTo>
                  <a:pt x="69486" y="181908"/>
                </a:moveTo>
                <a:cubicBezTo>
                  <a:pt x="80162" y="181908"/>
                  <a:pt x="89933" y="177277"/>
                  <a:pt x="98800" y="168017"/>
                </a:cubicBezTo>
                <a:cubicBezTo>
                  <a:pt x="107667" y="158757"/>
                  <a:pt x="112191" y="147983"/>
                  <a:pt x="112372" y="135696"/>
                </a:cubicBezTo>
                <a:cubicBezTo>
                  <a:pt x="112372" y="124477"/>
                  <a:pt x="107667" y="116731"/>
                  <a:pt x="98258" y="112457"/>
                </a:cubicBezTo>
                <a:cubicBezTo>
                  <a:pt x="79077" y="107649"/>
                  <a:pt x="66772" y="104354"/>
                  <a:pt x="61343" y="102573"/>
                </a:cubicBezTo>
                <a:cubicBezTo>
                  <a:pt x="55914" y="100793"/>
                  <a:pt x="52115" y="99012"/>
                  <a:pt x="49943" y="97231"/>
                </a:cubicBezTo>
                <a:cubicBezTo>
                  <a:pt x="39086" y="89752"/>
                  <a:pt x="33657" y="78978"/>
                  <a:pt x="33657" y="64910"/>
                </a:cubicBezTo>
                <a:cubicBezTo>
                  <a:pt x="33657" y="54047"/>
                  <a:pt x="36552" y="44164"/>
                  <a:pt x="42343" y="35260"/>
                </a:cubicBezTo>
                <a:cubicBezTo>
                  <a:pt x="48133" y="26356"/>
                  <a:pt x="54014" y="19678"/>
                  <a:pt x="59986" y="15226"/>
                </a:cubicBezTo>
                <a:cubicBezTo>
                  <a:pt x="65234" y="10774"/>
                  <a:pt x="71567" y="7212"/>
                  <a:pt x="78986" y="4541"/>
                </a:cubicBezTo>
                <a:cubicBezTo>
                  <a:pt x="86405" y="1870"/>
                  <a:pt x="92196" y="445"/>
                  <a:pt x="96358" y="267"/>
                </a:cubicBezTo>
                <a:lnTo>
                  <a:pt x="99344" y="267"/>
                </a:lnTo>
                <a:lnTo>
                  <a:pt x="101244" y="267"/>
                </a:lnTo>
                <a:cubicBezTo>
                  <a:pt x="118615" y="267"/>
                  <a:pt x="131191" y="5966"/>
                  <a:pt x="138973" y="17363"/>
                </a:cubicBezTo>
                <a:cubicBezTo>
                  <a:pt x="139153" y="17363"/>
                  <a:pt x="140330" y="16205"/>
                  <a:pt x="142501" y="13890"/>
                </a:cubicBezTo>
                <a:cubicBezTo>
                  <a:pt x="144672" y="11575"/>
                  <a:pt x="147025" y="8993"/>
                  <a:pt x="149558" y="6144"/>
                </a:cubicBezTo>
                <a:cubicBezTo>
                  <a:pt x="152092" y="3295"/>
                  <a:pt x="153901" y="1336"/>
                  <a:pt x="154987" y="267"/>
                </a:cubicBezTo>
                <a:cubicBezTo>
                  <a:pt x="155168" y="267"/>
                  <a:pt x="155530" y="267"/>
                  <a:pt x="156072" y="267"/>
                </a:cubicBezTo>
                <a:cubicBezTo>
                  <a:pt x="156616" y="267"/>
                  <a:pt x="157067" y="178"/>
                  <a:pt x="157430" y="0"/>
                </a:cubicBezTo>
                <a:cubicBezTo>
                  <a:pt x="159782" y="0"/>
                  <a:pt x="160958" y="623"/>
                  <a:pt x="160958" y="1870"/>
                </a:cubicBezTo>
                <a:cubicBezTo>
                  <a:pt x="160958" y="3116"/>
                  <a:pt x="158425" y="13890"/>
                  <a:pt x="153359" y="34191"/>
                </a:cubicBezTo>
                <a:cubicBezTo>
                  <a:pt x="148291" y="54492"/>
                  <a:pt x="145396" y="64999"/>
                  <a:pt x="144672" y="65711"/>
                </a:cubicBezTo>
                <a:cubicBezTo>
                  <a:pt x="143948" y="66423"/>
                  <a:pt x="142501" y="66691"/>
                  <a:pt x="140330" y="66512"/>
                </a:cubicBezTo>
                <a:cubicBezTo>
                  <a:pt x="136711" y="66512"/>
                  <a:pt x="134901" y="65711"/>
                  <a:pt x="134901" y="64108"/>
                </a:cubicBezTo>
                <a:cubicBezTo>
                  <a:pt x="134901" y="63040"/>
                  <a:pt x="134992" y="62150"/>
                  <a:pt x="135172" y="61437"/>
                </a:cubicBezTo>
                <a:cubicBezTo>
                  <a:pt x="135172" y="60903"/>
                  <a:pt x="135263" y="59211"/>
                  <a:pt x="135443" y="56362"/>
                </a:cubicBezTo>
                <a:cubicBezTo>
                  <a:pt x="135625" y="53513"/>
                  <a:pt x="135805" y="51198"/>
                  <a:pt x="135987" y="49417"/>
                </a:cubicBezTo>
                <a:cubicBezTo>
                  <a:pt x="135987" y="43362"/>
                  <a:pt x="135172" y="38109"/>
                  <a:pt x="133544" y="33657"/>
                </a:cubicBezTo>
                <a:cubicBezTo>
                  <a:pt x="131915" y="29205"/>
                  <a:pt x="130286" y="25910"/>
                  <a:pt x="128658" y="23774"/>
                </a:cubicBezTo>
                <a:cubicBezTo>
                  <a:pt x="127029" y="21637"/>
                  <a:pt x="124768" y="19411"/>
                  <a:pt x="121872" y="17096"/>
                </a:cubicBezTo>
                <a:cubicBezTo>
                  <a:pt x="115358" y="13356"/>
                  <a:pt x="107938" y="11486"/>
                  <a:pt x="99615" y="11486"/>
                </a:cubicBezTo>
                <a:cubicBezTo>
                  <a:pt x="89300" y="11486"/>
                  <a:pt x="79710" y="15582"/>
                  <a:pt x="70843" y="23774"/>
                </a:cubicBezTo>
                <a:cubicBezTo>
                  <a:pt x="61977" y="31965"/>
                  <a:pt x="57453" y="41403"/>
                  <a:pt x="57271" y="52088"/>
                </a:cubicBezTo>
                <a:cubicBezTo>
                  <a:pt x="57271" y="57431"/>
                  <a:pt x="58629" y="62060"/>
                  <a:pt x="61343" y="65978"/>
                </a:cubicBezTo>
                <a:cubicBezTo>
                  <a:pt x="64057" y="69896"/>
                  <a:pt x="67767" y="72656"/>
                  <a:pt x="72472" y="74259"/>
                </a:cubicBezTo>
                <a:cubicBezTo>
                  <a:pt x="73196" y="74615"/>
                  <a:pt x="79529" y="76307"/>
                  <a:pt x="91472" y="79334"/>
                </a:cubicBezTo>
                <a:cubicBezTo>
                  <a:pt x="103415" y="82362"/>
                  <a:pt x="109477" y="83964"/>
                  <a:pt x="109658" y="84142"/>
                </a:cubicBezTo>
                <a:cubicBezTo>
                  <a:pt x="115810" y="86101"/>
                  <a:pt x="121782" y="90375"/>
                  <a:pt x="127572" y="96964"/>
                </a:cubicBezTo>
                <a:cubicBezTo>
                  <a:pt x="133363" y="103553"/>
                  <a:pt x="136258" y="112457"/>
                  <a:pt x="136258" y="123676"/>
                </a:cubicBezTo>
                <a:cubicBezTo>
                  <a:pt x="136258" y="128306"/>
                  <a:pt x="135534" y="133292"/>
                  <a:pt x="134087" y="138634"/>
                </a:cubicBezTo>
                <a:cubicBezTo>
                  <a:pt x="133182" y="142552"/>
                  <a:pt x="131553" y="146915"/>
                  <a:pt x="129201" y="151723"/>
                </a:cubicBezTo>
                <a:cubicBezTo>
                  <a:pt x="126849" y="156531"/>
                  <a:pt x="123592" y="161785"/>
                  <a:pt x="119429" y="167483"/>
                </a:cubicBezTo>
                <a:cubicBezTo>
                  <a:pt x="115267" y="173182"/>
                  <a:pt x="109296" y="178524"/>
                  <a:pt x="101515" y="183510"/>
                </a:cubicBezTo>
                <a:cubicBezTo>
                  <a:pt x="93734" y="188496"/>
                  <a:pt x="85229" y="191880"/>
                  <a:pt x="76000" y="193661"/>
                </a:cubicBezTo>
                <a:cubicBezTo>
                  <a:pt x="73829" y="194017"/>
                  <a:pt x="70753" y="194195"/>
                  <a:pt x="66772" y="194195"/>
                </a:cubicBezTo>
                <a:cubicBezTo>
                  <a:pt x="48857" y="194195"/>
                  <a:pt x="34923" y="189298"/>
                  <a:pt x="24971" y="179504"/>
                </a:cubicBezTo>
                <a:lnTo>
                  <a:pt x="22257" y="176565"/>
                </a:lnTo>
                <a:lnTo>
                  <a:pt x="14657" y="184846"/>
                </a:lnTo>
                <a:cubicBezTo>
                  <a:pt x="10495" y="189654"/>
                  <a:pt x="7962" y="192414"/>
                  <a:pt x="7057" y="193127"/>
                </a:cubicBezTo>
                <a:cubicBezTo>
                  <a:pt x="6152" y="193839"/>
                  <a:pt x="4976" y="194195"/>
                  <a:pt x="3528" y="194195"/>
                </a:cubicBezTo>
                <a:cubicBezTo>
                  <a:pt x="1176" y="194195"/>
                  <a:pt x="0" y="193483"/>
                  <a:pt x="0" y="192058"/>
                </a:cubicBezTo>
                <a:cubicBezTo>
                  <a:pt x="0" y="191524"/>
                  <a:pt x="5247" y="170600"/>
                  <a:pt x="15743" y="129285"/>
                </a:cubicBezTo>
                <a:cubicBezTo>
                  <a:pt x="16105" y="128217"/>
                  <a:pt x="17914" y="127683"/>
                  <a:pt x="21171" y="127683"/>
                </a:cubicBezTo>
                <a:lnTo>
                  <a:pt x="24700" y="127683"/>
                </a:lnTo>
                <a:cubicBezTo>
                  <a:pt x="25785" y="128751"/>
                  <a:pt x="26329" y="129731"/>
                  <a:pt x="26329" y="130621"/>
                </a:cubicBezTo>
                <a:cubicBezTo>
                  <a:pt x="26329" y="130977"/>
                  <a:pt x="26238" y="131778"/>
                  <a:pt x="26057" y="133025"/>
                </a:cubicBezTo>
                <a:cubicBezTo>
                  <a:pt x="25876" y="134271"/>
                  <a:pt x="25514" y="136141"/>
                  <a:pt x="24971" y="138634"/>
                </a:cubicBezTo>
                <a:cubicBezTo>
                  <a:pt x="24428" y="141127"/>
                  <a:pt x="24247" y="144066"/>
                  <a:pt x="24428" y="147449"/>
                </a:cubicBezTo>
                <a:cubicBezTo>
                  <a:pt x="24790" y="154394"/>
                  <a:pt x="26419" y="160271"/>
                  <a:pt x="29314" y="165079"/>
                </a:cubicBezTo>
                <a:cubicBezTo>
                  <a:pt x="32210" y="169887"/>
                  <a:pt x="36100" y="173449"/>
                  <a:pt x="40986" y="175764"/>
                </a:cubicBezTo>
                <a:cubicBezTo>
                  <a:pt x="45872" y="178079"/>
                  <a:pt x="50577" y="179681"/>
                  <a:pt x="55100" y="180572"/>
                </a:cubicBezTo>
                <a:cubicBezTo>
                  <a:pt x="59624" y="181462"/>
                  <a:pt x="64419" y="181908"/>
                  <a:pt x="69486" y="181908"/>
                </a:cubicBezTo>
              </a:path>
            </a:pathLst>
          </a:custGeom>
          <a:solidFill xmlns:a="http://schemas.openxmlformats.org/drawingml/2006/main">
            <a:srgbClr val="FF66B3"/>
          </a:solidFill>
          <a:ln xmlns:a="http://schemas.openxmlformats.org/drawingml/2006/main" w="0">
            <a:solidFill>
              <a:srgbClr val="FF66B3">
                <a:alpha val="5000"/>
              </a:srgbClr>
            </a:solidFill>
            <a:prstDash val="solid"/>
          </a:ln>
        </p:spPr>
      </p:sp>
      <p:sp>
        <p:nvSpPr>
          <p:cNvPr id="155" name="pdf-path-235">
            <a:extLst xmlns:a="http://schemas.openxmlformats.org/drawingml/2006/main">
              <a:ext uri="{FF2B5EF4-FFF2-40B4-BE49-F238E27FC236}">
                <a16:creationId xmlns:a16="http://schemas.microsoft.com/office/drawing/2014/main" id="{F079ACA4-7050-4004-BA32-26CE1FC3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661" y="579683"/>
            <a:ext cx="209002" cy="182442"/>
          </a:xfrm>
          <a:custGeom xmlns:a="http://schemas.openxmlformats.org/drawingml/2006/main">
            <a:pathLst>
              <a:path w="209002" h="182442">
                <a:moveTo>
                  <a:pt x="68943" y="14691"/>
                </a:moveTo>
                <a:cubicBezTo>
                  <a:pt x="68943" y="13445"/>
                  <a:pt x="63786" y="12643"/>
                  <a:pt x="53472" y="12287"/>
                </a:cubicBezTo>
                <a:cubicBezTo>
                  <a:pt x="49309" y="12287"/>
                  <a:pt x="46596" y="12198"/>
                  <a:pt x="45329" y="12020"/>
                </a:cubicBezTo>
                <a:cubicBezTo>
                  <a:pt x="44062" y="11842"/>
                  <a:pt x="43428" y="11041"/>
                  <a:pt x="43428" y="9616"/>
                </a:cubicBezTo>
                <a:cubicBezTo>
                  <a:pt x="43428" y="8192"/>
                  <a:pt x="43790" y="6411"/>
                  <a:pt x="44514" y="4274"/>
                </a:cubicBezTo>
                <a:cubicBezTo>
                  <a:pt x="45238" y="2137"/>
                  <a:pt x="45872" y="801"/>
                  <a:pt x="46414" y="267"/>
                </a:cubicBezTo>
                <a:cubicBezTo>
                  <a:pt x="46776" y="89"/>
                  <a:pt x="64781" y="0"/>
                  <a:pt x="100429" y="0"/>
                </a:cubicBezTo>
                <a:cubicBezTo>
                  <a:pt x="130649" y="178"/>
                  <a:pt x="147567" y="267"/>
                  <a:pt x="151187" y="267"/>
                </a:cubicBezTo>
                <a:cubicBezTo>
                  <a:pt x="154806" y="267"/>
                  <a:pt x="158425" y="801"/>
                  <a:pt x="162044" y="1870"/>
                </a:cubicBezTo>
                <a:cubicBezTo>
                  <a:pt x="175072" y="4897"/>
                  <a:pt x="186111" y="11931"/>
                  <a:pt x="195159" y="22972"/>
                </a:cubicBezTo>
                <a:cubicBezTo>
                  <a:pt x="204206" y="34013"/>
                  <a:pt x="208820" y="48793"/>
                  <a:pt x="209002" y="67314"/>
                </a:cubicBezTo>
                <a:cubicBezTo>
                  <a:pt x="209002" y="95094"/>
                  <a:pt x="199320" y="120025"/>
                  <a:pt x="179958" y="142107"/>
                </a:cubicBezTo>
                <a:cubicBezTo>
                  <a:pt x="160597" y="164189"/>
                  <a:pt x="137796" y="177366"/>
                  <a:pt x="111558" y="181640"/>
                </a:cubicBezTo>
                <a:lnTo>
                  <a:pt x="107758" y="182175"/>
                </a:lnTo>
                <a:lnTo>
                  <a:pt x="55100" y="182442"/>
                </a:lnTo>
                <a:lnTo>
                  <a:pt x="24972" y="182442"/>
                </a:lnTo>
                <a:lnTo>
                  <a:pt x="10586" y="182442"/>
                </a:lnTo>
                <a:cubicBezTo>
                  <a:pt x="6243" y="182442"/>
                  <a:pt x="3438" y="182264"/>
                  <a:pt x="2171" y="181907"/>
                </a:cubicBezTo>
                <a:cubicBezTo>
                  <a:pt x="904" y="181551"/>
                  <a:pt x="181" y="180750"/>
                  <a:pt x="0" y="179503"/>
                </a:cubicBezTo>
                <a:cubicBezTo>
                  <a:pt x="0" y="179147"/>
                  <a:pt x="271" y="177901"/>
                  <a:pt x="814" y="175764"/>
                </a:cubicBezTo>
                <a:cubicBezTo>
                  <a:pt x="1537" y="172914"/>
                  <a:pt x="2261" y="171312"/>
                  <a:pt x="2985" y="170956"/>
                </a:cubicBezTo>
                <a:cubicBezTo>
                  <a:pt x="3709" y="170599"/>
                  <a:pt x="5790" y="170332"/>
                  <a:pt x="9228" y="170154"/>
                </a:cubicBezTo>
                <a:cubicBezTo>
                  <a:pt x="14114" y="170154"/>
                  <a:pt x="19542" y="169887"/>
                  <a:pt x="25514" y="169353"/>
                </a:cubicBezTo>
                <a:cubicBezTo>
                  <a:pt x="28047" y="168819"/>
                  <a:pt x="29766" y="167750"/>
                  <a:pt x="30671" y="166147"/>
                </a:cubicBezTo>
                <a:cubicBezTo>
                  <a:pt x="31215" y="165435"/>
                  <a:pt x="37729" y="140682"/>
                  <a:pt x="50215" y="91889"/>
                </a:cubicBezTo>
                <a:cubicBezTo>
                  <a:pt x="62701" y="43095"/>
                  <a:pt x="68943" y="17363"/>
                  <a:pt x="68943" y="14691"/>
                </a:cubicBezTo>
                <a:moveTo>
                  <a:pt x="181859" y="57163"/>
                </a:moveTo>
                <a:cubicBezTo>
                  <a:pt x="181859" y="50396"/>
                  <a:pt x="180864" y="44342"/>
                  <a:pt x="178873" y="38999"/>
                </a:cubicBezTo>
                <a:cubicBezTo>
                  <a:pt x="176883" y="33657"/>
                  <a:pt x="174530" y="29472"/>
                  <a:pt x="171815" y="26445"/>
                </a:cubicBezTo>
                <a:cubicBezTo>
                  <a:pt x="169102" y="23417"/>
                  <a:pt x="165754" y="20835"/>
                  <a:pt x="161773" y="18698"/>
                </a:cubicBezTo>
                <a:cubicBezTo>
                  <a:pt x="157792" y="16561"/>
                  <a:pt x="154263" y="15137"/>
                  <a:pt x="151187" y="14424"/>
                </a:cubicBezTo>
                <a:cubicBezTo>
                  <a:pt x="148111" y="13712"/>
                  <a:pt x="144944" y="13089"/>
                  <a:pt x="141686" y="12555"/>
                </a:cubicBezTo>
                <a:cubicBezTo>
                  <a:pt x="141325" y="12555"/>
                  <a:pt x="140058" y="12555"/>
                  <a:pt x="137887" y="12555"/>
                </a:cubicBezTo>
                <a:cubicBezTo>
                  <a:pt x="135716" y="12555"/>
                  <a:pt x="133092" y="12555"/>
                  <a:pt x="130015" y="12555"/>
                </a:cubicBezTo>
                <a:cubicBezTo>
                  <a:pt x="126939" y="12555"/>
                  <a:pt x="123953" y="12466"/>
                  <a:pt x="121058" y="12287"/>
                </a:cubicBezTo>
                <a:lnTo>
                  <a:pt x="109386" y="12287"/>
                </a:lnTo>
                <a:cubicBezTo>
                  <a:pt x="101424" y="12287"/>
                  <a:pt x="96901" y="13178"/>
                  <a:pt x="95815" y="14959"/>
                </a:cubicBezTo>
                <a:cubicBezTo>
                  <a:pt x="95453" y="15671"/>
                  <a:pt x="88848" y="41314"/>
                  <a:pt x="76000" y="91889"/>
                </a:cubicBezTo>
                <a:cubicBezTo>
                  <a:pt x="63152" y="142463"/>
                  <a:pt x="56729" y="168017"/>
                  <a:pt x="56729" y="168552"/>
                </a:cubicBezTo>
                <a:cubicBezTo>
                  <a:pt x="56729" y="169264"/>
                  <a:pt x="57724" y="169620"/>
                  <a:pt x="59715" y="169620"/>
                </a:cubicBezTo>
                <a:cubicBezTo>
                  <a:pt x="61705" y="169620"/>
                  <a:pt x="68671" y="169709"/>
                  <a:pt x="80615" y="169887"/>
                </a:cubicBezTo>
                <a:cubicBezTo>
                  <a:pt x="81519" y="169887"/>
                  <a:pt x="83239" y="169887"/>
                  <a:pt x="85772" y="169887"/>
                </a:cubicBezTo>
                <a:cubicBezTo>
                  <a:pt x="88305" y="169887"/>
                  <a:pt x="90477" y="169976"/>
                  <a:pt x="92286" y="170154"/>
                </a:cubicBezTo>
                <a:cubicBezTo>
                  <a:pt x="115087" y="170154"/>
                  <a:pt x="133906" y="162853"/>
                  <a:pt x="148744" y="148250"/>
                </a:cubicBezTo>
                <a:cubicBezTo>
                  <a:pt x="155258" y="141840"/>
                  <a:pt x="160597" y="134360"/>
                  <a:pt x="164759" y="125813"/>
                </a:cubicBezTo>
                <a:cubicBezTo>
                  <a:pt x="168920" y="117265"/>
                  <a:pt x="172811" y="105957"/>
                  <a:pt x="176430" y="91889"/>
                </a:cubicBezTo>
                <a:cubicBezTo>
                  <a:pt x="180049" y="77820"/>
                  <a:pt x="181859" y="66245"/>
                  <a:pt x="181859" y="57163"/>
                </a:cubicBezTo>
              </a:path>
            </a:pathLst>
          </a:custGeom>
          <a:solidFill xmlns:a="http://schemas.openxmlformats.org/drawingml/2006/main">
            <a:srgbClr val="FF66B3"/>
          </a:solidFill>
          <a:ln xmlns:a="http://schemas.openxmlformats.org/drawingml/2006/main" w="0">
            <a:solidFill>
              <a:srgbClr val="FF66B3">
                <a:alpha val="5000"/>
              </a:srgbClr>
            </a:solidFill>
            <a:prstDash val="solid"/>
          </a:ln>
        </p:spPr>
      </p:sp>
      <p:sp>
        <p:nvSpPr>
          <p:cNvPr id="156" name="pdf-path-237">
            <a:extLst xmlns:a="http://schemas.openxmlformats.org/drawingml/2006/main">
              <a:ext uri="{FF2B5EF4-FFF2-40B4-BE49-F238E27FC236}">
                <a16:creationId xmlns:a16="http://schemas.microsoft.com/office/drawing/2014/main" id="{D49204F6-F7CB-495B-BE9D-39F8C048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9704" y="1012281"/>
            <a:ext cx="82388" cy="92162"/>
          </a:xfrm>
          <a:custGeom xmlns:a="http://schemas.openxmlformats.org/drawingml/2006/main">
            <a:pathLst>
              <a:path w="82388" h="92162">
                <a:moveTo>
                  <a:pt x="0" y="31712"/>
                </a:moveTo>
                <a:cubicBezTo>
                  <a:pt x="134" y="31307"/>
                  <a:pt x="269" y="30766"/>
                  <a:pt x="403" y="30090"/>
                </a:cubicBezTo>
                <a:cubicBezTo>
                  <a:pt x="537" y="29413"/>
                  <a:pt x="873" y="27926"/>
                  <a:pt x="1410" y="25627"/>
                </a:cubicBezTo>
                <a:cubicBezTo>
                  <a:pt x="1947" y="23328"/>
                  <a:pt x="2619" y="21232"/>
                  <a:pt x="3425" y="19338"/>
                </a:cubicBezTo>
                <a:cubicBezTo>
                  <a:pt x="4230" y="17445"/>
                  <a:pt x="5237" y="15214"/>
                  <a:pt x="6446" y="12644"/>
                </a:cubicBezTo>
                <a:cubicBezTo>
                  <a:pt x="7654" y="10075"/>
                  <a:pt x="8997" y="8046"/>
                  <a:pt x="10475" y="6559"/>
                </a:cubicBezTo>
                <a:cubicBezTo>
                  <a:pt x="11952" y="5071"/>
                  <a:pt x="13698" y="3584"/>
                  <a:pt x="15712" y="2096"/>
                </a:cubicBezTo>
                <a:cubicBezTo>
                  <a:pt x="17726" y="608"/>
                  <a:pt x="19942" y="0"/>
                  <a:pt x="22360" y="271"/>
                </a:cubicBezTo>
                <a:cubicBezTo>
                  <a:pt x="26254" y="271"/>
                  <a:pt x="29679" y="1082"/>
                  <a:pt x="32633" y="2705"/>
                </a:cubicBezTo>
                <a:cubicBezTo>
                  <a:pt x="35587" y="4327"/>
                  <a:pt x="37669" y="5815"/>
                  <a:pt x="38877" y="7167"/>
                </a:cubicBezTo>
                <a:cubicBezTo>
                  <a:pt x="40086" y="8520"/>
                  <a:pt x="40825" y="9872"/>
                  <a:pt x="41093" y="11224"/>
                </a:cubicBezTo>
                <a:cubicBezTo>
                  <a:pt x="41362" y="12036"/>
                  <a:pt x="41563" y="12442"/>
                  <a:pt x="41697" y="12442"/>
                </a:cubicBezTo>
                <a:cubicBezTo>
                  <a:pt x="41832" y="12442"/>
                  <a:pt x="42369" y="11968"/>
                  <a:pt x="43309" y="11021"/>
                </a:cubicBezTo>
                <a:cubicBezTo>
                  <a:pt x="49755" y="3989"/>
                  <a:pt x="57208" y="473"/>
                  <a:pt x="65669" y="473"/>
                </a:cubicBezTo>
                <a:lnTo>
                  <a:pt x="66273" y="473"/>
                </a:lnTo>
                <a:cubicBezTo>
                  <a:pt x="72719" y="473"/>
                  <a:pt x="77553" y="3246"/>
                  <a:pt x="80776" y="8790"/>
                </a:cubicBezTo>
                <a:cubicBezTo>
                  <a:pt x="81851" y="11360"/>
                  <a:pt x="82388" y="13862"/>
                  <a:pt x="82388" y="16296"/>
                </a:cubicBezTo>
                <a:cubicBezTo>
                  <a:pt x="82388" y="20353"/>
                  <a:pt x="81515" y="23598"/>
                  <a:pt x="79769" y="26033"/>
                </a:cubicBezTo>
                <a:cubicBezTo>
                  <a:pt x="78023" y="28467"/>
                  <a:pt x="76278" y="30022"/>
                  <a:pt x="74532" y="30698"/>
                </a:cubicBezTo>
                <a:cubicBezTo>
                  <a:pt x="72786" y="31374"/>
                  <a:pt x="71107" y="31645"/>
                  <a:pt x="69496" y="31509"/>
                </a:cubicBezTo>
                <a:cubicBezTo>
                  <a:pt x="66810" y="31509"/>
                  <a:pt x="64661" y="30766"/>
                  <a:pt x="63050" y="29278"/>
                </a:cubicBezTo>
                <a:cubicBezTo>
                  <a:pt x="61438" y="27791"/>
                  <a:pt x="60632" y="25830"/>
                  <a:pt x="60632" y="23396"/>
                </a:cubicBezTo>
                <a:cubicBezTo>
                  <a:pt x="60632" y="16904"/>
                  <a:pt x="64393" y="12577"/>
                  <a:pt x="71913" y="10413"/>
                </a:cubicBezTo>
                <a:cubicBezTo>
                  <a:pt x="68959" y="8655"/>
                  <a:pt x="66541" y="7776"/>
                  <a:pt x="64661" y="7776"/>
                </a:cubicBezTo>
                <a:cubicBezTo>
                  <a:pt x="57141" y="7776"/>
                  <a:pt x="50225" y="12780"/>
                  <a:pt x="43913" y="22787"/>
                </a:cubicBezTo>
                <a:cubicBezTo>
                  <a:pt x="42570" y="24951"/>
                  <a:pt x="41563" y="27182"/>
                  <a:pt x="40892" y="29481"/>
                </a:cubicBezTo>
                <a:cubicBezTo>
                  <a:pt x="40220" y="31780"/>
                  <a:pt x="37937" y="40773"/>
                  <a:pt x="34043" y="56460"/>
                </a:cubicBezTo>
                <a:cubicBezTo>
                  <a:pt x="29477" y="75393"/>
                  <a:pt x="26858" y="85468"/>
                  <a:pt x="26187" y="86685"/>
                </a:cubicBezTo>
                <a:cubicBezTo>
                  <a:pt x="24441" y="90336"/>
                  <a:pt x="21554" y="92162"/>
                  <a:pt x="17525" y="92162"/>
                </a:cubicBezTo>
                <a:cubicBezTo>
                  <a:pt x="15779" y="92162"/>
                  <a:pt x="14369" y="91756"/>
                  <a:pt x="13295" y="90945"/>
                </a:cubicBezTo>
                <a:cubicBezTo>
                  <a:pt x="12220" y="90133"/>
                  <a:pt x="11482" y="89322"/>
                  <a:pt x="11079" y="88511"/>
                </a:cubicBezTo>
                <a:cubicBezTo>
                  <a:pt x="10676" y="87699"/>
                  <a:pt x="10542" y="87023"/>
                  <a:pt x="10676" y="86482"/>
                </a:cubicBezTo>
                <a:cubicBezTo>
                  <a:pt x="10676" y="84724"/>
                  <a:pt x="13362" y="73094"/>
                  <a:pt x="18734" y="51592"/>
                </a:cubicBezTo>
                <a:cubicBezTo>
                  <a:pt x="24105" y="30090"/>
                  <a:pt x="26791" y="18121"/>
                  <a:pt x="26791" y="15687"/>
                </a:cubicBezTo>
                <a:cubicBezTo>
                  <a:pt x="26791" y="10413"/>
                  <a:pt x="25045" y="7776"/>
                  <a:pt x="21554" y="7776"/>
                </a:cubicBezTo>
                <a:cubicBezTo>
                  <a:pt x="18734" y="7776"/>
                  <a:pt x="16316" y="9669"/>
                  <a:pt x="14302" y="13456"/>
                </a:cubicBezTo>
                <a:cubicBezTo>
                  <a:pt x="12287" y="17242"/>
                  <a:pt x="10676" y="21367"/>
                  <a:pt x="9467" y="25830"/>
                </a:cubicBezTo>
                <a:cubicBezTo>
                  <a:pt x="8259" y="30292"/>
                  <a:pt x="7520" y="32727"/>
                  <a:pt x="7252" y="33132"/>
                </a:cubicBezTo>
                <a:cubicBezTo>
                  <a:pt x="6983" y="33403"/>
                  <a:pt x="5909" y="33538"/>
                  <a:pt x="4029" y="33538"/>
                </a:cubicBezTo>
                <a:lnTo>
                  <a:pt x="1209" y="33538"/>
                </a:lnTo>
                <a:cubicBezTo>
                  <a:pt x="403" y="32727"/>
                  <a:pt x="0" y="32118"/>
                  <a:pt x="0" y="31712"/>
                </a:cubicBezTo>
              </a:path>
            </a:pathLst>
          </a:custGeom>
          <a:solidFill xmlns:a="http://schemas.openxmlformats.org/drawingml/2006/main">
            <a:srgbClr val="FF66B3"/>
          </a:solidFill>
          <a:ln xmlns:a="http://schemas.openxmlformats.org/drawingml/2006/main" w="0">
            <a:solidFill>
              <a:srgbClr val="FF66B3">
                <a:alpha val="4000"/>
              </a:srgbClr>
            </a:solidFill>
            <a:prstDash val="solid"/>
          </a:ln>
        </p:spPr>
      </p:sp>
      <p:sp>
        <p:nvSpPr>
          <p:cNvPr id="157" name="pdf-path-239">
            <a:extLst xmlns:a="http://schemas.openxmlformats.org/drawingml/2006/main">
              <a:ext uri="{FF2B5EF4-FFF2-40B4-BE49-F238E27FC236}">
                <a16:creationId xmlns:a16="http://schemas.microsoft.com/office/drawing/2014/main" id="{25D0BA87-460D-4B5B-A403-A96599BC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669" y="901540"/>
            <a:ext cx="69784" cy="100964"/>
          </a:xfrm>
          <a:custGeom xmlns:a="http://schemas.openxmlformats.org/drawingml/2006/main">
            <a:pathLst>
              <a:path w="69784" h="100964">
                <a:moveTo>
                  <a:pt x="47425" y="1578"/>
                </a:moveTo>
                <a:cubicBezTo>
                  <a:pt x="47520" y="1578"/>
                  <a:pt x="50938" y="1339"/>
                  <a:pt x="57678" y="860"/>
                </a:cubicBezTo>
                <a:cubicBezTo>
                  <a:pt x="64419" y="382"/>
                  <a:pt x="67885" y="96"/>
                  <a:pt x="68075" y="0"/>
                </a:cubicBezTo>
                <a:cubicBezTo>
                  <a:pt x="69214" y="0"/>
                  <a:pt x="69784" y="382"/>
                  <a:pt x="69784" y="1147"/>
                </a:cubicBezTo>
                <a:cubicBezTo>
                  <a:pt x="69784" y="1817"/>
                  <a:pt x="66318" y="16254"/>
                  <a:pt x="59388" y="44459"/>
                </a:cubicBezTo>
                <a:cubicBezTo>
                  <a:pt x="52457" y="72664"/>
                  <a:pt x="48896" y="87053"/>
                  <a:pt x="48706" y="87627"/>
                </a:cubicBezTo>
                <a:cubicBezTo>
                  <a:pt x="48516" y="88201"/>
                  <a:pt x="48469" y="88918"/>
                  <a:pt x="48564" y="89778"/>
                </a:cubicBezTo>
                <a:cubicBezTo>
                  <a:pt x="48564" y="93794"/>
                  <a:pt x="49893" y="95801"/>
                  <a:pt x="52551" y="95801"/>
                </a:cubicBezTo>
                <a:cubicBezTo>
                  <a:pt x="53406" y="95706"/>
                  <a:pt x="54356" y="95276"/>
                  <a:pt x="55400" y="94511"/>
                </a:cubicBezTo>
                <a:cubicBezTo>
                  <a:pt x="57394" y="92598"/>
                  <a:pt x="59340" y="88009"/>
                  <a:pt x="61239" y="80743"/>
                </a:cubicBezTo>
                <a:cubicBezTo>
                  <a:pt x="61808" y="78831"/>
                  <a:pt x="62283" y="77827"/>
                  <a:pt x="62663" y="77731"/>
                </a:cubicBezTo>
                <a:cubicBezTo>
                  <a:pt x="62853" y="77636"/>
                  <a:pt x="63328" y="77588"/>
                  <a:pt x="64087" y="77588"/>
                </a:cubicBezTo>
                <a:lnTo>
                  <a:pt x="64657" y="77588"/>
                </a:lnTo>
                <a:lnTo>
                  <a:pt x="65226" y="77588"/>
                </a:lnTo>
                <a:cubicBezTo>
                  <a:pt x="66651" y="77588"/>
                  <a:pt x="67363" y="77970"/>
                  <a:pt x="67363" y="78735"/>
                </a:cubicBezTo>
                <a:cubicBezTo>
                  <a:pt x="67363" y="79213"/>
                  <a:pt x="67220" y="79978"/>
                  <a:pt x="66936" y="81030"/>
                </a:cubicBezTo>
                <a:cubicBezTo>
                  <a:pt x="65701" y="85810"/>
                  <a:pt x="64277" y="89682"/>
                  <a:pt x="62663" y="92646"/>
                </a:cubicBezTo>
                <a:cubicBezTo>
                  <a:pt x="61049" y="95610"/>
                  <a:pt x="59720" y="97522"/>
                  <a:pt x="58675" y="98383"/>
                </a:cubicBezTo>
                <a:cubicBezTo>
                  <a:pt x="57631" y="99243"/>
                  <a:pt x="56302" y="100008"/>
                  <a:pt x="54688" y="100678"/>
                </a:cubicBezTo>
                <a:cubicBezTo>
                  <a:pt x="53928" y="100869"/>
                  <a:pt x="52789" y="100964"/>
                  <a:pt x="51270" y="100964"/>
                </a:cubicBezTo>
                <a:cubicBezTo>
                  <a:pt x="48042" y="100964"/>
                  <a:pt x="45336" y="100247"/>
                  <a:pt x="43152" y="98813"/>
                </a:cubicBezTo>
                <a:cubicBezTo>
                  <a:pt x="40968" y="97379"/>
                  <a:pt x="39544" y="95897"/>
                  <a:pt x="38879" y="94367"/>
                </a:cubicBezTo>
                <a:lnTo>
                  <a:pt x="38025" y="92216"/>
                </a:lnTo>
                <a:cubicBezTo>
                  <a:pt x="37930" y="92121"/>
                  <a:pt x="37740" y="92168"/>
                  <a:pt x="37455" y="92359"/>
                </a:cubicBezTo>
                <a:cubicBezTo>
                  <a:pt x="37265" y="92551"/>
                  <a:pt x="37076" y="92742"/>
                  <a:pt x="36886" y="92933"/>
                </a:cubicBezTo>
                <a:cubicBezTo>
                  <a:pt x="31284" y="98287"/>
                  <a:pt x="25587" y="100964"/>
                  <a:pt x="19796" y="100964"/>
                </a:cubicBezTo>
                <a:cubicBezTo>
                  <a:pt x="14574" y="100964"/>
                  <a:pt x="9969" y="99052"/>
                  <a:pt x="5981" y="95228"/>
                </a:cubicBezTo>
                <a:cubicBezTo>
                  <a:pt x="1994" y="91403"/>
                  <a:pt x="0" y="85332"/>
                  <a:pt x="0" y="77014"/>
                </a:cubicBezTo>
                <a:cubicBezTo>
                  <a:pt x="0" y="72425"/>
                  <a:pt x="949" y="67740"/>
                  <a:pt x="2848" y="62959"/>
                </a:cubicBezTo>
                <a:cubicBezTo>
                  <a:pt x="4747" y="58179"/>
                  <a:pt x="7026" y="54068"/>
                  <a:pt x="9684" y="50626"/>
                </a:cubicBezTo>
                <a:cubicBezTo>
                  <a:pt x="14147" y="45176"/>
                  <a:pt x="18609" y="41399"/>
                  <a:pt x="23071" y="39296"/>
                </a:cubicBezTo>
                <a:cubicBezTo>
                  <a:pt x="27534" y="37192"/>
                  <a:pt x="31569" y="36141"/>
                  <a:pt x="35177" y="36141"/>
                </a:cubicBezTo>
                <a:cubicBezTo>
                  <a:pt x="40494" y="36141"/>
                  <a:pt x="44481" y="38148"/>
                  <a:pt x="47140" y="42164"/>
                </a:cubicBezTo>
                <a:cubicBezTo>
                  <a:pt x="47614" y="42738"/>
                  <a:pt x="47852" y="42929"/>
                  <a:pt x="47852" y="42738"/>
                </a:cubicBezTo>
                <a:cubicBezTo>
                  <a:pt x="47946" y="42355"/>
                  <a:pt x="49228" y="37145"/>
                  <a:pt x="51697" y="27106"/>
                </a:cubicBezTo>
                <a:cubicBezTo>
                  <a:pt x="54165" y="17066"/>
                  <a:pt x="55495" y="11760"/>
                  <a:pt x="55685" y="11187"/>
                </a:cubicBezTo>
                <a:cubicBezTo>
                  <a:pt x="55685" y="9943"/>
                  <a:pt x="55352" y="9179"/>
                  <a:pt x="54688" y="8892"/>
                </a:cubicBezTo>
                <a:cubicBezTo>
                  <a:pt x="54023" y="8605"/>
                  <a:pt x="52172" y="8366"/>
                  <a:pt x="49133" y="8175"/>
                </a:cubicBezTo>
                <a:lnTo>
                  <a:pt x="46143" y="8175"/>
                </a:lnTo>
                <a:cubicBezTo>
                  <a:pt x="45573" y="7601"/>
                  <a:pt x="45288" y="7219"/>
                  <a:pt x="45288" y="7027"/>
                </a:cubicBezTo>
                <a:cubicBezTo>
                  <a:pt x="45288" y="6836"/>
                  <a:pt x="45383" y="5928"/>
                  <a:pt x="45573" y="4302"/>
                </a:cubicBezTo>
                <a:cubicBezTo>
                  <a:pt x="46048" y="2486"/>
                  <a:pt x="46665" y="1578"/>
                  <a:pt x="47425" y="1578"/>
                </a:cubicBezTo>
                <a:moveTo>
                  <a:pt x="45431" y="52777"/>
                </a:moveTo>
                <a:cubicBezTo>
                  <a:pt x="43247" y="45224"/>
                  <a:pt x="39687" y="41447"/>
                  <a:pt x="34749" y="41447"/>
                </a:cubicBezTo>
                <a:cubicBezTo>
                  <a:pt x="31427" y="41447"/>
                  <a:pt x="28246" y="42929"/>
                  <a:pt x="25208" y="45893"/>
                </a:cubicBezTo>
                <a:cubicBezTo>
                  <a:pt x="22169" y="48857"/>
                  <a:pt x="19796" y="52729"/>
                  <a:pt x="18087" y="57509"/>
                </a:cubicBezTo>
                <a:cubicBezTo>
                  <a:pt x="15334" y="65063"/>
                  <a:pt x="13387" y="72903"/>
                  <a:pt x="12248" y="81030"/>
                </a:cubicBezTo>
                <a:cubicBezTo>
                  <a:pt x="12248" y="81317"/>
                  <a:pt x="12248" y="81842"/>
                  <a:pt x="12248" y="82607"/>
                </a:cubicBezTo>
                <a:cubicBezTo>
                  <a:pt x="12248" y="83372"/>
                  <a:pt x="12200" y="83946"/>
                  <a:pt x="12105" y="84328"/>
                </a:cubicBezTo>
                <a:cubicBezTo>
                  <a:pt x="12105" y="88631"/>
                  <a:pt x="12960" y="91595"/>
                  <a:pt x="14669" y="93220"/>
                </a:cubicBezTo>
                <a:cubicBezTo>
                  <a:pt x="16378" y="94845"/>
                  <a:pt x="18419" y="95706"/>
                  <a:pt x="20792" y="95801"/>
                </a:cubicBezTo>
                <a:cubicBezTo>
                  <a:pt x="25920" y="95801"/>
                  <a:pt x="31189" y="92359"/>
                  <a:pt x="36601" y="85476"/>
                </a:cubicBezTo>
                <a:lnTo>
                  <a:pt x="37740" y="83898"/>
                </a:lnTo>
                <a:lnTo>
                  <a:pt x="45431" y="52777"/>
                </a:lnTo>
              </a:path>
            </a:pathLst>
          </a:custGeom>
          <a:solidFill xmlns:a="http://schemas.openxmlformats.org/drawingml/2006/main">
            <a:srgbClr val="FF66B3"/>
          </a:solidFill>
          <a:ln xmlns:a="http://schemas.openxmlformats.org/drawingml/2006/main" w="0">
            <a:solidFill>
              <a:srgbClr val="FF66B3">
                <a:alpha val="3000"/>
              </a:srgbClr>
            </a:solidFill>
            <a:prstDash val="solid"/>
          </a:ln>
        </p:spPr>
      </p:sp>
      <p:sp>
        <p:nvSpPr>
          <p:cNvPr id="158" name="pdf-path-241">
            <a:extLst xmlns:a="http://schemas.openxmlformats.org/drawingml/2006/main">
              <a:ext uri="{FF2B5EF4-FFF2-40B4-BE49-F238E27FC236}">
                <a16:creationId xmlns:a16="http://schemas.microsoft.com/office/drawing/2014/main" id="{5F148813-E41A-4F26-8994-186AE72E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0016" y="906273"/>
            <a:ext cx="40019" cy="96375"/>
          </a:xfrm>
          <a:custGeom xmlns:a="http://schemas.openxmlformats.org/drawingml/2006/main">
            <a:pathLst>
              <a:path w="40019" h="96375">
                <a:moveTo>
                  <a:pt x="23214" y="8748"/>
                </a:moveTo>
                <a:cubicBezTo>
                  <a:pt x="23214" y="6454"/>
                  <a:pt x="24116" y="4446"/>
                  <a:pt x="25920" y="2725"/>
                </a:cubicBezTo>
                <a:cubicBezTo>
                  <a:pt x="27724" y="1004"/>
                  <a:pt x="29812" y="95"/>
                  <a:pt x="32186" y="0"/>
                </a:cubicBezTo>
                <a:cubicBezTo>
                  <a:pt x="33895" y="0"/>
                  <a:pt x="35319" y="574"/>
                  <a:pt x="36459" y="1721"/>
                </a:cubicBezTo>
                <a:cubicBezTo>
                  <a:pt x="37598" y="2868"/>
                  <a:pt x="38215" y="4302"/>
                  <a:pt x="38310" y="6023"/>
                </a:cubicBezTo>
                <a:cubicBezTo>
                  <a:pt x="38310" y="8222"/>
                  <a:pt x="37361" y="10230"/>
                  <a:pt x="35462" y="12047"/>
                </a:cubicBezTo>
                <a:cubicBezTo>
                  <a:pt x="33563" y="13863"/>
                  <a:pt x="31474" y="14819"/>
                  <a:pt x="29195" y="14915"/>
                </a:cubicBezTo>
                <a:cubicBezTo>
                  <a:pt x="27771" y="14915"/>
                  <a:pt x="26442" y="14437"/>
                  <a:pt x="25208" y="13481"/>
                </a:cubicBezTo>
                <a:cubicBezTo>
                  <a:pt x="23974" y="12525"/>
                  <a:pt x="23309" y="10947"/>
                  <a:pt x="23214" y="8748"/>
                </a:cubicBezTo>
                <a:moveTo>
                  <a:pt x="0" y="53637"/>
                </a:moveTo>
                <a:cubicBezTo>
                  <a:pt x="0" y="52872"/>
                  <a:pt x="427" y="51390"/>
                  <a:pt x="1282" y="49191"/>
                </a:cubicBezTo>
                <a:cubicBezTo>
                  <a:pt x="2136" y="46992"/>
                  <a:pt x="3276" y="44554"/>
                  <a:pt x="4700" y="41877"/>
                </a:cubicBezTo>
                <a:cubicBezTo>
                  <a:pt x="6124" y="39200"/>
                  <a:pt x="8213" y="36762"/>
                  <a:pt x="10966" y="34563"/>
                </a:cubicBezTo>
                <a:cubicBezTo>
                  <a:pt x="13719" y="32364"/>
                  <a:pt x="16568" y="31312"/>
                  <a:pt x="19511" y="31408"/>
                </a:cubicBezTo>
                <a:cubicBezTo>
                  <a:pt x="23214" y="31408"/>
                  <a:pt x="26299" y="32507"/>
                  <a:pt x="28768" y="34707"/>
                </a:cubicBezTo>
                <a:cubicBezTo>
                  <a:pt x="31237" y="36906"/>
                  <a:pt x="32518" y="39869"/>
                  <a:pt x="32613" y="43598"/>
                </a:cubicBezTo>
                <a:cubicBezTo>
                  <a:pt x="32613" y="45224"/>
                  <a:pt x="31949" y="47901"/>
                  <a:pt x="30619" y="51630"/>
                </a:cubicBezTo>
                <a:cubicBezTo>
                  <a:pt x="29291" y="55358"/>
                  <a:pt x="27392" y="60378"/>
                  <a:pt x="24923" y="66688"/>
                </a:cubicBezTo>
                <a:cubicBezTo>
                  <a:pt x="22455" y="72998"/>
                  <a:pt x="20461" y="78400"/>
                  <a:pt x="18942" y="82894"/>
                </a:cubicBezTo>
                <a:cubicBezTo>
                  <a:pt x="18467" y="84998"/>
                  <a:pt x="18230" y="86527"/>
                  <a:pt x="18230" y="87483"/>
                </a:cubicBezTo>
                <a:cubicBezTo>
                  <a:pt x="18230" y="89874"/>
                  <a:pt x="19036" y="91069"/>
                  <a:pt x="20650" y="91069"/>
                </a:cubicBezTo>
                <a:cubicBezTo>
                  <a:pt x="21505" y="91069"/>
                  <a:pt x="22407" y="90925"/>
                  <a:pt x="23356" y="90639"/>
                </a:cubicBezTo>
                <a:cubicBezTo>
                  <a:pt x="24306" y="90352"/>
                  <a:pt x="25398" y="89682"/>
                  <a:pt x="26632" y="88631"/>
                </a:cubicBezTo>
                <a:cubicBezTo>
                  <a:pt x="27866" y="87579"/>
                  <a:pt x="29148" y="85906"/>
                  <a:pt x="30477" y="83611"/>
                </a:cubicBezTo>
                <a:cubicBezTo>
                  <a:pt x="31806" y="81316"/>
                  <a:pt x="32993" y="78496"/>
                  <a:pt x="34037" y="75150"/>
                </a:cubicBezTo>
                <a:cubicBezTo>
                  <a:pt x="34323" y="74002"/>
                  <a:pt x="34560" y="73333"/>
                  <a:pt x="34749" y="73142"/>
                </a:cubicBezTo>
                <a:cubicBezTo>
                  <a:pt x="34940" y="72950"/>
                  <a:pt x="35747" y="72855"/>
                  <a:pt x="37171" y="72855"/>
                </a:cubicBezTo>
                <a:cubicBezTo>
                  <a:pt x="39070" y="72855"/>
                  <a:pt x="40019" y="73333"/>
                  <a:pt x="40019" y="74289"/>
                </a:cubicBezTo>
                <a:cubicBezTo>
                  <a:pt x="40019" y="75054"/>
                  <a:pt x="39592" y="76536"/>
                  <a:pt x="38737" y="78735"/>
                </a:cubicBezTo>
                <a:cubicBezTo>
                  <a:pt x="37883" y="80934"/>
                  <a:pt x="36696" y="83372"/>
                  <a:pt x="35177" y="86049"/>
                </a:cubicBezTo>
                <a:cubicBezTo>
                  <a:pt x="33658" y="88726"/>
                  <a:pt x="31522" y="91116"/>
                  <a:pt x="28768" y="93220"/>
                </a:cubicBezTo>
                <a:cubicBezTo>
                  <a:pt x="26015" y="95323"/>
                  <a:pt x="23072" y="96375"/>
                  <a:pt x="19938" y="96375"/>
                </a:cubicBezTo>
                <a:cubicBezTo>
                  <a:pt x="16900" y="96375"/>
                  <a:pt x="14099" y="95371"/>
                  <a:pt x="11536" y="93363"/>
                </a:cubicBezTo>
                <a:cubicBezTo>
                  <a:pt x="8972" y="91356"/>
                  <a:pt x="7643" y="88296"/>
                  <a:pt x="7548" y="84185"/>
                </a:cubicBezTo>
                <a:cubicBezTo>
                  <a:pt x="7548" y="82559"/>
                  <a:pt x="7786" y="81030"/>
                  <a:pt x="8260" y="79595"/>
                </a:cubicBezTo>
                <a:cubicBezTo>
                  <a:pt x="8735" y="78161"/>
                  <a:pt x="10776" y="72712"/>
                  <a:pt x="14384" y="63246"/>
                </a:cubicBezTo>
                <a:cubicBezTo>
                  <a:pt x="17992" y="53589"/>
                  <a:pt x="20081" y="47805"/>
                  <a:pt x="20650" y="45893"/>
                </a:cubicBezTo>
                <a:cubicBezTo>
                  <a:pt x="21220" y="43981"/>
                  <a:pt x="21552" y="42116"/>
                  <a:pt x="21648" y="40300"/>
                </a:cubicBezTo>
                <a:cubicBezTo>
                  <a:pt x="21648" y="38005"/>
                  <a:pt x="20840" y="36858"/>
                  <a:pt x="19226" y="36858"/>
                </a:cubicBezTo>
                <a:lnTo>
                  <a:pt x="18942" y="36858"/>
                </a:lnTo>
                <a:cubicBezTo>
                  <a:pt x="16093" y="36858"/>
                  <a:pt x="13482" y="38435"/>
                  <a:pt x="11108" y="41590"/>
                </a:cubicBezTo>
                <a:cubicBezTo>
                  <a:pt x="8735" y="44745"/>
                  <a:pt x="6931" y="48761"/>
                  <a:pt x="5697" y="53637"/>
                </a:cubicBezTo>
                <a:cubicBezTo>
                  <a:pt x="5602" y="53733"/>
                  <a:pt x="5507" y="53876"/>
                  <a:pt x="5412" y="54068"/>
                </a:cubicBezTo>
                <a:cubicBezTo>
                  <a:pt x="5317" y="54259"/>
                  <a:pt x="5269" y="54402"/>
                  <a:pt x="5269" y="54498"/>
                </a:cubicBezTo>
                <a:cubicBezTo>
                  <a:pt x="5269" y="54593"/>
                  <a:pt x="5175" y="54689"/>
                  <a:pt x="4985" y="54785"/>
                </a:cubicBezTo>
                <a:cubicBezTo>
                  <a:pt x="4795" y="54880"/>
                  <a:pt x="4652" y="54928"/>
                  <a:pt x="4557" y="54928"/>
                </a:cubicBezTo>
                <a:cubicBezTo>
                  <a:pt x="4463" y="54928"/>
                  <a:pt x="4273" y="54928"/>
                  <a:pt x="3988" y="54928"/>
                </a:cubicBezTo>
                <a:cubicBezTo>
                  <a:pt x="3703" y="54928"/>
                  <a:pt x="3323" y="54928"/>
                  <a:pt x="2849" y="54928"/>
                </a:cubicBezTo>
                <a:lnTo>
                  <a:pt x="855" y="54928"/>
                </a:lnTo>
                <a:cubicBezTo>
                  <a:pt x="285" y="54354"/>
                  <a:pt x="0" y="53924"/>
                  <a:pt x="0" y="53637"/>
                </a:cubicBezTo>
              </a:path>
            </a:pathLst>
          </a:custGeom>
          <a:solidFill xmlns:a="http://schemas.openxmlformats.org/drawingml/2006/main">
            <a:srgbClr val="FF66B3"/>
          </a:solidFill>
          <a:ln xmlns:a="http://schemas.openxmlformats.org/drawingml/2006/main" w="0">
            <a:solidFill>
              <a:srgbClr val="FF66B3">
                <a:alpha val="3000"/>
              </a:srgbClr>
            </a:solidFill>
            <a:prstDash val="solid"/>
          </a:ln>
        </p:spPr>
      </p:sp>
      <p:sp>
        <p:nvSpPr>
          <p:cNvPr id="159" name="pdf-path-243">
            <a:extLst xmlns:a="http://schemas.openxmlformats.org/drawingml/2006/main">
              <a:ext uri="{FF2B5EF4-FFF2-40B4-BE49-F238E27FC236}">
                <a16:creationId xmlns:a16="http://schemas.microsoft.com/office/drawing/2014/main" id="{0DEE2980-B8F8-4EE5-AF71-10120BB8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9150" y="937538"/>
            <a:ext cx="63518" cy="65110"/>
          </a:xfrm>
          <a:custGeom xmlns:a="http://schemas.openxmlformats.org/drawingml/2006/main">
            <a:pathLst>
              <a:path w="63518" h="65110">
                <a:moveTo>
                  <a:pt x="21648" y="9035"/>
                </a:moveTo>
                <a:cubicBezTo>
                  <a:pt x="21648" y="6645"/>
                  <a:pt x="20745" y="5450"/>
                  <a:pt x="18942" y="5450"/>
                </a:cubicBezTo>
                <a:cubicBezTo>
                  <a:pt x="16663" y="5450"/>
                  <a:pt x="14289" y="6836"/>
                  <a:pt x="11820" y="9609"/>
                </a:cubicBezTo>
                <a:cubicBezTo>
                  <a:pt x="9352" y="12381"/>
                  <a:pt x="7311" y="16636"/>
                  <a:pt x="5697" y="22373"/>
                </a:cubicBezTo>
                <a:cubicBezTo>
                  <a:pt x="5602" y="22468"/>
                  <a:pt x="5507" y="22612"/>
                  <a:pt x="5412" y="22803"/>
                </a:cubicBezTo>
                <a:cubicBezTo>
                  <a:pt x="5317" y="22994"/>
                  <a:pt x="5269" y="23138"/>
                  <a:pt x="5269" y="23233"/>
                </a:cubicBezTo>
                <a:cubicBezTo>
                  <a:pt x="5269" y="23329"/>
                  <a:pt x="5175" y="23425"/>
                  <a:pt x="4985" y="23520"/>
                </a:cubicBezTo>
                <a:cubicBezTo>
                  <a:pt x="4795" y="23616"/>
                  <a:pt x="4652" y="23663"/>
                  <a:pt x="4557" y="23663"/>
                </a:cubicBezTo>
                <a:cubicBezTo>
                  <a:pt x="4463" y="23663"/>
                  <a:pt x="4273" y="23663"/>
                  <a:pt x="3988" y="23663"/>
                </a:cubicBezTo>
                <a:cubicBezTo>
                  <a:pt x="3703" y="23663"/>
                  <a:pt x="3323" y="23663"/>
                  <a:pt x="2849" y="23663"/>
                </a:cubicBezTo>
                <a:lnTo>
                  <a:pt x="855" y="23663"/>
                </a:lnTo>
                <a:cubicBezTo>
                  <a:pt x="285" y="23090"/>
                  <a:pt x="0" y="22660"/>
                  <a:pt x="0" y="22373"/>
                </a:cubicBezTo>
                <a:cubicBezTo>
                  <a:pt x="0" y="21703"/>
                  <a:pt x="380" y="20317"/>
                  <a:pt x="1139" y="18214"/>
                </a:cubicBezTo>
                <a:cubicBezTo>
                  <a:pt x="1899" y="16110"/>
                  <a:pt x="3038" y="13624"/>
                  <a:pt x="4557" y="10756"/>
                </a:cubicBezTo>
                <a:cubicBezTo>
                  <a:pt x="6076" y="7888"/>
                  <a:pt x="8165" y="5450"/>
                  <a:pt x="10824" y="3442"/>
                </a:cubicBezTo>
                <a:cubicBezTo>
                  <a:pt x="13482" y="1434"/>
                  <a:pt x="16473" y="382"/>
                  <a:pt x="19796" y="287"/>
                </a:cubicBezTo>
                <a:cubicBezTo>
                  <a:pt x="23784" y="287"/>
                  <a:pt x="26869" y="1434"/>
                  <a:pt x="29053" y="3729"/>
                </a:cubicBezTo>
                <a:cubicBezTo>
                  <a:pt x="31237" y="6023"/>
                  <a:pt x="32376" y="8700"/>
                  <a:pt x="32471" y="11760"/>
                </a:cubicBezTo>
                <a:cubicBezTo>
                  <a:pt x="32471" y="13385"/>
                  <a:pt x="32329" y="14628"/>
                  <a:pt x="32044" y="15489"/>
                </a:cubicBezTo>
                <a:cubicBezTo>
                  <a:pt x="32044" y="16062"/>
                  <a:pt x="31332" y="18166"/>
                  <a:pt x="29907" y="21799"/>
                </a:cubicBezTo>
                <a:cubicBezTo>
                  <a:pt x="28483" y="25432"/>
                  <a:pt x="27012" y="29687"/>
                  <a:pt x="25493" y="34563"/>
                </a:cubicBezTo>
                <a:cubicBezTo>
                  <a:pt x="23974" y="39439"/>
                  <a:pt x="23119" y="43694"/>
                  <a:pt x="22929" y="47327"/>
                </a:cubicBezTo>
                <a:cubicBezTo>
                  <a:pt x="22929" y="49908"/>
                  <a:pt x="23167" y="52012"/>
                  <a:pt x="23641" y="53637"/>
                </a:cubicBezTo>
                <a:cubicBezTo>
                  <a:pt x="24875" y="57748"/>
                  <a:pt x="27866" y="59804"/>
                  <a:pt x="32613" y="59804"/>
                </a:cubicBezTo>
                <a:cubicBezTo>
                  <a:pt x="36126" y="59804"/>
                  <a:pt x="39402" y="58179"/>
                  <a:pt x="42440" y="54928"/>
                </a:cubicBezTo>
                <a:cubicBezTo>
                  <a:pt x="45478" y="51677"/>
                  <a:pt x="47852" y="47901"/>
                  <a:pt x="49561" y="43598"/>
                </a:cubicBezTo>
                <a:cubicBezTo>
                  <a:pt x="51270" y="39296"/>
                  <a:pt x="52647" y="35328"/>
                  <a:pt x="53691" y="31695"/>
                </a:cubicBezTo>
                <a:cubicBezTo>
                  <a:pt x="54735" y="28062"/>
                  <a:pt x="55258" y="25432"/>
                  <a:pt x="55258" y="23807"/>
                </a:cubicBezTo>
                <a:cubicBezTo>
                  <a:pt x="55258" y="21608"/>
                  <a:pt x="54878" y="19696"/>
                  <a:pt x="54118" y="18070"/>
                </a:cubicBezTo>
                <a:cubicBezTo>
                  <a:pt x="53359" y="16445"/>
                  <a:pt x="52504" y="15202"/>
                  <a:pt x="51555" y="14341"/>
                </a:cubicBezTo>
                <a:cubicBezTo>
                  <a:pt x="50605" y="13481"/>
                  <a:pt x="49751" y="12620"/>
                  <a:pt x="48991" y="11760"/>
                </a:cubicBezTo>
                <a:cubicBezTo>
                  <a:pt x="48232" y="10899"/>
                  <a:pt x="47852" y="9848"/>
                  <a:pt x="47852" y="8605"/>
                </a:cubicBezTo>
                <a:cubicBezTo>
                  <a:pt x="47852" y="6501"/>
                  <a:pt x="48754" y="4541"/>
                  <a:pt x="50558" y="2725"/>
                </a:cubicBezTo>
                <a:cubicBezTo>
                  <a:pt x="52362" y="908"/>
                  <a:pt x="54308" y="0"/>
                  <a:pt x="56397" y="0"/>
                </a:cubicBezTo>
                <a:cubicBezTo>
                  <a:pt x="58201" y="0"/>
                  <a:pt x="59815" y="860"/>
                  <a:pt x="61239" y="2581"/>
                </a:cubicBezTo>
                <a:cubicBezTo>
                  <a:pt x="62663" y="4302"/>
                  <a:pt x="63423" y="7075"/>
                  <a:pt x="63518" y="10899"/>
                </a:cubicBezTo>
                <a:cubicBezTo>
                  <a:pt x="63518" y="13481"/>
                  <a:pt x="62948" y="17449"/>
                  <a:pt x="61809" y="22803"/>
                </a:cubicBezTo>
                <a:cubicBezTo>
                  <a:pt x="60670" y="28157"/>
                  <a:pt x="58913" y="34133"/>
                  <a:pt x="56539" y="40730"/>
                </a:cubicBezTo>
                <a:cubicBezTo>
                  <a:pt x="54166" y="47327"/>
                  <a:pt x="50795" y="53016"/>
                  <a:pt x="46428" y="57796"/>
                </a:cubicBezTo>
                <a:cubicBezTo>
                  <a:pt x="42060" y="62577"/>
                  <a:pt x="37028" y="65015"/>
                  <a:pt x="31332" y="65110"/>
                </a:cubicBezTo>
                <a:cubicBezTo>
                  <a:pt x="25255" y="65110"/>
                  <a:pt x="20413" y="63533"/>
                  <a:pt x="16805" y="60378"/>
                </a:cubicBezTo>
                <a:cubicBezTo>
                  <a:pt x="13292" y="57318"/>
                  <a:pt x="11536" y="52777"/>
                  <a:pt x="11536" y="46753"/>
                </a:cubicBezTo>
                <a:cubicBezTo>
                  <a:pt x="11536" y="43789"/>
                  <a:pt x="11916" y="40730"/>
                  <a:pt x="12675" y="37575"/>
                </a:cubicBezTo>
                <a:cubicBezTo>
                  <a:pt x="13435" y="34420"/>
                  <a:pt x="15381" y="28826"/>
                  <a:pt x="18514" y="20795"/>
                </a:cubicBezTo>
                <a:cubicBezTo>
                  <a:pt x="20603" y="14676"/>
                  <a:pt x="21648" y="10756"/>
                  <a:pt x="21648" y="9035"/>
                </a:cubicBezTo>
              </a:path>
            </a:pathLst>
          </a:custGeom>
          <a:solidFill xmlns:a="http://schemas.openxmlformats.org/drawingml/2006/main">
            <a:srgbClr val="FF66B3"/>
          </a:solidFill>
          <a:ln xmlns:a="http://schemas.openxmlformats.org/drawingml/2006/main" w="0">
            <a:solidFill>
              <a:srgbClr val="FF66B3">
                <a:alpha val="3000"/>
              </a:srgbClr>
            </a:solidFill>
            <a:prstDash val="solid"/>
          </a:ln>
        </p:spPr>
      </p:sp>
      <p:sp>
        <p:nvSpPr>
          <p:cNvPr id="160" name="pdf-path-245">
            <a:extLst xmlns:a="http://schemas.openxmlformats.org/drawingml/2006/main">
              <a:ext uri="{FF2B5EF4-FFF2-40B4-BE49-F238E27FC236}">
                <a16:creationId xmlns:a16="http://schemas.microsoft.com/office/drawing/2014/main" id="{BEA5D7FC-202B-42BA-B3AD-42147EFC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0785" y="937585"/>
            <a:ext cx="55637" cy="65063"/>
          </a:xfrm>
          <a:custGeom xmlns:a="http://schemas.openxmlformats.org/drawingml/2006/main">
            <a:pathLst>
              <a:path w="55637" h="65063">
                <a:moveTo>
                  <a:pt x="0" y="39391"/>
                </a:moveTo>
                <a:cubicBezTo>
                  <a:pt x="0" y="33942"/>
                  <a:pt x="902" y="28970"/>
                  <a:pt x="2706" y="24476"/>
                </a:cubicBezTo>
                <a:cubicBezTo>
                  <a:pt x="4510" y="19983"/>
                  <a:pt x="6836" y="16254"/>
                  <a:pt x="9684" y="13290"/>
                </a:cubicBezTo>
                <a:cubicBezTo>
                  <a:pt x="12533" y="10326"/>
                  <a:pt x="15713" y="7840"/>
                  <a:pt x="19226" y="5832"/>
                </a:cubicBezTo>
                <a:cubicBezTo>
                  <a:pt x="22739" y="3824"/>
                  <a:pt x="26062" y="2343"/>
                  <a:pt x="29195" y="1386"/>
                </a:cubicBezTo>
                <a:cubicBezTo>
                  <a:pt x="32329" y="430"/>
                  <a:pt x="35319" y="0"/>
                  <a:pt x="38168" y="95"/>
                </a:cubicBezTo>
                <a:lnTo>
                  <a:pt x="38595" y="95"/>
                </a:lnTo>
                <a:cubicBezTo>
                  <a:pt x="42867" y="95"/>
                  <a:pt x="46570" y="1147"/>
                  <a:pt x="49704" y="3251"/>
                </a:cubicBezTo>
                <a:cubicBezTo>
                  <a:pt x="52836" y="5354"/>
                  <a:pt x="54403" y="8461"/>
                  <a:pt x="54403" y="12573"/>
                </a:cubicBezTo>
                <a:cubicBezTo>
                  <a:pt x="54403" y="21178"/>
                  <a:pt x="49134" y="26819"/>
                  <a:pt x="38595" y="29496"/>
                </a:cubicBezTo>
                <a:cubicBezTo>
                  <a:pt x="33943" y="30739"/>
                  <a:pt x="27581" y="31408"/>
                  <a:pt x="19511" y="31504"/>
                </a:cubicBezTo>
                <a:cubicBezTo>
                  <a:pt x="15998" y="31504"/>
                  <a:pt x="14194" y="31599"/>
                  <a:pt x="14100" y="31790"/>
                </a:cubicBezTo>
                <a:cubicBezTo>
                  <a:pt x="14100" y="31982"/>
                  <a:pt x="13814" y="33655"/>
                  <a:pt x="13245" y="36810"/>
                </a:cubicBezTo>
                <a:cubicBezTo>
                  <a:pt x="12675" y="39965"/>
                  <a:pt x="12343" y="42738"/>
                  <a:pt x="12248" y="45128"/>
                </a:cubicBezTo>
                <a:cubicBezTo>
                  <a:pt x="12248" y="49622"/>
                  <a:pt x="13245" y="53159"/>
                  <a:pt x="15239" y="55741"/>
                </a:cubicBezTo>
                <a:cubicBezTo>
                  <a:pt x="17232" y="58322"/>
                  <a:pt x="20223" y="59661"/>
                  <a:pt x="24211" y="59756"/>
                </a:cubicBezTo>
                <a:cubicBezTo>
                  <a:pt x="28199" y="59852"/>
                  <a:pt x="32613" y="58944"/>
                  <a:pt x="37456" y="57031"/>
                </a:cubicBezTo>
                <a:cubicBezTo>
                  <a:pt x="42298" y="55119"/>
                  <a:pt x="46665" y="51964"/>
                  <a:pt x="50558" y="47566"/>
                </a:cubicBezTo>
                <a:cubicBezTo>
                  <a:pt x="51412" y="46610"/>
                  <a:pt x="51982" y="46132"/>
                  <a:pt x="52267" y="46132"/>
                </a:cubicBezTo>
                <a:cubicBezTo>
                  <a:pt x="52647" y="46132"/>
                  <a:pt x="53264" y="46562"/>
                  <a:pt x="54118" y="47423"/>
                </a:cubicBezTo>
                <a:cubicBezTo>
                  <a:pt x="54973" y="48283"/>
                  <a:pt x="55448" y="48952"/>
                  <a:pt x="55542" y="49430"/>
                </a:cubicBezTo>
                <a:cubicBezTo>
                  <a:pt x="55637" y="49909"/>
                  <a:pt x="55210" y="50673"/>
                  <a:pt x="54261" y="51725"/>
                </a:cubicBezTo>
                <a:cubicBezTo>
                  <a:pt x="53311" y="52777"/>
                  <a:pt x="51887" y="54068"/>
                  <a:pt x="49988" y="55597"/>
                </a:cubicBezTo>
                <a:cubicBezTo>
                  <a:pt x="48090" y="57127"/>
                  <a:pt x="45906" y="58609"/>
                  <a:pt x="43437" y="60043"/>
                </a:cubicBezTo>
                <a:cubicBezTo>
                  <a:pt x="40968" y="61477"/>
                  <a:pt x="37978" y="62672"/>
                  <a:pt x="34465" y="63629"/>
                </a:cubicBezTo>
                <a:cubicBezTo>
                  <a:pt x="30952" y="64585"/>
                  <a:pt x="27344" y="65063"/>
                  <a:pt x="23641" y="65063"/>
                </a:cubicBezTo>
                <a:cubicBezTo>
                  <a:pt x="16141" y="65063"/>
                  <a:pt x="10349" y="62529"/>
                  <a:pt x="6266" y="57462"/>
                </a:cubicBezTo>
                <a:cubicBezTo>
                  <a:pt x="2184" y="52394"/>
                  <a:pt x="95" y="46371"/>
                  <a:pt x="0" y="39391"/>
                </a:cubicBezTo>
                <a:moveTo>
                  <a:pt x="47567" y="12860"/>
                </a:moveTo>
                <a:cubicBezTo>
                  <a:pt x="46998" y="7888"/>
                  <a:pt x="43769" y="5402"/>
                  <a:pt x="37883" y="5402"/>
                </a:cubicBezTo>
                <a:cubicBezTo>
                  <a:pt x="34750" y="5402"/>
                  <a:pt x="31854" y="6071"/>
                  <a:pt x="29195" y="7410"/>
                </a:cubicBezTo>
                <a:cubicBezTo>
                  <a:pt x="26537" y="8748"/>
                  <a:pt x="24401" y="10374"/>
                  <a:pt x="22787" y="12286"/>
                </a:cubicBezTo>
                <a:cubicBezTo>
                  <a:pt x="21173" y="14198"/>
                  <a:pt x="19796" y="16158"/>
                  <a:pt x="18657" y="18166"/>
                </a:cubicBezTo>
                <a:cubicBezTo>
                  <a:pt x="17518" y="20174"/>
                  <a:pt x="16758" y="21895"/>
                  <a:pt x="16378" y="23329"/>
                </a:cubicBezTo>
                <a:cubicBezTo>
                  <a:pt x="15998" y="24763"/>
                  <a:pt x="15761" y="25671"/>
                  <a:pt x="15666" y="26054"/>
                </a:cubicBezTo>
                <a:cubicBezTo>
                  <a:pt x="15666" y="26149"/>
                  <a:pt x="16615" y="26197"/>
                  <a:pt x="18514" y="26197"/>
                </a:cubicBezTo>
                <a:cubicBezTo>
                  <a:pt x="29243" y="26197"/>
                  <a:pt x="36743" y="25050"/>
                  <a:pt x="41016" y="22755"/>
                </a:cubicBezTo>
                <a:cubicBezTo>
                  <a:pt x="45289" y="20460"/>
                  <a:pt x="47472" y="17162"/>
                  <a:pt x="47567" y="12860"/>
                </a:cubicBezTo>
              </a:path>
            </a:pathLst>
          </a:custGeom>
          <a:solidFill xmlns:a="http://schemas.openxmlformats.org/drawingml/2006/main">
            <a:srgbClr val="FF66B3"/>
          </a:solidFill>
          <a:ln xmlns:a="http://schemas.openxmlformats.org/drawingml/2006/main" w="0">
            <a:solidFill>
              <a:srgbClr val="FF66B3">
                <a:alpha val="3000"/>
              </a:srgbClr>
            </a:solidFill>
            <a:prstDash val="solid"/>
          </a:ln>
        </p:spPr>
      </p:sp>
      <p:sp>
        <p:nvSpPr>
          <p:cNvPr id="161" name="pdf-path-247">
            <a:extLst xmlns:a="http://schemas.openxmlformats.org/drawingml/2006/main">
              <a:ext uri="{FF2B5EF4-FFF2-40B4-BE49-F238E27FC236}">
                <a16:creationId xmlns:a16="http://schemas.microsoft.com/office/drawing/2014/main" id="{EC5EB788-A693-46EF-A859-1AD872D5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588" y="937490"/>
            <a:ext cx="58248" cy="65158"/>
          </a:xfrm>
          <a:custGeom xmlns:a="http://schemas.openxmlformats.org/drawingml/2006/main">
            <a:pathLst>
              <a:path w="58248" h="65158">
                <a:moveTo>
                  <a:pt x="0" y="22421"/>
                </a:moveTo>
                <a:cubicBezTo>
                  <a:pt x="95" y="22134"/>
                  <a:pt x="190" y="21751"/>
                  <a:pt x="285" y="21273"/>
                </a:cubicBezTo>
                <a:cubicBezTo>
                  <a:pt x="380" y="20795"/>
                  <a:pt x="617" y="19744"/>
                  <a:pt x="997" y="18118"/>
                </a:cubicBezTo>
                <a:cubicBezTo>
                  <a:pt x="1377" y="16493"/>
                  <a:pt x="1851" y="15011"/>
                  <a:pt x="2421" y="13672"/>
                </a:cubicBezTo>
                <a:cubicBezTo>
                  <a:pt x="2991" y="12334"/>
                  <a:pt x="3703" y="10756"/>
                  <a:pt x="4557" y="8940"/>
                </a:cubicBezTo>
                <a:cubicBezTo>
                  <a:pt x="5412" y="7123"/>
                  <a:pt x="6362" y="5689"/>
                  <a:pt x="7406" y="4637"/>
                </a:cubicBezTo>
                <a:cubicBezTo>
                  <a:pt x="8450" y="3585"/>
                  <a:pt x="9684" y="2534"/>
                  <a:pt x="11108" y="1482"/>
                </a:cubicBezTo>
                <a:cubicBezTo>
                  <a:pt x="12533" y="430"/>
                  <a:pt x="14099" y="0"/>
                  <a:pt x="15808" y="191"/>
                </a:cubicBezTo>
                <a:cubicBezTo>
                  <a:pt x="18562" y="191"/>
                  <a:pt x="20983" y="765"/>
                  <a:pt x="23072" y="1912"/>
                </a:cubicBezTo>
                <a:cubicBezTo>
                  <a:pt x="25160" y="3060"/>
                  <a:pt x="26632" y="4111"/>
                  <a:pt x="27486" y="5067"/>
                </a:cubicBezTo>
                <a:cubicBezTo>
                  <a:pt x="28341" y="6023"/>
                  <a:pt x="28863" y="6980"/>
                  <a:pt x="29053" y="7936"/>
                </a:cubicBezTo>
                <a:cubicBezTo>
                  <a:pt x="29243" y="8509"/>
                  <a:pt x="29385" y="8796"/>
                  <a:pt x="29480" y="8796"/>
                </a:cubicBezTo>
                <a:cubicBezTo>
                  <a:pt x="29575" y="8796"/>
                  <a:pt x="29955" y="8462"/>
                  <a:pt x="30619" y="7792"/>
                </a:cubicBezTo>
                <a:cubicBezTo>
                  <a:pt x="35177" y="2821"/>
                  <a:pt x="40447" y="335"/>
                  <a:pt x="46428" y="335"/>
                </a:cubicBezTo>
                <a:lnTo>
                  <a:pt x="46855" y="335"/>
                </a:lnTo>
                <a:cubicBezTo>
                  <a:pt x="51412" y="335"/>
                  <a:pt x="54830" y="2295"/>
                  <a:pt x="57109" y="6215"/>
                </a:cubicBezTo>
                <a:cubicBezTo>
                  <a:pt x="57869" y="8031"/>
                  <a:pt x="58248" y="9800"/>
                  <a:pt x="58248" y="11521"/>
                </a:cubicBezTo>
                <a:cubicBezTo>
                  <a:pt x="58248" y="14389"/>
                  <a:pt x="57631" y="16684"/>
                  <a:pt x="56397" y="18405"/>
                </a:cubicBezTo>
                <a:cubicBezTo>
                  <a:pt x="55163" y="20126"/>
                  <a:pt x="53928" y="21225"/>
                  <a:pt x="52694" y="21704"/>
                </a:cubicBezTo>
                <a:cubicBezTo>
                  <a:pt x="51460" y="22182"/>
                  <a:pt x="50273" y="22373"/>
                  <a:pt x="49134" y="22277"/>
                </a:cubicBezTo>
                <a:cubicBezTo>
                  <a:pt x="47235" y="22277"/>
                  <a:pt x="45716" y="21751"/>
                  <a:pt x="44576" y="20700"/>
                </a:cubicBezTo>
                <a:cubicBezTo>
                  <a:pt x="43437" y="19648"/>
                  <a:pt x="42867" y="18262"/>
                  <a:pt x="42867" y="16541"/>
                </a:cubicBezTo>
                <a:cubicBezTo>
                  <a:pt x="42867" y="11951"/>
                  <a:pt x="45526" y="8892"/>
                  <a:pt x="50843" y="7362"/>
                </a:cubicBezTo>
                <a:cubicBezTo>
                  <a:pt x="48754" y="6119"/>
                  <a:pt x="47045" y="5498"/>
                  <a:pt x="45716" y="5498"/>
                </a:cubicBezTo>
                <a:cubicBezTo>
                  <a:pt x="40399" y="5498"/>
                  <a:pt x="35509" y="9035"/>
                  <a:pt x="31047" y="16110"/>
                </a:cubicBezTo>
                <a:cubicBezTo>
                  <a:pt x="30098" y="17640"/>
                  <a:pt x="29385" y="19218"/>
                  <a:pt x="28911" y="20843"/>
                </a:cubicBezTo>
                <a:cubicBezTo>
                  <a:pt x="28436" y="22469"/>
                  <a:pt x="26822" y="28827"/>
                  <a:pt x="24068" y="39917"/>
                </a:cubicBezTo>
                <a:cubicBezTo>
                  <a:pt x="20840" y="53303"/>
                  <a:pt x="18989" y="60426"/>
                  <a:pt x="18514" y="61286"/>
                </a:cubicBezTo>
                <a:cubicBezTo>
                  <a:pt x="17280" y="63868"/>
                  <a:pt x="15238" y="65158"/>
                  <a:pt x="12390" y="65158"/>
                </a:cubicBezTo>
                <a:cubicBezTo>
                  <a:pt x="11156" y="65158"/>
                  <a:pt x="10159" y="64872"/>
                  <a:pt x="9400" y="64298"/>
                </a:cubicBezTo>
                <a:cubicBezTo>
                  <a:pt x="8640" y="63724"/>
                  <a:pt x="8118" y="63151"/>
                  <a:pt x="7833" y="62577"/>
                </a:cubicBezTo>
                <a:cubicBezTo>
                  <a:pt x="7548" y="62003"/>
                  <a:pt x="7453" y="61525"/>
                  <a:pt x="7548" y="61143"/>
                </a:cubicBezTo>
                <a:cubicBezTo>
                  <a:pt x="7548" y="59900"/>
                  <a:pt x="9447" y="51677"/>
                  <a:pt x="13245" y="36475"/>
                </a:cubicBezTo>
                <a:cubicBezTo>
                  <a:pt x="17043" y="21273"/>
                  <a:pt x="18942" y="12812"/>
                  <a:pt x="18942" y="11091"/>
                </a:cubicBezTo>
                <a:cubicBezTo>
                  <a:pt x="18942" y="7362"/>
                  <a:pt x="17707" y="5498"/>
                  <a:pt x="15238" y="5498"/>
                </a:cubicBezTo>
                <a:cubicBezTo>
                  <a:pt x="13245" y="5498"/>
                  <a:pt x="11536" y="6836"/>
                  <a:pt x="10112" y="9513"/>
                </a:cubicBezTo>
                <a:cubicBezTo>
                  <a:pt x="8687" y="12190"/>
                  <a:pt x="7548" y="15107"/>
                  <a:pt x="6694" y="18262"/>
                </a:cubicBezTo>
                <a:cubicBezTo>
                  <a:pt x="5839" y="21417"/>
                  <a:pt x="5317" y="23138"/>
                  <a:pt x="5127" y="23425"/>
                </a:cubicBezTo>
                <a:cubicBezTo>
                  <a:pt x="4937" y="23616"/>
                  <a:pt x="4178" y="23711"/>
                  <a:pt x="2849" y="23711"/>
                </a:cubicBezTo>
                <a:lnTo>
                  <a:pt x="855" y="23711"/>
                </a:lnTo>
                <a:cubicBezTo>
                  <a:pt x="285" y="23138"/>
                  <a:pt x="0" y="22707"/>
                  <a:pt x="0" y="22421"/>
                </a:cubicBezTo>
              </a:path>
            </a:pathLst>
          </a:custGeom>
          <a:solidFill xmlns:a="http://schemas.openxmlformats.org/drawingml/2006/main">
            <a:srgbClr val="FF66B3"/>
          </a:solidFill>
          <a:ln xmlns:a="http://schemas.openxmlformats.org/drawingml/2006/main" w="0">
            <a:solidFill>
              <a:srgbClr val="FF66B3">
                <a:alpha val="3000"/>
              </a:srgbClr>
            </a:solidFill>
            <a:prstDash val="solid"/>
          </a:ln>
        </p:spPr>
      </p:sp>
      <p:sp>
        <p:nvSpPr>
          <p:cNvPr id="162" name="pdf-path-249">
            <a:extLst xmlns:a="http://schemas.openxmlformats.org/drawingml/2006/main">
              <a:ext uri="{FF2B5EF4-FFF2-40B4-BE49-F238E27FC236}">
                <a16:creationId xmlns:a16="http://schemas.microsoft.com/office/drawing/2014/main" id="{DE7A9D59-9A88-41EC-A7FB-DA0D5B1D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3374" y="937585"/>
            <a:ext cx="52124" cy="64919"/>
          </a:xfrm>
          <a:custGeom xmlns:a="http://schemas.openxmlformats.org/drawingml/2006/main">
            <a:pathLst>
              <a:path w="52124" h="64919">
                <a:moveTo>
                  <a:pt x="11108" y="22038"/>
                </a:moveTo>
                <a:cubicBezTo>
                  <a:pt x="11108" y="18979"/>
                  <a:pt x="11868" y="15871"/>
                  <a:pt x="13387" y="12716"/>
                </a:cubicBezTo>
                <a:cubicBezTo>
                  <a:pt x="14906" y="9561"/>
                  <a:pt x="17565" y="6645"/>
                  <a:pt x="21362" y="3968"/>
                </a:cubicBezTo>
                <a:cubicBezTo>
                  <a:pt x="25161" y="1291"/>
                  <a:pt x="29765" y="0"/>
                  <a:pt x="35177" y="95"/>
                </a:cubicBezTo>
                <a:cubicBezTo>
                  <a:pt x="41063" y="95"/>
                  <a:pt x="45336" y="1386"/>
                  <a:pt x="47994" y="3968"/>
                </a:cubicBezTo>
                <a:cubicBezTo>
                  <a:pt x="50653" y="6549"/>
                  <a:pt x="52029" y="9418"/>
                  <a:pt x="52124" y="12573"/>
                </a:cubicBezTo>
                <a:cubicBezTo>
                  <a:pt x="52124" y="15632"/>
                  <a:pt x="51317" y="17879"/>
                  <a:pt x="49703" y="19313"/>
                </a:cubicBezTo>
                <a:cubicBezTo>
                  <a:pt x="48090" y="20747"/>
                  <a:pt x="46285" y="21512"/>
                  <a:pt x="44292" y="21608"/>
                </a:cubicBezTo>
                <a:cubicBezTo>
                  <a:pt x="43057" y="21608"/>
                  <a:pt x="41918" y="21225"/>
                  <a:pt x="40874" y="20460"/>
                </a:cubicBezTo>
                <a:cubicBezTo>
                  <a:pt x="39829" y="19696"/>
                  <a:pt x="39260" y="18453"/>
                  <a:pt x="39165" y="16732"/>
                </a:cubicBezTo>
                <a:cubicBezTo>
                  <a:pt x="39165" y="15202"/>
                  <a:pt x="39592" y="13863"/>
                  <a:pt x="40447" y="12716"/>
                </a:cubicBezTo>
                <a:cubicBezTo>
                  <a:pt x="41301" y="11569"/>
                  <a:pt x="42108" y="10708"/>
                  <a:pt x="42867" y="10135"/>
                </a:cubicBezTo>
                <a:cubicBezTo>
                  <a:pt x="43627" y="9561"/>
                  <a:pt x="44244" y="9274"/>
                  <a:pt x="44719" y="9274"/>
                </a:cubicBezTo>
                <a:cubicBezTo>
                  <a:pt x="44814" y="9274"/>
                  <a:pt x="44861" y="9226"/>
                  <a:pt x="44861" y="9131"/>
                </a:cubicBezTo>
                <a:cubicBezTo>
                  <a:pt x="44861" y="8844"/>
                  <a:pt x="44529" y="8414"/>
                  <a:pt x="43864" y="7840"/>
                </a:cubicBezTo>
                <a:cubicBezTo>
                  <a:pt x="43200" y="7266"/>
                  <a:pt x="42013" y="6740"/>
                  <a:pt x="40304" y="6262"/>
                </a:cubicBezTo>
                <a:cubicBezTo>
                  <a:pt x="38595" y="5784"/>
                  <a:pt x="36743" y="5498"/>
                  <a:pt x="34749" y="5402"/>
                </a:cubicBezTo>
                <a:cubicBezTo>
                  <a:pt x="30192" y="5402"/>
                  <a:pt x="26869" y="6645"/>
                  <a:pt x="24781" y="9131"/>
                </a:cubicBezTo>
                <a:cubicBezTo>
                  <a:pt x="22692" y="11617"/>
                  <a:pt x="21600" y="14150"/>
                  <a:pt x="21505" y="16732"/>
                </a:cubicBezTo>
                <a:cubicBezTo>
                  <a:pt x="21505" y="19122"/>
                  <a:pt x="22407" y="20795"/>
                  <a:pt x="24211" y="21751"/>
                </a:cubicBezTo>
                <a:cubicBezTo>
                  <a:pt x="26015" y="22707"/>
                  <a:pt x="28626" y="23520"/>
                  <a:pt x="32044" y="24189"/>
                </a:cubicBezTo>
                <a:cubicBezTo>
                  <a:pt x="35462" y="24859"/>
                  <a:pt x="37930" y="25576"/>
                  <a:pt x="39449" y="26341"/>
                </a:cubicBezTo>
                <a:cubicBezTo>
                  <a:pt x="45716" y="29113"/>
                  <a:pt x="48849" y="33703"/>
                  <a:pt x="48849" y="40108"/>
                </a:cubicBezTo>
                <a:cubicBezTo>
                  <a:pt x="48849" y="42786"/>
                  <a:pt x="48327" y="45463"/>
                  <a:pt x="47282" y="48140"/>
                </a:cubicBezTo>
                <a:cubicBezTo>
                  <a:pt x="46238" y="50817"/>
                  <a:pt x="44672" y="53494"/>
                  <a:pt x="42583" y="56171"/>
                </a:cubicBezTo>
                <a:cubicBezTo>
                  <a:pt x="40494" y="58848"/>
                  <a:pt x="37503" y="60951"/>
                  <a:pt x="33610" y="62481"/>
                </a:cubicBezTo>
                <a:cubicBezTo>
                  <a:pt x="29718" y="64011"/>
                  <a:pt x="25255" y="64824"/>
                  <a:pt x="20223" y="64919"/>
                </a:cubicBezTo>
                <a:cubicBezTo>
                  <a:pt x="12913" y="64919"/>
                  <a:pt x="7738" y="63533"/>
                  <a:pt x="4700" y="60760"/>
                </a:cubicBezTo>
                <a:cubicBezTo>
                  <a:pt x="1662" y="57988"/>
                  <a:pt x="95" y="54737"/>
                  <a:pt x="0" y="51008"/>
                </a:cubicBezTo>
                <a:cubicBezTo>
                  <a:pt x="0" y="47279"/>
                  <a:pt x="997" y="44602"/>
                  <a:pt x="2991" y="42977"/>
                </a:cubicBezTo>
                <a:cubicBezTo>
                  <a:pt x="4985" y="41351"/>
                  <a:pt x="7074" y="40539"/>
                  <a:pt x="9257" y="40539"/>
                </a:cubicBezTo>
                <a:cubicBezTo>
                  <a:pt x="10681" y="40539"/>
                  <a:pt x="12011" y="40969"/>
                  <a:pt x="13245" y="41829"/>
                </a:cubicBezTo>
                <a:cubicBezTo>
                  <a:pt x="14479" y="42690"/>
                  <a:pt x="15144" y="44172"/>
                  <a:pt x="15238" y="46275"/>
                </a:cubicBezTo>
                <a:cubicBezTo>
                  <a:pt x="15238" y="48761"/>
                  <a:pt x="14384" y="50865"/>
                  <a:pt x="12675" y="52586"/>
                </a:cubicBezTo>
                <a:cubicBezTo>
                  <a:pt x="10966" y="54306"/>
                  <a:pt x="9494" y="55167"/>
                  <a:pt x="8260" y="55167"/>
                </a:cubicBezTo>
                <a:cubicBezTo>
                  <a:pt x="8070" y="55263"/>
                  <a:pt x="7928" y="55310"/>
                  <a:pt x="7833" y="55310"/>
                </a:cubicBezTo>
                <a:cubicBezTo>
                  <a:pt x="7738" y="55310"/>
                  <a:pt x="7691" y="55406"/>
                  <a:pt x="7691" y="55597"/>
                </a:cubicBezTo>
                <a:cubicBezTo>
                  <a:pt x="7786" y="55884"/>
                  <a:pt x="8165" y="56267"/>
                  <a:pt x="8830" y="56745"/>
                </a:cubicBezTo>
                <a:cubicBezTo>
                  <a:pt x="9494" y="57223"/>
                  <a:pt x="10966" y="57844"/>
                  <a:pt x="13245" y="58609"/>
                </a:cubicBezTo>
                <a:cubicBezTo>
                  <a:pt x="15524" y="59374"/>
                  <a:pt x="18135" y="59709"/>
                  <a:pt x="21078" y="59613"/>
                </a:cubicBezTo>
                <a:cubicBezTo>
                  <a:pt x="24496" y="59613"/>
                  <a:pt x="27439" y="59087"/>
                  <a:pt x="29907" y="58035"/>
                </a:cubicBezTo>
                <a:cubicBezTo>
                  <a:pt x="32376" y="56984"/>
                  <a:pt x="34180" y="55645"/>
                  <a:pt x="35319" y="54020"/>
                </a:cubicBezTo>
                <a:cubicBezTo>
                  <a:pt x="36459" y="52394"/>
                  <a:pt x="37266" y="50912"/>
                  <a:pt x="37741" y="49574"/>
                </a:cubicBezTo>
                <a:cubicBezTo>
                  <a:pt x="38215" y="48235"/>
                  <a:pt x="38453" y="47040"/>
                  <a:pt x="38453" y="45989"/>
                </a:cubicBezTo>
                <a:cubicBezTo>
                  <a:pt x="38453" y="43311"/>
                  <a:pt x="37455" y="41304"/>
                  <a:pt x="35462" y="39965"/>
                </a:cubicBezTo>
                <a:cubicBezTo>
                  <a:pt x="33468" y="38627"/>
                  <a:pt x="31189" y="37814"/>
                  <a:pt x="28626" y="37527"/>
                </a:cubicBezTo>
                <a:cubicBezTo>
                  <a:pt x="26062" y="37240"/>
                  <a:pt x="23262" y="36523"/>
                  <a:pt x="20223" y="35376"/>
                </a:cubicBezTo>
                <a:cubicBezTo>
                  <a:pt x="17185" y="34228"/>
                  <a:pt x="14954" y="32555"/>
                  <a:pt x="13530" y="30356"/>
                </a:cubicBezTo>
                <a:cubicBezTo>
                  <a:pt x="11916" y="27966"/>
                  <a:pt x="11108" y="25193"/>
                  <a:pt x="11108" y="22038"/>
                </a:cubicBezTo>
              </a:path>
            </a:pathLst>
          </a:custGeom>
          <a:solidFill xmlns:a="http://schemas.openxmlformats.org/drawingml/2006/main">
            <a:srgbClr val="FF66B3"/>
          </a:solidFill>
          <a:ln xmlns:a="http://schemas.openxmlformats.org/drawingml/2006/main" w="0">
            <a:solidFill>
              <a:srgbClr val="FF66B3">
                <a:alpha val="3000"/>
              </a:srgbClr>
            </a:solidFill>
            <a:prstDash val="solid"/>
          </a:ln>
        </p:spPr>
      </p:sp>
      <p:sp>
        <p:nvSpPr>
          <p:cNvPr id="163" name="pdf-path-251">
            <a:extLst xmlns:a="http://schemas.openxmlformats.org/drawingml/2006/main">
              <a:ext uri="{FF2B5EF4-FFF2-40B4-BE49-F238E27FC236}">
                <a16:creationId xmlns:a16="http://schemas.microsoft.com/office/drawing/2014/main" id="{622247F4-D541-4777-900E-5D91A896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5611" y="906273"/>
            <a:ext cx="40019" cy="96375"/>
          </a:xfrm>
          <a:custGeom xmlns:a="http://schemas.openxmlformats.org/drawingml/2006/main">
            <a:pathLst>
              <a:path w="40019" h="96375">
                <a:moveTo>
                  <a:pt x="23214" y="8748"/>
                </a:moveTo>
                <a:cubicBezTo>
                  <a:pt x="23214" y="6454"/>
                  <a:pt x="24116" y="4446"/>
                  <a:pt x="25920" y="2725"/>
                </a:cubicBezTo>
                <a:cubicBezTo>
                  <a:pt x="27724" y="1004"/>
                  <a:pt x="29812" y="95"/>
                  <a:pt x="32186" y="0"/>
                </a:cubicBezTo>
                <a:cubicBezTo>
                  <a:pt x="33895" y="0"/>
                  <a:pt x="35319" y="574"/>
                  <a:pt x="36459" y="1721"/>
                </a:cubicBezTo>
                <a:cubicBezTo>
                  <a:pt x="37598" y="2868"/>
                  <a:pt x="38215" y="4302"/>
                  <a:pt x="38310" y="6023"/>
                </a:cubicBezTo>
                <a:cubicBezTo>
                  <a:pt x="38310" y="8222"/>
                  <a:pt x="37361" y="10230"/>
                  <a:pt x="35462" y="12047"/>
                </a:cubicBezTo>
                <a:cubicBezTo>
                  <a:pt x="33563" y="13863"/>
                  <a:pt x="31474" y="14819"/>
                  <a:pt x="29195" y="14915"/>
                </a:cubicBezTo>
                <a:cubicBezTo>
                  <a:pt x="27771" y="14915"/>
                  <a:pt x="26442" y="14437"/>
                  <a:pt x="25208" y="13481"/>
                </a:cubicBezTo>
                <a:cubicBezTo>
                  <a:pt x="23974" y="12525"/>
                  <a:pt x="23309" y="10947"/>
                  <a:pt x="23214" y="8748"/>
                </a:cubicBezTo>
                <a:moveTo>
                  <a:pt x="0" y="53637"/>
                </a:moveTo>
                <a:cubicBezTo>
                  <a:pt x="0" y="52872"/>
                  <a:pt x="427" y="51390"/>
                  <a:pt x="1282" y="49191"/>
                </a:cubicBezTo>
                <a:cubicBezTo>
                  <a:pt x="2136" y="46992"/>
                  <a:pt x="3276" y="44554"/>
                  <a:pt x="4700" y="41877"/>
                </a:cubicBezTo>
                <a:cubicBezTo>
                  <a:pt x="6124" y="39200"/>
                  <a:pt x="8213" y="36762"/>
                  <a:pt x="10966" y="34563"/>
                </a:cubicBezTo>
                <a:cubicBezTo>
                  <a:pt x="13719" y="32364"/>
                  <a:pt x="16568" y="31312"/>
                  <a:pt x="19511" y="31408"/>
                </a:cubicBezTo>
                <a:cubicBezTo>
                  <a:pt x="23214" y="31408"/>
                  <a:pt x="26299" y="32507"/>
                  <a:pt x="28768" y="34707"/>
                </a:cubicBezTo>
                <a:cubicBezTo>
                  <a:pt x="31237" y="36906"/>
                  <a:pt x="32518" y="39869"/>
                  <a:pt x="32613" y="43598"/>
                </a:cubicBezTo>
                <a:cubicBezTo>
                  <a:pt x="32613" y="45224"/>
                  <a:pt x="31949" y="47901"/>
                  <a:pt x="30619" y="51630"/>
                </a:cubicBezTo>
                <a:cubicBezTo>
                  <a:pt x="29291" y="55358"/>
                  <a:pt x="27392" y="60378"/>
                  <a:pt x="24923" y="66688"/>
                </a:cubicBezTo>
                <a:cubicBezTo>
                  <a:pt x="22455" y="72998"/>
                  <a:pt x="20461" y="78400"/>
                  <a:pt x="18942" y="82894"/>
                </a:cubicBezTo>
                <a:cubicBezTo>
                  <a:pt x="18467" y="84998"/>
                  <a:pt x="18230" y="86527"/>
                  <a:pt x="18230" y="87483"/>
                </a:cubicBezTo>
                <a:cubicBezTo>
                  <a:pt x="18230" y="89874"/>
                  <a:pt x="19036" y="91069"/>
                  <a:pt x="20650" y="91069"/>
                </a:cubicBezTo>
                <a:cubicBezTo>
                  <a:pt x="21505" y="91069"/>
                  <a:pt x="22407" y="90925"/>
                  <a:pt x="23356" y="90639"/>
                </a:cubicBezTo>
                <a:cubicBezTo>
                  <a:pt x="24306" y="90352"/>
                  <a:pt x="25398" y="89682"/>
                  <a:pt x="26632" y="88631"/>
                </a:cubicBezTo>
                <a:cubicBezTo>
                  <a:pt x="27866" y="87579"/>
                  <a:pt x="29148" y="85906"/>
                  <a:pt x="30477" y="83611"/>
                </a:cubicBezTo>
                <a:cubicBezTo>
                  <a:pt x="31806" y="81316"/>
                  <a:pt x="32993" y="78496"/>
                  <a:pt x="34037" y="75150"/>
                </a:cubicBezTo>
                <a:cubicBezTo>
                  <a:pt x="34323" y="74002"/>
                  <a:pt x="34560" y="73333"/>
                  <a:pt x="34749" y="73142"/>
                </a:cubicBezTo>
                <a:cubicBezTo>
                  <a:pt x="34940" y="72950"/>
                  <a:pt x="35747" y="72855"/>
                  <a:pt x="37171" y="72855"/>
                </a:cubicBezTo>
                <a:cubicBezTo>
                  <a:pt x="39070" y="72855"/>
                  <a:pt x="40019" y="73333"/>
                  <a:pt x="40019" y="74289"/>
                </a:cubicBezTo>
                <a:cubicBezTo>
                  <a:pt x="40019" y="75054"/>
                  <a:pt x="39592" y="76536"/>
                  <a:pt x="38737" y="78735"/>
                </a:cubicBezTo>
                <a:cubicBezTo>
                  <a:pt x="37883" y="80934"/>
                  <a:pt x="36696" y="83372"/>
                  <a:pt x="35177" y="86049"/>
                </a:cubicBezTo>
                <a:cubicBezTo>
                  <a:pt x="33658" y="88726"/>
                  <a:pt x="31522" y="91116"/>
                  <a:pt x="28768" y="93220"/>
                </a:cubicBezTo>
                <a:cubicBezTo>
                  <a:pt x="26015" y="95323"/>
                  <a:pt x="23072" y="96375"/>
                  <a:pt x="19938" y="96375"/>
                </a:cubicBezTo>
                <a:cubicBezTo>
                  <a:pt x="16900" y="96375"/>
                  <a:pt x="14099" y="95371"/>
                  <a:pt x="11536" y="93363"/>
                </a:cubicBezTo>
                <a:cubicBezTo>
                  <a:pt x="8972" y="91356"/>
                  <a:pt x="7643" y="88296"/>
                  <a:pt x="7548" y="84185"/>
                </a:cubicBezTo>
                <a:cubicBezTo>
                  <a:pt x="7548" y="82559"/>
                  <a:pt x="7786" y="81030"/>
                  <a:pt x="8260" y="79595"/>
                </a:cubicBezTo>
                <a:cubicBezTo>
                  <a:pt x="8735" y="78161"/>
                  <a:pt x="10776" y="72712"/>
                  <a:pt x="14384" y="63246"/>
                </a:cubicBezTo>
                <a:cubicBezTo>
                  <a:pt x="17992" y="53589"/>
                  <a:pt x="20081" y="47805"/>
                  <a:pt x="20650" y="45893"/>
                </a:cubicBezTo>
                <a:cubicBezTo>
                  <a:pt x="21220" y="43981"/>
                  <a:pt x="21552" y="42116"/>
                  <a:pt x="21648" y="40300"/>
                </a:cubicBezTo>
                <a:cubicBezTo>
                  <a:pt x="21648" y="38005"/>
                  <a:pt x="20840" y="36858"/>
                  <a:pt x="19226" y="36858"/>
                </a:cubicBezTo>
                <a:lnTo>
                  <a:pt x="18942" y="36858"/>
                </a:lnTo>
                <a:cubicBezTo>
                  <a:pt x="16093" y="36858"/>
                  <a:pt x="13482" y="38435"/>
                  <a:pt x="11108" y="41590"/>
                </a:cubicBezTo>
                <a:cubicBezTo>
                  <a:pt x="8735" y="44745"/>
                  <a:pt x="6931" y="48761"/>
                  <a:pt x="5697" y="53637"/>
                </a:cubicBezTo>
                <a:cubicBezTo>
                  <a:pt x="5602" y="53733"/>
                  <a:pt x="5507" y="53876"/>
                  <a:pt x="5412" y="54068"/>
                </a:cubicBezTo>
                <a:cubicBezTo>
                  <a:pt x="5317" y="54259"/>
                  <a:pt x="5269" y="54402"/>
                  <a:pt x="5269" y="54498"/>
                </a:cubicBezTo>
                <a:cubicBezTo>
                  <a:pt x="5269" y="54593"/>
                  <a:pt x="5175" y="54689"/>
                  <a:pt x="4985" y="54785"/>
                </a:cubicBezTo>
                <a:cubicBezTo>
                  <a:pt x="4795" y="54880"/>
                  <a:pt x="4652" y="54928"/>
                  <a:pt x="4557" y="54928"/>
                </a:cubicBezTo>
                <a:cubicBezTo>
                  <a:pt x="4463" y="54928"/>
                  <a:pt x="4273" y="54928"/>
                  <a:pt x="3988" y="54928"/>
                </a:cubicBezTo>
                <a:cubicBezTo>
                  <a:pt x="3703" y="54928"/>
                  <a:pt x="3323" y="54928"/>
                  <a:pt x="2849" y="54928"/>
                </a:cubicBezTo>
                <a:lnTo>
                  <a:pt x="855" y="54928"/>
                </a:lnTo>
                <a:cubicBezTo>
                  <a:pt x="285" y="54354"/>
                  <a:pt x="0" y="53924"/>
                  <a:pt x="0" y="53637"/>
                </a:cubicBezTo>
              </a:path>
            </a:pathLst>
          </a:custGeom>
          <a:solidFill xmlns:a="http://schemas.openxmlformats.org/drawingml/2006/main">
            <a:srgbClr val="FF66B3"/>
          </a:solidFill>
          <a:ln xmlns:a="http://schemas.openxmlformats.org/drawingml/2006/main" w="0">
            <a:solidFill>
              <a:srgbClr val="FF66B3">
                <a:alpha val="3000"/>
              </a:srgbClr>
            </a:solidFill>
            <a:prstDash val="solid"/>
          </a:ln>
        </p:spPr>
      </p:sp>
      <p:sp>
        <p:nvSpPr>
          <p:cNvPr id="164" name="pdf-path-253">
            <a:extLst xmlns:a="http://schemas.openxmlformats.org/drawingml/2006/main">
              <a:ext uri="{FF2B5EF4-FFF2-40B4-BE49-F238E27FC236}">
                <a16:creationId xmlns:a16="http://schemas.microsoft.com/office/drawing/2014/main" id="{49F400C2-6432-47E2-BDC7-C7A05AA5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460" y="911292"/>
            <a:ext cx="44291" cy="91356"/>
          </a:xfrm>
          <a:custGeom xmlns:a="http://schemas.openxmlformats.org/drawingml/2006/main">
            <a:pathLst>
              <a:path w="44291" h="91356">
                <a:moveTo>
                  <a:pt x="997" y="34563"/>
                </a:moveTo>
                <a:cubicBezTo>
                  <a:pt x="332" y="33894"/>
                  <a:pt x="0" y="33416"/>
                  <a:pt x="0" y="33129"/>
                </a:cubicBezTo>
                <a:cubicBezTo>
                  <a:pt x="0" y="32747"/>
                  <a:pt x="143" y="31982"/>
                  <a:pt x="427" y="30834"/>
                </a:cubicBezTo>
                <a:cubicBezTo>
                  <a:pt x="712" y="29687"/>
                  <a:pt x="949" y="29018"/>
                  <a:pt x="1139" y="28827"/>
                </a:cubicBezTo>
                <a:cubicBezTo>
                  <a:pt x="1329" y="28348"/>
                  <a:pt x="1756" y="28109"/>
                  <a:pt x="2421" y="28109"/>
                </a:cubicBezTo>
                <a:cubicBezTo>
                  <a:pt x="3086" y="28109"/>
                  <a:pt x="5507" y="28062"/>
                  <a:pt x="9684" y="27966"/>
                </a:cubicBezTo>
                <a:lnTo>
                  <a:pt x="17232" y="27966"/>
                </a:lnTo>
                <a:lnTo>
                  <a:pt x="19938" y="16493"/>
                </a:lnTo>
                <a:cubicBezTo>
                  <a:pt x="20223" y="15441"/>
                  <a:pt x="20555" y="14055"/>
                  <a:pt x="20935" y="12334"/>
                </a:cubicBezTo>
                <a:cubicBezTo>
                  <a:pt x="21315" y="10613"/>
                  <a:pt x="21647" y="9370"/>
                  <a:pt x="21932" y="8605"/>
                </a:cubicBezTo>
                <a:cubicBezTo>
                  <a:pt x="22217" y="7840"/>
                  <a:pt x="22502" y="6884"/>
                  <a:pt x="22786" y="5737"/>
                </a:cubicBezTo>
                <a:cubicBezTo>
                  <a:pt x="23072" y="4589"/>
                  <a:pt x="23451" y="3777"/>
                  <a:pt x="23926" y="3298"/>
                </a:cubicBezTo>
                <a:cubicBezTo>
                  <a:pt x="24401" y="2821"/>
                  <a:pt x="24875" y="2247"/>
                  <a:pt x="25350" y="1578"/>
                </a:cubicBezTo>
                <a:cubicBezTo>
                  <a:pt x="25825" y="908"/>
                  <a:pt x="26490" y="478"/>
                  <a:pt x="27344" y="287"/>
                </a:cubicBezTo>
                <a:cubicBezTo>
                  <a:pt x="28198" y="96"/>
                  <a:pt x="29053" y="0"/>
                  <a:pt x="29907" y="0"/>
                </a:cubicBezTo>
                <a:cubicBezTo>
                  <a:pt x="31616" y="96"/>
                  <a:pt x="32803" y="622"/>
                  <a:pt x="33468" y="1578"/>
                </a:cubicBezTo>
                <a:cubicBezTo>
                  <a:pt x="34133" y="2534"/>
                  <a:pt x="34465" y="3442"/>
                  <a:pt x="34465" y="4302"/>
                </a:cubicBezTo>
                <a:cubicBezTo>
                  <a:pt x="34465" y="4972"/>
                  <a:pt x="34037" y="7219"/>
                  <a:pt x="33183" y="11043"/>
                </a:cubicBezTo>
                <a:cubicBezTo>
                  <a:pt x="32328" y="14867"/>
                  <a:pt x="31379" y="18644"/>
                  <a:pt x="30335" y="22373"/>
                </a:cubicBezTo>
                <a:lnTo>
                  <a:pt x="28910" y="27679"/>
                </a:lnTo>
                <a:cubicBezTo>
                  <a:pt x="28910" y="27870"/>
                  <a:pt x="31284" y="27966"/>
                  <a:pt x="36031" y="27966"/>
                </a:cubicBezTo>
                <a:lnTo>
                  <a:pt x="43295" y="27966"/>
                </a:lnTo>
                <a:cubicBezTo>
                  <a:pt x="43959" y="28635"/>
                  <a:pt x="44291" y="29161"/>
                  <a:pt x="44291" y="29544"/>
                </a:cubicBezTo>
                <a:cubicBezTo>
                  <a:pt x="44291" y="31647"/>
                  <a:pt x="43674" y="33320"/>
                  <a:pt x="42440" y="34563"/>
                </a:cubicBezTo>
                <a:lnTo>
                  <a:pt x="27202" y="34563"/>
                </a:lnTo>
                <a:lnTo>
                  <a:pt x="22074" y="55358"/>
                </a:lnTo>
                <a:cubicBezTo>
                  <a:pt x="18372" y="70656"/>
                  <a:pt x="16520" y="78878"/>
                  <a:pt x="16520" y="80026"/>
                </a:cubicBezTo>
                <a:cubicBezTo>
                  <a:pt x="16520" y="84041"/>
                  <a:pt x="17802" y="86049"/>
                  <a:pt x="20366" y="86049"/>
                </a:cubicBezTo>
                <a:cubicBezTo>
                  <a:pt x="23689" y="86049"/>
                  <a:pt x="26917" y="84424"/>
                  <a:pt x="30050" y="81173"/>
                </a:cubicBezTo>
                <a:cubicBezTo>
                  <a:pt x="33183" y="77922"/>
                  <a:pt x="35699" y="73907"/>
                  <a:pt x="37598" y="69126"/>
                </a:cubicBezTo>
                <a:cubicBezTo>
                  <a:pt x="37788" y="68553"/>
                  <a:pt x="38025" y="68218"/>
                  <a:pt x="38310" y="68122"/>
                </a:cubicBezTo>
                <a:cubicBezTo>
                  <a:pt x="38595" y="68027"/>
                  <a:pt x="39307" y="67931"/>
                  <a:pt x="40446" y="67836"/>
                </a:cubicBezTo>
                <a:lnTo>
                  <a:pt x="41016" y="67836"/>
                </a:lnTo>
                <a:cubicBezTo>
                  <a:pt x="42440" y="67836"/>
                  <a:pt x="43152" y="68218"/>
                  <a:pt x="43152" y="68983"/>
                </a:cubicBezTo>
                <a:cubicBezTo>
                  <a:pt x="43152" y="69270"/>
                  <a:pt x="43010" y="69843"/>
                  <a:pt x="42725" y="70704"/>
                </a:cubicBezTo>
                <a:cubicBezTo>
                  <a:pt x="42250" y="72233"/>
                  <a:pt x="41396" y="74050"/>
                  <a:pt x="40161" y="76153"/>
                </a:cubicBezTo>
                <a:cubicBezTo>
                  <a:pt x="38927" y="78257"/>
                  <a:pt x="37313" y="80504"/>
                  <a:pt x="35319" y="82894"/>
                </a:cubicBezTo>
                <a:cubicBezTo>
                  <a:pt x="33325" y="85284"/>
                  <a:pt x="30904" y="87292"/>
                  <a:pt x="28056" y="88918"/>
                </a:cubicBezTo>
                <a:cubicBezTo>
                  <a:pt x="25208" y="90543"/>
                  <a:pt x="22312" y="91356"/>
                  <a:pt x="19368" y="91356"/>
                </a:cubicBezTo>
                <a:cubicBezTo>
                  <a:pt x="16520" y="91356"/>
                  <a:pt x="13814" y="90639"/>
                  <a:pt x="11251" y="89204"/>
                </a:cubicBezTo>
                <a:cubicBezTo>
                  <a:pt x="8687" y="87770"/>
                  <a:pt x="6836" y="85284"/>
                  <a:pt x="5697" y="81747"/>
                </a:cubicBezTo>
                <a:cubicBezTo>
                  <a:pt x="5507" y="80982"/>
                  <a:pt x="5412" y="79691"/>
                  <a:pt x="5412" y="77874"/>
                </a:cubicBezTo>
                <a:lnTo>
                  <a:pt x="5412" y="75293"/>
                </a:lnTo>
                <a:lnTo>
                  <a:pt x="10396" y="55215"/>
                </a:lnTo>
                <a:cubicBezTo>
                  <a:pt x="13719" y="41734"/>
                  <a:pt x="15429" y="34945"/>
                  <a:pt x="15523" y="34850"/>
                </a:cubicBezTo>
                <a:cubicBezTo>
                  <a:pt x="15523" y="34659"/>
                  <a:pt x="13102" y="34563"/>
                  <a:pt x="8260" y="34563"/>
                </a:cubicBezTo>
                <a:lnTo>
                  <a:pt x="997" y="34563"/>
                </a:lnTo>
              </a:path>
            </a:pathLst>
          </a:custGeom>
          <a:solidFill xmlns:a="http://schemas.openxmlformats.org/drawingml/2006/main">
            <a:srgbClr val="FF66B3"/>
          </a:solidFill>
          <a:ln xmlns:a="http://schemas.openxmlformats.org/drawingml/2006/main" w="0">
            <a:solidFill>
              <a:srgbClr val="FF66B3">
                <a:alpha val="3000"/>
              </a:srgbClr>
            </a:solidFill>
            <a:prstDash val="solid"/>
          </a:ln>
        </p:spPr>
      </p:sp>
      <p:sp>
        <p:nvSpPr>
          <p:cNvPr id="165" name="pdf-path-255">
            <a:extLst xmlns:a="http://schemas.openxmlformats.org/drawingml/2006/main">
              <a:ext uri="{FF2B5EF4-FFF2-40B4-BE49-F238E27FC236}">
                <a16:creationId xmlns:a16="http://schemas.microsoft.com/office/drawing/2014/main" id="{259FCF18-575E-4285-8210-7C332457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156" y="937585"/>
            <a:ext cx="67743" cy="92885"/>
          </a:xfrm>
          <a:custGeom xmlns:a="http://schemas.openxmlformats.org/drawingml/2006/main">
            <a:pathLst>
              <a:path w="67743" h="92885">
                <a:moveTo>
                  <a:pt x="0" y="22325"/>
                </a:moveTo>
                <a:cubicBezTo>
                  <a:pt x="0" y="20987"/>
                  <a:pt x="712" y="18692"/>
                  <a:pt x="2136" y="15441"/>
                </a:cubicBezTo>
                <a:cubicBezTo>
                  <a:pt x="3561" y="12190"/>
                  <a:pt x="5839" y="8796"/>
                  <a:pt x="8972" y="5259"/>
                </a:cubicBezTo>
                <a:cubicBezTo>
                  <a:pt x="12106" y="1721"/>
                  <a:pt x="15618" y="0"/>
                  <a:pt x="19511" y="95"/>
                </a:cubicBezTo>
                <a:cubicBezTo>
                  <a:pt x="23404" y="95"/>
                  <a:pt x="26537" y="1195"/>
                  <a:pt x="28911" y="3394"/>
                </a:cubicBezTo>
                <a:cubicBezTo>
                  <a:pt x="31284" y="5593"/>
                  <a:pt x="32518" y="8653"/>
                  <a:pt x="32613" y="12573"/>
                </a:cubicBezTo>
                <a:cubicBezTo>
                  <a:pt x="32423" y="14389"/>
                  <a:pt x="32281" y="15393"/>
                  <a:pt x="32186" y="15584"/>
                </a:cubicBezTo>
                <a:cubicBezTo>
                  <a:pt x="32186" y="15871"/>
                  <a:pt x="31427" y="18070"/>
                  <a:pt x="29907" y="22182"/>
                </a:cubicBezTo>
                <a:cubicBezTo>
                  <a:pt x="28388" y="26293"/>
                  <a:pt x="26822" y="30930"/>
                  <a:pt x="25208" y="36093"/>
                </a:cubicBezTo>
                <a:cubicBezTo>
                  <a:pt x="23594" y="41256"/>
                  <a:pt x="22834" y="45367"/>
                  <a:pt x="22929" y="48427"/>
                </a:cubicBezTo>
                <a:cubicBezTo>
                  <a:pt x="22929" y="52538"/>
                  <a:pt x="23594" y="55406"/>
                  <a:pt x="24923" y="57031"/>
                </a:cubicBezTo>
                <a:cubicBezTo>
                  <a:pt x="26252" y="58657"/>
                  <a:pt x="28246" y="59517"/>
                  <a:pt x="30904" y="59613"/>
                </a:cubicBezTo>
                <a:cubicBezTo>
                  <a:pt x="33088" y="59613"/>
                  <a:pt x="35129" y="59087"/>
                  <a:pt x="37028" y="58035"/>
                </a:cubicBezTo>
                <a:cubicBezTo>
                  <a:pt x="38927" y="56984"/>
                  <a:pt x="40399" y="55884"/>
                  <a:pt x="41443" y="54737"/>
                </a:cubicBezTo>
                <a:cubicBezTo>
                  <a:pt x="42488" y="53589"/>
                  <a:pt x="43769" y="52012"/>
                  <a:pt x="45289" y="50004"/>
                </a:cubicBezTo>
                <a:cubicBezTo>
                  <a:pt x="45289" y="49909"/>
                  <a:pt x="45526" y="48952"/>
                  <a:pt x="46001" y="47136"/>
                </a:cubicBezTo>
                <a:cubicBezTo>
                  <a:pt x="46475" y="45319"/>
                  <a:pt x="47140" y="42499"/>
                  <a:pt x="47994" y="38674"/>
                </a:cubicBezTo>
                <a:cubicBezTo>
                  <a:pt x="48849" y="34850"/>
                  <a:pt x="49751" y="31312"/>
                  <a:pt x="50700" y="28062"/>
                </a:cubicBezTo>
                <a:cubicBezTo>
                  <a:pt x="54308" y="13720"/>
                  <a:pt x="56302" y="6215"/>
                  <a:pt x="56682" y="5545"/>
                </a:cubicBezTo>
                <a:cubicBezTo>
                  <a:pt x="57916" y="2964"/>
                  <a:pt x="59958" y="1673"/>
                  <a:pt x="62806" y="1673"/>
                </a:cubicBezTo>
                <a:cubicBezTo>
                  <a:pt x="64040" y="1673"/>
                  <a:pt x="65037" y="2008"/>
                  <a:pt x="65796" y="2677"/>
                </a:cubicBezTo>
                <a:cubicBezTo>
                  <a:pt x="66556" y="3346"/>
                  <a:pt x="67078" y="3920"/>
                  <a:pt x="67363" y="4398"/>
                </a:cubicBezTo>
                <a:cubicBezTo>
                  <a:pt x="67648" y="4876"/>
                  <a:pt x="67743" y="5306"/>
                  <a:pt x="67648" y="5689"/>
                </a:cubicBezTo>
                <a:cubicBezTo>
                  <a:pt x="67648" y="6932"/>
                  <a:pt x="65322" y="16971"/>
                  <a:pt x="60670" y="35806"/>
                </a:cubicBezTo>
                <a:cubicBezTo>
                  <a:pt x="56017" y="54641"/>
                  <a:pt x="53359" y="64967"/>
                  <a:pt x="52694" y="66784"/>
                </a:cubicBezTo>
                <a:cubicBezTo>
                  <a:pt x="50035" y="74719"/>
                  <a:pt x="45431" y="81030"/>
                  <a:pt x="38880" y="85715"/>
                </a:cubicBezTo>
                <a:cubicBezTo>
                  <a:pt x="32329" y="90399"/>
                  <a:pt x="25777" y="92790"/>
                  <a:pt x="19226" y="92885"/>
                </a:cubicBezTo>
                <a:cubicBezTo>
                  <a:pt x="14954" y="92885"/>
                  <a:pt x="11204" y="91834"/>
                  <a:pt x="7975" y="89730"/>
                </a:cubicBezTo>
                <a:cubicBezTo>
                  <a:pt x="4747" y="87627"/>
                  <a:pt x="3133" y="84472"/>
                  <a:pt x="3133" y="80265"/>
                </a:cubicBezTo>
                <a:cubicBezTo>
                  <a:pt x="3133" y="78161"/>
                  <a:pt x="3465" y="76392"/>
                  <a:pt x="4130" y="74958"/>
                </a:cubicBezTo>
                <a:cubicBezTo>
                  <a:pt x="4795" y="73524"/>
                  <a:pt x="5697" y="72473"/>
                  <a:pt x="6836" y="71803"/>
                </a:cubicBezTo>
                <a:cubicBezTo>
                  <a:pt x="7975" y="71134"/>
                  <a:pt x="8925" y="70656"/>
                  <a:pt x="9684" y="70369"/>
                </a:cubicBezTo>
                <a:cubicBezTo>
                  <a:pt x="10444" y="70082"/>
                  <a:pt x="11251" y="69939"/>
                  <a:pt x="12106" y="69939"/>
                </a:cubicBezTo>
                <a:cubicBezTo>
                  <a:pt x="16283" y="69939"/>
                  <a:pt x="18372" y="71947"/>
                  <a:pt x="18372" y="75962"/>
                </a:cubicBezTo>
                <a:cubicBezTo>
                  <a:pt x="18372" y="77874"/>
                  <a:pt x="17802" y="79548"/>
                  <a:pt x="16663" y="80982"/>
                </a:cubicBezTo>
                <a:cubicBezTo>
                  <a:pt x="15524" y="82416"/>
                  <a:pt x="14431" y="83372"/>
                  <a:pt x="13387" y="83850"/>
                </a:cubicBezTo>
                <a:cubicBezTo>
                  <a:pt x="12343" y="84328"/>
                  <a:pt x="11726" y="84567"/>
                  <a:pt x="11536" y="84567"/>
                </a:cubicBezTo>
                <a:lnTo>
                  <a:pt x="11108" y="84711"/>
                </a:lnTo>
                <a:cubicBezTo>
                  <a:pt x="11299" y="85189"/>
                  <a:pt x="12200" y="85762"/>
                  <a:pt x="13814" y="86432"/>
                </a:cubicBezTo>
                <a:cubicBezTo>
                  <a:pt x="15429" y="87101"/>
                  <a:pt x="17043" y="87436"/>
                  <a:pt x="18656" y="87436"/>
                </a:cubicBezTo>
                <a:lnTo>
                  <a:pt x="19796" y="87436"/>
                </a:lnTo>
                <a:cubicBezTo>
                  <a:pt x="21410" y="87436"/>
                  <a:pt x="22644" y="87340"/>
                  <a:pt x="23499" y="87149"/>
                </a:cubicBezTo>
                <a:cubicBezTo>
                  <a:pt x="26632" y="86288"/>
                  <a:pt x="29528" y="84472"/>
                  <a:pt x="32186" y="81699"/>
                </a:cubicBezTo>
                <a:cubicBezTo>
                  <a:pt x="34845" y="78926"/>
                  <a:pt x="36886" y="75962"/>
                  <a:pt x="38310" y="72807"/>
                </a:cubicBezTo>
                <a:cubicBezTo>
                  <a:pt x="39734" y="69652"/>
                  <a:pt x="40826" y="66975"/>
                  <a:pt x="41586" y="64776"/>
                </a:cubicBezTo>
                <a:cubicBezTo>
                  <a:pt x="42345" y="62577"/>
                  <a:pt x="42725" y="61143"/>
                  <a:pt x="42725" y="60473"/>
                </a:cubicBezTo>
                <a:lnTo>
                  <a:pt x="41871" y="61047"/>
                </a:lnTo>
                <a:cubicBezTo>
                  <a:pt x="41301" y="61430"/>
                  <a:pt x="40399" y="61955"/>
                  <a:pt x="39165" y="62625"/>
                </a:cubicBezTo>
                <a:cubicBezTo>
                  <a:pt x="37930" y="63294"/>
                  <a:pt x="36696" y="63868"/>
                  <a:pt x="35462" y="64346"/>
                </a:cubicBezTo>
                <a:cubicBezTo>
                  <a:pt x="33563" y="64824"/>
                  <a:pt x="31711" y="65063"/>
                  <a:pt x="29907" y="65063"/>
                </a:cubicBezTo>
                <a:cubicBezTo>
                  <a:pt x="25540" y="65063"/>
                  <a:pt x="21695" y="64011"/>
                  <a:pt x="18372" y="61908"/>
                </a:cubicBezTo>
                <a:cubicBezTo>
                  <a:pt x="15049" y="59804"/>
                  <a:pt x="12865" y="56410"/>
                  <a:pt x="11820" y="51725"/>
                </a:cubicBezTo>
                <a:cubicBezTo>
                  <a:pt x="11726" y="51056"/>
                  <a:pt x="11678" y="49574"/>
                  <a:pt x="11678" y="47279"/>
                </a:cubicBezTo>
                <a:cubicBezTo>
                  <a:pt x="11678" y="41829"/>
                  <a:pt x="13340" y="34707"/>
                  <a:pt x="16663" y="25910"/>
                </a:cubicBezTo>
                <a:cubicBezTo>
                  <a:pt x="19986" y="17114"/>
                  <a:pt x="21648" y="11521"/>
                  <a:pt x="21648" y="9131"/>
                </a:cubicBezTo>
                <a:cubicBezTo>
                  <a:pt x="21648" y="9035"/>
                  <a:pt x="21648" y="8939"/>
                  <a:pt x="21648" y="8844"/>
                </a:cubicBezTo>
                <a:cubicBezTo>
                  <a:pt x="21648" y="7984"/>
                  <a:pt x="21648" y="7410"/>
                  <a:pt x="21648" y="7123"/>
                </a:cubicBezTo>
                <a:cubicBezTo>
                  <a:pt x="21648" y="6836"/>
                  <a:pt x="21457" y="6501"/>
                  <a:pt x="21078" y="6119"/>
                </a:cubicBezTo>
                <a:cubicBezTo>
                  <a:pt x="20698" y="5736"/>
                  <a:pt x="20176" y="5545"/>
                  <a:pt x="19511" y="5545"/>
                </a:cubicBezTo>
                <a:lnTo>
                  <a:pt x="18942" y="5545"/>
                </a:lnTo>
                <a:cubicBezTo>
                  <a:pt x="16758" y="5545"/>
                  <a:pt x="14764" y="6454"/>
                  <a:pt x="12960" y="8270"/>
                </a:cubicBezTo>
                <a:cubicBezTo>
                  <a:pt x="11156" y="10087"/>
                  <a:pt x="9732" y="12047"/>
                  <a:pt x="8687" y="14150"/>
                </a:cubicBezTo>
                <a:cubicBezTo>
                  <a:pt x="7643" y="16254"/>
                  <a:pt x="6836" y="18262"/>
                  <a:pt x="6266" y="20174"/>
                </a:cubicBezTo>
                <a:cubicBezTo>
                  <a:pt x="5697" y="22086"/>
                  <a:pt x="5317" y="23138"/>
                  <a:pt x="5127" y="23329"/>
                </a:cubicBezTo>
                <a:cubicBezTo>
                  <a:pt x="4937" y="23520"/>
                  <a:pt x="4178" y="23616"/>
                  <a:pt x="2849" y="23616"/>
                </a:cubicBezTo>
                <a:lnTo>
                  <a:pt x="855" y="23616"/>
                </a:lnTo>
                <a:cubicBezTo>
                  <a:pt x="285" y="23042"/>
                  <a:pt x="0" y="22612"/>
                  <a:pt x="0" y="22325"/>
                </a:cubicBezTo>
              </a:path>
            </a:pathLst>
          </a:custGeom>
          <a:solidFill xmlns:a="http://schemas.openxmlformats.org/drawingml/2006/main">
            <a:srgbClr val="FF66B3"/>
          </a:solidFill>
          <a:ln xmlns:a="http://schemas.openxmlformats.org/drawingml/2006/main" w="0">
            <a:solidFill>
              <a:srgbClr val="FF66B3">
                <a:alpha val="3000"/>
              </a:srgbClr>
            </a:solidFill>
            <a:prstDash val="solid"/>
          </a:ln>
        </p:spPr>
      </p:sp>
      <p:sp>
        <p:nvSpPr>
          <p:cNvPr id="166" name="pdf-path-257">
            <a:extLst xmlns:a="http://schemas.openxmlformats.org/drawingml/2006/main">
              <a:ext uri="{FF2B5EF4-FFF2-40B4-BE49-F238E27FC236}">
                <a16:creationId xmlns:a16="http://schemas.microsoft.com/office/drawing/2014/main" id="{C319CB58-3825-4229-AA4E-7D8B8504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811" y="1093389"/>
            <a:ext cx="56349" cy="65158"/>
          </a:xfrm>
          <a:custGeom xmlns:a="http://schemas.openxmlformats.org/drawingml/2006/main">
            <a:pathLst>
              <a:path w="56349" h="65158">
                <a:moveTo>
                  <a:pt x="0" y="40587"/>
                </a:moveTo>
                <a:cubicBezTo>
                  <a:pt x="0" y="30165"/>
                  <a:pt x="4083" y="20795"/>
                  <a:pt x="12248" y="12477"/>
                </a:cubicBezTo>
                <a:cubicBezTo>
                  <a:pt x="20413" y="4159"/>
                  <a:pt x="29243" y="0"/>
                  <a:pt x="38737" y="0"/>
                </a:cubicBezTo>
                <a:cubicBezTo>
                  <a:pt x="44054" y="0"/>
                  <a:pt x="48232" y="1147"/>
                  <a:pt x="51270" y="3442"/>
                </a:cubicBezTo>
                <a:cubicBezTo>
                  <a:pt x="54308" y="5737"/>
                  <a:pt x="55875" y="8749"/>
                  <a:pt x="55970" y="12477"/>
                </a:cubicBezTo>
                <a:cubicBezTo>
                  <a:pt x="55970" y="15250"/>
                  <a:pt x="55068" y="17592"/>
                  <a:pt x="53264" y="19504"/>
                </a:cubicBezTo>
                <a:cubicBezTo>
                  <a:pt x="51460" y="21417"/>
                  <a:pt x="49181" y="22421"/>
                  <a:pt x="46428" y="22516"/>
                </a:cubicBezTo>
                <a:cubicBezTo>
                  <a:pt x="44624" y="22516"/>
                  <a:pt x="43200" y="22038"/>
                  <a:pt x="42155" y="21082"/>
                </a:cubicBezTo>
                <a:cubicBezTo>
                  <a:pt x="41111" y="20126"/>
                  <a:pt x="40589" y="18692"/>
                  <a:pt x="40589" y="16780"/>
                </a:cubicBezTo>
                <a:cubicBezTo>
                  <a:pt x="40589" y="14867"/>
                  <a:pt x="41111" y="13242"/>
                  <a:pt x="42155" y="11904"/>
                </a:cubicBezTo>
                <a:cubicBezTo>
                  <a:pt x="43200" y="10565"/>
                  <a:pt x="44244" y="9561"/>
                  <a:pt x="45289" y="8892"/>
                </a:cubicBezTo>
                <a:cubicBezTo>
                  <a:pt x="46333" y="8222"/>
                  <a:pt x="46998" y="7936"/>
                  <a:pt x="47282" y="8031"/>
                </a:cubicBezTo>
                <a:lnTo>
                  <a:pt x="47425" y="8031"/>
                </a:lnTo>
                <a:cubicBezTo>
                  <a:pt x="47425" y="7840"/>
                  <a:pt x="47140" y="7553"/>
                  <a:pt x="46570" y="7171"/>
                </a:cubicBezTo>
                <a:cubicBezTo>
                  <a:pt x="46001" y="6788"/>
                  <a:pt x="45004" y="6406"/>
                  <a:pt x="43580" y="6024"/>
                </a:cubicBezTo>
                <a:cubicBezTo>
                  <a:pt x="42155" y="5641"/>
                  <a:pt x="40541" y="5450"/>
                  <a:pt x="38737" y="5450"/>
                </a:cubicBezTo>
                <a:cubicBezTo>
                  <a:pt x="35889" y="5450"/>
                  <a:pt x="33183" y="6119"/>
                  <a:pt x="30619" y="7458"/>
                </a:cubicBezTo>
                <a:cubicBezTo>
                  <a:pt x="28626" y="8318"/>
                  <a:pt x="26585" y="9800"/>
                  <a:pt x="24496" y="11904"/>
                </a:cubicBezTo>
                <a:cubicBezTo>
                  <a:pt x="20318" y="16110"/>
                  <a:pt x="17280" y="22038"/>
                  <a:pt x="15381" y="29687"/>
                </a:cubicBezTo>
                <a:cubicBezTo>
                  <a:pt x="13482" y="37336"/>
                  <a:pt x="12485" y="42881"/>
                  <a:pt x="12390" y="46323"/>
                </a:cubicBezTo>
                <a:cubicBezTo>
                  <a:pt x="12390" y="50721"/>
                  <a:pt x="13625" y="54020"/>
                  <a:pt x="16093" y="56219"/>
                </a:cubicBezTo>
                <a:cubicBezTo>
                  <a:pt x="18182" y="58513"/>
                  <a:pt x="20935" y="59661"/>
                  <a:pt x="24353" y="59661"/>
                </a:cubicBezTo>
                <a:lnTo>
                  <a:pt x="24923" y="59661"/>
                </a:lnTo>
                <a:cubicBezTo>
                  <a:pt x="35557" y="59661"/>
                  <a:pt x="44339" y="55597"/>
                  <a:pt x="51270" y="47471"/>
                </a:cubicBezTo>
                <a:cubicBezTo>
                  <a:pt x="52124" y="46514"/>
                  <a:pt x="52694" y="46037"/>
                  <a:pt x="52979" y="46037"/>
                </a:cubicBezTo>
                <a:cubicBezTo>
                  <a:pt x="53359" y="46037"/>
                  <a:pt x="53976" y="46467"/>
                  <a:pt x="54830" y="47327"/>
                </a:cubicBezTo>
                <a:cubicBezTo>
                  <a:pt x="55685" y="48188"/>
                  <a:pt x="56160" y="48857"/>
                  <a:pt x="56254" y="49335"/>
                </a:cubicBezTo>
                <a:cubicBezTo>
                  <a:pt x="56349" y="49813"/>
                  <a:pt x="55922" y="50530"/>
                  <a:pt x="54973" y="51486"/>
                </a:cubicBezTo>
                <a:cubicBezTo>
                  <a:pt x="54023" y="52442"/>
                  <a:pt x="52647" y="53781"/>
                  <a:pt x="50843" y="55502"/>
                </a:cubicBezTo>
                <a:cubicBezTo>
                  <a:pt x="49039" y="57223"/>
                  <a:pt x="46903" y="58657"/>
                  <a:pt x="44434" y="59804"/>
                </a:cubicBezTo>
                <a:cubicBezTo>
                  <a:pt x="41966" y="60952"/>
                  <a:pt x="38927" y="62147"/>
                  <a:pt x="35319" y="63390"/>
                </a:cubicBezTo>
                <a:cubicBezTo>
                  <a:pt x="31711" y="64633"/>
                  <a:pt x="27914" y="65158"/>
                  <a:pt x="23926" y="64967"/>
                </a:cubicBezTo>
                <a:cubicBezTo>
                  <a:pt x="16805" y="64967"/>
                  <a:pt x="11061" y="62673"/>
                  <a:pt x="6694" y="58083"/>
                </a:cubicBezTo>
                <a:cubicBezTo>
                  <a:pt x="2326" y="53494"/>
                  <a:pt x="95" y="47662"/>
                  <a:pt x="0" y="40587"/>
                </a:cubicBezTo>
              </a:path>
            </a:pathLst>
          </a:custGeom>
          <a:solidFill xmlns:a="http://schemas.openxmlformats.org/drawingml/2006/main">
            <a:srgbClr val="FF66B3"/>
          </a:solidFill>
          <a:ln xmlns:a="http://schemas.openxmlformats.org/drawingml/2006/main" w="0">
            <a:solidFill>
              <a:srgbClr val="FF66B3">
                <a:alpha val="3000"/>
              </a:srgbClr>
            </a:solidFill>
            <a:prstDash val="solid"/>
          </a:ln>
        </p:spPr>
      </p:sp>
      <p:sp>
        <p:nvSpPr>
          <p:cNvPr id="167" name="pdf-path-259">
            <a:extLst xmlns:a="http://schemas.openxmlformats.org/drawingml/2006/main">
              <a:ext uri="{FF2B5EF4-FFF2-40B4-BE49-F238E27FC236}">
                <a16:creationId xmlns:a16="http://schemas.microsoft.com/office/drawing/2014/main" id="{A1832829-B6F1-4894-BC77-C14A42F4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478" y="1093532"/>
            <a:ext cx="62948" cy="64824"/>
          </a:xfrm>
          <a:custGeom xmlns:a="http://schemas.openxmlformats.org/drawingml/2006/main">
            <a:pathLst>
              <a:path w="62948" h="64824">
                <a:moveTo>
                  <a:pt x="23784" y="64824"/>
                </a:moveTo>
                <a:cubicBezTo>
                  <a:pt x="16663" y="64824"/>
                  <a:pt x="10919" y="62481"/>
                  <a:pt x="6551" y="57796"/>
                </a:cubicBezTo>
                <a:cubicBezTo>
                  <a:pt x="2184" y="53112"/>
                  <a:pt x="0" y="47471"/>
                  <a:pt x="0" y="40873"/>
                </a:cubicBezTo>
                <a:cubicBezTo>
                  <a:pt x="0" y="34659"/>
                  <a:pt x="1424" y="28779"/>
                  <a:pt x="4273" y="23233"/>
                </a:cubicBezTo>
                <a:cubicBezTo>
                  <a:pt x="7121" y="17688"/>
                  <a:pt x="11014" y="12860"/>
                  <a:pt x="15951" y="8748"/>
                </a:cubicBezTo>
                <a:cubicBezTo>
                  <a:pt x="23167" y="2916"/>
                  <a:pt x="30525" y="0"/>
                  <a:pt x="38025" y="0"/>
                </a:cubicBezTo>
                <a:cubicBezTo>
                  <a:pt x="41063" y="0"/>
                  <a:pt x="42962" y="48"/>
                  <a:pt x="43722" y="143"/>
                </a:cubicBezTo>
                <a:cubicBezTo>
                  <a:pt x="44956" y="430"/>
                  <a:pt x="46191" y="765"/>
                  <a:pt x="47425" y="1147"/>
                </a:cubicBezTo>
                <a:cubicBezTo>
                  <a:pt x="48659" y="1530"/>
                  <a:pt x="50321" y="2295"/>
                  <a:pt x="52409" y="3442"/>
                </a:cubicBezTo>
                <a:cubicBezTo>
                  <a:pt x="54498" y="4589"/>
                  <a:pt x="56207" y="6023"/>
                  <a:pt x="57536" y="7745"/>
                </a:cubicBezTo>
                <a:cubicBezTo>
                  <a:pt x="58866" y="9466"/>
                  <a:pt x="60100" y="11808"/>
                  <a:pt x="61239" y="14772"/>
                </a:cubicBezTo>
                <a:cubicBezTo>
                  <a:pt x="62378" y="17736"/>
                  <a:pt x="62948" y="21082"/>
                  <a:pt x="62948" y="24811"/>
                </a:cubicBezTo>
                <a:cubicBezTo>
                  <a:pt x="62948" y="35041"/>
                  <a:pt x="58866" y="44268"/>
                  <a:pt x="50700" y="52490"/>
                </a:cubicBezTo>
                <a:cubicBezTo>
                  <a:pt x="42535" y="60713"/>
                  <a:pt x="33563" y="64824"/>
                  <a:pt x="23784" y="64824"/>
                </a:cubicBezTo>
                <a:moveTo>
                  <a:pt x="12390" y="46036"/>
                </a:moveTo>
                <a:cubicBezTo>
                  <a:pt x="12390" y="50817"/>
                  <a:pt x="13625" y="54259"/>
                  <a:pt x="16093" y="56362"/>
                </a:cubicBezTo>
                <a:cubicBezTo>
                  <a:pt x="18562" y="58466"/>
                  <a:pt x="21363" y="59517"/>
                  <a:pt x="24496" y="59517"/>
                </a:cubicBezTo>
                <a:cubicBezTo>
                  <a:pt x="28673" y="59517"/>
                  <a:pt x="32613" y="57988"/>
                  <a:pt x="36316" y="54928"/>
                </a:cubicBezTo>
                <a:cubicBezTo>
                  <a:pt x="40019" y="51868"/>
                  <a:pt x="42962" y="47853"/>
                  <a:pt x="45146" y="42881"/>
                </a:cubicBezTo>
                <a:cubicBezTo>
                  <a:pt x="46001" y="40873"/>
                  <a:pt x="47092" y="37336"/>
                  <a:pt x="48422" y="32269"/>
                </a:cubicBezTo>
                <a:cubicBezTo>
                  <a:pt x="49751" y="27201"/>
                  <a:pt x="50416" y="22803"/>
                  <a:pt x="50416" y="19074"/>
                </a:cubicBezTo>
                <a:cubicBezTo>
                  <a:pt x="50416" y="14867"/>
                  <a:pt x="49561" y="11664"/>
                  <a:pt x="47852" y="9466"/>
                </a:cubicBezTo>
                <a:cubicBezTo>
                  <a:pt x="45573" y="6597"/>
                  <a:pt x="42535" y="5163"/>
                  <a:pt x="38737" y="5163"/>
                </a:cubicBezTo>
                <a:cubicBezTo>
                  <a:pt x="32756" y="5163"/>
                  <a:pt x="27487" y="7936"/>
                  <a:pt x="22929" y="13481"/>
                </a:cubicBezTo>
                <a:cubicBezTo>
                  <a:pt x="19416" y="17688"/>
                  <a:pt x="16805" y="23281"/>
                  <a:pt x="15096" y="30261"/>
                </a:cubicBezTo>
                <a:cubicBezTo>
                  <a:pt x="13387" y="37240"/>
                  <a:pt x="12485" y="42499"/>
                  <a:pt x="12390" y="46036"/>
                </a:cubicBezTo>
              </a:path>
            </a:pathLst>
          </a:custGeom>
          <a:solidFill xmlns:a="http://schemas.openxmlformats.org/drawingml/2006/main">
            <a:srgbClr val="FF66B3"/>
          </a:solidFill>
          <a:ln xmlns:a="http://schemas.openxmlformats.org/drawingml/2006/main" w="0">
            <a:solidFill>
              <a:srgbClr val="FF66B3">
                <a:alpha val="3000"/>
              </a:srgbClr>
            </a:solidFill>
            <a:prstDash val="solid"/>
          </a:ln>
        </p:spPr>
      </p:sp>
      <p:sp>
        <p:nvSpPr>
          <p:cNvPr id="168" name="pdf-path-261">
            <a:extLst xmlns:a="http://schemas.openxmlformats.org/drawingml/2006/main">
              <a:ext uri="{FF2B5EF4-FFF2-40B4-BE49-F238E27FC236}">
                <a16:creationId xmlns:a16="http://schemas.microsoft.com/office/drawing/2014/main" id="{59D2D31D-F55F-4D11-9E03-FD742BEF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6698" y="1093294"/>
            <a:ext cx="79611" cy="65063"/>
          </a:xfrm>
          <a:custGeom xmlns:a="http://schemas.openxmlformats.org/drawingml/2006/main">
            <a:pathLst>
              <a:path w="79611" h="65063">
                <a:moveTo>
                  <a:pt x="0" y="22325"/>
                </a:moveTo>
                <a:cubicBezTo>
                  <a:pt x="95" y="21751"/>
                  <a:pt x="238" y="20987"/>
                  <a:pt x="427" y="20030"/>
                </a:cubicBezTo>
                <a:cubicBezTo>
                  <a:pt x="617" y="19074"/>
                  <a:pt x="1187" y="17258"/>
                  <a:pt x="2136" y="14581"/>
                </a:cubicBezTo>
                <a:cubicBezTo>
                  <a:pt x="3086" y="11903"/>
                  <a:pt x="4035" y="9657"/>
                  <a:pt x="4985" y="7840"/>
                </a:cubicBezTo>
                <a:cubicBezTo>
                  <a:pt x="5934" y="6023"/>
                  <a:pt x="7501" y="4255"/>
                  <a:pt x="9684" y="2534"/>
                </a:cubicBezTo>
                <a:cubicBezTo>
                  <a:pt x="11868" y="813"/>
                  <a:pt x="14052" y="0"/>
                  <a:pt x="16236" y="95"/>
                </a:cubicBezTo>
                <a:cubicBezTo>
                  <a:pt x="19654" y="95"/>
                  <a:pt x="22502" y="956"/>
                  <a:pt x="24780" y="2677"/>
                </a:cubicBezTo>
                <a:cubicBezTo>
                  <a:pt x="27059" y="4398"/>
                  <a:pt x="28483" y="6023"/>
                  <a:pt x="29053" y="7553"/>
                </a:cubicBezTo>
                <a:cubicBezTo>
                  <a:pt x="29623" y="9083"/>
                  <a:pt x="29907" y="10087"/>
                  <a:pt x="29907" y="10565"/>
                </a:cubicBezTo>
                <a:cubicBezTo>
                  <a:pt x="29907" y="10756"/>
                  <a:pt x="29955" y="10852"/>
                  <a:pt x="30050" y="10852"/>
                </a:cubicBezTo>
                <a:lnTo>
                  <a:pt x="31617" y="9274"/>
                </a:lnTo>
                <a:cubicBezTo>
                  <a:pt x="37408" y="3155"/>
                  <a:pt x="44007" y="95"/>
                  <a:pt x="51412" y="95"/>
                </a:cubicBezTo>
                <a:cubicBezTo>
                  <a:pt x="56539" y="95"/>
                  <a:pt x="60670" y="1386"/>
                  <a:pt x="63802" y="3968"/>
                </a:cubicBezTo>
                <a:cubicBezTo>
                  <a:pt x="66936" y="6549"/>
                  <a:pt x="68550" y="10326"/>
                  <a:pt x="68645" y="15298"/>
                </a:cubicBezTo>
                <a:cubicBezTo>
                  <a:pt x="68740" y="20269"/>
                  <a:pt x="66936" y="27775"/>
                  <a:pt x="63233" y="37814"/>
                </a:cubicBezTo>
                <a:cubicBezTo>
                  <a:pt x="59530" y="47853"/>
                  <a:pt x="57726" y="53924"/>
                  <a:pt x="57821" y="56027"/>
                </a:cubicBezTo>
                <a:cubicBezTo>
                  <a:pt x="57821" y="58513"/>
                  <a:pt x="58628" y="59756"/>
                  <a:pt x="60242" y="59756"/>
                </a:cubicBezTo>
                <a:cubicBezTo>
                  <a:pt x="60812" y="59756"/>
                  <a:pt x="61239" y="59709"/>
                  <a:pt x="61524" y="59613"/>
                </a:cubicBezTo>
                <a:cubicBezTo>
                  <a:pt x="64277" y="59135"/>
                  <a:pt x="66746" y="57318"/>
                  <a:pt x="68930" y="54163"/>
                </a:cubicBezTo>
                <a:cubicBezTo>
                  <a:pt x="71113" y="51008"/>
                  <a:pt x="72775" y="47184"/>
                  <a:pt x="73914" y="42690"/>
                </a:cubicBezTo>
                <a:cubicBezTo>
                  <a:pt x="74104" y="41925"/>
                  <a:pt x="75053" y="41543"/>
                  <a:pt x="76763" y="41543"/>
                </a:cubicBezTo>
                <a:cubicBezTo>
                  <a:pt x="78661" y="41543"/>
                  <a:pt x="79611" y="41925"/>
                  <a:pt x="79611" y="42690"/>
                </a:cubicBezTo>
                <a:cubicBezTo>
                  <a:pt x="79611" y="42786"/>
                  <a:pt x="79421" y="43503"/>
                  <a:pt x="79041" y="44841"/>
                </a:cubicBezTo>
                <a:cubicBezTo>
                  <a:pt x="78282" y="47614"/>
                  <a:pt x="77237" y="50339"/>
                  <a:pt x="75908" y="53016"/>
                </a:cubicBezTo>
                <a:cubicBezTo>
                  <a:pt x="74579" y="55693"/>
                  <a:pt x="72395" y="58370"/>
                  <a:pt x="69357" y="61047"/>
                </a:cubicBezTo>
                <a:cubicBezTo>
                  <a:pt x="66319" y="63724"/>
                  <a:pt x="63043" y="65015"/>
                  <a:pt x="59530" y="64919"/>
                </a:cubicBezTo>
                <a:cubicBezTo>
                  <a:pt x="55068" y="64919"/>
                  <a:pt x="51840" y="63629"/>
                  <a:pt x="49846" y="61047"/>
                </a:cubicBezTo>
                <a:cubicBezTo>
                  <a:pt x="47852" y="58466"/>
                  <a:pt x="46855" y="55789"/>
                  <a:pt x="46855" y="53016"/>
                </a:cubicBezTo>
                <a:cubicBezTo>
                  <a:pt x="46855" y="51199"/>
                  <a:pt x="48564" y="45463"/>
                  <a:pt x="51982" y="35806"/>
                </a:cubicBezTo>
                <a:cubicBezTo>
                  <a:pt x="55400" y="26149"/>
                  <a:pt x="57157" y="18883"/>
                  <a:pt x="57252" y="14007"/>
                </a:cubicBezTo>
                <a:cubicBezTo>
                  <a:pt x="57252" y="8366"/>
                  <a:pt x="55163" y="5545"/>
                  <a:pt x="50985" y="5545"/>
                </a:cubicBezTo>
                <a:lnTo>
                  <a:pt x="50273" y="5545"/>
                </a:lnTo>
                <a:cubicBezTo>
                  <a:pt x="42108" y="5545"/>
                  <a:pt x="35224" y="10374"/>
                  <a:pt x="29623" y="20030"/>
                </a:cubicBezTo>
                <a:lnTo>
                  <a:pt x="28626" y="21751"/>
                </a:lnTo>
                <a:lnTo>
                  <a:pt x="23926" y="40969"/>
                </a:lnTo>
                <a:cubicBezTo>
                  <a:pt x="20793" y="53494"/>
                  <a:pt x="18989" y="60234"/>
                  <a:pt x="18514" y="61191"/>
                </a:cubicBezTo>
                <a:cubicBezTo>
                  <a:pt x="17280" y="63772"/>
                  <a:pt x="15238" y="65063"/>
                  <a:pt x="12390" y="65063"/>
                </a:cubicBezTo>
                <a:cubicBezTo>
                  <a:pt x="11156" y="65063"/>
                  <a:pt x="10159" y="64776"/>
                  <a:pt x="9400" y="64202"/>
                </a:cubicBezTo>
                <a:cubicBezTo>
                  <a:pt x="8640" y="63629"/>
                  <a:pt x="8118" y="63055"/>
                  <a:pt x="7833" y="62481"/>
                </a:cubicBezTo>
                <a:cubicBezTo>
                  <a:pt x="7548" y="61908"/>
                  <a:pt x="7453" y="61430"/>
                  <a:pt x="7548" y="61047"/>
                </a:cubicBezTo>
                <a:cubicBezTo>
                  <a:pt x="7548" y="59804"/>
                  <a:pt x="9352" y="52012"/>
                  <a:pt x="12960" y="37670"/>
                </a:cubicBezTo>
                <a:cubicBezTo>
                  <a:pt x="16568" y="23329"/>
                  <a:pt x="18467" y="15537"/>
                  <a:pt x="18656" y="14294"/>
                </a:cubicBezTo>
                <a:cubicBezTo>
                  <a:pt x="18751" y="13816"/>
                  <a:pt x="18799" y="12716"/>
                  <a:pt x="18799" y="10995"/>
                </a:cubicBezTo>
                <a:cubicBezTo>
                  <a:pt x="18799" y="7266"/>
                  <a:pt x="17660" y="5402"/>
                  <a:pt x="15381" y="5402"/>
                </a:cubicBezTo>
                <a:cubicBezTo>
                  <a:pt x="11773" y="5402"/>
                  <a:pt x="8782" y="10182"/>
                  <a:pt x="6409" y="19743"/>
                </a:cubicBezTo>
                <a:cubicBezTo>
                  <a:pt x="5839" y="21656"/>
                  <a:pt x="5554" y="22660"/>
                  <a:pt x="5554" y="22755"/>
                </a:cubicBezTo>
                <a:cubicBezTo>
                  <a:pt x="5364" y="23329"/>
                  <a:pt x="4463" y="23616"/>
                  <a:pt x="2849" y="23616"/>
                </a:cubicBezTo>
                <a:lnTo>
                  <a:pt x="855" y="23616"/>
                </a:lnTo>
                <a:cubicBezTo>
                  <a:pt x="285" y="23042"/>
                  <a:pt x="0" y="22612"/>
                  <a:pt x="0" y="22325"/>
                </a:cubicBezTo>
              </a:path>
            </a:pathLst>
          </a:custGeom>
          <a:solidFill xmlns:a="http://schemas.openxmlformats.org/drawingml/2006/main">
            <a:srgbClr val="FF66B3"/>
          </a:solidFill>
          <a:ln xmlns:a="http://schemas.openxmlformats.org/drawingml/2006/main" w="0">
            <a:solidFill>
              <a:srgbClr val="FF66B3">
                <a:alpha val="3000"/>
              </a:srgbClr>
            </a:solidFill>
            <a:prstDash val="solid"/>
          </a:ln>
        </p:spPr>
      </p:sp>
      <p:sp>
        <p:nvSpPr>
          <p:cNvPr id="169" name="pdf-path-263">
            <a:extLst xmlns:a="http://schemas.openxmlformats.org/drawingml/2006/main">
              <a:ext uri="{FF2B5EF4-FFF2-40B4-BE49-F238E27FC236}">
                <a16:creationId xmlns:a16="http://schemas.microsoft.com/office/drawing/2014/main" id="{BCC84236-CD3B-4781-9B20-5BEFE3AB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863" y="1067001"/>
            <a:ext cx="44291" cy="91356"/>
          </a:xfrm>
          <a:custGeom xmlns:a="http://schemas.openxmlformats.org/drawingml/2006/main">
            <a:pathLst>
              <a:path w="44291" h="91356">
                <a:moveTo>
                  <a:pt x="997" y="34563"/>
                </a:moveTo>
                <a:cubicBezTo>
                  <a:pt x="332" y="33894"/>
                  <a:pt x="0" y="33416"/>
                  <a:pt x="0" y="33129"/>
                </a:cubicBezTo>
                <a:cubicBezTo>
                  <a:pt x="0" y="32747"/>
                  <a:pt x="143" y="31982"/>
                  <a:pt x="427" y="30834"/>
                </a:cubicBezTo>
                <a:cubicBezTo>
                  <a:pt x="712" y="29687"/>
                  <a:pt x="949" y="29018"/>
                  <a:pt x="1139" y="28827"/>
                </a:cubicBezTo>
                <a:cubicBezTo>
                  <a:pt x="1329" y="28348"/>
                  <a:pt x="1756" y="28109"/>
                  <a:pt x="2421" y="28109"/>
                </a:cubicBezTo>
                <a:cubicBezTo>
                  <a:pt x="3086" y="28109"/>
                  <a:pt x="5507" y="28062"/>
                  <a:pt x="9684" y="27966"/>
                </a:cubicBezTo>
                <a:lnTo>
                  <a:pt x="17232" y="27966"/>
                </a:lnTo>
                <a:lnTo>
                  <a:pt x="19938" y="16493"/>
                </a:lnTo>
                <a:cubicBezTo>
                  <a:pt x="20223" y="15441"/>
                  <a:pt x="20555" y="14055"/>
                  <a:pt x="20935" y="12334"/>
                </a:cubicBezTo>
                <a:cubicBezTo>
                  <a:pt x="21315" y="10613"/>
                  <a:pt x="21647" y="9370"/>
                  <a:pt x="21932" y="8605"/>
                </a:cubicBezTo>
                <a:cubicBezTo>
                  <a:pt x="22217" y="7840"/>
                  <a:pt x="22502" y="6884"/>
                  <a:pt x="22786" y="5737"/>
                </a:cubicBezTo>
                <a:cubicBezTo>
                  <a:pt x="23072" y="4589"/>
                  <a:pt x="23451" y="3777"/>
                  <a:pt x="23926" y="3298"/>
                </a:cubicBezTo>
                <a:cubicBezTo>
                  <a:pt x="24401" y="2821"/>
                  <a:pt x="24875" y="2247"/>
                  <a:pt x="25350" y="1578"/>
                </a:cubicBezTo>
                <a:cubicBezTo>
                  <a:pt x="25825" y="908"/>
                  <a:pt x="26490" y="478"/>
                  <a:pt x="27344" y="287"/>
                </a:cubicBezTo>
                <a:cubicBezTo>
                  <a:pt x="28198" y="96"/>
                  <a:pt x="29053" y="0"/>
                  <a:pt x="29907" y="0"/>
                </a:cubicBezTo>
                <a:cubicBezTo>
                  <a:pt x="31616" y="96"/>
                  <a:pt x="32803" y="622"/>
                  <a:pt x="33468" y="1578"/>
                </a:cubicBezTo>
                <a:cubicBezTo>
                  <a:pt x="34133" y="2534"/>
                  <a:pt x="34465" y="3442"/>
                  <a:pt x="34465" y="4302"/>
                </a:cubicBezTo>
                <a:cubicBezTo>
                  <a:pt x="34465" y="4972"/>
                  <a:pt x="34037" y="7219"/>
                  <a:pt x="33183" y="11043"/>
                </a:cubicBezTo>
                <a:cubicBezTo>
                  <a:pt x="32328" y="14867"/>
                  <a:pt x="31379" y="18644"/>
                  <a:pt x="30335" y="22373"/>
                </a:cubicBezTo>
                <a:lnTo>
                  <a:pt x="28910" y="27679"/>
                </a:lnTo>
                <a:cubicBezTo>
                  <a:pt x="28910" y="27870"/>
                  <a:pt x="31284" y="27966"/>
                  <a:pt x="36031" y="27966"/>
                </a:cubicBezTo>
                <a:lnTo>
                  <a:pt x="43295" y="27966"/>
                </a:lnTo>
                <a:cubicBezTo>
                  <a:pt x="43959" y="28635"/>
                  <a:pt x="44291" y="29161"/>
                  <a:pt x="44291" y="29544"/>
                </a:cubicBezTo>
                <a:cubicBezTo>
                  <a:pt x="44291" y="31647"/>
                  <a:pt x="43674" y="33320"/>
                  <a:pt x="42440" y="34563"/>
                </a:cubicBezTo>
                <a:lnTo>
                  <a:pt x="27202" y="34563"/>
                </a:lnTo>
                <a:lnTo>
                  <a:pt x="22074" y="55358"/>
                </a:lnTo>
                <a:cubicBezTo>
                  <a:pt x="18372" y="70656"/>
                  <a:pt x="16520" y="78878"/>
                  <a:pt x="16520" y="80026"/>
                </a:cubicBezTo>
                <a:cubicBezTo>
                  <a:pt x="16520" y="84041"/>
                  <a:pt x="17802" y="86049"/>
                  <a:pt x="20366" y="86049"/>
                </a:cubicBezTo>
                <a:cubicBezTo>
                  <a:pt x="23689" y="86049"/>
                  <a:pt x="26917" y="84424"/>
                  <a:pt x="30050" y="81173"/>
                </a:cubicBezTo>
                <a:cubicBezTo>
                  <a:pt x="33183" y="77922"/>
                  <a:pt x="35699" y="73907"/>
                  <a:pt x="37598" y="69126"/>
                </a:cubicBezTo>
                <a:cubicBezTo>
                  <a:pt x="37788" y="68553"/>
                  <a:pt x="38025" y="68218"/>
                  <a:pt x="38310" y="68122"/>
                </a:cubicBezTo>
                <a:cubicBezTo>
                  <a:pt x="38595" y="68027"/>
                  <a:pt x="39307" y="67931"/>
                  <a:pt x="40446" y="67836"/>
                </a:cubicBezTo>
                <a:lnTo>
                  <a:pt x="41016" y="67836"/>
                </a:lnTo>
                <a:cubicBezTo>
                  <a:pt x="42440" y="67836"/>
                  <a:pt x="43152" y="68218"/>
                  <a:pt x="43152" y="68983"/>
                </a:cubicBezTo>
                <a:cubicBezTo>
                  <a:pt x="43152" y="69270"/>
                  <a:pt x="43010" y="69843"/>
                  <a:pt x="42725" y="70704"/>
                </a:cubicBezTo>
                <a:cubicBezTo>
                  <a:pt x="42250" y="72233"/>
                  <a:pt x="41396" y="74050"/>
                  <a:pt x="40161" y="76153"/>
                </a:cubicBezTo>
                <a:cubicBezTo>
                  <a:pt x="38927" y="78257"/>
                  <a:pt x="37313" y="80504"/>
                  <a:pt x="35319" y="82894"/>
                </a:cubicBezTo>
                <a:cubicBezTo>
                  <a:pt x="33325" y="85284"/>
                  <a:pt x="30904" y="87292"/>
                  <a:pt x="28056" y="88918"/>
                </a:cubicBezTo>
                <a:cubicBezTo>
                  <a:pt x="25208" y="90543"/>
                  <a:pt x="22312" y="91356"/>
                  <a:pt x="19368" y="91356"/>
                </a:cubicBezTo>
                <a:cubicBezTo>
                  <a:pt x="16520" y="91356"/>
                  <a:pt x="13814" y="90639"/>
                  <a:pt x="11251" y="89204"/>
                </a:cubicBezTo>
                <a:cubicBezTo>
                  <a:pt x="8687" y="87770"/>
                  <a:pt x="6836" y="85284"/>
                  <a:pt x="5697" y="81747"/>
                </a:cubicBezTo>
                <a:cubicBezTo>
                  <a:pt x="5507" y="80982"/>
                  <a:pt x="5412" y="79691"/>
                  <a:pt x="5412" y="77874"/>
                </a:cubicBezTo>
                <a:lnTo>
                  <a:pt x="5412" y="75293"/>
                </a:lnTo>
                <a:lnTo>
                  <a:pt x="10396" y="55215"/>
                </a:lnTo>
                <a:cubicBezTo>
                  <a:pt x="13719" y="41734"/>
                  <a:pt x="15429" y="34945"/>
                  <a:pt x="15523" y="34850"/>
                </a:cubicBezTo>
                <a:cubicBezTo>
                  <a:pt x="15523" y="34659"/>
                  <a:pt x="13102" y="34563"/>
                  <a:pt x="8260" y="34563"/>
                </a:cubicBezTo>
                <a:lnTo>
                  <a:pt x="997" y="34563"/>
                </a:lnTo>
              </a:path>
            </a:pathLst>
          </a:custGeom>
          <a:solidFill xmlns:a="http://schemas.openxmlformats.org/drawingml/2006/main">
            <a:srgbClr val="FF66B3"/>
          </a:solidFill>
          <a:ln xmlns:a="http://schemas.openxmlformats.org/drawingml/2006/main" w="0">
            <a:solidFill>
              <a:srgbClr val="FF66B3">
                <a:alpha val="3000"/>
              </a:srgbClr>
            </a:solidFill>
            <a:prstDash val="solid"/>
          </a:ln>
        </p:spPr>
      </p:sp>
      <p:sp>
        <p:nvSpPr>
          <p:cNvPr id="170" name="pdf-path-265">
            <a:extLst xmlns:a="http://schemas.openxmlformats.org/drawingml/2006/main">
              <a:ext uri="{FF2B5EF4-FFF2-40B4-BE49-F238E27FC236}">
                <a16:creationId xmlns:a16="http://schemas.microsoft.com/office/drawing/2014/main" id="{527C1647-69E4-4F7D-83F7-C815003F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560" y="1093198"/>
            <a:ext cx="58248" cy="65158"/>
          </a:xfrm>
          <a:custGeom xmlns:a="http://schemas.openxmlformats.org/drawingml/2006/main">
            <a:pathLst>
              <a:path w="58248" h="65158">
                <a:moveTo>
                  <a:pt x="0" y="22421"/>
                </a:moveTo>
                <a:cubicBezTo>
                  <a:pt x="95" y="22134"/>
                  <a:pt x="190" y="21751"/>
                  <a:pt x="285" y="21273"/>
                </a:cubicBezTo>
                <a:cubicBezTo>
                  <a:pt x="380" y="20795"/>
                  <a:pt x="617" y="19744"/>
                  <a:pt x="997" y="18118"/>
                </a:cubicBezTo>
                <a:cubicBezTo>
                  <a:pt x="1377" y="16493"/>
                  <a:pt x="1851" y="15011"/>
                  <a:pt x="2421" y="13672"/>
                </a:cubicBezTo>
                <a:cubicBezTo>
                  <a:pt x="2991" y="12334"/>
                  <a:pt x="3703" y="10756"/>
                  <a:pt x="4557" y="8940"/>
                </a:cubicBezTo>
                <a:cubicBezTo>
                  <a:pt x="5412" y="7123"/>
                  <a:pt x="6362" y="5689"/>
                  <a:pt x="7406" y="4637"/>
                </a:cubicBezTo>
                <a:cubicBezTo>
                  <a:pt x="8450" y="3585"/>
                  <a:pt x="9684" y="2534"/>
                  <a:pt x="11108" y="1482"/>
                </a:cubicBezTo>
                <a:cubicBezTo>
                  <a:pt x="12533" y="430"/>
                  <a:pt x="14099" y="0"/>
                  <a:pt x="15808" y="191"/>
                </a:cubicBezTo>
                <a:cubicBezTo>
                  <a:pt x="18562" y="191"/>
                  <a:pt x="20983" y="765"/>
                  <a:pt x="23072" y="1912"/>
                </a:cubicBezTo>
                <a:cubicBezTo>
                  <a:pt x="25160" y="3060"/>
                  <a:pt x="26632" y="4111"/>
                  <a:pt x="27486" y="5067"/>
                </a:cubicBezTo>
                <a:cubicBezTo>
                  <a:pt x="28341" y="6024"/>
                  <a:pt x="28863" y="6980"/>
                  <a:pt x="29053" y="7936"/>
                </a:cubicBezTo>
                <a:cubicBezTo>
                  <a:pt x="29243" y="8509"/>
                  <a:pt x="29385" y="8796"/>
                  <a:pt x="29480" y="8796"/>
                </a:cubicBezTo>
                <a:cubicBezTo>
                  <a:pt x="29575" y="8796"/>
                  <a:pt x="29955" y="8462"/>
                  <a:pt x="30619" y="7792"/>
                </a:cubicBezTo>
                <a:cubicBezTo>
                  <a:pt x="35177" y="2821"/>
                  <a:pt x="40447" y="335"/>
                  <a:pt x="46428" y="335"/>
                </a:cubicBezTo>
                <a:lnTo>
                  <a:pt x="46855" y="335"/>
                </a:lnTo>
                <a:cubicBezTo>
                  <a:pt x="51412" y="335"/>
                  <a:pt x="54830" y="2295"/>
                  <a:pt x="57109" y="6215"/>
                </a:cubicBezTo>
                <a:cubicBezTo>
                  <a:pt x="57869" y="8031"/>
                  <a:pt x="58248" y="9800"/>
                  <a:pt x="58248" y="11521"/>
                </a:cubicBezTo>
                <a:cubicBezTo>
                  <a:pt x="58248" y="14389"/>
                  <a:pt x="57631" y="16684"/>
                  <a:pt x="56397" y="18405"/>
                </a:cubicBezTo>
                <a:cubicBezTo>
                  <a:pt x="55163" y="20126"/>
                  <a:pt x="53928" y="21225"/>
                  <a:pt x="52694" y="21704"/>
                </a:cubicBezTo>
                <a:cubicBezTo>
                  <a:pt x="51460" y="22182"/>
                  <a:pt x="50273" y="22373"/>
                  <a:pt x="49134" y="22277"/>
                </a:cubicBezTo>
                <a:cubicBezTo>
                  <a:pt x="47235" y="22277"/>
                  <a:pt x="45716" y="21751"/>
                  <a:pt x="44576" y="20700"/>
                </a:cubicBezTo>
                <a:cubicBezTo>
                  <a:pt x="43437" y="19648"/>
                  <a:pt x="42867" y="18262"/>
                  <a:pt x="42867" y="16541"/>
                </a:cubicBezTo>
                <a:cubicBezTo>
                  <a:pt x="42867" y="11951"/>
                  <a:pt x="45526" y="8892"/>
                  <a:pt x="50843" y="7362"/>
                </a:cubicBezTo>
                <a:cubicBezTo>
                  <a:pt x="48754" y="6119"/>
                  <a:pt x="47045" y="5498"/>
                  <a:pt x="45716" y="5498"/>
                </a:cubicBezTo>
                <a:cubicBezTo>
                  <a:pt x="40399" y="5498"/>
                  <a:pt x="35509" y="9035"/>
                  <a:pt x="31047" y="16110"/>
                </a:cubicBezTo>
                <a:cubicBezTo>
                  <a:pt x="30098" y="17640"/>
                  <a:pt x="29385" y="19218"/>
                  <a:pt x="28911" y="20843"/>
                </a:cubicBezTo>
                <a:cubicBezTo>
                  <a:pt x="28436" y="22469"/>
                  <a:pt x="26822" y="28827"/>
                  <a:pt x="24068" y="39917"/>
                </a:cubicBezTo>
                <a:cubicBezTo>
                  <a:pt x="20840" y="53303"/>
                  <a:pt x="18989" y="60426"/>
                  <a:pt x="18514" y="61286"/>
                </a:cubicBezTo>
                <a:cubicBezTo>
                  <a:pt x="17280" y="63868"/>
                  <a:pt x="15238" y="65158"/>
                  <a:pt x="12390" y="65158"/>
                </a:cubicBezTo>
                <a:cubicBezTo>
                  <a:pt x="11156" y="65158"/>
                  <a:pt x="10159" y="64872"/>
                  <a:pt x="9400" y="64298"/>
                </a:cubicBezTo>
                <a:cubicBezTo>
                  <a:pt x="8640" y="63724"/>
                  <a:pt x="8118" y="63151"/>
                  <a:pt x="7833" y="62577"/>
                </a:cubicBezTo>
                <a:cubicBezTo>
                  <a:pt x="7548" y="62003"/>
                  <a:pt x="7453" y="61525"/>
                  <a:pt x="7548" y="61143"/>
                </a:cubicBezTo>
                <a:cubicBezTo>
                  <a:pt x="7548" y="59900"/>
                  <a:pt x="9447" y="51677"/>
                  <a:pt x="13245" y="36475"/>
                </a:cubicBezTo>
                <a:cubicBezTo>
                  <a:pt x="17043" y="21273"/>
                  <a:pt x="18942" y="12812"/>
                  <a:pt x="18942" y="11091"/>
                </a:cubicBezTo>
                <a:cubicBezTo>
                  <a:pt x="18942" y="7362"/>
                  <a:pt x="17707" y="5498"/>
                  <a:pt x="15238" y="5498"/>
                </a:cubicBezTo>
                <a:cubicBezTo>
                  <a:pt x="13245" y="5498"/>
                  <a:pt x="11536" y="6836"/>
                  <a:pt x="10112" y="9513"/>
                </a:cubicBezTo>
                <a:cubicBezTo>
                  <a:pt x="8687" y="12190"/>
                  <a:pt x="7548" y="15107"/>
                  <a:pt x="6694" y="18262"/>
                </a:cubicBezTo>
                <a:cubicBezTo>
                  <a:pt x="5839" y="21417"/>
                  <a:pt x="5317" y="23138"/>
                  <a:pt x="5127" y="23425"/>
                </a:cubicBezTo>
                <a:cubicBezTo>
                  <a:pt x="4937" y="23616"/>
                  <a:pt x="4178" y="23711"/>
                  <a:pt x="2849" y="23711"/>
                </a:cubicBezTo>
                <a:lnTo>
                  <a:pt x="855" y="23711"/>
                </a:lnTo>
                <a:cubicBezTo>
                  <a:pt x="285" y="23138"/>
                  <a:pt x="0" y="22707"/>
                  <a:pt x="0" y="22421"/>
                </a:cubicBezTo>
              </a:path>
            </a:pathLst>
          </a:custGeom>
          <a:solidFill xmlns:a="http://schemas.openxmlformats.org/drawingml/2006/main">
            <a:srgbClr val="FF66B3"/>
          </a:solidFill>
          <a:ln xmlns:a="http://schemas.openxmlformats.org/drawingml/2006/main" w="0">
            <a:solidFill>
              <a:srgbClr val="FF66B3">
                <a:alpha val="3000"/>
              </a:srgbClr>
            </a:solidFill>
            <a:prstDash val="solid"/>
          </a:ln>
        </p:spPr>
      </p:sp>
      <p:sp>
        <p:nvSpPr>
          <p:cNvPr id="171" name="pdf-path-267">
            <a:extLst xmlns:a="http://schemas.openxmlformats.org/drawingml/2006/main">
              <a:ext uri="{FF2B5EF4-FFF2-40B4-BE49-F238E27FC236}">
                <a16:creationId xmlns:a16="http://schemas.microsoft.com/office/drawing/2014/main" id="{9BE4E1B3-8146-4DAF-8EB8-F9ADC950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9499" y="1093532"/>
            <a:ext cx="67363" cy="64680"/>
          </a:xfrm>
          <a:custGeom xmlns:a="http://schemas.openxmlformats.org/drawingml/2006/main">
            <a:pathLst>
              <a:path w="67363" h="64680">
                <a:moveTo>
                  <a:pt x="0" y="40730"/>
                </a:moveTo>
                <a:cubicBezTo>
                  <a:pt x="0" y="31073"/>
                  <a:pt x="3608" y="21895"/>
                  <a:pt x="10823" y="13194"/>
                </a:cubicBezTo>
                <a:cubicBezTo>
                  <a:pt x="18039" y="4494"/>
                  <a:pt x="26157" y="96"/>
                  <a:pt x="35177" y="0"/>
                </a:cubicBezTo>
                <a:cubicBezTo>
                  <a:pt x="40019" y="0"/>
                  <a:pt x="44291" y="2343"/>
                  <a:pt x="47994" y="7027"/>
                </a:cubicBezTo>
                <a:cubicBezTo>
                  <a:pt x="49513" y="4159"/>
                  <a:pt x="51697" y="2725"/>
                  <a:pt x="54545" y="2725"/>
                </a:cubicBezTo>
                <a:cubicBezTo>
                  <a:pt x="55780" y="2725"/>
                  <a:pt x="56871" y="3107"/>
                  <a:pt x="57821" y="3872"/>
                </a:cubicBezTo>
                <a:cubicBezTo>
                  <a:pt x="58770" y="4637"/>
                  <a:pt x="59245" y="5593"/>
                  <a:pt x="59245" y="6741"/>
                </a:cubicBezTo>
                <a:cubicBezTo>
                  <a:pt x="59245" y="7984"/>
                  <a:pt x="57489" y="15632"/>
                  <a:pt x="53976" y="29687"/>
                </a:cubicBezTo>
                <a:cubicBezTo>
                  <a:pt x="50463" y="43742"/>
                  <a:pt x="48659" y="51677"/>
                  <a:pt x="48564" y="53494"/>
                </a:cubicBezTo>
                <a:cubicBezTo>
                  <a:pt x="48564" y="55884"/>
                  <a:pt x="48896" y="57462"/>
                  <a:pt x="49561" y="58227"/>
                </a:cubicBezTo>
                <a:cubicBezTo>
                  <a:pt x="50226" y="58992"/>
                  <a:pt x="51222" y="59422"/>
                  <a:pt x="52551" y="59517"/>
                </a:cubicBezTo>
                <a:cubicBezTo>
                  <a:pt x="53406" y="59422"/>
                  <a:pt x="54356" y="58992"/>
                  <a:pt x="55400" y="58227"/>
                </a:cubicBezTo>
                <a:cubicBezTo>
                  <a:pt x="57394" y="56314"/>
                  <a:pt x="59340" y="51725"/>
                  <a:pt x="61239" y="44459"/>
                </a:cubicBezTo>
                <a:cubicBezTo>
                  <a:pt x="61808" y="42547"/>
                  <a:pt x="62283" y="41543"/>
                  <a:pt x="62663" y="41447"/>
                </a:cubicBezTo>
                <a:cubicBezTo>
                  <a:pt x="62853" y="41351"/>
                  <a:pt x="63328" y="41304"/>
                  <a:pt x="64087" y="41304"/>
                </a:cubicBezTo>
                <a:lnTo>
                  <a:pt x="64657" y="41304"/>
                </a:lnTo>
                <a:cubicBezTo>
                  <a:pt x="66461" y="41304"/>
                  <a:pt x="67363" y="41734"/>
                  <a:pt x="67363" y="42594"/>
                </a:cubicBezTo>
                <a:cubicBezTo>
                  <a:pt x="67363" y="43168"/>
                  <a:pt x="67125" y="44459"/>
                  <a:pt x="66651" y="46467"/>
                </a:cubicBezTo>
                <a:cubicBezTo>
                  <a:pt x="66176" y="48475"/>
                  <a:pt x="65226" y="51056"/>
                  <a:pt x="63802" y="54211"/>
                </a:cubicBezTo>
                <a:cubicBezTo>
                  <a:pt x="62378" y="57366"/>
                  <a:pt x="60859" y="59757"/>
                  <a:pt x="59245" y="61382"/>
                </a:cubicBezTo>
                <a:cubicBezTo>
                  <a:pt x="58011" y="62625"/>
                  <a:pt x="56492" y="63629"/>
                  <a:pt x="54688" y="64394"/>
                </a:cubicBezTo>
                <a:cubicBezTo>
                  <a:pt x="53928" y="64585"/>
                  <a:pt x="52789" y="64680"/>
                  <a:pt x="51270" y="64680"/>
                </a:cubicBezTo>
                <a:cubicBezTo>
                  <a:pt x="48042" y="64680"/>
                  <a:pt x="45336" y="63963"/>
                  <a:pt x="43152" y="62529"/>
                </a:cubicBezTo>
                <a:cubicBezTo>
                  <a:pt x="40968" y="61095"/>
                  <a:pt x="39544" y="59613"/>
                  <a:pt x="38879" y="58083"/>
                </a:cubicBezTo>
                <a:lnTo>
                  <a:pt x="38025" y="55932"/>
                </a:lnTo>
                <a:cubicBezTo>
                  <a:pt x="37930" y="55836"/>
                  <a:pt x="37740" y="55884"/>
                  <a:pt x="37455" y="56075"/>
                </a:cubicBezTo>
                <a:cubicBezTo>
                  <a:pt x="37265" y="56267"/>
                  <a:pt x="37076" y="56458"/>
                  <a:pt x="36886" y="56649"/>
                </a:cubicBezTo>
                <a:cubicBezTo>
                  <a:pt x="31284" y="62003"/>
                  <a:pt x="25587" y="64680"/>
                  <a:pt x="19796" y="64680"/>
                </a:cubicBezTo>
                <a:cubicBezTo>
                  <a:pt x="14574" y="64680"/>
                  <a:pt x="9969" y="62768"/>
                  <a:pt x="5981" y="58944"/>
                </a:cubicBezTo>
                <a:cubicBezTo>
                  <a:pt x="1994" y="55119"/>
                  <a:pt x="0" y="49048"/>
                  <a:pt x="0" y="40730"/>
                </a:cubicBezTo>
                <a:moveTo>
                  <a:pt x="45288" y="16206"/>
                </a:moveTo>
                <a:cubicBezTo>
                  <a:pt x="45288" y="15632"/>
                  <a:pt x="45051" y="14581"/>
                  <a:pt x="44576" y="13051"/>
                </a:cubicBezTo>
                <a:cubicBezTo>
                  <a:pt x="44101" y="11521"/>
                  <a:pt x="43009" y="9848"/>
                  <a:pt x="41301" y="8031"/>
                </a:cubicBezTo>
                <a:cubicBezTo>
                  <a:pt x="39591" y="6215"/>
                  <a:pt x="37408" y="5259"/>
                  <a:pt x="34749" y="5163"/>
                </a:cubicBezTo>
                <a:cubicBezTo>
                  <a:pt x="31427" y="5163"/>
                  <a:pt x="28246" y="6645"/>
                  <a:pt x="25208" y="9609"/>
                </a:cubicBezTo>
                <a:cubicBezTo>
                  <a:pt x="22169" y="12573"/>
                  <a:pt x="19796" y="16445"/>
                  <a:pt x="18087" y="21225"/>
                </a:cubicBezTo>
                <a:cubicBezTo>
                  <a:pt x="15334" y="28779"/>
                  <a:pt x="13387" y="36619"/>
                  <a:pt x="12248" y="44746"/>
                </a:cubicBezTo>
                <a:cubicBezTo>
                  <a:pt x="12248" y="45033"/>
                  <a:pt x="12248" y="45558"/>
                  <a:pt x="12248" y="46323"/>
                </a:cubicBezTo>
                <a:cubicBezTo>
                  <a:pt x="12248" y="47088"/>
                  <a:pt x="12200" y="47662"/>
                  <a:pt x="12105" y="48044"/>
                </a:cubicBezTo>
                <a:cubicBezTo>
                  <a:pt x="12105" y="52347"/>
                  <a:pt x="12960" y="55311"/>
                  <a:pt x="14669" y="56936"/>
                </a:cubicBezTo>
                <a:cubicBezTo>
                  <a:pt x="16378" y="58561"/>
                  <a:pt x="18419" y="59422"/>
                  <a:pt x="20792" y="59517"/>
                </a:cubicBezTo>
                <a:cubicBezTo>
                  <a:pt x="24401" y="59517"/>
                  <a:pt x="27961" y="57940"/>
                  <a:pt x="31474" y="54785"/>
                </a:cubicBezTo>
                <a:cubicBezTo>
                  <a:pt x="34987" y="51630"/>
                  <a:pt x="37076" y="49192"/>
                  <a:pt x="37740" y="47471"/>
                </a:cubicBezTo>
                <a:cubicBezTo>
                  <a:pt x="37930" y="47088"/>
                  <a:pt x="39212" y="41973"/>
                  <a:pt x="41585" y="32125"/>
                </a:cubicBezTo>
                <a:cubicBezTo>
                  <a:pt x="43959" y="22277"/>
                  <a:pt x="45193" y="16971"/>
                  <a:pt x="45288" y="16206"/>
                </a:cubicBezTo>
              </a:path>
            </a:pathLst>
          </a:custGeom>
          <a:solidFill xmlns:a="http://schemas.openxmlformats.org/drawingml/2006/main">
            <a:srgbClr val="FF66B3"/>
          </a:solidFill>
          <a:ln xmlns:a="http://schemas.openxmlformats.org/drawingml/2006/main" w="0">
            <a:solidFill>
              <a:srgbClr val="FF66B3">
                <a:alpha val="3000"/>
              </a:srgbClr>
            </a:solidFill>
            <a:prstDash val="solid"/>
          </a:ln>
        </p:spPr>
      </p:sp>
      <p:sp>
        <p:nvSpPr>
          <p:cNvPr id="172" name="pdf-path-269">
            <a:extLst xmlns:a="http://schemas.openxmlformats.org/drawingml/2006/main">
              <a:ext uri="{FF2B5EF4-FFF2-40B4-BE49-F238E27FC236}">
                <a16:creationId xmlns:a16="http://schemas.microsoft.com/office/drawing/2014/main" id="{E739C8A3-57F7-4B41-A428-20E7F92B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685" y="1093294"/>
            <a:ext cx="52124" cy="64919"/>
          </a:xfrm>
          <a:custGeom xmlns:a="http://schemas.openxmlformats.org/drawingml/2006/main">
            <a:pathLst>
              <a:path w="52124" h="64919">
                <a:moveTo>
                  <a:pt x="11108" y="22038"/>
                </a:moveTo>
                <a:cubicBezTo>
                  <a:pt x="11108" y="18979"/>
                  <a:pt x="11868" y="15871"/>
                  <a:pt x="13387" y="12716"/>
                </a:cubicBezTo>
                <a:cubicBezTo>
                  <a:pt x="14906" y="9561"/>
                  <a:pt x="17565" y="6645"/>
                  <a:pt x="21362" y="3968"/>
                </a:cubicBezTo>
                <a:cubicBezTo>
                  <a:pt x="25161" y="1291"/>
                  <a:pt x="29765" y="0"/>
                  <a:pt x="35177" y="95"/>
                </a:cubicBezTo>
                <a:cubicBezTo>
                  <a:pt x="41063" y="95"/>
                  <a:pt x="45336" y="1386"/>
                  <a:pt x="47994" y="3968"/>
                </a:cubicBezTo>
                <a:cubicBezTo>
                  <a:pt x="50653" y="6549"/>
                  <a:pt x="52029" y="9418"/>
                  <a:pt x="52124" y="12573"/>
                </a:cubicBezTo>
                <a:cubicBezTo>
                  <a:pt x="52124" y="15632"/>
                  <a:pt x="51317" y="17879"/>
                  <a:pt x="49703" y="19313"/>
                </a:cubicBezTo>
                <a:cubicBezTo>
                  <a:pt x="48090" y="20747"/>
                  <a:pt x="46285" y="21512"/>
                  <a:pt x="44292" y="21608"/>
                </a:cubicBezTo>
                <a:cubicBezTo>
                  <a:pt x="43057" y="21608"/>
                  <a:pt x="41918" y="21225"/>
                  <a:pt x="40874" y="20460"/>
                </a:cubicBezTo>
                <a:cubicBezTo>
                  <a:pt x="39829" y="19696"/>
                  <a:pt x="39260" y="18453"/>
                  <a:pt x="39165" y="16732"/>
                </a:cubicBezTo>
                <a:cubicBezTo>
                  <a:pt x="39165" y="15202"/>
                  <a:pt x="39592" y="13863"/>
                  <a:pt x="40447" y="12716"/>
                </a:cubicBezTo>
                <a:cubicBezTo>
                  <a:pt x="41301" y="11569"/>
                  <a:pt x="42108" y="10708"/>
                  <a:pt x="42867" y="10135"/>
                </a:cubicBezTo>
                <a:cubicBezTo>
                  <a:pt x="43627" y="9561"/>
                  <a:pt x="44244" y="9274"/>
                  <a:pt x="44719" y="9274"/>
                </a:cubicBezTo>
                <a:cubicBezTo>
                  <a:pt x="44814" y="9274"/>
                  <a:pt x="44861" y="9226"/>
                  <a:pt x="44861" y="9131"/>
                </a:cubicBezTo>
                <a:cubicBezTo>
                  <a:pt x="44861" y="8844"/>
                  <a:pt x="44529" y="8414"/>
                  <a:pt x="43864" y="7840"/>
                </a:cubicBezTo>
                <a:cubicBezTo>
                  <a:pt x="43200" y="7266"/>
                  <a:pt x="42013" y="6740"/>
                  <a:pt x="40304" y="6262"/>
                </a:cubicBezTo>
                <a:cubicBezTo>
                  <a:pt x="38595" y="5784"/>
                  <a:pt x="36743" y="5498"/>
                  <a:pt x="34749" y="5402"/>
                </a:cubicBezTo>
                <a:cubicBezTo>
                  <a:pt x="30192" y="5402"/>
                  <a:pt x="26869" y="6645"/>
                  <a:pt x="24781" y="9131"/>
                </a:cubicBezTo>
                <a:cubicBezTo>
                  <a:pt x="22692" y="11617"/>
                  <a:pt x="21600" y="14150"/>
                  <a:pt x="21505" y="16732"/>
                </a:cubicBezTo>
                <a:cubicBezTo>
                  <a:pt x="21505" y="19122"/>
                  <a:pt x="22407" y="20795"/>
                  <a:pt x="24211" y="21751"/>
                </a:cubicBezTo>
                <a:cubicBezTo>
                  <a:pt x="26015" y="22707"/>
                  <a:pt x="28626" y="23520"/>
                  <a:pt x="32044" y="24189"/>
                </a:cubicBezTo>
                <a:cubicBezTo>
                  <a:pt x="35462" y="24859"/>
                  <a:pt x="37930" y="25576"/>
                  <a:pt x="39449" y="26341"/>
                </a:cubicBezTo>
                <a:cubicBezTo>
                  <a:pt x="45716" y="29113"/>
                  <a:pt x="48849" y="33703"/>
                  <a:pt x="48849" y="40108"/>
                </a:cubicBezTo>
                <a:cubicBezTo>
                  <a:pt x="48849" y="42786"/>
                  <a:pt x="48327" y="45463"/>
                  <a:pt x="47282" y="48140"/>
                </a:cubicBezTo>
                <a:cubicBezTo>
                  <a:pt x="46238" y="50817"/>
                  <a:pt x="44672" y="53494"/>
                  <a:pt x="42583" y="56171"/>
                </a:cubicBezTo>
                <a:cubicBezTo>
                  <a:pt x="40494" y="58848"/>
                  <a:pt x="37503" y="60951"/>
                  <a:pt x="33610" y="62481"/>
                </a:cubicBezTo>
                <a:cubicBezTo>
                  <a:pt x="29718" y="64011"/>
                  <a:pt x="25255" y="64824"/>
                  <a:pt x="20223" y="64919"/>
                </a:cubicBezTo>
                <a:cubicBezTo>
                  <a:pt x="12913" y="64919"/>
                  <a:pt x="7738" y="63533"/>
                  <a:pt x="4700" y="60760"/>
                </a:cubicBezTo>
                <a:cubicBezTo>
                  <a:pt x="1662" y="57988"/>
                  <a:pt x="95" y="54737"/>
                  <a:pt x="0" y="51008"/>
                </a:cubicBezTo>
                <a:cubicBezTo>
                  <a:pt x="0" y="47279"/>
                  <a:pt x="997" y="44602"/>
                  <a:pt x="2991" y="42977"/>
                </a:cubicBezTo>
                <a:cubicBezTo>
                  <a:pt x="4985" y="41351"/>
                  <a:pt x="7074" y="40539"/>
                  <a:pt x="9257" y="40539"/>
                </a:cubicBezTo>
                <a:cubicBezTo>
                  <a:pt x="10681" y="40539"/>
                  <a:pt x="12011" y="40969"/>
                  <a:pt x="13245" y="41829"/>
                </a:cubicBezTo>
                <a:cubicBezTo>
                  <a:pt x="14479" y="42690"/>
                  <a:pt x="15144" y="44172"/>
                  <a:pt x="15238" y="46275"/>
                </a:cubicBezTo>
                <a:cubicBezTo>
                  <a:pt x="15238" y="48761"/>
                  <a:pt x="14384" y="50865"/>
                  <a:pt x="12675" y="52586"/>
                </a:cubicBezTo>
                <a:cubicBezTo>
                  <a:pt x="10966" y="54306"/>
                  <a:pt x="9494" y="55167"/>
                  <a:pt x="8260" y="55167"/>
                </a:cubicBezTo>
                <a:cubicBezTo>
                  <a:pt x="8070" y="55263"/>
                  <a:pt x="7928" y="55310"/>
                  <a:pt x="7833" y="55310"/>
                </a:cubicBezTo>
                <a:cubicBezTo>
                  <a:pt x="7738" y="55310"/>
                  <a:pt x="7691" y="55406"/>
                  <a:pt x="7691" y="55597"/>
                </a:cubicBezTo>
                <a:cubicBezTo>
                  <a:pt x="7786" y="55884"/>
                  <a:pt x="8165" y="56267"/>
                  <a:pt x="8830" y="56745"/>
                </a:cubicBezTo>
                <a:cubicBezTo>
                  <a:pt x="9494" y="57223"/>
                  <a:pt x="10966" y="57844"/>
                  <a:pt x="13245" y="58609"/>
                </a:cubicBezTo>
                <a:cubicBezTo>
                  <a:pt x="15524" y="59374"/>
                  <a:pt x="18135" y="59709"/>
                  <a:pt x="21078" y="59613"/>
                </a:cubicBezTo>
                <a:cubicBezTo>
                  <a:pt x="24496" y="59613"/>
                  <a:pt x="27439" y="59087"/>
                  <a:pt x="29907" y="58035"/>
                </a:cubicBezTo>
                <a:cubicBezTo>
                  <a:pt x="32376" y="56984"/>
                  <a:pt x="34180" y="55645"/>
                  <a:pt x="35319" y="54020"/>
                </a:cubicBezTo>
                <a:cubicBezTo>
                  <a:pt x="36459" y="52394"/>
                  <a:pt x="37266" y="50913"/>
                  <a:pt x="37741" y="49574"/>
                </a:cubicBezTo>
                <a:cubicBezTo>
                  <a:pt x="38215" y="48235"/>
                  <a:pt x="38453" y="47040"/>
                  <a:pt x="38453" y="45989"/>
                </a:cubicBezTo>
                <a:cubicBezTo>
                  <a:pt x="38453" y="43311"/>
                  <a:pt x="37455" y="41304"/>
                  <a:pt x="35462" y="39965"/>
                </a:cubicBezTo>
                <a:cubicBezTo>
                  <a:pt x="33468" y="38627"/>
                  <a:pt x="31189" y="37814"/>
                  <a:pt x="28626" y="37527"/>
                </a:cubicBezTo>
                <a:cubicBezTo>
                  <a:pt x="26062" y="37240"/>
                  <a:pt x="23262" y="36523"/>
                  <a:pt x="20223" y="35376"/>
                </a:cubicBezTo>
                <a:cubicBezTo>
                  <a:pt x="17185" y="34228"/>
                  <a:pt x="14954" y="32555"/>
                  <a:pt x="13530" y="30356"/>
                </a:cubicBezTo>
                <a:cubicBezTo>
                  <a:pt x="11916" y="27966"/>
                  <a:pt x="11108" y="25193"/>
                  <a:pt x="11108" y="22038"/>
                </a:cubicBezTo>
              </a:path>
            </a:pathLst>
          </a:custGeom>
          <a:solidFill xmlns:a="http://schemas.openxmlformats.org/drawingml/2006/main">
            <a:srgbClr val="FF66B3"/>
          </a:solidFill>
          <a:ln xmlns:a="http://schemas.openxmlformats.org/drawingml/2006/main" w="0">
            <a:solidFill>
              <a:srgbClr val="FF66B3">
                <a:alpha val="3000"/>
              </a:srgbClr>
            </a:solidFill>
            <a:prstDash val="solid"/>
          </a:ln>
        </p:spPr>
      </p:sp>
      <p:sp>
        <p:nvSpPr>
          <p:cNvPr id="173" name="pdf-path-271">
            <a:extLst xmlns:a="http://schemas.openxmlformats.org/drawingml/2006/main">
              <a:ext uri="{FF2B5EF4-FFF2-40B4-BE49-F238E27FC236}">
                <a16:creationId xmlns:a16="http://schemas.microsoft.com/office/drawing/2014/main" id="{CCE091EC-60A3-4992-8F35-2700B257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9636" y="1067001"/>
            <a:ext cx="44291" cy="91356"/>
          </a:xfrm>
          <a:custGeom xmlns:a="http://schemas.openxmlformats.org/drawingml/2006/main">
            <a:pathLst>
              <a:path w="44291" h="91356">
                <a:moveTo>
                  <a:pt x="997" y="34563"/>
                </a:moveTo>
                <a:cubicBezTo>
                  <a:pt x="332" y="33894"/>
                  <a:pt x="0" y="33416"/>
                  <a:pt x="0" y="33129"/>
                </a:cubicBezTo>
                <a:cubicBezTo>
                  <a:pt x="0" y="32747"/>
                  <a:pt x="143" y="31982"/>
                  <a:pt x="427" y="30834"/>
                </a:cubicBezTo>
                <a:cubicBezTo>
                  <a:pt x="712" y="29687"/>
                  <a:pt x="949" y="29018"/>
                  <a:pt x="1139" y="28827"/>
                </a:cubicBezTo>
                <a:cubicBezTo>
                  <a:pt x="1329" y="28348"/>
                  <a:pt x="1756" y="28109"/>
                  <a:pt x="2421" y="28109"/>
                </a:cubicBezTo>
                <a:cubicBezTo>
                  <a:pt x="3086" y="28109"/>
                  <a:pt x="5507" y="28062"/>
                  <a:pt x="9684" y="27966"/>
                </a:cubicBezTo>
                <a:lnTo>
                  <a:pt x="17232" y="27966"/>
                </a:lnTo>
                <a:lnTo>
                  <a:pt x="19938" y="16493"/>
                </a:lnTo>
                <a:cubicBezTo>
                  <a:pt x="20223" y="15441"/>
                  <a:pt x="20555" y="14055"/>
                  <a:pt x="20935" y="12334"/>
                </a:cubicBezTo>
                <a:cubicBezTo>
                  <a:pt x="21315" y="10613"/>
                  <a:pt x="21647" y="9370"/>
                  <a:pt x="21932" y="8605"/>
                </a:cubicBezTo>
                <a:cubicBezTo>
                  <a:pt x="22217" y="7840"/>
                  <a:pt x="22502" y="6884"/>
                  <a:pt x="22786" y="5737"/>
                </a:cubicBezTo>
                <a:cubicBezTo>
                  <a:pt x="23072" y="4589"/>
                  <a:pt x="23451" y="3777"/>
                  <a:pt x="23926" y="3298"/>
                </a:cubicBezTo>
                <a:cubicBezTo>
                  <a:pt x="24401" y="2821"/>
                  <a:pt x="24875" y="2247"/>
                  <a:pt x="25350" y="1578"/>
                </a:cubicBezTo>
                <a:cubicBezTo>
                  <a:pt x="25825" y="908"/>
                  <a:pt x="26490" y="478"/>
                  <a:pt x="27344" y="287"/>
                </a:cubicBezTo>
                <a:cubicBezTo>
                  <a:pt x="28198" y="96"/>
                  <a:pt x="29053" y="0"/>
                  <a:pt x="29907" y="0"/>
                </a:cubicBezTo>
                <a:cubicBezTo>
                  <a:pt x="31616" y="96"/>
                  <a:pt x="32803" y="622"/>
                  <a:pt x="33468" y="1578"/>
                </a:cubicBezTo>
                <a:cubicBezTo>
                  <a:pt x="34133" y="2534"/>
                  <a:pt x="34465" y="3442"/>
                  <a:pt x="34465" y="4302"/>
                </a:cubicBezTo>
                <a:cubicBezTo>
                  <a:pt x="34465" y="4972"/>
                  <a:pt x="34037" y="7219"/>
                  <a:pt x="33183" y="11043"/>
                </a:cubicBezTo>
                <a:cubicBezTo>
                  <a:pt x="32328" y="14867"/>
                  <a:pt x="31379" y="18644"/>
                  <a:pt x="30335" y="22373"/>
                </a:cubicBezTo>
                <a:lnTo>
                  <a:pt x="28910" y="27679"/>
                </a:lnTo>
                <a:cubicBezTo>
                  <a:pt x="28910" y="27870"/>
                  <a:pt x="31284" y="27966"/>
                  <a:pt x="36031" y="27966"/>
                </a:cubicBezTo>
                <a:lnTo>
                  <a:pt x="43295" y="27966"/>
                </a:lnTo>
                <a:cubicBezTo>
                  <a:pt x="43959" y="28635"/>
                  <a:pt x="44291" y="29161"/>
                  <a:pt x="44291" y="29544"/>
                </a:cubicBezTo>
                <a:cubicBezTo>
                  <a:pt x="44291" y="31647"/>
                  <a:pt x="43674" y="33320"/>
                  <a:pt x="42440" y="34563"/>
                </a:cubicBezTo>
                <a:lnTo>
                  <a:pt x="27202" y="34563"/>
                </a:lnTo>
                <a:lnTo>
                  <a:pt x="22074" y="55358"/>
                </a:lnTo>
                <a:cubicBezTo>
                  <a:pt x="18372" y="70656"/>
                  <a:pt x="16520" y="78878"/>
                  <a:pt x="16520" y="80026"/>
                </a:cubicBezTo>
                <a:cubicBezTo>
                  <a:pt x="16520" y="84041"/>
                  <a:pt x="17802" y="86049"/>
                  <a:pt x="20366" y="86049"/>
                </a:cubicBezTo>
                <a:cubicBezTo>
                  <a:pt x="23689" y="86049"/>
                  <a:pt x="26917" y="84424"/>
                  <a:pt x="30050" y="81173"/>
                </a:cubicBezTo>
                <a:cubicBezTo>
                  <a:pt x="33183" y="77922"/>
                  <a:pt x="35699" y="73907"/>
                  <a:pt x="37598" y="69126"/>
                </a:cubicBezTo>
                <a:cubicBezTo>
                  <a:pt x="37788" y="68553"/>
                  <a:pt x="38025" y="68218"/>
                  <a:pt x="38310" y="68122"/>
                </a:cubicBezTo>
                <a:cubicBezTo>
                  <a:pt x="38595" y="68027"/>
                  <a:pt x="39307" y="67931"/>
                  <a:pt x="40446" y="67836"/>
                </a:cubicBezTo>
                <a:lnTo>
                  <a:pt x="41016" y="67836"/>
                </a:lnTo>
                <a:cubicBezTo>
                  <a:pt x="42440" y="67836"/>
                  <a:pt x="43152" y="68218"/>
                  <a:pt x="43152" y="68983"/>
                </a:cubicBezTo>
                <a:cubicBezTo>
                  <a:pt x="43152" y="69270"/>
                  <a:pt x="43010" y="69843"/>
                  <a:pt x="42725" y="70704"/>
                </a:cubicBezTo>
                <a:cubicBezTo>
                  <a:pt x="42250" y="72233"/>
                  <a:pt x="41396" y="74050"/>
                  <a:pt x="40161" y="76153"/>
                </a:cubicBezTo>
                <a:cubicBezTo>
                  <a:pt x="38927" y="78257"/>
                  <a:pt x="37313" y="80504"/>
                  <a:pt x="35319" y="82894"/>
                </a:cubicBezTo>
                <a:cubicBezTo>
                  <a:pt x="33325" y="85284"/>
                  <a:pt x="30904" y="87292"/>
                  <a:pt x="28056" y="88918"/>
                </a:cubicBezTo>
                <a:cubicBezTo>
                  <a:pt x="25208" y="90543"/>
                  <a:pt x="22312" y="91356"/>
                  <a:pt x="19368" y="91356"/>
                </a:cubicBezTo>
                <a:cubicBezTo>
                  <a:pt x="16520" y="91356"/>
                  <a:pt x="13814" y="90639"/>
                  <a:pt x="11251" y="89204"/>
                </a:cubicBezTo>
                <a:cubicBezTo>
                  <a:pt x="8687" y="87770"/>
                  <a:pt x="6836" y="85284"/>
                  <a:pt x="5697" y="81747"/>
                </a:cubicBezTo>
                <a:cubicBezTo>
                  <a:pt x="5507" y="80982"/>
                  <a:pt x="5412" y="79691"/>
                  <a:pt x="5412" y="77874"/>
                </a:cubicBezTo>
                <a:lnTo>
                  <a:pt x="5412" y="75293"/>
                </a:lnTo>
                <a:lnTo>
                  <a:pt x="10396" y="55215"/>
                </a:lnTo>
                <a:cubicBezTo>
                  <a:pt x="13719" y="41734"/>
                  <a:pt x="15429" y="34945"/>
                  <a:pt x="15523" y="34850"/>
                </a:cubicBezTo>
                <a:cubicBezTo>
                  <a:pt x="15523" y="34659"/>
                  <a:pt x="13102" y="34563"/>
                  <a:pt x="8260" y="34563"/>
                </a:cubicBezTo>
                <a:lnTo>
                  <a:pt x="997" y="34563"/>
                </a:lnTo>
              </a:path>
            </a:pathLst>
          </a:custGeom>
          <a:solidFill xmlns:a="http://schemas.openxmlformats.org/drawingml/2006/main">
            <a:srgbClr val="FF66B3"/>
          </a:solidFill>
          <a:ln xmlns:a="http://schemas.openxmlformats.org/drawingml/2006/main" w="0">
            <a:solidFill>
              <a:srgbClr val="FF66B3">
                <a:alpha val="3000"/>
              </a:srgbClr>
            </a:solidFill>
            <a:prstDash val="solid"/>
          </a:ln>
        </p:spPr>
      </p:sp>
      <p:sp>
        <p:nvSpPr>
          <p:cNvPr id="174" name="pdf-path-273">
            <a:extLst xmlns:a="http://schemas.openxmlformats.org/drawingml/2006/main">
              <a:ext uri="{FF2B5EF4-FFF2-40B4-BE49-F238E27FC236}">
                <a16:creationId xmlns:a16="http://schemas.microsoft.com/office/drawing/2014/main" id="{CE6E7CA2-34C6-4FD7-9E65-1574BE22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8111" y="1035693"/>
            <a:ext cx="82273" cy="91825"/>
          </a:xfrm>
          <a:custGeom xmlns:a="http://schemas.openxmlformats.org/drawingml/2006/main">
            <a:pathLst>
              <a:path w="82273" h="91825">
                <a:moveTo>
                  <a:pt x="0" y="31596"/>
                </a:moveTo>
                <a:cubicBezTo>
                  <a:pt x="134" y="31192"/>
                  <a:pt x="268" y="30653"/>
                  <a:pt x="402" y="29980"/>
                </a:cubicBezTo>
                <a:cubicBezTo>
                  <a:pt x="537" y="29306"/>
                  <a:pt x="872" y="27824"/>
                  <a:pt x="1408" y="25533"/>
                </a:cubicBezTo>
                <a:cubicBezTo>
                  <a:pt x="1945" y="23243"/>
                  <a:pt x="2615" y="21154"/>
                  <a:pt x="3420" y="19268"/>
                </a:cubicBezTo>
                <a:cubicBezTo>
                  <a:pt x="4225" y="17381"/>
                  <a:pt x="5230" y="15158"/>
                  <a:pt x="6437" y="12598"/>
                </a:cubicBezTo>
                <a:cubicBezTo>
                  <a:pt x="7644" y="10038"/>
                  <a:pt x="8985" y="8017"/>
                  <a:pt x="10460" y="6535"/>
                </a:cubicBezTo>
                <a:cubicBezTo>
                  <a:pt x="11936" y="5053"/>
                  <a:pt x="13679" y="3571"/>
                  <a:pt x="15690" y="2088"/>
                </a:cubicBezTo>
                <a:cubicBezTo>
                  <a:pt x="17702" y="606"/>
                  <a:pt x="19915" y="0"/>
                  <a:pt x="22329" y="269"/>
                </a:cubicBezTo>
                <a:cubicBezTo>
                  <a:pt x="26217" y="269"/>
                  <a:pt x="29637" y="1078"/>
                  <a:pt x="32588" y="2695"/>
                </a:cubicBezTo>
                <a:cubicBezTo>
                  <a:pt x="35538" y="4312"/>
                  <a:pt x="37616" y="5794"/>
                  <a:pt x="38824" y="7141"/>
                </a:cubicBezTo>
                <a:cubicBezTo>
                  <a:pt x="40031" y="8489"/>
                  <a:pt x="40768" y="9836"/>
                  <a:pt x="41036" y="11183"/>
                </a:cubicBezTo>
                <a:cubicBezTo>
                  <a:pt x="41304" y="11992"/>
                  <a:pt x="41506" y="12396"/>
                  <a:pt x="41639" y="12396"/>
                </a:cubicBezTo>
                <a:cubicBezTo>
                  <a:pt x="41774" y="12396"/>
                  <a:pt x="42310" y="11924"/>
                  <a:pt x="43249" y="10981"/>
                </a:cubicBezTo>
                <a:cubicBezTo>
                  <a:pt x="49686" y="3975"/>
                  <a:pt x="57129" y="472"/>
                  <a:pt x="65577" y="472"/>
                </a:cubicBezTo>
                <a:lnTo>
                  <a:pt x="66181" y="472"/>
                </a:lnTo>
                <a:cubicBezTo>
                  <a:pt x="72618" y="472"/>
                  <a:pt x="77445" y="3234"/>
                  <a:pt x="80664" y="8758"/>
                </a:cubicBezTo>
                <a:cubicBezTo>
                  <a:pt x="81737" y="11318"/>
                  <a:pt x="82273" y="13811"/>
                  <a:pt x="82273" y="16236"/>
                </a:cubicBezTo>
                <a:cubicBezTo>
                  <a:pt x="82273" y="20278"/>
                  <a:pt x="81402" y="23512"/>
                  <a:pt x="79658" y="25937"/>
                </a:cubicBezTo>
                <a:cubicBezTo>
                  <a:pt x="77915" y="28363"/>
                  <a:pt x="76171" y="29912"/>
                  <a:pt x="74428" y="30586"/>
                </a:cubicBezTo>
                <a:cubicBezTo>
                  <a:pt x="72685" y="31260"/>
                  <a:pt x="71008" y="31529"/>
                  <a:pt x="69399" y="31394"/>
                </a:cubicBezTo>
                <a:cubicBezTo>
                  <a:pt x="66717" y="31394"/>
                  <a:pt x="64571" y="30653"/>
                  <a:pt x="62962" y="29171"/>
                </a:cubicBezTo>
                <a:cubicBezTo>
                  <a:pt x="61353" y="27689"/>
                  <a:pt x="60548" y="25735"/>
                  <a:pt x="60548" y="23310"/>
                </a:cubicBezTo>
                <a:cubicBezTo>
                  <a:pt x="60548" y="16842"/>
                  <a:pt x="64303" y="12531"/>
                  <a:pt x="71813" y="10375"/>
                </a:cubicBezTo>
                <a:cubicBezTo>
                  <a:pt x="68863" y="8623"/>
                  <a:pt x="66449" y="7747"/>
                  <a:pt x="64571" y="7747"/>
                </a:cubicBezTo>
                <a:cubicBezTo>
                  <a:pt x="57061" y="7747"/>
                  <a:pt x="50155" y="12733"/>
                  <a:pt x="43852" y="22704"/>
                </a:cubicBezTo>
                <a:cubicBezTo>
                  <a:pt x="42512" y="24859"/>
                  <a:pt x="41506" y="27083"/>
                  <a:pt x="40835" y="29373"/>
                </a:cubicBezTo>
                <a:cubicBezTo>
                  <a:pt x="40164" y="31664"/>
                  <a:pt x="37885" y="40624"/>
                  <a:pt x="33996" y="56254"/>
                </a:cubicBezTo>
                <a:cubicBezTo>
                  <a:pt x="29436" y="75118"/>
                  <a:pt x="26821" y="85156"/>
                  <a:pt x="26151" y="86368"/>
                </a:cubicBezTo>
                <a:cubicBezTo>
                  <a:pt x="24407" y="90006"/>
                  <a:pt x="21524" y="91825"/>
                  <a:pt x="17501" y="91825"/>
                </a:cubicBezTo>
                <a:cubicBezTo>
                  <a:pt x="15757" y="91825"/>
                  <a:pt x="14349" y="91421"/>
                  <a:pt x="13276" y="90613"/>
                </a:cubicBezTo>
                <a:cubicBezTo>
                  <a:pt x="12204" y="89804"/>
                  <a:pt x="11466" y="88996"/>
                  <a:pt x="11064" y="88187"/>
                </a:cubicBezTo>
                <a:cubicBezTo>
                  <a:pt x="10662" y="87379"/>
                  <a:pt x="10527" y="86705"/>
                  <a:pt x="10662" y="86166"/>
                </a:cubicBezTo>
                <a:cubicBezTo>
                  <a:pt x="10662" y="84415"/>
                  <a:pt x="13344" y="72827"/>
                  <a:pt x="18708" y="51403"/>
                </a:cubicBezTo>
                <a:cubicBezTo>
                  <a:pt x="24072" y="29980"/>
                  <a:pt x="26754" y="18055"/>
                  <a:pt x="26754" y="15630"/>
                </a:cubicBezTo>
                <a:cubicBezTo>
                  <a:pt x="26754" y="10375"/>
                  <a:pt x="25011" y="7747"/>
                  <a:pt x="21524" y="7747"/>
                </a:cubicBezTo>
                <a:cubicBezTo>
                  <a:pt x="18708" y="7747"/>
                  <a:pt x="16294" y="9634"/>
                  <a:pt x="14282" y="13407"/>
                </a:cubicBezTo>
                <a:cubicBezTo>
                  <a:pt x="12271" y="17179"/>
                  <a:pt x="10662" y="21289"/>
                  <a:pt x="9455" y="25735"/>
                </a:cubicBezTo>
                <a:cubicBezTo>
                  <a:pt x="8248" y="30182"/>
                  <a:pt x="7510" y="32607"/>
                  <a:pt x="7242" y="33011"/>
                </a:cubicBezTo>
                <a:cubicBezTo>
                  <a:pt x="6974" y="33281"/>
                  <a:pt x="5901" y="33415"/>
                  <a:pt x="4023" y="33415"/>
                </a:cubicBezTo>
                <a:lnTo>
                  <a:pt x="1207" y="33415"/>
                </a:lnTo>
                <a:cubicBezTo>
                  <a:pt x="402" y="32607"/>
                  <a:pt x="0" y="32001"/>
                  <a:pt x="0" y="3159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175" name="pdf-path-275">
            <a:extLst xmlns:a="http://schemas.openxmlformats.org/drawingml/2006/main">
              <a:ext uri="{FF2B5EF4-FFF2-40B4-BE49-F238E27FC236}">
                <a16:creationId xmlns:a16="http://schemas.microsoft.com/office/drawing/2014/main" id="{0EFFD581-7F44-4FAD-9BBB-F55A1ED2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6794" y="978570"/>
            <a:ext cx="55560" cy="64825"/>
          </a:xfrm>
          <a:custGeom xmlns:a="http://schemas.openxmlformats.org/drawingml/2006/main">
            <a:pathLst>
              <a:path w="55560" h="64825">
                <a:moveTo>
                  <a:pt x="0" y="39248"/>
                </a:moveTo>
                <a:cubicBezTo>
                  <a:pt x="0" y="33818"/>
                  <a:pt x="901" y="28864"/>
                  <a:pt x="2702" y="24387"/>
                </a:cubicBezTo>
                <a:cubicBezTo>
                  <a:pt x="4504" y="19910"/>
                  <a:pt x="6826" y="16194"/>
                  <a:pt x="9671" y="13241"/>
                </a:cubicBezTo>
                <a:cubicBezTo>
                  <a:pt x="12515" y="10288"/>
                  <a:pt x="15691" y="7811"/>
                  <a:pt x="19199" y="5811"/>
                </a:cubicBezTo>
                <a:cubicBezTo>
                  <a:pt x="22707" y="3810"/>
                  <a:pt x="26026" y="2334"/>
                  <a:pt x="29154" y="1381"/>
                </a:cubicBezTo>
                <a:cubicBezTo>
                  <a:pt x="32283" y="429"/>
                  <a:pt x="35270" y="0"/>
                  <a:pt x="38114" y="95"/>
                </a:cubicBezTo>
                <a:lnTo>
                  <a:pt x="38541" y="95"/>
                </a:lnTo>
                <a:cubicBezTo>
                  <a:pt x="42808" y="95"/>
                  <a:pt x="46505" y="1143"/>
                  <a:pt x="49634" y="3239"/>
                </a:cubicBezTo>
                <a:cubicBezTo>
                  <a:pt x="52763" y="5334"/>
                  <a:pt x="54327" y="8431"/>
                  <a:pt x="54327" y="12527"/>
                </a:cubicBezTo>
                <a:cubicBezTo>
                  <a:pt x="54327" y="21100"/>
                  <a:pt x="49065" y="26721"/>
                  <a:pt x="38541" y="29388"/>
                </a:cubicBezTo>
                <a:cubicBezTo>
                  <a:pt x="33895" y="30626"/>
                  <a:pt x="27543" y="31293"/>
                  <a:pt x="19484" y="31388"/>
                </a:cubicBezTo>
                <a:cubicBezTo>
                  <a:pt x="15976" y="31388"/>
                  <a:pt x="14174" y="31484"/>
                  <a:pt x="14080" y="31674"/>
                </a:cubicBezTo>
                <a:cubicBezTo>
                  <a:pt x="14080" y="31865"/>
                  <a:pt x="13795" y="33532"/>
                  <a:pt x="13226" y="36676"/>
                </a:cubicBezTo>
                <a:cubicBezTo>
                  <a:pt x="12657" y="39819"/>
                  <a:pt x="12325" y="42582"/>
                  <a:pt x="12231" y="44963"/>
                </a:cubicBezTo>
                <a:cubicBezTo>
                  <a:pt x="12231" y="49441"/>
                  <a:pt x="13226" y="52965"/>
                  <a:pt x="15217" y="55537"/>
                </a:cubicBezTo>
                <a:cubicBezTo>
                  <a:pt x="17208" y="58109"/>
                  <a:pt x="20195" y="59443"/>
                  <a:pt x="24177" y="59538"/>
                </a:cubicBezTo>
                <a:cubicBezTo>
                  <a:pt x="28159" y="59634"/>
                  <a:pt x="32568" y="58728"/>
                  <a:pt x="37403" y="56823"/>
                </a:cubicBezTo>
                <a:cubicBezTo>
                  <a:pt x="42239" y="54918"/>
                  <a:pt x="46600" y="51775"/>
                  <a:pt x="50487" y="47392"/>
                </a:cubicBezTo>
                <a:cubicBezTo>
                  <a:pt x="51340" y="46440"/>
                  <a:pt x="51909" y="45963"/>
                  <a:pt x="52194" y="45963"/>
                </a:cubicBezTo>
                <a:cubicBezTo>
                  <a:pt x="52573" y="45963"/>
                  <a:pt x="53190" y="46392"/>
                  <a:pt x="54043" y="47250"/>
                </a:cubicBezTo>
                <a:cubicBezTo>
                  <a:pt x="54896" y="48107"/>
                  <a:pt x="55370" y="48774"/>
                  <a:pt x="55465" y="49250"/>
                </a:cubicBezTo>
                <a:cubicBezTo>
                  <a:pt x="55560" y="49726"/>
                  <a:pt x="55133" y="50488"/>
                  <a:pt x="54185" y="51536"/>
                </a:cubicBezTo>
                <a:cubicBezTo>
                  <a:pt x="53237" y="52584"/>
                  <a:pt x="51815" y="53870"/>
                  <a:pt x="49919" y="55394"/>
                </a:cubicBezTo>
                <a:cubicBezTo>
                  <a:pt x="48022" y="56918"/>
                  <a:pt x="45841" y="58395"/>
                  <a:pt x="43377" y="59824"/>
                </a:cubicBezTo>
                <a:cubicBezTo>
                  <a:pt x="40911" y="61253"/>
                  <a:pt x="37925" y="62444"/>
                  <a:pt x="34417" y="63396"/>
                </a:cubicBezTo>
                <a:cubicBezTo>
                  <a:pt x="30909" y="64349"/>
                  <a:pt x="27306" y="64825"/>
                  <a:pt x="23608" y="64825"/>
                </a:cubicBezTo>
                <a:cubicBezTo>
                  <a:pt x="16118" y="64825"/>
                  <a:pt x="10335" y="62301"/>
                  <a:pt x="6257" y="57252"/>
                </a:cubicBezTo>
                <a:cubicBezTo>
                  <a:pt x="2181" y="52203"/>
                  <a:pt x="95" y="46202"/>
                  <a:pt x="0" y="39248"/>
                </a:cubicBezTo>
                <a:moveTo>
                  <a:pt x="47501" y="12813"/>
                </a:moveTo>
                <a:cubicBezTo>
                  <a:pt x="46932" y="7859"/>
                  <a:pt x="43708" y="5382"/>
                  <a:pt x="37830" y="5382"/>
                </a:cubicBezTo>
                <a:cubicBezTo>
                  <a:pt x="34701" y="5382"/>
                  <a:pt x="31809" y="6049"/>
                  <a:pt x="29154" y="7383"/>
                </a:cubicBezTo>
                <a:cubicBezTo>
                  <a:pt x="26500" y="8716"/>
                  <a:pt x="24367" y="10336"/>
                  <a:pt x="22755" y="12241"/>
                </a:cubicBezTo>
                <a:cubicBezTo>
                  <a:pt x="21143" y="14146"/>
                  <a:pt x="19768" y="16099"/>
                  <a:pt x="18630" y="18100"/>
                </a:cubicBezTo>
                <a:cubicBezTo>
                  <a:pt x="17493" y="20100"/>
                  <a:pt x="16734" y="21815"/>
                  <a:pt x="16355" y="23244"/>
                </a:cubicBezTo>
                <a:cubicBezTo>
                  <a:pt x="15976" y="24673"/>
                  <a:pt x="15739" y="25578"/>
                  <a:pt x="15644" y="25959"/>
                </a:cubicBezTo>
                <a:cubicBezTo>
                  <a:pt x="15644" y="26054"/>
                  <a:pt x="16592" y="26101"/>
                  <a:pt x="18488" y="26101"/>
                </a:cubicBezTo>
                <a:cubicBezTo>
                  <a:pt x="29202" y="26101"/>
                  <a:pt x="36692" y="24958"/>
                  <a:pt x="40959" y="22672"/>
                </a:cubicBezTo>
                <a:cubicBezTo>
                  <a:pt x="45225" y="20386"/>
                  <a:pt x="47406" y="17099"/>
                  <a:pt x="47501" y="1281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176" name="pdf-path-277">
            <a:extLst xmlns:a="http://schemas.openxmlformats.org/drawingml/2006/main">
              <a:ext uri="{FF2B5EF4-FFF2-40B4-BE49-F238E27FC236}">
                <a16:creationId xmlns:a16="http://schemas.microsoft.com/office/drawing/2014/main" id="{92CE2084-F49E-4431-B3D1-15D704B9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2498" y="978665"/>
            <a:ext cx="69260" cy="64730"/>
          </a:xfrm>
          <a:custGeom xmlns:a="http://schemas.openxmlformats.org/drawingml/2006/main">
            <a:pathLst>
              <a:path w="69260" h="64730">
                <a:moveTo>
                  <a:pt x="2418" y="21862"/>
                </a:moveTo>
                <a:cubicBezTo>
                  <a:pt x="3081" y="17861"/>
                  <a:pt x="5641" y="13241"/>
                  <a:pt x="10097" y="8002"/>
                </a:cubicBezTo>
                <a:cubicBezTo>
                  <a:pt x="14553" y="2762"/>
                  <a:pt x="20053" y="95"/>
                  <a:pt x="26595" y="0"/>
                </a:cubicBezTo>
                <a:cubicBezTo>
                  <a:pt x="29913" y="0"/>
                  <a:pt x="32947" y="857"/>
                  <a:pt x="35697" y="2572"/>
                </a:cubicBezTo>
                <a:cubicBezTo>
                  <a:pt x="38446" y="4287"/>
                  <a:pt x="40485" y="6430"/>
                  <a:pt x="41812" y="9002"/>
                </a:cubicBezTo>
                <a:cubicBezTo>
                  <a:pt x="45794" y="3001"/>
                  <a:pt x="50582" y="0"/>
                  <a:pt x="56176" y="0"/>
                </a:cubicBezTo>
                <a:cubicBezTo>
                  <a:pt x="59684" y="0"/>
                  <a:pt x="62718" y="1048"/>
                  <a:pt x="65278" y="3143"/>
                </a:cubicBezTo>
                <a:cubicBezTo>
                  <a:pt x="67838" y="5239"/>
                  <a:pt x="69165" y="8050"/>
                  <a:pt x="69260" y="11574"/>
                </a:cubicBezTo>
                <a:cubicBezTo>
                  <a:pt x="69260" y="14337"/>
                  <a:pt x="68596" y="16575"/>
                  <a:pt x="67269" y="18290"/>
                </a:cubicBezTo>
                <a:cubicBezTo>
                  <a:pt x="65942" y="20005"/>
                  <a:pt x="64662" y="21053"/>
                  <a:pt x="63429" y="21434"/>
                </a:cubicBezTo>
                <a:cubicBezTo>
                  <a:pt x="62196" y="21815"/>
                  <a:pt x="61106" y="22005"/>
                  <a:pt x="60158" y="22005"/>
                </a:cubicBezTo>
                <a:cubicBezTo>
                  <a:pt x="58357" y="22005"/>
                  <a:pt x="56887" y="21481"/>
                  <a:pt x="55750" y="20433"/>
                </a:cubicBezTo>
                <a:cubicBezTo>
                  <a:pt x="54612" y="19386"/>
                  <a:pt x="54043" y="18004"/>
                  <a:pt x="54043" y="16290"/>
                </a:cubicBezTo>
                <a:cubicBezTo>
                  <a:pt x="54043" y="11907"/>
                  <a:pt x="56413" y="8907"/>
                  <a:pt x="61154" y="7287"/>
                </a:cubicBezTo>
                <a:cubicBezTo>
                  <a:pt x="60111" y="6049"/>
                  <a:pt x="58215" y="5430"/>
                  <a:pt x="55465" y="5430"/>
                </a:cubicBezTo>
                <a:cubicBezTo>
                  <a:pt x="54233" y="5430"/>
                  <a:pt x="53332" y="5525"/>
                  <a:pt x="52763" y="5716"/>
                </a:cubicBezTo>
                <a:cubicBezTo>
                  <a:pt x="49160" y="7240"/>
                  <a:pt x="46505" y="10383"/>
                  <a:pt x="44799" y="15146"/>
                </a:cubicBezTo>
                <a:cubicBezTo>
                  <a:pt x="39110" y="36199"/>
                  <a:pt x="36266" y="48488"/>
                  <a:pt x="36266" y="52013"/>
                </a:cubicBezTo>
                <a:cubicBezTo>
                  <a:pt x="36266" y="54680"/>
                  <a:pt x="37024" y="56585"/>
                  <a:pt x="38541" y="57728"/>
                </a:cubicBezTo>
                <a:cubicBezTo>
                  <a:pt x="40058" y="58871"/>
                  <a:pt x="41718" y="59443"/>
                  <a:pt x="43519" y="59443"/>
                </a:cubicBezTo>
                <a:cubicBezTo>
                  <a:pt x="47027" y="59443"/>
                  <a:pt x="50488" y="57871"/>
                  <a:pt x="53901" y="54727"/>
                </a:cubicBezTo>
                <a:cubicBezTo>
                  <a:pt x="57314" y="51584"/>
                  <a:pt x="59637" y="47726"/>
                  <a:pt x="60869" y="43153"/>
                </a:cubicBezTo>
                <a:cubicBezTo>
                  <a:pt x="61154" y="42201"/>
                  <a:pt x="61438" y="41677"/>
                  <a:pt x="61723" y="41581"/>
                </a:cubicBezTo>
                <a:cubicBezTo>
                  <a:pt x="62007" y="41486"/>
                  <a:pt x="62766" y="41391"/>
                  <a:pt x="63998" y="41296"/>
                </a:cubicBezTo>
                <a:lnTo>
                  <a:pt x="64567" y="41296"/>
                </a:lnTo>
                <a:cubicBezTo>
                  <a:pt x="65989" y="41296"/>
                  <a:pt x="66700" y="41677"/>
                  <a:pt x="66700" y="42439"/>
                </a:cubicBezTo>
                <a:cubicBezTo>
                  <a:pt x="66700" y="42534"/>
                  <a:pt x="66606" y="43058"/>
                  <a:pt x="66416" y="44011"/>
                </a:cubicBezTo>
                <a:cubicBezTo>
                  <a:pt x="64899" y="49441"/>
                  <a:pt x="61960" y="54251"/>
                  <a:pt x="57598" y="58443"/>
                </a:cubicBezTo>
                <a:cubicBezTo>
                  <a:pt x="53237" y="62634"/>
                  <a:pt x="48165" y="64730"/>
                  <a:pt x="42381" y="64730"/>
                </a:cubicBezTo>
                <a:cubicBezTo>
                  <a:pt x="35744" y="64730"/>
                  <a:pt x="30719" y="61729"/>
                  <a:pt x="27306" y="55728"/>
                </a:cubicBezTo>
                <a:cubicBezTo>
                  <a:pt x="23419" y="61634"/>
                  <a:pt x="18963" y="64587"/>
                  <a:pt x="13937" y="64587"/>
                </a:cubicBezTo>
                <a:lnTo>
                  <a:pt x="13084" y="64587"/>
                </a:lnTo>
                <a:cubicBezTo>
                  <a:pt x="8438" y="64587"/>
                  <a:pt x="5120" y="63349"/>
                  <a:pt x="3129" y="60872"/>
                </a:cubicBezTo>
                <a:cubicBezTo>
                  <a:pt x="1138" y="58395"/>
                  <a:pt x="95" y="55775"/>
                  <a:pt x="0" y="53013"/>
                </a:cubicBezTo>
                <a:cubicBezTo>
                  <a:pt x="0" y="49964"/>
                  <a:pt x="901" y="47488"/>
                  <a:pt x="2702" y="45582"/>
                </a:cubicBezTo>
                <a:cubicBezTo>
                  <a:pt x="4504" y="43677"/>
                  <a:pt x="6637" y="42724"/>
                  <a:pt x="9102" y="42724"/>
                </a:cubicBezTo>
                <a:cubicBezTo>
                  <a:pt x="13179" y="42724"/>
                  <a:pt x="15218" y="44725"/>
                  <a:pt x="15218" y="48726"/>
                </a:cubicBezTo>
                <a:cubicBezTo>
                  <a:pt x="15218" y="50631"/>
                  <a:pt x="14649" y="52298"/>
                  <a:pt x="13511" y="53727"/>
                </a:cubicBezTo>
                <a:cubicBezTo>
                  <a:pt x="12373" y="55156"/>
                  <a:pt x="11282" y="56109"/>
                  <a:pt x="10240" y="56585"/>
                </a:cubicBezTo>
                <a:cubicBezTo>
                  <a:pt x="9197" y="57061"/>
                  <a:pt x="8580" y="57300"/>
                  <a:pt x="8391" y="57300"/>
                </a:cubicBezTo>
                <a:lnTo>
                  <a:pt x="7964" y="57443"/>
                </a:lnTo>
                <a:cubicBezTo>
                  <a:pt x="7964" y="57538"/>
                  <a:pt x="8249" y="57728"/>
                  <a:pt x="8818" y="58014"/>
                </a:cubicBezTo>
                <a:cubicBezTo>
                  <a:pt x="9386" y="58300"/>
                  <a:pt x="10145" y="58633"/>
                  <a:pt x="11093" y="59014"/>
                </a:cubicBezTo>
                <a:cubicBezTo>
                  <a:pt x="12041" y="59395"/>
                  <a:pt x="12942" y="59538"/>
                  <a:pt x="13795" y="59443"/>
                </a:cubicBezTo>
                <a:cubicBezTo>
                  <a:pt x="17208" y="59443"/>
                  <a:pt x="20148" y="57300"/>
                  <a:pt x="22613" y="53013"/>
                </a:cubicBezTo>
                <a:cubicBezTo>
                  <a:pt x="23466" y="51489"/>
                  <a:pt x="24556" y="48250"/>
                  <a:pt x="25884" y="43296"/>
                </a:cubicBezTo>
                <a:cubicBezTo>
                  <a:pt x="27211" y="38342"/>
                  <a:pt x="28538" y="33199"/>
                  <a:pt x="29866" y="27864"/>
                </a:cubicBezTo>
                <a:cubicBezTo>
                  <a:pt x="31193" y="22529"/>
                  <a:pt x="31952" y="19386"/>
                  <a:pt x="32141" y="18433"/>
                </a:cubicBezTo>
                <a:cubicBezTo>
                  <a:pt x="32615" y="15861"/>
                  <a:pt x="32852" y="14003"/>
                  <a:pt x="32852" y="12860"/>
                </a:cubicBezTo>
                <a:cubicBezTo>
                  <a:pt x="32852" y="10193"/>
                  <a:pt x="32141" y="8288"/>
                  <a:pt x="30719" y="7145"/>
                </a:cubicBezTo>
                <a:cubicBezTo>
                  <a:pt x="29297" y="6001"/>
                  <a:pt x="27685" y="5430"/>
                  <a:pt x="25884" y="5430"/>
                </a:cubicBezTo>
                <a:cubicBezTo>
                  <a:pt x="22091" y="5430"/>
                  <a:pt x="18536" y="6954"/>
                  <a:pt x="15218" y="10002"/>
                </a:cubicBezTo>
                <a:cubicBezTo>
                  <a:pt x="11899" y="13051"/>
                  <a:pt x="9576" y="16956"/>
                  <a:pt x="8249" y="21719"/>
                </a:cubicBezTo>
                <a:cubicBezTo>
                  <a:pt x="8059" y="22577"/>
                  <a:pt x="7822" y="23053"/>
                  <a:pt x="7537" y="23149"/>
                </a:cubicBezTo>
                <a:cubicBezTo>
                  <a:pt x="7253" y="23244"/>
                  <a:pt x="6495" y="23339"/>
                  <a:pt x="5262" y="23434"/>
                </a:cubicBezTo>
                <a:lnTo>
                  <a:pt x="3271" y="23434"/>
                </a:lnTo>
                <a:cubicBezTo>
                  <a:pt x="2702" y="22863"/>
                  <a:pt x="2418" y="22339"/>
                  <a:pt x="2418" y="2186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177" name="pdf-path-279">
            <a:extLst xmlns:a="http://schemas.openxmlformats.org/drawingml/2006/main">
              <a:ext uri="{FF2B5EF4-FFF2-40B4-BE49-F238E27FC236}">
                <a16:creationId xmlns:a16="http://schemas.microsoft.com/office/drawing/2014/main" id="{3CB53070-CE32-44B4-A697-56C9C64A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3323" y="978475"/>
            <a:ext cx="76229" cy="91070"/>
          </a:xfrm>
          <a:custGeom xmlns:a="http://schemas.openxmlformats.org/drawingml/2006/main">
            <a:pathLst>
              <a:path w="76229" h="91070">
                <a:moveTo>
                  <a:pt x="8818" y="22339"/>
                </a:moveTo>
                <a:cubicBezTo>
                  <a:pt x="8912" y="22053"/>
                  <a:pt x="9007" y="21672"/>
                  <a:pt x="9102" y="21196"/>
                </a:cubicBezTo>
                <a:cubicBezTo>
                  <a:pt x="9197" y="20719"/>
                  <a:pt x="9434" y="19671"/>
                  <a:pt x="9813" y="18052"/>
                </a:cubicBezTo>
                <a:cubicBezTo>
                  <a:pt x="10192" y="16432"/>
                  <a:pt x="10666" y="14956"/>
                  <a:pt x="11235" y="13622"/>
                </a:cubicBezTo>
                <a:cubicBezTo>
                  <a:pt x="11804" y="12289"/>
                  <a:pt x="12515" y="10717"/>
                  <a:pt x="13369" y="8907"/>
                </a:cubicBezTo>
                <a:cubicBezTo>
                  <a:pt x="14222" y="7097"/>
                  <a:pt x="15170" y="5668"/>
                  <a:pt x="16213" y="4620"/>
                </a:cubicBezTo>
                <a:cubicBezTo>
                  <a:pt x="17256" y="3572"/>
                  <a:pt x="18489" y="2524"/>
                  <a:pt x="19910" y="1477"/>
                </a:cubicBezTo>
                <a:cubicBezTo>
                  <a:pt x="21333" y="429"/>
                  <a:pt x="22897" y="0"/>
                  <a:pt x="24604" y="191"/>
                </a:cubicBezTo>
                <a:cubicBezTo>
                  <a:pt x="31715" y="191"/>
                  <a:pt x="36266" y="3239"/>
                  <a:pt x="38257" y="9336"/>
                </a:cubicBezTo>
                <a:lnTo>
                  <a:pt x="39679" y="8050"/>
                </a:lnTo>
                <a:cubicBezTo>
                  <a:pt x="45557" y="2810"/>
                  <a:pt x="51151" y="191"/>
                  <a:pt x="56461" y="191"/>
                </a:cubicBezTo>
                <a:cubicBezTo>
                  <a:pt x="62623" y="191"/>
                  <a:pt x="67459" y="2429"/>
                  <a:pt x="70967" y="6906"/>
                </a:cubicBezTo>
                <a:cubicBezTo>
                  <a:pt x="74475" y="11384"/>
                  <a:pt x="76229" y="16814"/>
                  <a:pt x="76229" y="23196"/>
                </a:cubicBezTo>
                <a:cubicBezTo>
                  <a:pt x="76229" y="33484"/>
                  <a:pt x="72626" y="42963"/>
                  <a:pt x="65420" y="51632"/>
                </a:cubicBezTo>
                <a:cubicBezTo>
                  <a:pt x="58215" y="60300"/>
                  <a:pt x="50061" y="64682"/>
                  <a:pt x="40959" y="64778"/>
                </a:cubicBezTo>
                <a:cubicBezTo>
                  <a:pt x="38873" y="64778"/>
                  <a:pt x="37024" y="64492"/>
                  <a:pt x="35412" y="63920"/>
                </a:cubicBezTo>
                <a:cubicBezTo>
                  <a:pt x="34369" y="63444"/>
                  <a:pt x="33279" y="62730"/>
                  <a:pt x="32141" y="61777"/>
                </a:cubicBezTo>
                <a:cubicBezTo>
                  <a:pt x="31004" y="60824"/>
                  <a:pt x="30103" y="60014"/>
                  <a:pt x="29439" y="59348"/>
                </a:cubicBezTo>
                <a:lnTo>
                  <a:pt x="28444" y="58205"/>
                </a:lnTo>
                <a:cubicBezTo>
                  <a:pt x="28349" y="58300"/>
                  <a:pt x="27306" y="62444"/>
                  <a:pt x="25315" y="70636"/>
                </a:cubicBezTo>
                <a:cubicBezTo>
                  <a:pt x="23324" y="78829"/>
                  <a:pt x="22328" y="82972"/>
                  <a:pt x="22328" y="83068"/>
                </a:cubicBezTo>
                <a:cubicBezTo>
                  <a:pt x="22328" y="83639"/>
                  <a:pt x="22707" y="83973"/>
                  <a:pt x="23466" y="84068"/>
                </a:cubicBezTo>
                <a:cubicBezTo>
                  <a:pt x="24224" y="84163"/>
                  <a:pt x="25979" y="84306"/>
                  <a:pt x="28728" y="84497"/>
                </a:cubicBezTo>
                <a:lnTo>
                  <a:pt x="32284" y="84497"/>
                </a:lnTo>
                <a:cubicBezTo>
                  <a:pt x="32852" y="85163"/>
                  <a:pt x="33137" y="85592"/>
                  <a:pt x="33137" y="85783"/>
                </a:cubicBezTo>
                <a:cubicBezTo>
                  <a:pt x="33137" y="85973"/>
                  <a:pt x="32994" y="86831"/>
                  <a:pt x="32710" y="88355"/>
                </a:cubicBezTo>
                <a:cubicBezTo>
                  <a:pt x="32426" y="89498"/>
                  <a:pt x="32141" y="90212"/>
                  <a:pt x="31857" y="90498"/>
                </a:cubicBezTo>
                <a:cubicBezTo>
                  <a:pt x="31573" y="90784"/>
                  <a:pt x="30956" y="90974"/>
                  <a:pt x="30008" y="91070"/>
                </a:cubicBezTo>
                <a:cubicBezTo>
                  <a:pt x="29819" y="91070"/>
                  <a:pt x="29297" y="91070"/>
                  <a:pt x="28444" y="91070"/>
                </a:cubicBezTo>
                <a:cubicBezTo>
                  <a:pt x="27590" y="91070"/>
                  <a:pt x="25979" y="91022"/>
                  <a:pt x="23608" y="90927"/>
                </a:cubicBezTo>
                <a:cubicBezTo>
                  <a:pt x="21238" y="90831"/>
                  <a:pt x="18299" y="90784"/>
                  <a:pt x="14791" y="90784"/>
                </a:cubicBezTo>
                <a:cubicBezTo>
                  <a:pt x="8154" y="90784"/>
                  <a:pt x="3935" y="90879"/>
                  <a:pt x="2133" y="91070"/>
                </a:cubicBezTo>
                <a:lnTo>
                  <a:pt x="995" y="91070"/>
                </a:lnTo>
                <a:cubicBezTo>
                  <a:pt x="332" y="90403"/>
                  <a:pt x="0" y="89879"/>
                  <a:pt x="0" y="89498"/>
                </a:cubicBezTo>
                <a:cubicBezTo>
                  <a:pt x="190" y="86926"/>
                  <a:pt x="806" y="85259"/>
                  <a:pt x="1849" y="84497"/>
                </a:cubicBezTo>
                <a:lnTo>
                  <a:pt x="4693" y="84497"/>
                </a:lnTo>
                <a:cubicBezTo>
                  <a:pt x="7917" y="84401"/>
                  <a:pt x="9766" y="83830"/>
                  <a:pt x="10240" y="82782"/>
                </a:cubicBezTo>
                <a:cubicBezTo>
                  <a:pt x="10524" y="82210"/>
                  <a:pt x="13416" y="70827"/>
                  <a:pt x="18915" y="48631"/>
                </a:cubicBezTo>
                <a:cubicBezTo>
                  <a:pt x="24414" y="26435"/>
                  <a:pt x="27306" y="14670"/>
                  <a:pt x="27590" y="13337"/>
                </a:cubicBezTo>
                <a:cubicBezTo>
                  <a:pt x="27685" y="12860"/>
                  <a:pt x="27733" y="12193"/>
                  <a:pt x="27733" y="11336"/>
                </a:cubicBezTo>
                <a:cubicBezTo>
                  <a:pt x="27733" y="7430"/>
                  <a:pt x="26548" y="5477"/>
                  <a:pt x="24177" y="5477"/>
                </a:cubicBezTo>
                <a:cubicBezTo>
                  <a:pt x="22091" y="5477"/>
                  <a:pt x="20337" y="6811"/>
                  <a:pt x="18915" y="9478"/>
                </a:cubicBezTo>
                <a:cubicBezTo>
                  <a:pt x="17493" y="12146"/>
                  <a:pt x="16403" y="15051"/>
                  <a:pt x="15644" y="18195"/>
                </a:cubicBezTo>
                <a:cubicBezTo>
                  <a:pt x="14886" y="21338"/>
                  <a:pt x="14317" y="23053"/>
                  <a:pt x="13937" y="23339"/>
                </a:cubicBezTo>
                <a:cubicBezTo>
                  <a:pt x="13748" y="23529"/>
                  <a:pt x="12989" y="23625"/>
                  <a:pt x="11662" y="23625"/>
                </a:cubicBezTo>
                <a:lnTo>
                  <a:pt x="9671" y="23625"/>
                </a:lnTo>
                <a:cubicBezTo>
                  <a:pt x="9102" y="23053"/>
                  <a:pt x="8818" y="22624"/>
                  <a:pt x="8818" y="22339"/>
                </a:cubicBezTo>
                <a:moveTo>
                  <a:pt x="30861" y="48774"/>
                </a:moveTo>
                <a:cubicBezTo>
                  <a:pt x="32947" y="56014"/>
                  <a:pt x="36455" y="59634"/>
                  <a:pt x="41386" y="59634"/>
                </a:cubicBezTo>
                <a:cubicBezTo>
                  <a:pt x="44230" y="59634"/>
                  <a:pt x="46979" y="58538"/>
                  <a:pt x="49634" y="56347"/>
                </a:cubicBezTo>
                <a:cubicBezTo>
                  <a:pt x="52289" y="54156"/>
                  <a:pt x="54470" y="51393"/>
                  <a:pt x="56176" y="48059"/>
                </a:cubicBezTo>
                <a:cubicBezTo>
                  <a:pt x="57883" y="44820"/>
                  <a:pt x="59590" y="39676"/>
                  <a:pt x="61296" y="32627"/>
                </a:cubicBezTo>
                <a:cubicBezTo>
                  <a:pt x="63003" y="25578"/>
                  <a:pt x="63904" y="20338"/>
                  <a:pt x="63998" y="16909"/>
                </a:cubicBezTo>
                <a:lnTo>
                  <a:pt x="63998" y="16051"/>
                </a:lnTo>
                <a:cubicBezTo>
                  <a:pt x="63998" y="9002"/>
                  <a:pt x="61106" y="5477"/>
                  <a:pt x="55323" y="5477"/>
                </a:cubicBezTo>
                <a:cubicBezTo>
                  <a:pt x="54280" y="5477"/>
                  <a:pt x="53237" y="5620"/>
                  <a:pt x="52194" y="5906"/>
                </a:cubicBezTo>
                <a:cubicBezTo>
                  <a:pt x="51151" y="6192"/>
                  <a:pt x="50108" y="6621"/>
                  <a:pt x="49065" y="7192"/>
                </a:cubicBezTo>
                <a:cubicBezTo>
                  <a:pt x="48022" y="7764"/>
                  <a:pt x="47074" y="8383"/>
                  <a:pt x="46221" y="9050"/>
                </a:cubicBezTo>
                <a:cubicBezTo>
                  <a:pt x="45367" y="9716"/>
                  <a:pt x="44562" y="10431"/>
                  <a:pt x="43803" y="11193"/>
                </a:cubicBezTo>
                <a:cubicBezTo>
                  <a:pt x="43045" y="11955"/>
                  <a:pt x="42334" y="12670"/>
                  <a:pt x="41670" y="13337"/>
                </a:cubicBezTo>
                <a:cubicBezTo>
                  <a:pt x="41006" y="14003"/>
                  <a:pt x="40485" y="14670"/>
                  <a:pt x="40106" y="15337"/>
                </a:cubicBezTo>
                <a:cubicBezTo>
                  <a:pt x="39726" y="16004"/>
                  <a:pt x="39347" y="16480"/>
                  <a:pt x="38968" y="16766"/>
                </a:cubicBezTo>
                <a:lnTo>
                  <a:pt x="38541" y="17337"/>
                </a:lnTo>
                <a:cubicBezTo>
                  <a:pt x="38541" y="17433"/>
                  <a:pt x="38399" y="18100"/>
                  <a:pt x="38115" y="19338"/>
                </a:cubicBezTo>
                <a:cubicBezTo>
                  <a:pt x="37830" y="20576"/>
                  <a:pt x="37308" y="22672"/>
                  <a:pt x="36550" y="25625"/>
                </a:cubicBezTo>
                <a:cubicBezTo>
                  <a:pt x="35792" y="28578"/>
                  <a:pt x="35128" y="31055"/>
                  <a:pt x="34559" y="33056"/>
                </a:cubicBezTo>
                <a:cubicBezTo>
                  <a:pt x="32094" y="43153"/>
                  <a:pt x="30861" y="48393"/>
                  <a:pt x="30861" y="4877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178" name="pdf-path-281">
            <a:extLst xmlns:a="http://schemas.openxmlformats.org/drawingml/2006/main">
              <a:ext uri="{FF2B5EF4-FFF2-40B4-BE49-F238E27FC236}">
                <a16:creationId xmlns:a16="http://schemas.microsoft.com/office/drawing/2014/main" id="{FDFB7CBD-B498-4F89-A6CF-18527239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5809" y="942561"/>
            <a:ext cx="32425" cy="100929"/>
          </a:xfrm>
          <a:custGeom xmlns:a="http://schemas.openxmlformats.org/drawingml/2006/main">
            <a:pathLst>
              <a:path w="32425" h="100929">
                <a:moveTo>
                  <a:pt x="11235" y="90831"/>
                </a:moveTo>
                <a:cubicBezTo>
                  <a:pt x="11235" y="93975"/>
                  <a:pt x="12420" y="95547"/>
                  <a:pt x="14791" y="95547"/>
                </a:cubicBezTo>
                <a:cubicBezTo>
                  <a:pt x="18298" y="95547"/>
                  <a:pt x="21285" y="90546"/>
                  <a:pt x="23750" y="80543"/>
                </a:cubicBezTo>
                <a:cubicBezTo>
                  <a:pt x="24319" y="78638"/>
                  <a:pt x="24793" y="77638"/>
                  <a:pt x="25172" y="77543"/>
                </a:cubicBezTo>
                <a:cubicBezTo>
                  <a:pt x="25362" y="77447"/>
                  <a:pt x="25836" y="77400"/>
                  <a:pt x="26595" y="77400"/>
                </a:cubicBezTo>
                <a:lnTo>
                  <a:pt x="27164" y="77400"/>
                </a:lnTo>
                <a:cubicBezTo>
                  <a:pt x="28017" y="77400"/>
                  <a:pt x="28585" y="77400"/>
                  <a:pt x="28870" y="77400"/>
                </a:cubicBezTo>
                <a:cubicBezTo>
                  <a:pt x="29154" y="77400"/>
                  <a:pt x="29392" y="77495"/>
                  <a:pt x="29581" y="77685"/>
                </a:cubicBezTo>
                <a:cubicBezTo>
                  <a:pt x="29771" y="77876"/>
                  <a:pt x="29866" y="78209"/>
                  <a:pt x="29866" y="78686"/>
                </a:cubicBezTo>
                <a:cubicBezTo>
                  <a:pt x="29771" y="79257"/>
                  <a:pt x="29628" y="80019"/>
                  <a:pt x="29439" y="80972"/>
                </a:cubicBezTo>
                <a:cubicBezTo>
                  <a:pt x="29250" y="81925"/>
                  <a:pt x="28728" y="83735"/>
                  <a:pt x="27875" y="86402"/>
                </a:cubicBezTo>
                <a:cubicBezTo>
                  <a:pt x="27021" y="89069"/>
                  <a:pt x="26073" y="91308"/>
                  <a:pt x="25030" y="93118"/>
                </a:cubicBezTo>
                <a:cubicBezTo>
                  <a:pt x="23987" y="94928"/>
                  <a:pt x="22518" y="96690"/>
                  <a:pt x="20622" y="98405"/>
                </a:cubicBezTo>
                <a:cubicBezTo>
                  <a:pt x="18725" y="100120"/>
                  <a:pt x="16544" y="100929"/>
                  <a:pt x="14080" y="100834"/>
                </a:cubicBezTo>
                <a:cubicBezTo>
                  <a:pt x="10666" y="100834"/>
                  <a:pt x="7490" y="99786"/>
                  <a:pt x="4551" y="97690"/>
                </a:cubicBezTo>
                <a:cubicBezTo>
                  <a:pt x="1612" y="95595"/>
                  <a:pt x="95" y="92070"/>
                  <a:pt x="0" y="87116"/>
                </a:cubicBezTo>
                <a:cubicBezTo>
                  <a:pt x="0" y="85973"/>
                  <a:pt x="47" y="85163"/>
                  <a:pt x="142" y="84687"/>
                </a:cubicBezTo>
                <a:lnTo>
                  <a:pt x="9386" y="47821"/>
                </a:lnTo>
                <a:cubicBezTo>
                  <a:pt x="15359" y="23529"/>
                  <a:pt x="18346" y="11003"/>
                  <a:pt x="18346" y="10240"/>
                </a:cubicBezTo>
                <a:cubicBezTo>
                  <a:pt x="18346" y="9955"/>
                  <a:pt x="18298" y="9716"/>
                  <a:pt x="18204" y="9526"/>
                </a:cubicBezTo>
                <a:cubicBezTo>
                  <a:pt x="18109" y="9335"/>
                  <a:pt x="17919" y="9145"/>
                  <a:pt x="17635" y="8955"/>
                </a:cubicBezTo>
                <a:cubicBezTo>
                  <a:pt x="17351" y="8764"/>
                  <a:pt x="17113" y="8669"/>
                  <a:pt x="16924" y="8669"/>
                </a:cubicBezTo>
                <a:cubicBezTo>
                  <a:pt x="16734" y="8669"/>
                  <a:pt x="16355" y="8621"/>
                  <a:pt x="15786" y="8526"/>
                </a:cubicBezTo>
                <a:cubicBezTo>
                  <a:pt x="15217" y="8430"/>
                  <a:pt x="14838" y="8383"/>
                  <a:pt x="14648" y="8383"/>
                </a:cubicBezTo>
                <a:cubicBezTo>
                  <a:pt x="14459" y="8383"/>
                  <a:pt x="14032" y="8335"/>
                  <a:pt x="13368" y="8240"/>
                </a:cubicBezTo>
                <a:cubicBezTo>
                  <a:pt x="12705" y="8145"/>
                  <a:pt x="12230" y="8145"/>
                  <a:pt x="11946" y="8240"/>
                </a:cubicBezTo>
                <a:cubicBezTo>
                  <a:pt x="10998" y="8240"/>
                  <a:pt x="10382" y="8240"/>
                  <a:pt x="10097" y="8240"/>
                </a:cubicBezTo>
                <a:cubicBezTo>
                  <a:pt x="9813" y="8240"/>
                  <a:pt x="9434" y="8192"/>
                  <a:pt x="8959" y="8097"/>
                </a:cubicBezTo>
                <a:cubicBezTo>
                  <a:pt x="8485" y="8002"/>
                  <a:pt x="8201" y="7859"/>
                  <a:pt x="8106" y="7668"/>
                </a:cubicBezTo>
                <a:cubicBezTo>
                  <a:pt x="8011" y="7478"/>
                  <a:pt x="7964" y="7192"/>
                  <a:pt x="7964" y="6811"/>
                </a:cubicBezTo>
                <a:cubicBezTo>
                  <a:pt x="7964" y="6621"/>
                  <a:pt x="8059" y="5954"/>
                  <a:pt x="8249" y="4811"/>
                </a:cubicBezTo>
                <a:cubicBezTo>
                  <a:pt x="8723" y="3001"/>
                  <a:pt x="9244" y="2000"/>
                  <a:pt x="9813" y="1810"/>
                </a:cubicBezTo>
                <a:cubicBezTo>
                  <a:pt x="10382" y="1619"/>
                  <a:pt x="13795" y="1334"/>
                  <a:pt x="20053" y="952"/>
                </a:cubicBezTo>
                <a:cubicBezTo>
                  <a:pt x="21475" y="857"/>
                  <a:pt x="23086" y="762"/>
                  <a:pt x="24888" y="667"/>
                </a:cubicBezTo>
                <a:cubicBezTo>
                  <a:pt x="26689" y="571"/>
                  <a:pt x="28112" y="429"/>
                  <a:pt x="29154" y="238"/>
                </a:cubicBezTo>
                <a:cubicBezTo>
                  <a:pt x="30197" y="48"/>
                  <a:pt x="30719" y="0"/>
                  <a:pt x="30719" y="95"/>
                </a:cubicBezTo>
                <a:cubicBezTo>
                  <a:pt x="31856" y="95"/>
                  <a:pt x="32425" y="476"/>
                  <a:pt x="32425" y="1238"/>
                </a:cubicBezTo>
                <a:cubicBezTo>
                  <a:pt x="32425" y="2286"/>
                  <a:pt x="28965" y="16575"/>
                  <a:pt x="22043" y="44106"/>
                </a:cubicBezTo>
                <a:cubicBezTo>
                  <a:pt x="15122" y="71636"/>
                  <a:pt x="11567" y="86068"/>
                  <a:pt x="11377" y="87402"/>
                </a:cubicBezTo>
                <a:cubicBezTo>
                  <a:pt x="11377" y="87593"/>
                  <a:pt x="11377" y="87974"/>
                  <a:pt x="11377" y="88545"/>
                </a:cubicBezTo>
                <a:cubicBezTo>
                  <a:pt x="11377" y="89117"/>
                  <a:pt x="11330" y="89593"/>
                  <a:pt x="11235" y="89974"/>
                </a:cubicBezTo>
                <a:lnTo>
                  <a:pt x="11235" y="9083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179" name="pdf-path-283">
            <a:extLst xmlns:a="http://schemas.openxmlformats.org/drawingml/2006/main">
              <a:ext uri="{FF2B5EF4-FFF2-40B4-BE49-F238E27FC236}">
                <a16:creationId xmlns:a16="http://schemas.microsoft.com/office/drawing/2014/main" id="{89A5A3AE-1A47-4654-AB84-30EE7985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621" y="978808"/>
            <a:ext cx="62860" cy="64587"/>
          </a:xfrm>
          <a:custGeom xmlns:a="http://schemas.openxmlformats.org/drawingml/2006/main">
            <a:pathLst>
              <a:path w="62860" h="64587">
                <a:moveTo>
                  <a:pt x="23750" y="64587"/>
                </a:moveTo>
                <a:cubicBezTo>
                  <a:pt x="16639" y="64587"/>
                  <a:pt x="10903" y="62253"/>
                  <a:pt x="6542" y="57585"/>
                </a:cubicBezTo>
                <a:cubicBezTo>
                  <a:pt x="2181" y="52918"/>
                  <a:pt x="0" y="47297"/>
                  <a:pt x="0" y="40724"/>
                </a:cubicBezTo>
                <a:cubicBezTo>
                  <a:pt x="0" y="34532"/>
                  <a:pt x="1422" y="28674"/>
                  <a:pt x="4266" y="23149"/>
                </a:cubicBezTo>
                <a:cubicBezTo>
                  <a:pt x="7111" y="17623"/>
                  <a:pt x="10998" y="12813"/>
                  <a:pt x="15928" y="8716"/>
                </a:cubicBezTo>
                <a:cubicBezTo>
                  <a:pt x="23134" y="2905"/>
                  <a:pt x="30482" y="0"/>
                  <a:pt x="37972" y="0"/>
                </a:cubicBezTo>
                <a:cubicBezTo>
                  <a:pt x="41006" y="0"/>
                  <a:pt x="42902" y="48"/>
                  <a:pt x="43661" y="143"/>
                </a:cubicBezTo>
                <a:cubicBezTo>
                  <a:pt x="44893" y="429"/>
                  <a:pt x="46126" y="762"/>
                  <a:pt x="47359" y="1143"/>
                </a:cubicBezTo>
                <a:cubicBezTo>
                  <a:pt x="48591" y="1524"/>
                  <a:pt x="50250" y="2286"/>
                  <a:pt x="52336" y="3430"/>
                </a:cubicBezTo>
                <a:cubicBezTo>
                  <a:pt x="54422" y="4573"/>
                  <a:pt x="56129" y="6001"/>
                  <a:pt x="57456" y="7716"/>
                </a:cubicBezTo>
                <a:cubicBezTo>
                  <a:pt x="58783" y="9431"/>
                  <a:pt x="60016" y="11765"/>
                  <a:pt x="61154" y="14718"/>
                </a:cubicBezTo>
                <a:cubicBezTo>
                  <a:pt x="62292" y="17671"/>
                  <a:pt x="62860" y="21005"/>
                  <a:pt x="62860" y="24720"/>
                </a:cubicBezTo>
                <a:cubicBezTo>
                  <a:pt x="62860" y="34913"/>
                  <a:pt x="58783" y="44106"/>
                  <a:pt x="50630" y="52298"/>
                </a:cubicBezTo>
                <a:cubicBezTo>
                  <a:pt x="42476" y="60491"/>
                  <a:pt x="33516" y="64587"/>
                  <a:pt x="23750" y="64587"/>
                </a:cubicBezTo>
                <a:moveTo>
                  <a:pt x="12373" y="45868"/>
                </a:moveTo>
                <a:cubicBezTo>
                  <a:pt x="12373" y="50631"/>
                  <a:pt x="13606" y="54061"/>
                  <a:pt x="16070" y="56157"/>
                </a:cubicBezTo>
                <a:cubicBezTo>
                  <a:pt x="18536" y="58252"/>
                  <a:pt x="21333" y="59300"/>
                  <a:pt x="24462" y="59300"/>
                </a:cubicBezTo>
                <a:cubicBezTo>
                  <a:pt x="28633" y="59300"/>
                  <a:pt x="32568" y="57776"/>
                  <a:pt x="36266" y="54728"/>
                </a:cubicBezTo>
                <a:cubicBezTo>
                  <a:pt x="39963" y="51679"/>
                  <a:pt x="42902" y="47678"/>
                  <a:pt x="45083" y="42725"/>
                </a:cubicBezTo>
                <a:cubicBezTo>
                  <a:pt x="45936" y="40724"/>
                  <a:pt x="47026" y="37199"/>
                  <a:pt x="48354" y="32151"/>
                </a:cubicBezTo>
                <a:cubicBezTo>
                  <a:pt x="49681" y="27102"/>
                  <a:pt x="50345" y="22720"/>
                  <a:pt x="50345" y="19005"/>
                </a:cubicBezTo>
                <a:cubicBezTo>
                  <a:pt x="50345" y="14813"/>
                  <a:pt x="49492" y="11622"/>
                  <a:pt x="47785" y="9431"/>
                </a:cubicBezTo>
                <a:cubicBezTo>
                  <a:pt x="45510" y="6573"/>
                  <a:pt x="42476" y="5144"/>
                  <a:pt x="38683" y="5144"/>
                </a:cubicBezTo>
                <a:cubicBezTo>
                  <a:pt x="32710" y="5144"/>
                  <a:pt x="27448" y="7907"/>
                  <a:pt x="22897" y="13432"/>
                </a:cubicBezTo>
                <a:cubicBezTo>
                  <a:pt x="19389" y="17623"/>
                  <a:pt x="16782" y="23196"/>
                  <a:pt x="15075" y="30150"/>
                </a:cubicBezTo>
                <a:cubicBezTo>
                  <a:pt x="13368" y="37104"/>
                  <a:pt x="12468" y="42344"/>
                  <a:pt x="12373" y="4586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180" name="pdf-path-285">
            <a:extLst xmlns:a="http://schemas.openxmlformats.org/drawingml/2006/main">
              <a:ext uri="{FF2B5EF4-FFF2-40B4-BE49-F238E27FC236}">
                <a16:creationId xmlns:a16="http://schemas.microsoft.com/office/drawing/2014/main" id="{ECA13923-83D4-494A-98D3-83CD91E5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4748" y="978475"/>
            <a:ext cx="58167" cy="64921"/>
          </a:xfrm>
          <a:custGeom xmlns:a="http://schemas.openxmlformats.org/drawingml/2006/main">
            <a:pathLst>
              <a:path w="58167" h="64921">
                <a:moveTo>
                  <a:pt x="0" y="22339"/>
                </a:moveTo>
                <a:cubicBezTo>
                  <a:pt x="95" y="22053"/>
                  <a:pt x="190" y="21672"/>
                  <a:pt x="284" y="21196"/>
                </a:cubicBezTo>
                <a:cubicBezTo>
                  <a:pt x="379" y="20719"/>
                  <a:pt x="616" y="19671"/>
                  <a:pt x="995" y="18052"/>
                </a:cubicBezTo>
                <a:cubicBezTo>
                  <a:pt x="1375" y="16432"/>
                  <a:pt x="1849" y="14956"/>
                  <a:pt x="2418" y="13622"/>
                </a:cubicBezTo>
                <a:cubicBezTo>
                  <a:pt x="2986" y="12289"/>
                  <a:pt x="3697" y="10717"/>
                  <a:pt x="4551" y="8907"/>
                </a:cubicBezTo>
                <a:cubicBezTo>
                  <a:pt x="5404" y="7097"/>
                  <a:pt x="6352" y="5668"/>
                  <a:pt x="7395" y="4620"/>
                </a:cubicBezTo>
                <a:cubicBezTo>
                  <a:pt x="8438" y="3572"/>
                  <a:pt x="9670" y="2524"/>
                  <a:pt x="11093" y="1477"/>
                </a:cubicBezTo>
                <a:cubicBezTo>
                  <a:pt x="12515" y="429"/>
                  <a:pt x="14080" y="0"/>
                  <a:pt x="15786" y="191"/>
                </a:cubicBezTo>
                <a:cubicBezTo>
                  <a:pt x="18536" y="191"/>
                  <a:pt x="20953" y="762"/>
                  <a:pt x="23039" y="1905"/>
                </a:cubicBezTo>
                <a:cubicBezTo>
                  <a:pt x="25125" y="3048"/>
                  <a:pt x="26595" y="4096"/>
                  <a:pt x="27448" y="5049"/>
                </a:cubicBezTo>
                <a:cubicBezTo>
                  <a:pt x="28301" y="6001"/>
                  <a:pt x="28823" y="6954"/>
                  <a:pt x="29012" y="7907"/>
                </a:cubicBezTo>
                <a:cubicBezTo>
                  <a:pt x="29202" y="8478"/>
                  <a:pt x="29344" y="8764"/>
                  <a:pt x="29439" y="8764"/>
                </a:cubicBezTo>
                <a:cubicBezTo>
                  <a:pt x="29534" y="8764"/>
                  <a:pt x="29913" y="8431"/>
                  <a:pt x="30577" y="7764"/>
                </a:cubicBezTo>
                <a:cubicBezTo>
                  <a:pt x="35128" y="2810"/>
                  <a:pt x="40390" y="333"/>
                  <a:pt x="46363" y="333"/>
                </a:cubicBezTo>
                <a:lnTo>
                  <a:pt x="46790" y="333"/>
                </a:lnTo>
                <a:cubicBezTo>
                  <a:pt x="51340" y="333"/>
                  <a:pt x="54754" y="2286"/>
                  <a:pt x="57029" y="6192"/>
                </a:cubicBezTo>
                <a:cubicBezTo>
                  <a:pt x="57788" y="8002"/>
                  <a:pt x="58167" y="9764"/>
                  <a:pt x="58167" y="11479"/>
                </a:cubicBezTo>
                <a:cubicBezTo>
                  <a:pt x="58167" y="14337"/>
                  <a:pt x="57551" y="16623"/>
                  <a:pt x="56318" y="18338"/>
                </a:cubicBezTo>
                <a:cubicBezTo>
                  <a:pt x="55085" y="20052"/>
                  <a:pt x="53853" y="21148"/>
                  <a:pt x="52621" y="21624"/>
                </a:cubicBezTo>
                <a:cubicBezTo>
                  <a:pt x="51388" y="22101"/>
                  <a:pt x="50203" y="22291"/>
                  <a:pt x="49065" y="22196"/>
                </a:cubicBezTo>
                <a:cubicBezTo>
                  <a:pt x="47169" y="22196"/>
                  <a:pt x="45652" y="21672"/>
                  <a:pt x="44514" y="20624"/>
                </a:cubicBezTo>
                <a:cubicBezTo>
                  <a:pt x="43376" y="19576"/>
                  <a:pt x="42808" y="18195"/>
                  <a:pt x="42808" y="16480"/>
                </a:cubicBezTo>
                <a:cubicBezTo>
                  <a:pt x="42808" y="11908"/>
                  <a:pt x="45462" y="8859"/>
                  <a:pt x="50771" y="7335"/>
                </a:cubicBezTo>
                <a:cubicBezTo>
                  <a:pt x="48686" y="6097"/>
                  <a:pt x="46979" y="5477"/>
                  <a:pt x="45652" y="5477"/>
                </a:cubicBezTo>
                <a:cubicBezTo>
                  <a:pt x="40342" y="5477"/>
                  <a:pt x="35459" y="9002"/>
                  <a:pt x="31003" y="16051"/>
                </a:cubicBezTo>
                <a:cubicBezTo>
                  <a:pt x="30055" y="17576"/>
                  <a:pt x="29344" y="19147"/>
                  <a:pt x="28870" y="20767"/>
                </a:cubicBezTo>
                <a:cubicBezTo>
                  <a:pt x="28396" y="22386"/>
                  <a:pt x="26784" y="28721"/>
                  <a:pt x="24035" y="39772"/>
                </a:cubicBezTo>
                <a:cubicBezTo>
                  <a:pt x="20811" y="53108"/>
                  <a:pt x="18962" y="60205"/>
                  <a:pt x="18488" y="61062"/>
                </a:cubicBezTo>
                <a:cubicBezTo>
                  <a:pt x="17255" y="63634"/>
                  <a:pt x="15217" y="64921"/>
                  <a:pt x="12373" y="64921"/>
                </a:cubicBezTo>
                <a:cubicBezTo>
                  <a:pt x="11140" y="64921"/>
                  <a:pt x="10145" y="64635"/>
                  <a:pt x="9386" y="64063"/>
                </a:cubicBezTo>
                <a:cubicBezTo>
                  <a:pt x="8628" y="63491"/>
                  <a:pt x="8106" y="62920"/>
                  <a:pt x="7822" y="62348"/>
                </a:cubicBezTo>
                <a:cubicBezTo>
                  <a:pt x="7537" y="61777"/>
                  <a:pt x="7442" y="61300"/>
                  <a:pt x="7537" y="60920"/>
                </a:cubicBezTo>
                <a:cubicBezTo>
                  <a:pt x="7537" y="59681"/>
                  <a:pt x="9434" y="51489"/>
                  <a:pt x="13226" y="36342"/>
                </a:cubicBezTo>
                <a:cubicBezTo>
                  <a:pt x="17019" y="21196"/>
                  <a:pt x="18915" y="12765"/>
                  <a:pt x="18915" y="11050"/>
                </a:cubicBezTo>
                <a:cubicBezTo>
                  <a:pt x="18915" y="7335"/>
                  <a:pt x="17682" y="5477"/>
                  <a:pt x="15217" y="5477"/>
                </a:cubicBezTo>
                <a:cubicBezTo>
                  <a:pt x="13226" y="5477"/>
                  <a:pt x="11520" y="6811"/>
                  <a:pt x="10097" y="9478"/>
                </a:cubicBezTo>
                <a:cubicBezTo>
                  <a:pt x="8675" y="12146"/>
                  <a:pt x="7537" y="15051"/>
                  <a:pt x="6684" y="18195"/>
                </a:cubicBezTo>
                <a:cubicBezTo>
                  <a:pt x="5831" y="21338"/>
                  <a:pt x="5309" y="23053"/>
                  <a:pt x="5120" y="23339"/>
                </a:cubicBezTo>
                <a:cubicBezTo>
                  <a:pt x="4930" y="23529"/>
                  <a:pt x="4171" y="23625"/>
                  <a:pt x="2844" y="23625"/>
                </a:cubicBezTo>
                <a:lnTo>
                  <a:pt x="853" y="23625"/>
                </a:lnTo>
                <a:cubicBezTo>
                  <a:pt x="284" y="23053"/>
                  <a:pt x="0" y="22624"/>
                  <a:pt x="0" y="2233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181" name="pdf-path-287">
            <a:extLst xmlns:a="http://schemas.openxmlformats.org/drawingml/2006/main">
              <a:ext uri="{FF2B5EF4-FFF2-40B4-BE49-F238E27FC236}">
                <a16:creationId xmlns:a16="http://schemas.microsoft.com/office/drawing/2014/main" id="{7EAC72EB-C398-4BA3-90BC-2D8E1C9E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595" y="978808"/>
            <a:ext cx="67269" cy="64444"/>
          </a:xfrm>
          <a:custGeom xmlns:a="http://schemas.openxmlformats.org/drawingml/2006/main">
            <a:pathLst>
              <a:path w="67269" h="64444">
                <a:moveTo>
                  <a:pt x="0" y="40581"/>
                </a:moveTo>
                <a:cubicBezTo>
                  <a:pt x="0" y="30960"/>
                  <a:pt x="3603" y="21815"/>
                  <a:pt x="10808" y="13146"/>
                </a:cubicBezTo>
                <a:cubicBezTo>
                  <a:pt x="18014" y="4477"/>
                  <a:pt x="26121" y="95"/>
                  <a:pt x="35128" y="0"/>
                </a:cubicBezTo>
                <a:cubicBezTo>
                  <a:pt x="39963" y="0"/>
                  <a:pt x="44230" y="2334"/>
                  <a:pt x="47927" y="7002"/>
                </a:cubicBezTo>
                <a:cubicBezTo>
                  <a:pt x="49444" y="4144"/>
                  <a:pt x="51625" y="2715"/>
                  <a:pt x="54469" y="2715"/>
                </a:cubicBezTo>
                <a:cubicBezTo>
                  <a:pt x="55702" y="2715"/>
                  <a:pt x="56792" y="3096"/>
                  <a:pt x="57740" y="3858"/>
                </a:cubicBezTo>
                <a:cubicBezTo>
                  <a:pt x="58688" y="4620"/>
                  <a:pt x="59163" y="5573"/>
                  <a:pt x="59163" y="6716"/>
                </a:cubicBezTo>
                <a:cubicBezTo>
                  <a:pt x="59163" y="7954"/>
                  <a:pt x="57409" y="15575"/>
                  <a:pt x="53900" y="29579"/>
                </a:cubicBezTo>
                <a:cubicBezTo>
                  <a:pt x="50393" y="43582"/>
                  <a:pt x="48591" y="51489"/>
                  <a:pt x="48496" y="53299"/>
                </a:cubicBezTo>
                <a:cubicBezTo>
                  <a:pt x="48496" y="55680"/>
                  <a:pt x="48828" y="57252"/>
                  <a:pt x="49492" y="58014"/>
                </a:cubicBezTo>
                <a:cubicBezTo>
                  <a:pt x="50155" y="58776"/>
                  <a:pt x="51151" y="59205"/>
                  <a:pt x="52478" y="59300"/>
                </a:cubicBezTo>
                <a:cubicBezTo>
                  <a:pt x="53332" y="59205"/>
                  <a:pt x="54280" y="58776"/>
                  <a:pt x="55323" y="58014"/>
                </a:cubicBezTo>
                <a:cubicBezTo>
                  <a:pt x="57314" y="56109"/>
                  <a:pt x="59257" y="51536"/>
                  <a:pt x="61154" y="44297"/>
                </a:cubicBezTo>
                <a:cubicBezTo>
                  <a:pt x="61723" y="42391"/>
                  <a:pt x="62196" y="41391"/>
                  <a:pt x="62576" y="41296"/>
                </a:cubicBezTo>
                <a:cubicBezTo>
                  <a:pt x="62766" y="41201"/>
                  <a:pt x="63239" y="41153"/>
                  <a:pt x="63998" y="41153"/>
                </a:cubicBezTo>
                <a:lnTo>
                  <a:pt x="64567" y="41153"/>
                </a:lnTo>
                <a:cubicBezTo>
                  <a:pt x="66368" y="41153"/>
                  <a:pt x="67269" y="41581"/>
                  <a:pt x="67269" y="42439"/>
                </a:cubicBezTo>
                <a:cubicBezTo>
                  <a:pt x="67269" y="43011"/>
                  <a:pt x="67032" y="44297"/>
                  <a:pt x="66558" y="46297"/>
                </a:cubicBezTo>
                <a:cubicBezTo>
                  <a:pt x="66084" y="48297"/>
                  <a:pt x="65136" y="50870"/>
                  <a:pt x="63713" y="54013"/>
                </a:cubicBezTo>
                <a:cubicBezTo>
                  <a:pt x="62292" y="57157"/>
                  <a:pt x="60774" y="59538"/>
                  <a:pt x="59163" y="61158"/>
                </a:cubicBezTo>
                <a:cubicBezTo>
                  <a:pt x="57930" y="62396"/>
                  <a:pt x="56413" y="63396"/>
                  <a:pt x="54611" y="64158"/>
                </a:cubicBezTo>
                <a:cubicBezTo>
                  <a:pt x="53853" y="64349"/>
                  <a:pt x="52715" y="64444"/>
                  <a:pt x="51198" y="64444"/>
                </a:cubicBezTo>
                <a:cubicBezTo>
                  <a:pt x="47975" y="64444"/>
                  <a:pt x="45273" y="63730"/>
                  <a:pt x="43092" y="62301"/>
                </a:cubicBezTo>
                <a:cubicBezTo>
                  <a:pt x="40911" y="60872"/>
                  <a:pt x="39489" y="59396"/>
                  <a:pt x="38825" y="57871"/>
                </a:cubicBezTo>
                <a:lnTo>
                  <a:pt x="37972" y="55728"/>
                </a:lnTo>
                <a:cubicBezTo>
                  <a:pt x="37877" y="55633"/>
                  <a:pt x="37688" y="55680"/>
                  <a:pt x="37403" y="55871"/>
                </a:cubicBezTo>
                <a:cubicBezTo>
                  <a:pt x="37213" y="56061"/>
                  <a:pt x="37024" y="56252"/>
                  <a:pt x="36835" y="56442"/>
                </a:cubicBezTo>
                <a:cubicBezTo>
                  <a:pt x="31240" y="61777"/>
                  <a:pt x="25552" y="64444"/>
                  <a:pt x="19768" y="64444"/>
                </a:cubicBezTo>
                <a:cubicBezTo>
                  <a:pt x="14553" y="64444"/>
                  <a:pt x="9955" y="62539"/>
                  <a:pt x="5973" y="58729"/>
                </a:cubicBezTo>
                <a:cubicBezTo>
                  <a:pt x="1991" y="54918"/>
                  <a:pt x="0" y="48869"/>
                  <a:pt x="0" y="40581"/>
                </a:cubicBezTo>
                <a:moveTo>
                  <a:pt x="45225" y="16147"/>
                </a:moveTo>
                <a:cubicBezTo>
                  <a:pt x="45225" y="15575"/>
                  <a:pt x="44988" y="14527"/>
                  <a:pt x="44514" y="13003"/>
                </a:cubicBezTo>
                <a:cubicBezTo>
                  <a:pt x="44040" y="11479"/>
                  <a:pt x="42950" y="9812"/>
                  <a:pt x="41243" y="8002"/>
                </a:cubicBezTo>
                <a:cubicBezTo>
                  <a:pt x="39537" y="6192"/>
                  <a:pt x="37356" y="5239"/>
                  <a:pt x="34701" y="5144"/>
                </a:cubicBezTo>
                <a:cubicBezTo>
                  <a:pt x="31383" y="5144"/>
                  <a:pt x="28207" y="6621"/>
                  <a:pt x="25172" y="9574"/>
                </a:cubicBezTo>
                <a:cubicBezTo>
                  <a:pt x="22138" y="12527"/>
                  <a:pt x="19768" y="16385"/>
                  <a:pt x="18062" y="21148"/>
                </a:cubicBezTo>
                <a:cubicBezTo>
                  <a:pt x="15312" y="28674"/>
                  <a:pt x="13368" y="36485"/>
                  <a:pt x="12231" y="44582"/>
                </a:cubicBezTo>
                <a:cubicBezTo>
                  <a:pt x="12231" y="44868"/>
                  <a:pt x="12231" y="45392"/>
                  <a:pt x="12231" y="46154"/>
                </a:cubicBezTo>
                <a:cubicBezTo>
                  <a:pt x="12231" y="46916"/>
                  <a:pt x="12183" y="47488"/>
                  <a:pt x="12088" y="47869"/>
                </a:cubicBezTo>
                <a:cubicBezTo>
                  <a:pt x="12088" y="52156"/>
                  <a:pt x="12942" y="55109"/>
                  <a:pt x="14649" y="56728"/>
                </a:cubicBezTo>
                <a:cubicBezTo>
                  <a:pt x="16355" y="58348"/>
                  <a:pt x="18393" y="59205"/>
                  <a:pt x="20764" y="59300"/>
                </a:cubicBezTo>
                <a:cubicBezTo>
                  <a:pt x="24367" y="59300"/>
                  <a:pt x="27922" y="57728"/>
                  <a:pt x="31430" y="54585"/>
                </a:cubicBezTo>
                <a:cubicBezTo>
                  <a:pt x="34938" y="51441"/>
                  <a:pt x="37024" y="49012"/>
                  <a:pt x="37688" y="47297"/>
                </a:cubicBezTo>
                <a:cubicBezTo>
                  <a:pt x="37877" y="46916"/>
                  <a:pt x="39157" y="41820"/>
                  <a:pt x="41527" y="32008"/>
                </a:cubicBezTo>
                <a:cubicBezTo>
                  <a:pt x="43898" y="22196"/>
                  <a:pt x="45130" y="16909"/>
                  <a:pt x="45225" y="1614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182" name="pdf-path-289">
            <a:extLst xmlns:a="http://schemas.openxmlformats.org/drawingml/2006/main">
              <a:ext uri="{FF2B5EF4-FFF2-40B4-BE49-F238E27FC236}">
                <a16:creationId xmlns:a16="http://schemas.microsoft.com/office/drawing/2014/main" id="{17F40343-C149-408A-BEE3-94990C98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838" y="952373"/>
            <a:ext cx="44230" cy="91022"/>
          </a:xfrm>
          <a:custGeom xmlns:a="http://schemas.openxmlformats.org/drawingml/2006/main">
            <a:pathLst>
              <a:path w="44230" h="91022">
                <a:moveTo>
                  <a:pt x="996" y="34437"/>
                </a:moveTo>
                <a:cubicBezTo>
                  <a:pt x="332" y="33770"/>
                  <a:pt x="0" y="33294"/>
                  <a:pt x="0" y="33008"/>
                </a:cubicBezTo>
                <a:cubicBezTo>
                  <a:pt x="0" y="32627"/>
                  <a:pt x="142" y="31865"/>
                  <a:pt x="427" y="30722"/>
                </a:cubicBezTo>
                <a:cubicBezTo>
                  <a:pt x="711" y="29579"/>
                  <a:pt x="948" y="28912"/>
                  <a:pt x="1138" y="28721"/>
                </a:cubicBezTo>
                <a:cubicBezTo>
                  <a:pt x="1328" y="28245"/>
                  <a:pt x="1754" y="28007"/>
                  <a:pt x="2418" y="28007"/>
                </a:cubicBezTo>
                <a:cubicBezTo>
                  <a:pt x="3081" y="28007"/>
                  <a:pt x="5499" y="27959"/>
                  <a:pt x="9671" y="27864"/>
                </a:cubicBezTo>
                <a:lnTo>
                  <a:pt x="17208" y="27864"/>
                </a:lnTo>
                <a:lnTo>
                  <a:pt x="19911" y="16433"/>
                </a:lnTo>
                <a:cubicBezTo>
                  <a:pt x="20195" y="15385"/>
                  <a:pt x="20527" y="14003"/>
                  <a:pt x="20906" y="12289"/>
                </a:cubicBezTo>
                <a:cubicBezTo>
                  <a:pt x="21286" y="10574"/>
                  <a:pt x="21617" y="9336"/>
                  <a:pt x="21902" y="8573"/>
                </a:cubicBezTo>
                <a:cubicBezTo>
                  <a:pt x="22186" y="7812"/>
                  <a:pt x="22471" y="6859"/>
                  <a:pt x="22755" y="5716"/>
                </a:cubicBezTo>
                <a:cubicBezTo>
                  <a:pt x="23039" y="4573"/>
                  <a:pt x="23419" y="3763"/>
                  <a:pt x="23893" y="3286"/>
                </a:cubicBezTo>
                <a:cubicBezTo>
                  <a:pt x="24367" y="2810"/>
                  <a:pt x="24841" y="2239"/>
                  <a:pt x="25315" y="1572"/>
                </a:cubicBezTo>
                <a:cubicBezTo>
                  <a:pt x="25789" y="905"/>
                  <a:pt x="26453" y="476"/>
                  <a:pt x="27306" y="286"/>
                </a:cubicBezTo>
                <a:cubicBezTo>
                  <a:pt x="28159" y="95"/>
                  <a:pt x="29013" y="0"/>
                  <a:pt x="29866" y="0"/>
                </a:cubicBezTo>
                <a:cubicBezTo>
                  <a:pt x="31573" y="95"/>
                  <a:pt x="32758" y="619"/>
                  <a:pt x="33421" y="1572"/>
                </a:cubicBezTo>
                <a:cubicBezTo>
                  <a:pt x="34085" y="2525"/>
                  <a:pt x="34417" y="3430"/>
                  <a:pt x="34417" y="4287"/>
                </a:cubicBezTo>
                <a:cubicBezTo>
                  <a:pt x="34417" y="4954"/>
                  <a:pt x="33990" y="7192"/>
                  <a:pt x="33137" y="11003"/>
                </a:cubicBezTo>
                <a:cubicBezTo>
                  <a:pt x="32284" y="14813"/>
                  <a:pt x="31335" y="18576"/>
                  <a:pt x="30292" y="22291"/>
                </a:cubicBezTo>
                <a:lnTo>
                  <a:pt x="28870" y="27578"/>
                </a:lnTo>
                <a:cubicBezTo>
                  <a:pt x="28870" y="27769"/>
                  <a:pt x="31241" y="27864"/>
                  <a:pt x="35981" y="27864"/>
                </a:cubicBezTo>
                <a:lnTo>
                  <a:pt x="43234" y="27864"/>
                </a:lnTo>
                <a:cubicBezTo>
                  <a:pt x="43898" y="28531"/>
                  <a:pt x="44230" y="29055"/>
                  <a:pt x="44230" y="29436"/>
                </a:cubicBezTo>
                <a:cubicBezTo>
                  <a:pt x="44230" y="31531"/>
                  <a:pt x="43614" y="33199"/>
                  <a:pt x="42381" y="34437"/>
                </a:cubicBezTo>
                <a:lnTo>
                  <a:pt x="27164" y="34437"/>
                </a:lnTo>
                <a:lnTo>
                  <a:pt x="22044" y="55156"/>
                </a:lnTo>
                <a:cubicBezTo>
                  <a:pt x="18346" y="70398"/>
                  <a:pt x="16497" y="78591"/>
                  <a:pt x="16497" y="79734"/>
                </a:cubicBezTo>
                <a:cubicBezTo>
                  <a:pt x="16497" y="83735"/>
                  <a:pt x="17777" y="85735"/>
                  <a:pt x="20337" y="85735"/>
                </a:cubicBezTo>
                <a:cubicBezTo>
                  <a:pt x="23656" y="85735"/>
                  <a:pt x="26879" y="84116"/>
                  <a:pt x="30008" y="80877"/>
                </a:cubicBezTo>
                <a:cubicBezTo>
                  <a:pt x="33137" y="77638"/>
                  <a:pt x="35649" y="73637"/>
                  <a:pt x="37546" y="68874"/>
                </a:cubicBezTo>
                <a:cubicBezTo>
                  <a:pt x="37735" y="68302"/>
                  <a:pt x="37973" y="67969"/>
                  <a:pt x="38257" y="67874"/>
                </a:cubicBezTo>
                <a:cubicBezTo>
                  <a:pt x="38541" y="67778"/>
                  <a:pt x="39252" y="67683"/>
                  <a:pt x="40390" y="67588"/>
                </a:cubicBezTo>
                <a:lnTo>
                  <a:pt x="40959" y="67588"/>
                </a:lnTo>
                <a:cubicBezTo>
                  <a:pt x="42381" y="67588"/>
                  <a:pt x="43092" y="67969"/>
                  <a:pt x="43092" y="68731"/>
                </a:cubicBezTo>
                <a:cubicBezTo>
                  <a:pt x="43092" y="69017"/>
                  <a:pt x="42950" y="69588"/>
                  <a:pt x="42665" y="70446"/>
                </a:cubicBezTo>
                <a:cubicBezTo>
                  <a:pt x="42191" y="71970"/>
                  <a:pt x="41338" y="73780"/>
                  <a:pt x="40106" y="75876"/>
                </a:cubicBezTo>
                <a:cubicBezTo>
                  <a:pt x="38873" y="77971"/>
                  <a:pt x="37261" y="80210"/>
                  <a:pt x="35270" y="82592"/>
                </a:cubicBezTo>
                <a:cubicBezTo>
                  <a:pt x="33279" y="84973"/>
                  <a:pt x="30861" y="86974"/>
                  <a:pt x="28017" y="88593"/>
                </a:cubicBezTo>
                <a:cubicBezTo>
                  <a:pt x="25173" y="90213"/>
                  <a:pt x="22281" y="91022"/>
                  <a:pt x="19342" y="91022"/>
                </a:cubicBezTo>
                <a:cubicBezTo>
                  <a:pt x="16497" y="91022"/>
                  <a:pt x="13795" y="90308"/>
                  <a:pt x="11235" y="88879"/>
                </a:cubicBezTo>
                <a:cubicBezTo>
                  <a:pt x="8675" y="87450"/>
                  <a:pt x="6827" y="84973"/>
                  <a:pt x="5689" y="81449"/>
                </a:cubicBezTo>
                <a:cubicBezTo>
                  <a:pt x="5499" y="80686"/>
                  <a:pt x="5404" y="79400"/>
                  <a:pt x="5404" y="77590"/>
                </a:cubicBezTo>
                <a:lnTo>
                  <a:pt x="5404" y="75018"/>
                </a:lnTo>
                <a:lnTo>
                  <a:pt x="10382" y="55014"/>
                </a:lnTo>
                <a:cubicBezTo>
                  <a:pt x="13701" y="41581"/>
                  <a:pt x="15407" y="34818"/>
                  <a:pt x="15502" y="34723"/>
                </a:cubicBezTo>
                <a:cubicBezTo>
                  <a:pt x="15502" y="34532"/>
                  <a:pt x="13084" y="34437"/>
                  <a:pt x="8249" y="34437"/>
                </a:cubicBezTo>
                <a:lnTo>
                  <a:pt x="996" y="3443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183" name="pdf-path-291">
            <a:extLst xmlns:a="http://schemas.openxmlformats.org/drawingml/2006/main">
              <a:ext uri="{FF2B5EF4-FFF2-40B4-BE49-F238E27FC236}">
                <a16:creationId xmlns:a16="http://schemas.microsoft.com/office/drawing/2014/main" id="{C6A91193-37DE-4D98-B71E-293B41AA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463" y="947372"/>
            <a:ext cx="39963" cy="96023"/>
          </a:xfrm>
          <a:custGeom xmlns:a="http://schemas.openxmlformats.org/drawingml/2006/main">
            <a:pathLst>
              <a:path w="39963" h="96023">
                <a:moveTo>
                  <a:pt x="23181" y="8716"/>
                </a:moveTo>
                <a:cubicBezTo>
                  <a:pt x="23181" y="6430"/>
                  <a:pt x="24082" y="4430"/>
                  <a:pt x="25883" y="2715"/>
                </a:cubicBezTo>
                <a:cubicBezTo>
                  <a:pt x="27685" y="1000"/>
                  <a:pt x="29771" y="95"/>
                  <a:pt x="32141" y="0"/>
                </a:cubicBezTo>
                <a:cubicBezTo>
                  <a:pt x="33848" y="0"/>
                  <a:pt x="35270" y="572"/>
                  <a:pt x="36408" y="1715"/>
                </a:cubicBezTo>
                <a:cubicBezTo>
                  <a:pt x="37545" y="2858"/>
                  <a:pt x="38162" y="4287"/>
                  <a:pt x="38256" y="6001"/>
                </a:cubicBezTo>
                <a:cubicBezTo>
                  <a:pt x="38256" y="8192"/>
                  <a:pt x="37308" y="10193"/>
                  <a:pt x="35412" y="12003"/>
                </a:cubicBezTo>
                <a:cubicBezTo>
                  <a:pt x="33516" y="13813"/>
                  <a:pt x="31430" y="14765"/>
                  <a:pt x="29154" y="14861"/>
                </a:cubicBezTo>
                <a:cubicBezTo>
                  <a:pt x="27732" y="14861"/>
                  <a:pt x="26405" y="14385"/>
                  <a:pt x="25172" y="13432"/>
                </a:cubicBezTo>
                <a:cubicBezTo>
                  <a:pt x="23940" y="12479"/>
                  <a:pt x="23276" y="10907"/>
                  <a:pt x="23181" y="8716"/>
                </a:cubicBezTo>
                <a:moveTo>
                  <a:pt x="0" y="53441"/>
                </a:moveTo>
                <a:cubicBezTo>
                  <a:pt x="0" y="52679"/>
                  <a:pt x="426" y="51203"/>
                  <a:pt x="1280" y="49012"/>
                </a:cubicBezTo>
                <a:cubicBezTo>
                  <a:pt x="2133" y="46821"/>
                  <a:pt x="3271" y="44392"/>
                  <a:pt x="4693" y="41724"/>
                </a:cubicBezTo>
                <a:cubicBezTo>
                  <a:pt x="6115" y="39057"/>
                  <a:pt x="8201" y="36628"/>
                  <a:pt x="10951" y="34437"/>
                </a:cubicBezTo>
                <a:cubicBezTo>
                  <a:pt x="13700" y="32246"/>
                  <a:pt x="16544" y="31198"/>
                  <a:pt x="19484" y="31293"/>
                </a:cubicBezTo>
                <a:cubicBezTo>
                  <a:pt x="23181" y="31293"/>
                  <a:pt x="26263" y="32389"/>
                  <a:pt x="28728" y="34580"/>
                </a:cubicBezTo>
                <a:cubicBezTo>
                  <a:pt x="31193" y="36771"/>
                  <a:pt x="32473" y="39724"/>
                  <a:pt x="32568" y="43439"/>
                </a:cubicBezTo>
                <a:cubicBezTo>
                  <a:pt x="32568" y="45059"/>
                  <a:pt x="31904" y="47726"/>
                  <a:pt x="30577" y="51441"/>
                </a:cubicBezTo>
                <a:cubicBezTo>
                  <a:pt x="29250" y="55156"/>
                  <a:pt x="27353" y="60157"/>
                  <a:pt x="24888" y="66445"/>
                </a:cubicBezTo>
                <a:cubicBezTo>
                  <a:pt x="22423" y="72732"/>
                  <a:pt x="20432" y="78114"/>
                  <a:pt x="18915" y="82592"/>
                </a:cubicBezTo>
                <a:cubicBezTo>
                  <a:pt x="18441" y="84687"/>
                  <a:pt x="18204" y="86211"/>
                  <a:pt x="18204" y="87164"/>
                </a:cubicBezTo>
                <a:cubicBezTo>
                  <a:pt x="18204" y="89546"/>
                  <a:pt x="19010" y="90736"/>
                  <a:pt x="20622" y="90736"/>
                </a:cubicBezTo>
                <a:cubicBezTo>
                  <a:pt x="21475" y="90736"/>
                  <a:pt x="22376" y="90593"/>
                  <a:pt x="23324" y="90308"/>
                </a:cubicBezTo>
                <a:cubicBezTo>
                  <a:pt x="24272" y="90022"/>
                  <a:pt x="25362" y="89355"/>
                  <a:pt x="26595" y="88307"/>
                </a:cubicBezTo>
                <a:cubicBezTo>
                  <a:pt x="27827" y="87259"/>
                  <a:pt x="29107" y="85592"/>
                  <a:pt x="30435" y="83306"/>
                </a:cubicBezTo>
                <a:cubicBezTo>
                  <a:pt x="31762" y="81020"/>
                  <a:pt x="32947" y="78210"/>
                  <a:pt x="33990" y="74875"/>
                </a:cubicBezTo>
                <a:cubicBezTo>
                  <a:pt x="34274" y="73732"/>
                  <a:pt x="34511" y="73065"/>
                  <a:pt x="34701" y="72875"/>
                </a:cubicBezTo>
                <a:cubicBezTo>
                  <a:pt x="34891" y="72684"/>
                  <a:pt x="35697" y="72589"/>
                  <a:pt x="37119" y="72589"/>
                </a:cubicBezTo>
                <a:cubicBezTo>
                  <a:pt x="39015" y="72589"/>
                  <a:pt x="39963" y="73065"/>
                  <a:pt x="39963" y="74018"/>
                </a:cubicBezTo>
                <a:cubicBezTo>
                  <a:pt x="39963" y="74780"/>
                  <a:pt x="39537" y="76257"/>
                  <a:pt x="38683" y="78448"/>
                </a:cubicBezTo>
                <a:cubicBezTo>
                  <a:pt x="37830" y="80639"/>
                  <a:pt x="36645" y="83068"/>
                  <a:pt x="35128" y="85735"/>
                </a:cubicBezTo>
                <a:cubicBezTo>
                  <a:pt x="33611" y="88402"/>
                  <a:pt x="31478" y="90784"/>
                  <a:pt x="28728" y="92880"/>
                </a:cubicBezTo>
                <a:cubicBezTo>
                  <a:pt x="25979" y="94975"/>
                  <a:pt x="23039" y="96023"/>
                  <a:pt x="19910" y="96023"/>
                </a:cubicBezTo>
                <a:cubicBezTo>
                  <a:pt x="16877" y="96023"/>
                  <a:pt x="14080" y="95023"/>
                  <a:pt x="11520" y="93023"/>
                </a:cubicBezTo>
                <a:cubicBezTo>
                  <a:pt x="8960" y="91022"/>
                  <a:pt x="7632" y="87974"/>
                  <a:pt x="7537" y="83878"/>
                </a:cubicBezTo>
                <a:cubicBezTo>
                  <a:pt x="7537" y="82258"/>
                  <a:pt x="7774" y="80734"/>
                  <a:pt x="8249" y="79305"/>
                </a:cubicBezTo>
                <a:cubicBezTo>
                  <a:pt x="8723" y="77876"/>
                  <a:pt x="10761" y="72446"/>
                  <a:pt x="14364" y="63015"/>
                </a:cubicBezTo>
                <a:cubicBezTo>
                  <a:pt x="17967" y="53394"/>
                  <a:pt x="20053" y="47631"/>
                  <a:pt x="20622" y="45725"/>
                </a:cubicBezTo>
                <a:cubicBezTo>
                  <a:pt x="21190" y="43820"/>
                  <a:pt x="21522" y="41963"/>
                  <a:pt x="21617" y="40153"/>
                </a:cubicBezTo>
                <a:cubicBezTo>
                  <a:pt x="21617" y="37866"/>
                  <a:pt x="20811" y="36723"/>
                  <a:pt x="19199" y="36723"/>
                </a:cubicBezTo>
                <a:lnTo>
                  <a:pt x="18915" y="36723"/>
                </a:lnTo>
                <a:cubicBezTo>
                  <a:pt x="16070" y="36723"/>
                  <a:pt x="13463" y="38295"/>
                  <a:pt x="11093" y="41439"/>
                </a:cubicBezTo>
                <a:cubicBezTo>
                  <a:pt x="8723" y="44582"/>
                  <a:pt x="6921" y="48583"/>
                  <a:pt x="5689" y="53441"/>
                </a:cubicBezTo>
                <a:cubicBezTo>
                  <a:pt x="5594" y="53537"/>
                  <a:pt x="5499" y="53680"/>
                  <a:pt x="5404" y="53870"/>
                </a:cubicBezTo>
                <a:cubicBezTo>
                  <a:pt x="5309" y="54061"/>
                  <a:pt x="5262" y="54204"/>
                  <a:pt x="5262" y="54299"/>
                </a:cubicBezTo>
                <a:cubicBezTo>
                  <a:pt x="5262" y="54394"/>
                  <a:pt x="5167" y="54489"/>
                  <a:pt x="4978" y="54585"/>
                </a:cubicBezTo>
                <a:cubicBezTo>
                  <a:pt x="4788" y="54680"/>
                  <a:pt x="4646" y="54727"/>
                  <a:pt x="4551" y="54727"/>
                </a:cubicBezTo>
                <a:cubicBezTo>
                  <a:pt x="4456" y="54727"/>
                  <a:pt x="4266" y="54727"/>
                  <a:pt x="3982" y="54727"/>
                </a:cubicBezTo>
                <a:cubicBezTo>
                  <a:pt x="3697" y="54727"/>
                  <a:pt x="3318" y="54727"/>
                  <a:pt x="2844" y="54727"/>
                </a:cubicBezTo>
                <a:lnTo>
                  <a:pt x="853" y="54727"/>
                </a:lnTo>
                <a:cubicBezTo>
                  <a:pt x="284" y="54156"/>
                  <a:pt x="0" y="53727"/>
                  <a:pt x="0" y="5344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184" name="pdf-path-293">
            <a:extLst xmlns:a="http://schemas.openxmlformats.org/drawingml/2006/main">
              <a:ext uri="{FF2B5EF4-FFF2-40B4-BE49-F238E27FC236}">
                <a16:creationId xmlns:a16="http://schemas.microsoft.com/office/drawing/2014/main" id="{DC992AA9-0308-4874-8EFE-2F6BCBDB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377" y="978808"/>
            <a:ext cx="62860" cy="64587"/>
          </a:xfrm>
          <a:custGeom xmlns:a="http://schemas.openxmlformats.org/drawingml/2006/main">
            <a:pathLst>
              <a:path w="62860" h="64587">
                <a:moveTo>
                  <a:pt x="23750" y="64587"/>
                </a:moveTo>
                <a:cubicBezTo>
                  <a:pt x="16639" y="64587"/>
                  <a:pt x="10903" y="62253"/>
                  <a:pt x="6542" y="57585"/>
                </a:cubicBezTo>
                <a:cubicBezTo>
                  <a:pt x="2181" y="52918"/>
                  <a:pt x="0" y="47297"/>
                  <a:pt x="0" y="40724"/>
                </a:cubicBezTo>
                <a:cubicBezTo>
                  <a:pt x="0" y="34532"/>
                  <a:pt x="1422" y="28674"/>
                  <a:pt x="4266" y="23149"/>
                </a:cubicBezTo>
                <a:cubicBezTo>
                  <a:pt x="7111" y="17623"/>
                  <a:pt x="10998" y="12813"/>
                  <a:pt x="15928" y="8716"/>
                </a:cubicBezTo>
                <a:cubicBezTo>
                  <a:pt x="23134" y="2905"/>
                  <a:pt x="30482" y="0"/>
                  <a:pt x="37972" y="0"/>
                </a:cubicBezTo>
                <a:cubicBezTo>
                  <a:pt x="41006" y="0"/>
                  <a:pt x="42902" y="48"/>
                  <a:pt x="43661" y="143"/>
                </a:cubicBezTo>
                <a:cubicBezTo>
                  <a:pt x="44893" y="429"/>
                  <a:pt x="46126" y="762"/>
                  <a:pt x="47359" y="1143"/>
                </a:cubicBezTo>
                <a:cubicBezTo>
                  <a:pt x="48591" y="1524"/>
                  <a:pt x="50250" y="2286"/>
                  <a:pt x="52336" y="3430"/>
                </a:cubicBezTo>
                <a:cubicBezTo>
                  <a:pt x="54422" y="4573"/>
                  <a:pt x="56129" y="6001"/>
                  <a:pt x="57456" y="7716"/>
                </a:cubicBezTo>
                <a:cubicBezTo>
                  <a:pt x="58783" y="9431"/>
                  <a:pt x="60016" y="11765"/>
                  <a:pt x="61154" y="14718"/>
                </a:cubicBezTo>
                <a:cubicBezTo>
                  <a:pt x="62292" y="17671"/>
                  <a:pt x="62860" y="21005"/>
                  <a:pt x="62860" y="24720"/>
                </a:cubicBezTo>
                <a:cubicBezTo>
                  <a:pt x="62860" y="34913"/>
                  <a:pt x="58783" y="44106"/>
                  <a:pt x="50630" y="52298"/>
                </a:cubicBezTo>
                <a:cubicBezTo>
                  <a:pt x="42476" y="60491"/>
                  <a:pt x="33516" y="64587"/>
                  <a:pt x="23750" y="64587"/>
                </a:cubicBezTo>
                <a:moveTo>
                  <a:pt x="12373" y="45868"/>
                </a:moveTo>
                <a:cubicBezTo>
                  <a:pt x="12373" y="50631"/>
                  <a:pt x="13606" y="54061"/>
                  <a:pt x="16070" y="56157"/>
                </a:cubicBezTo>
                <a:cubicBezTo>
                  <a:pt x="18536" y="58252"/>
                  <a:pt x="21333" y="59300"/>
                  <a:pt x="24462" y="59300"/>
                </a:cubicBezTo>
                <a:cubicBezTo>
                  <a:pt x="28633" y="59300"/>
                  <a:pt x="32568" y="57776"/>
                  <a:pt x="36266" y="54728"/>
                </a:cubicBezTo>
                <a:cubicBezTo>
                  <a:pt x="39963" y="51679"/>
                  <a:pt x="42902" y="47678"/>
                  <a:pt x="45083" y="42725"/>
                </a:cubicBezTo>
                <a:cubicBezTo>
                  <a:pt x="45936" y="40724"/>
                  <a:pt x="47026" y="37199"/>
                  <a:pt x="48354" y="32151"/>
                </a:cubicBezTo>
                <a:cubicBezTo>
                  <a:pt x="49681" y="27102"/>
                  <a:pt x="50345" y="22720"/>
                  <a:pt x="50345" y="19005"/>
                </a:cubicBezTo>
                <a:cubicBezTo>
                  <a:pt x="50345" y="14813"/>
                  <a:pt x="49492" y="11622"/>
                  <a:pt x="47785" y="9431"/>
                </a:cubicBezTo>
                <a:cubicBezTo>
                  <a:pt x="45510" y="6573"/>
                  <a:pt x="42476" y="5144"/>
                  <a:pt x="38683" y="5144"/>
                </a:cubicBezTo>
                <a:cubicBezTo>
                  <a:pt x="32710" y="5144"/>
                  <a:pt x="27448" y="7907"/>
                  <a:pt x="22897" y="13432"/>
                </a:cubicBezTo>
                <a:cubicBezTo>
                  <a:pt x="19389" y="17623"/>
                  <a:pt x="16782" y="23196"/>
                  <a:pt x="15075" y="30150"/>
                </a:cubicBezTo>
                <a:cubicBezTo>
                  <a:pt x="13368" y="37104"/>
                  <a:pt x="12468" y="42344"/>
                  <a:pt x="12373" y="4586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185" name="pdf-path-295">
            <a:extLst xmlns:a="http://schemas.openxmlformats.org/drawingml/2006/main">
              <a:ext uri="{FF2B5EF4-FFF2-40B4-BE49-F238E27FC236}">
                <a16:creationId xmlns:a16="http://schemas.microsoft.com/office/drawing/2014/main" id="{49DFF880-82CE-40EF-8704-58DF64A4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504" y="978570"/>
            <a:ext cx="79500" cy="64825"/>
          </a:xfrm>
          <a:custGeom xmlns:a="http://schemas.openxmlformats.org/drawingml/2006/main">
            <a:pathLst>
              <a:path w="79500" h="64825">
                <a:moveTo>
                  <a:pt x="0" y="22243"/>
                </a:moveTo>
                <a:cubicBezTo>
                  <a:pt x="95" y="21672"/>
                  <a:pt x="237" y="20910"/>
                  <a:pt x="426" y="19957"/>
                </a:cubicBezTo>
                <a:cubicBezTo>
                  <a:pt x="616" y="19005"/>
                  <a:pt x="1185" y="17195"/>
                  <a:pt x="2133" y="14527"/>
                </a:cubicBezTo>
                <a:cubicBezTo>
                  <a:pt x="3081" y="11860"/>
                  <a:pt x="4029" y="9621"/>
                  <a:pt x="4978" y="7811"/>
                </a:cubicBezTo>
                <a:cubicBezTo>
                  <a:pt x="5926" y="6001"/>
                  <a:pt x="7490" y="4239"/>
                  <a:pt x="9670" y="2524"/>
                </a:cubicBezTo>
                <a:cubicBezTo>
                  <a:pt x="11851" y="810"/>
                  <a:pt x="14032" y="0"/>
                  <a:pt x="16213" y="95"/>
                </a:cubicBezTo>
                <a:cubicBezTo>
                  <a:pt x="19626" y="95"/>
                  <a:pt x="22470" y="952"/>
                  <a:pt x="24746" y="2667"/>
                </a:cubicBezTo>
                <a:cubicBezTo>
                  <a:pt x="27021" y="4382"/>
                  <a:pt x="28443" y="6001"/>
                  <a:pt x="29012" y="7525"/>
                </a:cubicBezTo>
                <a:cubicBezTo>
                  <a:pt x="29581" y="9050"/>
                  <a:pt x="29866" y="10050"/>
                  <a:pt x="29866" y="10526"/>
                </a:cubicBezTo>
                <a:cubicBezTo>
                  <a:pt x="29866" y="10717"/>
                  <a:pt x="29913" y="10812"/>
                  <a:pt x="30008" y="10812"/>
                </a:cubicBezTo>
                <a:lnTo>
                  <a:pt x="31572" y="9240"/>
                </a:lnTo>
                <a:cubicBezTo>
                  <a:pt x="37356" y="3143"/>
                  <a:pt x="43945" y="95"/>
                  <a:pt x="51340" y="95"/>
                </a:cubicBezTo>
                <a:cubicBezTo>
                  <a:pt x="56460" y="95"/>
                  <a:pt x="60585" y="1381"/>
                  <a:pt x="63713" y="3953"/>
                </a:cubicBezTo>
                <a:cubicBezTo>
                  <a:pt x="66842" y="6525"/>
                  <a:pt x="68454" y="10288"/>
                  <a:pt x="68549" y="15242"/>
                </a:cubicBezTo>
                <a:cubicBezTo>
                  <a:pt x="68644" y="20195"/>
                  <a:pt x="66842" y="27673"/>
                  <a:pt x="63145" y="37676"/>
                </a:cubicBezTo>
                <a:cubicBezTo>
                  <a:pt x="59447" y="47678"/>
                  <a:pt x="57645" y="53727"/>
                  <a:pt x="57740" y="55823"/>
                </a:cubicBezTo>
                <a:cubicBezTo>
                  <a:pt x="57740" y="58300"/>
                  <a:pt x="58546" y="59538"/>
                  <a:pt x="60158" y="59538"/>
                </a:cubicBezTo>
                <a:cubicBezTo>
                  <a:pt x="60727" y="59538"/>
                  <a:pt x="61154" y="59491"/>
                  <a:pt x="61438" y="59395"/>
                </a:cubicBezTo>
                <a:cubicBezTo>
                  <a:pt x="64187" y="58919"/>
                  <a:pt x="66653" y="57109"/>
                  <a:pt x="68833" y="53966"/>
                </a:cubicBezTo>
                <a:cubicBezTo>
                  <a:pt x="71014" y="50822"/>
                  <a:pt x="72673" y="47011"/>
                  <a:pt x="73811" y="42534"/>
                </a:cubicBezTo>
                <a:cubicBezTo>
                  <a:pt x="74000" y="41772"/>
                  <a:pt x="74949" y="41391"/>
                  <a:pt x="76655" y="41391"/>
                </a:cubicBezTo>
                <a:cubicBezTo>
                  <a:pt x="78552" y="41391"/>
                  <a:pt x="79500" y="41772"/>
                  <a:pt x="79500" y="42534"/>
                </a:cubicBezTo>
                <a:cubicBezTo>
                  <a:pt x="79500" y="42629"/>
                  <a:pt x="79310" y="43344"/>
                  <a:pt x="78931" y="44677"/>
                </a:cubicBezTo>
                <a:cubicBezTo>
                  <a:pt x="78172" y="47440"/>
                  <a:pt x="77129" y="50155"/>
                  <a:pt x="75802" y="52822"/>
                </a:cubicBezTo>
                <a:cubicBezTo>
                  <a:pt x="74475" y="55490"/>
                  <a:pt x="72294" y="58157"/>
                  <a:pt x="69260" y="60824"/>
                </a:cubicBezTo>
                <a:cubicBezTo>
                  <a:pt x="66226" y="63491"/>
                  <a:pt x="62955" y="64778"/>
                  <a:pt x="59447" y="64682"/>
                </a:cubicBezTo>
                <a:cubicBezTo>
                  <a:pt x="54991" y="64682"/>
                  <a:pt x="51767" y="63396"/>
                  <a:pt x="49776" y="60824"/>
                </a:cubicBezTo>
                <a:cubicBezTo>
                  <a:pt x="47785" y="58252"/>
                  <a:pt x="46790" y="55585"/>
                  <a:pt x="46790" y="52822"/>
                </a:cubicBezTo>
                <a:cubicBezTo>
                  <a:pt x="46790" y="51012"/>
                  <a:pt x="48496" y="45297"/>
                  <a:pt x="51909" y="35675"/>
                </a:cubicBezTo>
                <a:cubicBezTo>
                  <a:pt x="55323" y="26054"/>
                  <a:pt x="57077" y="18814"/>
                  <a:pt x="57171" y="13956"/>
                </a:cubicBezTo>
                <a:cubicBezTo>
                  <a:pt x="57171" y="8335"/>
                  <a:pt x="55085" y="5525"/>
                  <a:pt x="50914" y="5525"/>
                </a:cubicBezTo>
                <a:lnTo>
                  <a:pt x="50203" y="5525"/>
                </a:lnTo>
                <a:cubicBezTo>
                  <a:pt x="42049" y="5525"/>
                  <a:pt x="35175" y="10336"/>
                  <a:pt x="29581" y="19957"/>
                </a:cubicBezTo>
                <a:lnTo>
                  <a:pt x="28585" y="21672"/>
                </a:lnTo>
                <a:lnTo>
                  <a:pt x="23893" y="40819"/>
                </a:lnTo>
                <a:cubicBezTo>
                  <a:pt x="20764" y="53299"/>
                  <a:pt x="18962" y="60014"/>
                  <a:pt x="18488" y="60967"/>
                </a:cubicBezTo>
                <a:cubicBezTo>
                  <a:pt x="17255" y="63539"/>
                  <a:pt x="15217" y="64825"/>
                  <a:pt x="12373" y="64825"/>
                </a:cubicBezTo>
                <a:cubicBezTo>
                  <a:pt x="11140" y="64825"/>
                  <a:pt x="10145" y="64539"/>
                  <a:pt x="9386" y="63968"/>
                </a:cubicBezTo>
                <a:cubicBezTo>
                  <a:pt x="8628" y="63396"/>
                  <a:pt x="8106" y="62825"/>
                  <a:pt x="7822" y="62253"/>
                </a:cubicBezTo>
                <a:cubicBezTo>
                  <a:pt x="7537" y="61682"/>
                  <a:pt x="7442" y="61205"/>
                  <a:pt x="7537" y="60824"/>
                </a:cubicBezTo>
                <a:cubicBezTo>
                  <a:pt x="7537" y="59586"/>
                  <a:pt x="9339" y="51822"/>
                  <a:pt x="12942" y="37533"/>
                </a:cubicBezTo>
                <a:cubicBezTo>
                  <a:pt x="16544" y="23244"/>
                  <a:pt x="18441" y="15480"/>
                  <a:pt x="18630" y="14241"/>
                </a:cubicBezTo>
                <a:cubicBezTo>
                  <a:pt x="18725" y="13765"/>
                  <a:pt x="18772" y="12670"/>
                  <a:pt x="18772" y="10955"/>
                </a:cubicBezTo>
                <a:cubicBezTo>
                  <a:pt x="18772" y="7240"/>
                  <a:pt x="17635" y="5382"/>
                  <a:pt x="15359" y="5382"/>
                </a:cubicBezTo>
                <a:cubicBezTo>
                  <a:pt x="11756" y="5382"/>
                  <a:pt x="8770" y="10145"/>
                  <a:pt x="6399" y="19671"/>
                </a:cubicBezTo>
                <a:cubicBezTo>
                  <a:pt x="5831" y="21577"/>
                  <a:pt x="5546" y="22577"/>
                  <a:pt x="5546" y="22672"/>
                </a:cubicBezTo>
                <a:cubicBezTo>
                  <a:pt x="5357" y="23244"/>
                  <a:pt x="4456" y="23529"/>
                  <a:pt x="2844" y="23529"/>
                </a:cubicBezTo>
                <a:lnTo>
                  <a:pt x="853" y="23529"/>
                </a:lnTo>
                <a:cubicBezTo>
                  <a:pt x="284" y="22958"/>
                  <a:pt x="0" y="22529"/>
                  <a:pt x="0" y="2224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186" name="pdf-path-297">
            <a:extLst xmlns:a="http://schemas.openxmlformats.org/drawingml/2006/main">
              <a:ext uri="{FF2B5EF4-FFF2-40B4-BE49-F238E27FC236}">
                <a16:creationId xmlns:a16="http://schemas.microsoft.com/office/drawing/2014/main" id="{C7BCA80A-B75F-42B2-A316-4966940E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3103" y="951870"/>
            <a:ext cx="109238" cy="184711"/>
          </a:xfrm>
          <a:custGeom xmlns:a="http://schemas.openxmlformats.org/drawingml/2006/main">
            <a:pathLst>
              <a:path w="109238" h="184711">
                <a:moveTo>
                  <a:pt x="1192" y="184711"/>
                </a:moveTo>
                <a:cubicBezTo>
                  <a:pt x="398" y="183889"/>
                  <a:pt x="0" y="183342"/>
                  <a:pt x="0" y="183068"/>
                </a:cubicBezTo>
                <a:cubicBezTo>
                  <a:pt x="0" y="182657"/>
                  <a:pt x="5230" y="160741"/>
                  <a:pt x="15691" y="117319"/>
                </a:cubicBezTo>
                <a:cubicBezTo>
                  <a:pt x="26151" y="73898"/>
                  <a:pt x="31713" y="51229"/>
                  <a:pt x="32374" y="49311"/>
                </a:cubicBezTo>
                <a:cubicBezTo>
                  <a:pt x="35287" y="39997"/>
                  <a:pt x="39061" y="31847"/>
                  <a:pt x="43695" y="24861"/>
                </a:cubicBezTo>
                <a:cubicBezTo>
                  <a:pt x="48329" y="17875"/>
                  <a:pt x="52699" y="12807"/>
                  <a:pt x="56804" y="9657"/>
                </a:cubicBezTo>
                <a:cubicBezTo>
                  <a:pt x="64219" y="3219"/>
                  <a:pt x="72163" y="0"/>
                  <a:pt x="80638" y="0"/>
                </a:cubicBezTo>
                <a:lnTo>
                  <a:pt x="81034" y="0"/>
                </a:lnTo>
                <a:cubicBezTo>
                  <a:pt x="89244" y="0"/>
                  <a:pt x="95997" y="2602"/>
                  <a:pt x="101293" y="7808"/>
                </a:cubicBezTo>
                <a:cubicBezTo>
                  <a:pt x="106589" y="13013"/>
                  <a:pt x="109238" y="19656"/>
                  <a:pt x="109238" y="27737"/>
                </a:cubicBezTo>
                <a:cubicBezTo>
                  <a:pt x="109238" y="42120"/>
                  <a:pt x="102352" y="54037"/>
                  <a:pt x="88582" y="63488"/>
                </a:cubicBezTo>
                <a:lnTo>
                  <a:pt x="91164" y="66159"/>
                </a:lnTo>
                <a:cubicBezTo>
                  <a:pt x="97916" y="73145"/>
                  <a:pt x="101293" y="82117"/>
                  <a:pt x="101293" y="93075"/>
                </a:cubicBezTo>
                <a:cubicBezTo>
                  <a:pt x="101293" y="108553"/>
                  <a:pt x="95665" y="121360"/>
                  <a:pt x="84411" y="131496"/>
                </a:cubicBezTo>
                <a:cubicBezTo>
                  <a:pt x="73156" y="141633"/>
                  <a:pt x="60511" y="146769"/>
                  <a:pt x="46475" y="146906"/>
                </a:cubicBezTo>
                <a:cubicBezTo>
                  <a:pt x="42503" y="146906"/>
                  <a:pt x="38929" y="146358"/>
                  <a:pt x="35751" y="145262"/>
                </a:cubicBezTo>
                <a:cubicBezTo>
                  <a:pt x="32573" y="144167"/>
                  <a:pt x="30057" y="142865"/>
                  <a:pt x="28204" y="141359"/>
                </a:cubicBezTo>
                <a:cubicBezTo>
                  <a:pt x="26350" y="139852"/>
                  <a:pt x="24893" y="138277"/>
                  <a:pt x="23834" y="136633"/>
                </a:cubicBezTo>
                <a:cubicBezTo>
                  <a:pt x="22775" y="134989"/>
                  <a:pt x="21980" y="133688"/>
                  <a:pt x="21450" y="132729"/>
                </a:cubicBezTo>
                <a:cubicBezTo>
                  <a:pt x="20921" y="131770"/>
                  <a:pt x="20590" y="131359"/>
                  <a:pt x="20457" y="131496"/>
                </a:cubicBezTo>
                <a:lnTo>
                  <a:pt x="7746" y="183478"/>
                </a:lnTo>
                <a:cubicBezTo>
                  <a:pt x="7481" y="184300"/>
                  <a:pt x="6157" y="184711"/>
                  <a:pt x="3774" y="184711"/>
                </a:cubicBezTo>
                <a:lnTo>
                  <a:pt x="1192" y="184711"/>
                </a:lnTo>
                <a:moveTo>
                  <a:pt x="65543" y="56297"/>
                </a:moveTo>
                <a:cubicBezTo>
                  <a:pt x="70707" y="56297"/>
                  <a:pt x="75606" y="57119"/>
                  <a:pt x="80240" y="58762"/>
                </a:cubicBezTo>
                <a:lnTo>
                  <a:pt x="81233" y="58146"/>
                </a:lnTo>
                <a:cubicBezTo>
                  <a:pt x="81762" y="57598"/>
                  <a:pt x="82226" y="57119"/>
                  <a:pt x="82623" y="56708"/>
                </a:cubicBezTo>
                <a:cubicBezTo>
                  <a:pt x="83021" y="56297"/>
                  <a:pt x="83683" y="55612"/>
                  <a:pt x="84610" y="54653"/>
                </a:cubicBezTo>
                <a:cubicBezTo>
                  <a:pt x="85537" y="53694"/>
                  <a:pt x="86331" y="52736"/>
                  <a:pt x="86993" y="51777"/>
                </a:cubicBezTo>
                <a:cubicBezTo>
                  <a:pt x="87655" y="50818"/>
                  <a:pt x="88383" y="49585"/>
                  <a:pt x="89177" y="48078"/>
                </a:cubicBezTo>
                <a:cubicBezTo>
                  <a:pt x="89972" y="46572"/>
                  <a:pt x="90766" y="44928"/>
                  <a:pt x="91561" y="43147"/>
                </a:cubicBezTo>
                <a:cubicBezTo>
                  <a:pt x="92355" y="41367"/>
                  <a:pt x="92952" y="39380"/>
                  <a:pt x="93348" y="37189"/>
                </a:cubicBezTo>
                <a:cubicBezTo>
                  <a:pt x="93746" y="34997"/>
                  <a:pt x="94275" y="32532"/>
                  <a:pt x="94937" y="29792"/>
                </a:cubicBezTo>
                <a:cubicBezTo>
                  <a:pt x="95202" y="28559"/>
                  <a:pt x="95335" y="26299"/>
                  <a:pt x="95335" y="23012"/>
                </a:cubicBezTo>
                <a:cubicBezTo>
                  <a:pt x="95335" y="20546"/>
                  <a:pt x="95269" y="18971"/>
                  <a:pt x="95136" y="18286"/>
                </a:cubicBezTo>
                <a:cubicBezTo>
                  <a:pt x="93150" y="11300"/>
                  <a:pt x="88118" y="7808"/>
                  <a:pt x="80041" y="7808"/>
                </a:cubicBezTo>
                <a:cubicBezTo>
                  <a:pt x="74480" y="7808"/>
                  <a:pt x="69250" y="9451"/>
                  <a:pt x="64351" y="12739"/>
                </a:cubicBezTo>
                <a:cubicBezTo>
                  <a:pt x="59452" y="16026"/>
                  <a:pt x="55414" y="20204"/>
                  <a:pt x="52235" y="25272"/>
                </a:cubicBezTo>
                <a:cubicBezTo>
                  <a:pt x="49057" y="30340"/>
                  <a:pt x="46475" y="34997"/>
                  <a:pt x="44490" y="39243"/>
                </a:cubicBezTo>
                <a:cubicBezTo>
                  <a:pt x="42503" y="43489"/>
                  <a:pt x="40981" y="47530"/>
                  <a:pt x="39922" y="51366"/>
                </a:cubicBezTo>
                <a:cubicBezTo>
                  <a:pt x="39259" y="53557"/>
                  <a:pt x="36743" y="63625"/>
                  <a:pt x="32374" y="81569"/>
                </a:cubicBezTo>
                <a:cubicBezTo>
                  <a:pt x="28005" y="99513"/>
                  <a:pt x="25754" y="109101"/>
                  <a:pt x="25621" y="110334"/>
                </a:cubicBezTo>
                <a:cubicBezTo>
                  <a:pt x="25489" y="111019"/>
                  <a:pt x="25423" y="112457"/>
                  <a:pt x="25423" y="114648"/>
                </a:cubicBezTo>
                <a:cubicBezTo>
                  <a:pt x="25423" y="121223"/>
                  <a:pt x="26879" y="126634"/>
                  <a:pt x="29792" y="130880"/>
                </a:cubicBezTo>
                <a:cubicBezTo>
                  <a:pt x="33897" y="136633"/>
                  <a:pt x="39657" y="139509"/>
                  <a:pt x="47072" y="139509"/>
                </a:cubicBezTo>
                <a:cubicBezTo>
                  <a:pt x="52633" y="139509"/>
                  <a:pt x="58525" y="137797"/>
                  <a:pt x="64748" y="134373"/>
                </a:cubicBezTo>
                <a:cubicBezTo>
                  <a:pt x="70971" y="130949"/>
                  <a:pt x="76003" y="125059"/>
                  <a:pt x="79843" y="116703"/>
                </a:cubicBezTo>
                <a:cubicBezTo>
                  <a:pt x="81961" y="112046"/>
                  <a:pt x="83550" y="106772"/>
                  <a:pt x="84610" y="100882"/>
                </a:cubicBezTo>
                <a:cubicBezTo>
                  <a:pt x="85668" y="94992"/>
                  <a:pt x="86199" y="90541"/>
                  <a:pt x="86199" y="87527"/>
                </a:cubicBezTo>
                <a:cubicBezTo>
                  <a:pt x="86199" y="79583"/>
                  <a:pt x="83882" y="73213"/>
                  <a:pt x="79247" y="68419"/>
                </a:cubicBezTo>
                <a:cubicBezTo>
                  <a:pt x="73686" y="70337"/>
                  <a:pt x="68720" y="71296"/>
                  <a:pt x="64351" y="71296"/>
                </a:cubicBezTo>
                <a:lnTo>
                  <a:pt x="62365" y="71296"/>
                </a:lnTo>
                <a:cubicBezTo>
                  <a:pt x="51905" y="71296"/>
                  <a:pt x="46674" y="69173"/>
                  <a:pt x="46674" y="64926"/>
                </a:cubicBezTo>
                <a:cubicBezTo>
                  <a:pt x="46674" y="63967"/>
                  <a:pt x="46873" y="63009"/>
                  <a:pt x="47271" y="62050"/>
                </a:cubicBezTo>
                <a:cubicBezTo>
                  <a:pt x="49124" y="58215"/>
                  <a:pt x="55215" y="56297"/>
                  <a:pt x="65543" y="56297"/>
                </a:cubicBezTo>
              </a:path>
            </a:pathLst>
          </a:custGeom>
          <a:solidFill xmlns:a="http://schemas.openxmlformats.org/drawingml/2006/main">
            <a:srgbClr val="FF66B3"/>
          </a:solidFill>
          <a:ln xmlns:a="http://schemas.openxmlformats.org/drawingml/2006/main" w="0">
            <a:solidFill>
              <a:srgbClr val="FF66B3">
                <a:alpha val="4000"/>
              </a:srgbClr>
            </a:solidFill>
            <a:prstDash val="solid"/>
          </a:ln>
        </p:spPr>
      </p:sp>
      <p:sp>
        <p:nvSpPr>
          <p:cNvPr id="187" name="pdf-path-299">
            <a:extLst xmlns:a="http://schemas.openxmlformats.org/drawingml/2006/main">
              <a:ext uri="{FF2B5EF4-FFF2-40B4-BE49-F238E27FC236}">
                <a16:creationId xmlns:a16="http://schemas.microsoft.com/office/drawing/2014/main" id="{3485C3BB-18A8-4C6B-8AFE-FA83300C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9620" y="942624"/>
            <a:ext cx="47469" cy="205463"/>
          </a:xfrm>
          <a:custGeom xmlns:a="http://schemas.openxmlformats.org/drawingml/2006/main">
            <a:pathLst>
              <a:path w="47469" h="205463">
                <a:moveTo>
                  <a:pt x="0" y="102732"/>
                </a:moveTo>
                <a:cubicBezTo>
                  <a:pt x="0" y="93280"/>
                  <a:pt x="662" y="84309"/>
                  <a:pt x="1987" y="75816"/>
                </a:cubicBezTo>
                <a:cubicBezTo>
                  <a:pt x="3310" y="67323"/>
                  <a:pt x="4833" y="59995"/>
                  <a:pt x="6554" y="53831"/>
                </a:cubicBezTo>
                <a:cubicBezTo>
                  <a:pt x="8276" y="47667"/>
                  <a:pt x="10725" y="41641"/>
                  <a:pt x="13903" y="35751"/>
                </a:cubicBezTo>
                <a:cubicBezTo>
                  <a:pt x="17081" y="29861"/>
                  <a:pt x="19596" y="25272"/>
                  <a:pt x="21450" y="21985"/>
                </a:cubicBezTo>
                <a:cubicBezTo>
                  <a:pt x="23304" y="18697"/>
                  <a:pt x="26084" y="15136"/>
                  <a:pt x="29792" y="11301"/>
                </a:cubicBezTo>
                <a:cubicBezTo>
                  <a:pt x="33499" y="7465"/>
                  <a:pt x="35684" y="5137"/>
                  <a:pt x="36347" y="4315"/>
                </a:cubicBezTo>
                <a:cubicBezTo>
                  <a:pt x="37008" y="3493"/>
                  <a:pt x="38664" y="2055"/>
                  <a:pt x="41312" y="0"/>
                </a:cubicBezTo>
                <a:lnTo>
                  <a:pt x="43893" y="0"/>
                </a:lnTo>
                <a:lnTo>
                  <a:pt x="44688" y="0"/>
                </a:lnTo>
                <a:cubicBezTo>
                  <a:pt x="46542" y="0"/>
                  <a:pt x="47469" y="617"/>
                  <a:pt x="47469" y="1849"/>
                </a:cubicBezTo>
                <a:cubicBezTo>
                  <a:pt x="47469" y="2260"/>
                  <a:pt x="46343" y="3698"/>
                  <a:pt x="44092" y="6164"/>
                </a:cubicBezTo>
                <a:cubicBezTo>
                  <a:pt x="41841" y="8629"/>
                  <a:pt x="39127" y="12259"/>
                  <a:pt x="35949" y="17054"/>
                </a:cubicBezTo>
                <a:cubicBezTo>
                  <a:pt x="32771" y="21848"/>
                  <a:pt x="29527" y="27738"/>
                  <a:pt x="26217" y="34723"/>
                </a:cubicBezTo>
                <a:cubicBezTo>
                  <a:pt x="22907" y="41709"/>
                  <a:pt x="20126" y="51160"/>
                  <a:pt x="17875" y="63077"/>
                </a:cubicBezTo>
                <a:cubicBezTo>
                  <a:pt x="15624" y="74994"/>
                  <a:pt x="14499" y="88212"/>
                  <a:pt x="14499" y="102732"/>
                </a:cubicBezTo>
                <a:cubicBezTo>
                  <a:pt x="14499" y="117251"/>
                  <a:pt x="15624" y="130401"/>
                  <a:pt x="17875" y="142181"/>
                </a:cubicBezTo>
                <a:cubicBezTo>
                  <a:pt x="20126" y="153961"/>
                  <a:pt x="22840" y="163480"/>
                  <a:pt x="26018" y="170740"/>
                </a:cubicBezTo>
                <a:cubicBezTo>
                  <a:pt x="29196" y="178000"/>
                  <a:pt x="32440" y="183890"/>
                  <a:pt x="35750" y="188410"/>
                </a:cubicBezTo>
                <a:cubicBezTo>
                  <a:pt x="39060" y="192930"/>
                  <a:pt x="41841" y="196560"/>
                  <a:pt x="44092" y="199299"/>
                </a:cubicBezTo>
                <a:cubicBezTo>
                  <a:pt x="46343" y="202039"/>
                  <a:pt x="47469" y="203477"/>
                  <a:pt x="47469" y="203614"/>
                </a:cubicBezTo>
                <a:cubicBezTo>
                  <a:pt x="47469" y="204847"/>
                  <a:pt x="46475" y="205463"/>
                  <a:pt x="44490" y="205463"/>
                </a:cubicBezTo>
                <a:lnTo>
                  <a:pt x="43893" y="205463"/>
                </a:lnTo>
                <a:lnTo>
                  <a:pt x="41312" y="205463"/>
                </a:lnTo>
                <a:lnTo>
                  <a:pt x="35750" y="200532"/>
                </a:lnTo>
                <a:cubicBezTo>
                  <a:pt x="23304" y="188889"/>
                  <a:pt x="14234" y="174370"/>
                  <a:pt x="8541" y="156974"/>
                </a:cubicBezTo>
                <a:cubicBezTo>
                  <a:pt x="2847" y="139578"/>
                  <a:pt x="0" y="121497"/>
                  <a:pt x="0" y="102732"/>
                </a:cubicBezTo>
              </a:path>
            </a:pathLst>
          </a:custGeom>
          <a:solidFill xmlns:a="http://schemas.openxmlformats.org/drawingml/2006/main">
            <a:srgbClr val="FF66B3"/>
          </a:solidFill>
          <a:ln xmlns:a="http://schemas.openxmlformats.org/drawingml/2006/main" w="0">
            <a:solidFill>
              <a:srgbClr val="FF66B3">
                <a:alpha val="4000"/>
              </a:srgbClr>
            </a:solidFill>
            <a:prstDash val="solid"/>
          </a:ln>
        </p:spPr>
      </p:sp>
      <p:sp>
        <p:nvSpPr>
          <p:cNvPr id="188" name="pdf-path-301">
            <a:extLst xmlns:a="http://schemas.openxmlformats.org/drawingml/2006/main">
              <a:ext uri="{FF2B5EF4-FFF2-40B4-BE49-F238E27FC236}">
                <a16:creationId xmlns:a16="http://schemas.microsoft.com/office/drawing/2014/main" id="{D38F3D25-EB67-432A-B090-85060EDB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5162" y="1005907"/>
            <a:ext cx="86000" cy="93075"/>
          </a:xfrm>
          <a:custGeom xmlns:a="http://schemas.openxmlformats.org/drawingml/2006/main">
            <a:pathLst>
              <a:path w="86000" h="93075">
                <a:moveTo>
                  <a:pt x="61968" y="21368"/>
                </a:moveTo>
                <a:cubicBezTo>
                  <a:pt x="60643" y="21368"/>
                  <a:pt x="57135" y="20615"/>
                  <a:pt x="51441" y="19108"/>
                </a:cubicBezTo>
                <a:cubicBezTo>
                  <a:pt x="45747" y="17601"/>
                  <a:pt x="41577" y="16848"/>
                  <a:pt x="38929" y="16848"/>
                </a:cubicBezTo>
                <a:cubicBezTo>
                  <a:pt x="36280" y="16848"/>
                  <a:pt x="34030" y="17122"/>
                  <a:pt x="32176" y="17670"/>
                </a:cubicBezTo>
                <a:cubicBezTo>
                  <a:pt x="30322" y="18218"/>
                  <a:pt x="28799" y="18903"/>
                  <a:pt x="27608" y="19724"/>
                </a:cubicBezTo>
                <a:cubicBezTo>
                  <a:pt x="26416" y="20546"/>
                  <a:pt x="25621" y="21300"/>
                  <a:pt x="25225" y="21985"/>
                </a:cubicBezTo>
                <a:cubicBezTo>
                  <a:pt x="24827" y="22669"/>
                  <a:pt x="24364" y="23423"/>
                  <a:pt x="23834" y="24245"/>
                </a:cubicBezTo>
                <a:lnTo>
                  <a:pt x="23437" y="25066"/>
                </a:lnTo>
                <a:cubicBezTo>
                  <a:pt x="23039" y="25477"/>
                  <a:pt x="22046" y="25683"/>
                  <a:pt x="20457" y="25683"/>
                </a:cubicBezTo>
                <a:cubicBezTo>
                  <a:pt x="17677" y="25683"/>
                  <a:pt x="16287" y="25135"/>
                  <a:pt x="16287" y="24039"/>
                </a:cubicBezTo>
                <a:cubicBezTo>
                  <a:pt x="16287" y="23354"/>
                  <a:pt x="16485" y="22395"/>
                  <a:pt x="16883" y="21163"/>
                </a:cubicBezTo>
                <a:cubicBezTo>
                  <a:pt x="18604" y="15821"/>
                  <a:pt x="21450" y="11232"/>
                  <a:pt x="25423" y="7397"/>
                </a:cubicBezTo>
                <a:cubicBezTo>
                  <a:pt x="29395" y="3561"/>
                  <a:pt x="33765" y="1233"/>
                  <a:pt x="38531" y="411"/>
                </a:cubicBezTo>
                <a:cubicBezTo>
                  <a:pt x="40120" y="137"/>
                  <a:pt x="41246" y="0"/>
                  <a:pt x="41908" y="0"/>
                </a:cubicBezTo>
                <a:cubicBezTo>
                  <a:pt x="45218" y="0"/>
                  <a:pt x="48197" y="1164"/>
                  <a:pt x="50845" y="3493"/>
                </a:cubicBezTo>
                <a:cubicBezTo>
                  <a:pt x="53494" y="5821"/>
                  <a:pt x="56009" y="8081"/>
                  <a:pt x="58393" y="10273"/>
                </a:cubicBezTo>
                <a:cubicBezTo>
                  <a:pt x="60776" y="12465"/>
                  <a:pt x="63292" y="13629"/>
                  <a:pt x="65940" y="13766"/>
                </a:cubicBezTo>
                <a:cubicBezTo>
                  <a:pt x="68853" y="13766"/>
                  <a:pt x="71766" y="11506"/>
                  <a:pt x="74679" y="6986"/>
                </a:cubicBezTo>
                <a:cubicBezTo>
                  <a:pt x="77591" y="2465"/>
                  <a:pt x="79115" y="205"/>
                  <a:pt x="79247" y="205"/>
                </a:cubicBezTo>
                <a:cubicBezTo>
                  <a:pt x="79379" y="68"/>
                  <a:pt x="80372" y="0"/>
                  <a:pt x="82226" y="0"/>
                </a:cubicBezTo>
                <a:lnTo>
                  <a:pt x="84808" y="0"/>
                </a:lnTo>
                <a:cubicBezTo>
                  <a:pt x="85603" y="822"/>
                  <a:pt x="86000" y="1370"/>
                  <a:pt x="86000" y="1644"/>
                </a:cubicBezTo>
                <a:cubicBezTo>
                  <a:pt x="86000" y="2191"/>
                  <a:pt x="85669" y="3150"/>
                  <a:pt x="85006" y="4520"/>
                </a:cubicBezTo>
                <a:cubicBezTo>
                  <a:pt x="84345" y="5890"/>
                  <a:pt x="83418" y="7328"/>
                  <a:pt x="82226" y="8835"/>
                </a:cubicBezTo>
                <a:cubicBezTo>
                  <a:pt x="81034" y="10342"/>
                  <a:pt x="79909" y="11848"/>
                  <a:pt x="78850" y="13355"/>
                </a:cubicBezTo>
                <a:cubicBezTo>
                  <a:pt x="77790" y="14862"/>
                  <a:pt x="76863" y="16163"/>
                  <a:pt x="76069" y="17259"/>
                </a:cubicBezTo>
                <a:lnTo>
                  <a:pt x="74679" y="19108"/>
                </a:lnTo>
                <a:cubicBezTo>
                  <a:pt x="68985" y="26094"/>
                  <a:pt x="59982" y="35340"/>
                  <a:pt x="47667" y="46846"/>
                </a:cubicBezTo>
                <a:cubicBezTo>
                  <a:pt x="35353" y="58351"/>
                  <a:pt x="27740" y="65748"/>
                  <a:pt x="24827" y="69035"/>
                </a:cubicBezTo>
                <a:lnTo>
                  <a:pt x="22444" y="71501"/>
                </a:lnTo>
                <a:lnTo>
                  <a:pt x="25423" y="71707"/>
                </a:lnTo>
                <a:cubicBezTo>
                  <a:pt x="28336" y="71707"/>
                  <a:pt x="32573" y="72460"/>
                  <a:pt x="38134" y="73967"/>
                </a:cubicBezTo>
                <a:cubicBezTo>
                  <a:pt x="43695" y="75473"/>
                  <a:pt x="47866" y="76227"/>
                  <a:pt x="50646" y="76227"/>
                </a:cubicBezTo>
                <a:cubicBezTo>
                  <a:pt x="55678" y="76227"/>
                  <a:pt x="60313" y="74925"/>
                  <a:pt x="64549" y="72323"/>
                </a:cubicBezTo>
                <a:cubicBezTo>
                  <a:pt x="68786" y="69720"/>
                  <a:pt x="71567" y="66296"/>
                  <a:pt x="72891" y="62050"/>
                </a:cubicBezTo>
                <a:cubicBezTo>
                  <a:pt x="73421" y="60817"/>
                  <a:pt x="73884" y="60064"/>
                  <a:pt x="74282" y="59790"/>
                </a:cubicBezTo>
                <a:cubicBezTo>
                  <a:pt x="74679" y="59516"/>
                  <a:pt x="75672" y="59379"/>
                  <a:pt x="77261" y="59379"/>
                </a:cubicBezTo>
                <a:cubicBezTo>
                  <a:pt x="79777" y="59379"/>
                  <a:pt x="81034" y="60064"/>
                  <a:pt x="81034" y="61433"/>
                </a:cubicBezTo>
                <a:cubicBezTo>
                  <a:pt x="81034" y="62118"/>
                  <a:pt x="80968" y="62735"/>
                  <a:pt x="80835" y="63283"/>
                </a:cubicBezTo>
                <a:cubicBezTo>
                  <a:pt x="78585" y="71775"/>
                  <a:pt x="74216" y="78829"/>
                  <a:pt x="67728" y="84445"/>
                </a:cubicBezTo>
                <a:cubicBezTo>
                  <a:pt x="61239" y="90061"/>
                  <a:pt x="54751" y="92938"/>
                  <a:pt x="48263" y="93075"/>
                </a:cubicBezTo>
                <a:cubicBezTo>
                  <a:pt x="44821" y="93075"/>
                  <a:pt x="41775" y="91910"/>
                  <a:pt x="39128" y="89582"/>
                </a:cubicBezTo>
                <a:cubicBezTo>
                  <a:pt x="36479" y="87253"/>
                  <a:pt x="33897" y="84925"/>
                  <a:pt x="31381" y="82596"/>
                </a:cubicBezTo>
                <a:cubicBezTo>
                  <a:pt x="28865" y="80268"/>
                  <a:pt x="26350" y="79103"/>
                  <a:pt x="23834" y="79103"/>
                </a:cubicBezTo>
                <a:cubicBezTo>
                  <a:pt x="18008" y="79103"/>
                  <a:pt x="12778" y="83212"/>
                  <a:pt x="8144" y="91431"/>
                </a:cubicBezTo>
                <a:cubicBezTo>
                  <a:pt x="7349" y="92527"/>
                  <a:pt x="6224" y="93075"/>
                  <a:pt x="4767" y="93075"/>
                </a:cubicBezTo>
                <a:lnTo>
                  <a:pt x="3774" y="93075"/>
                </a:lnTo>
                <a:lnTo>
                  <a:pt x="1192" y="93075"/>
                </a:lnTo>
                <a:cubicBezTo>
                  <a:pt x="398" y="92253"/>
                  <a:pt x="0" y="91637"/>
                  <a:pt x="0" y="91226"/>
                </a:cubicBezTo>
                <a:cubicBezTo>
                  <a:pt x="0" y="89171"/>
                  <a:pt x="3840" y="83281"/>
                  <a:pt x="11520" y="73556"/>
                </a:cubicBezTo>
                <a:cubicBezTo>
                  <a:pt x="16684" y="67392"/>
                  <a:pt x="25423" y="58488"/>
                  <a:pt x="37737" y="46846"/>
                </a:cubicBezTo>
                <a:cubicBezTo>
                  <a:pt x="50051" y="35203"/>
                  <a:pt x="57665" y="27806"/>
                  <a:pt x="60577" y="24655"/>
                </a:cubicBezTo>
                <a:cubicBezTo>
                  <a:pt x="62166" y="22464"/>
                  <a:pt x="62630" y="21368"/>
                  <a:pt x="61968" y="21368"/>
                </a:cubicBezTo>
              </a:path>
            </a:pathLst>
          </a:custGeom>
          <a:solidFill xmlns:a="http://schemas.openxmlformats.org/drawingml/2006/main">
            <a:srgbClr val="FF66B3"/>
          </a:solidFill>
          <a:ln xmlns:a="http://schemas.openxmlformats.org/drawingml/2006/main" w="0">
            <a:solidFill>
              <a:srgbClr val="FF66B3">
                <a:alpha val="4000"/>
              </a:srgbClr>
            </a:solidFill>
            <a:prstDash val="solid"/>
          </a:ln>
        </p:spPr>
      </p:sp>
      <p:sp>
        <p:nvSpPr>
          <p:cNvPr id="189" name="pdf-path-303">
            <a:extLst xmlns:a="http://schemas.openxmlformats.org/drawingml/2006/main">
              <a:ext uri="{FF2B5EF4-FFF2-40B4-BE49-F238E27FC236}">
                <a16:creationId xmlns:a16="http://schemas.microsoft.com/office/drawing/2014/main" id="{62F060DD-291C-42CA-B42B-6EB8CA38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490" y="942624"/>
            <a:ext cx="47468" cy="205463"/>
          </a:xfrm>
          <a:custGeom xmlns:a="http://schemas.openxmlformats.org/drawingml/2006/main">
            <a:pathLst>
              <a:path w="47468" h="205463">
                <a:moveTo>
                  <a:pt x="992" y="206"/>
                </a:moveTo>
                <a:lnTo>
                  <a:pt x="1787" y="0"/>
                </a:lnTo>
                <a:cubicBezTo>
                  <a:pt x="2450" y="0"/>
                  <a:pt x="3111" y="0"/>
                  <a:pt x="3773" y="0"/>
                </a:cubicBezTo>
                <a:lnTo>
                  <a:pt x="6157" y="0"/>
                </a:lnTo>
                <a:lnTo>
                  <a:pt x="11718" y="4931"/>
                </a:lnTo>
                <a:cubicBezTo>
                  <a:pt x="24164" y="16574"/>
                  <a:pt x="33234" y="31093"/>
                  <a:pt x="38928" y="48489"/>
                </a:cubicBezTo>
                <a:cubicBezTo>
                  <a:pt x="44621" y="65885"/>
                  <a:pt x="47468" y="83966"/>
                  <a:pt x="47468" y="102732"/>
                </a:cubicBezTo>
                <a:cubicBezTo>
                  <a:pt x="47468" y="112046"/>
                  <a:pt x="46806" y="121018"/>
                  <a:pt x="45482" y="129647"/>
                </a:cubicBezTo>
                <a:cubicBezTo>
                  <a:pt x="44158" y="138277"/>
                  <a:pt x="42635" y="145605"/>
                  <a:pt x="40914" y="151632"/>
                </a:cubicBezTo>
                <a:cubicBezTo>
                  <a:pt x="39193" y="157659"/>
                  <a:pt x="36743" y="163686"/>
                  <a:pt x="33566" y="169713"/>
                </a:cubicBezTo>
                <a:cubicBezTo>
                  <a:pt x="30387" y="175740"/>
                  <a:pt x="27871" y="180328"/>
                  <a:pt x="26018" y="183479"/>
                </a:cubicBezTo>
                <a:cubicBezTo>
                  <a:pt x="24164" y="186629"/>
                  <a:pt x="21450" y="190122"/>
                  <a:pt x="17875" y="193957"/>
                </a:cubicBezTo>
                <a:cubicBezTo>
                  <a:pt x="14300" y="197793"/>
                  <a:pt x="12182" y="200053"/>
                  <a:pt x="11520" y="200738"/>
                </a:cubicBezTo>
                <a:cubicBezTo>
                  <a:pt x="10857" y="201422"/>
                  <a:pt x="9334" y="202724"/>
                  <a:pt x="6951" y="204641"/>
                </a:cubicBezTo>
                <a:cubicBezTo>
                  <a:pt x="6554" y="205052"/>
                  <a:pt x="6289" y="205326"/>
                  <a:pt x="6157" y="205463"/>
                </a:cubicBezTo>
                <a:lnTo>
                  <a:pt x="3773" y="205463"/>
                </a:lnTo>
                <a:cubicBezTo>
                  <a:pt x="2714" y="205463"/>
                  <a:pt x="1986" y="205463"/>
                  <a:pt x="1589" y="205463"/>
                </a:cubicBezTo>
                <a:cubicBezTo>
                  <a:pt x="1191" y="205463"/>
                  <a:pt x="861" y="205258"/>
                  <a:pt x="596" y="204847"/>
                </a:cubicBezTo>
                <a:cubicBezTo>
                  <a:pt x="331" y="204436"/>
                  <a:pt x="132" y="203820"/>
                  <a:pt x="0" y="202998"/>
                </a:cubicBezTo>
                <a:cubicBezTo>
                  <a:pt x="132" y="202861"/>
                  <a:pt x="861" y="201971"/>
                  <a:pt x="2184" y="200327"/>
                </a:cubicBezTo>
                <a:cubicBezTo>
                  <a:pt x="22708" y="178274"/>
                  <a:pt x="32969" y="145742"/>
                  <a:pt x="32969" y="102732"/>
                </a:cubicBezTo>
                <a:cubicBezTo>
                  <a:pt x="32969" y="59721"/>
                  <a:pt x="22708" y="27190"/>
                  <a:pt x="2184" y="5137"/>
                </a:cubicBezTo>
                <a:cubicBezTo>
                  <a:pt x="861" y="3493"/>
                  <a:pt x="132" y="2603"/>
                  <a:pt x="0" y="2466"/>
                </a:cubicBezTo>
                <a:cubicBezTo>
                  <a:pt x="0" y="1370"/>
                  <a:pt x="331" y="617"/>
                  <a:pt x="992" y="206"/>
                </a:cubicBezTo>
              </a:path>
            </a:pathLst>
          </a:custGeom>
          <a:solidFill xmlns:a="http://schemas.openxmlformats.org/drawingml/2006/main">
            <a:srgbClr val="FF66B3"/>
          </a:solidFill>
          <a:ln xmlns:a="http://schemas.openxmlformats.org/drawingml/2006/main" w="0">
            <a:solidFill>
              <a:srgbClr val="FF66B3">
                <a:alpha val="4000"/>
              </a:srgbClr>
            </a:solidFill>
            <a:prstDash val="solid"/>
          </a:ln>
        </p:spPr>
      </p:sp>
      <p:sp>
        <p:nvSpPr>
          <p:cNvPr id="190" name="pdf-path-305">
            <a:extLst xmlns:a="http://schemas.openxmlformats.org/drawingml/2006/main">
              <a:ext uri="{FF2B5EF4-FFF2-40B4-BE49-F238E27FC236}">
                <a16:creationId xmlns:a16="http://schemas.microsoft.com/office/drawing/2014/main" id="{F2C068DC-9250-4A16-AE3F-3B634EBF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0935" y="1004286"/>
            <a:ext cx="112763" cy="92414"/>
          </a:xfrm>
          <a:custGeom xmlns:a="http://schemas.openxmlformats.org/drawingml/2006/main">
            <a:pathLst>
              <a:path w="112763" h="92414">
                <a:moveTo>
                  <a:pt x="0" y="58346"/>
                </a:moveTo>
                <a:cubicBezTo>
                  <a:pt x="0" y="42841"/>
                  <a:pt x="5681" y="29241"/>
                  <a:pt x="17043" y="17544"/>
                </a:cubicBezTo>
                <a:cubicBezTo>
                  <a:pt x="28406" y="5848"/>
                  <a:pt x="40891" y="0"/>
                  <a:pt x="54499" y="0"/>
                </a:cubicBezTo>
                <a:cubicBezTo>
                  <a:pt x="63747" y="0"/>
                  <a:pt x="71146" y="2720"/>
                  <a:pt x="76695" y="8160"/>
                </a:cubicBezTo>
                <a:cubicBezTo>
                  <a:pt x="82244" y="13600"/>
                  <a:pt x="86009" y="20264"/>
                  <a:pt x="87991" y="28153"/>
                </a:cubicBezTo>
                <a:cubicBezTo>
                  <a:pt x="88784" y="32097"/>
                  <a:pt x="89246" y="36653"/>
                  <a:pt x="89379" y="41821"/>
                </a:cubicBezTo>
                <a:lnTo>
                  <a:pt x="89379" y="47737"/>
                </a:lnTo>
                <a:cubicBezTo>
                  <a:pt x="95852" y="37673"/>
                  <a:pt x="100807" y="26385"/>
                  <a:pt x="104242" y="13872"/>
                </a:cubicBezTo>
                <a:cubicBezTo>
                  <a:pt x="104770" y="11968"/>
                  <a:pt x="105167" y="10880"/>
                  <a:pt x="105431" y="10608"/>
                </a:cubicBezTo>
                <a:cubicBezTo>
                  <a:pt x="105696" y="10336"/>
                  <a:pt x="106752" y="10132"/>
                  <a:pt x="108602" y="9996"/>
                </a:cubicBezTo>
                <a:cubicBezTo>
                  <a:pt x="111376" y="9996"/>
                  <a:pt x="112763" y="10540"/>
                  <a:pt x="112763" y="11628"/>
                </a:cubicBezTo>
                <a:cubicBezTo>
                  <a:pt x="112763" y="12852"/>
                  <a:pt x="112169" y="15504"/>
                  <a:pt x="110980" y="19584"/>
                </a:cubicBezTo>
                <a:cubicBezTo>
                  <a:pt x="109791" y="23665"/>
                  <a:pt x="107413" y="29445"/>
                  <a:pt x="103845" y="36925"/>
                </a:cubicBezTo>
                <a:cubicBezTo>
                  <a:pt x="100278" y="44405"/>
                  <a:pt x="96249" y="51205"/>
                  <a:pt x="91757" y="57325"/>
                </a:cubicBezTo>
                <a:lnTo>
                  <a:pt x="89577" y="60182"/>
                </a:lnTo>
                <a:lnTo>
                  <a:pt x="89775" y="65078"/>
                </a:lnTo>
                <a:cubicBezTo>
                  <a:pt x="90039" y="72694"/>
                  <a:pt x="90567" y="77862"/>
                  <a:pt x="91360" y="80582"/>
                </a:cubicBezTo>
                <a:cubicBezTo>
                  <a:pt x="92153" y="83302"/>
                  <a:pt x="93409" y="84730"/>
                  <a:pt x="95126" y="84866"/>
                </a:cubicBezTo>
                <a:cubicBezTo>
                  <a:pt x="96975" y="84594"/>
                  <a:pt x="98693" y="83846"/>
                  <a:pt x="100278" y="82622"/>
                </a:cubicBezTo>
                <a:cubicBezTo>
                  <a:pt x="101864" y="81398"/>
                  <a:pt x="102987" y="79834"/>
                  <a:pt x="103647" y="77930"/>
                </a:cubicBezTo>
                <a:cubicBezTo>
                  <a:pt x="103911" y="76978"/>
                  <a:pt x="104242" y="76434"/>
                  <a:pt x="104639" y="76298"/>
                </a:cubicBezTo>
                <a:cubicBezTo>
                  <a:pt x="105035" y="76162"/>
                  <a:pt x="106025" y="76026"/>
                  <a:pt x="107611" y="75890"/>
                </a:cubicBezTo>
                <a:cubicBezTo>
                  <a:pt x="110254" y="75890"/>
                  <a:pt x="111575" y="76434"/>
                  <a:pt x="111575" y="77522"/>
                </a:cubicBezTo>
                <a:cubicBezTo>
                  <a:pt x="111575" y="78338"/>
                  <a:pt x="111178" y="79630"/>
                  <a:pt x="110385" y="81398"/>
                </a:cubicBezTo>
                <a:cubicBezTo>
                  <a:pt x="108800" y="84662"/>
                  <a:pt x="106488" y="87246"/>
                  <a:pt x="103449" y="89150"/>
                </a:cubicBezTo>
                <a:cubicBezTo>
                  <a:pt x="100410" y="91054"/>
                  <a:pt x="97504" y="92075"/>
                  <a:pt x="94730" y="92211"/>
                </a:cubicBezTo>
                <a:lnTo>
                  <a:pt x="93342" y="92211"/>
                </a:lnTo>
                <a:cubicBezTo>
                  <a:pt x="84490" y="92211"/>
                  <a:pt x="78478" y="87314"/>
                  <a:pt x="75308" y="77522"/>
                </a:cubicBezTo>
                <a:lnTo>
                  <a:pt x="74713" y="76094"/>
                </a:lnTo>
                <a:lnTo>
                  <a:pt x="72534" y="77726"/>
                </a:lnTo>
                <a:cubicBezTo>
                  <a:pt x="71213" y="78814"/>
                  <a:pt x="69230" y="80174"/>
                  <a:pt x="66588" y="81806"/>
                </a:cubicBezTo>
                <a:cubicBezTo>
                  <a:pt x="63946" y="83438"/>
                  <a:pt x="60973" y="85002"/>
                  <a:pt x="57670" y="86498"/>
                </a:cubicBezTo>
                <a:cubicBezTo>
                  <a:pt x="54367" y="87994"/>
                  <a:pt x="50536" y="89354"/>
                  <a:pt x="46175" y="90579"/>
                </a:cubicBezTo>
                <a:cubicBezTo>
                  <a:pt x="41815" y="91802"/>
                  <a:pt x="37588" y="92414"/>
                  <a:pt x="33492" y="92414"/>
                </a:cubicBezTo>
                <a:cubicBezTo>
                  <a:pt x="23055" y="92414"/>
                  <a:pt x="14863" y="89014"/>
                  <a:pt x="8917" y="82214"/>
                </a:cubicBezTo>
                <a:cubicBezTo>
                  <a:pt x="2973" y="75414"/>
                  <a:pt x="0" y="67458"/>
                  <a:pt x="0" y="58346"/>
                </a:cubicBezTo>
                <a:moveTo>
                  <a:pt x="34483" y="84866"/>
                </a:moveTo>
                <a:cubicBezTo>
                  <a:pt x="40957" y="84866"/>
                  <a:pt x="47430" y="83438"/>
                  <a:pt x="53904" y="80582"/>
                </a:cubicBezTo>
                <a:cubicBezTo>
                  <a:pt x="60378" y="77726"/>
                  <a:pt x="65201" y="74802"/>
                  <a:pt x="68371" y="71810"/>
                </a:cubicBezTo>
                <a:lnTo>
                  <a:pt x="73128" y="67322"/>
                </a:lnTo>
                <a:cubicBezTo>
                  <a:pt x="72863" y="47873"/>
                  <a:pt x="72401" y="35769"/>
                  <a:pt x="71741" y="31009"/>
                </a:cubicBezTo>
                <a:cubicBezTo>
                  <a:pt x="69891" y="15368"/>
                  <a:pt x="63813" y="7548"/>
                  <a:pt x="53508" y="7548"/>
                </a:cubicBezTo>
                <a:cubicBezTo>
                  <a:pt x="44392" y="7548"/>
                  <a:pt x="36399" y="12512"/>
                  <a:pt x="29528" y="22441"/>
                </a:cubicBezTo>
                <a:cubicBezTo>
                  <a:pt x="25961" y="27881"/>
                  <a:pt x="23055" y="35225"/>
                  <a:pt x="20809" y="44473"/>
                </a:cubicBezTo>
                <a:cubicBezTo>
                  <a:pt x="18562" y="53721"/>
                  <a:pt x="17374" y="60794"/>
                  <a:pt x="17241" y="65690"/>
                </a:cubicBezTo>
                <a:cubicBezTo>
                  <a:pt x="17241" y="72354"/>
                  <a:pt x="18893" y="77182"/>
                  <a:pt x="22196" y="80174"/>
                </a:cubicBezTo>
                <a:cubicBezTo>
                  <a:pt x="25498" y="83166"/>
                  <a:pt x="29594" y="84730"/>
                  <a:pt x="34483" y="8486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191" name="pdf-path-307">
            <a:extLst xmlns:a="http://schemas.openxmlformats.org/drawingml/2006/main">
              <a:ext uri="{FF2B5EF4-FFF2-40B4-BE49-F238E27FC236}">
                <a16:creationId xmlns:a16="http://schemas.microsoft.com/office/drawing/2014/main" id="{8A997085-CBC7-4B32-B029-E638251E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4668" y="1031214"/>
            <a:ext cx="23980" cy="24481"/>
          </a:xfrm>
          <a:custGeom xmlns:a="http://schemas.openxmlformats.org/drawingml/2006/main">
            <a:pathLst>
              <a:path w="23980" h="24481">
                <a:moveTo>
                  <a:pt x="0" y="12240"/>
                </a:moveTo>
                <a:cubicBezTo>
                  <a:pt x="0" y="8976"/>
                  <a:pt x="1123" y="6120"/>
                  <a:pt x="3370" y="3672"/>
                </a:cubicBezTo>
                <a:cubicBezTo>
                  <a:pt x="5615" y="1224"/>
                  <a:pt x="8456" y="0"/>
                  <a:pt x="11891" y="0"/>
                </a:cubicBezTo>
                <a:cubicBezTo>
                  <a:pt x="15062" y="0"/>
                  <a:pt x="17837" y="1088"/>
                  <a:pt x="20215" y="3264"/>
                </a:cubicBezTo>
                <a:cubicBezTo>
                  <a:pt x="22593" y="5440"/>
                  <a:pt x="23848" y="8364"/>
                  <a:pt x="23980" y="12036"/>
                </a:cubicBezTo>
                <a:cubicBezTo>
                  <a:pt x="23980" y="15436"/>
                  <a:pt x="22857" y="18361"/>
                  <a:pt x="20611" y="20809"/>
                </a:cubicBezTo>
                <a:cubicBezTo>
                  <a:pt x="18365" y="23257"/>
                  <a:pt x="15524" y="24481"/>
                  <a:pt x="12089" y="24481"/>
                </a:cubicBezTo>
                <a:cubicBezTo>
                  <a:pt x="8654" y="24481"/>
                  <a:pt x="5813" y="23325"/>
                  <a:pt x="3568" y="21013"/>
                </a:cubicBezTo>
                <a:cubicBezTo>
                  <a:pt x="1321" y="18701"/>
                  <a:pt x="133" y="15777"/>
                  <a:pt x="0" y="1224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192" name="pdf-path-309">
            <a:extLst xmlns:a="http://schemas.openxmlformats.org/drawingml/2006/main">
              <a:ext uri="{FF2B5EF4-FFF2-40B4-BE49-F238E27FC236}">
                <a16:creationId xmlns:a16="http://schemas.microsoft.com/office/drawing/2014/main" id="{3ADFE739-686B-4963-8C60-221AD454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056" y="1235101"/>
            <a:ext cx="95" cy="231454"/>
          </a:xfrm>
          <a:custGeom xmlns:a="http://schemas.openxmlformats.org/drawingml/2006/main">
            <a:pathLst>
              <a:path w="95" h="231454">
                <a:moveTo>
                  <a:pt x="0" y="23145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546">
            <a:solidFill>
              <a:srgbClr val="FF66B3"/>
            </a:solidFill>
            <a:prstDash val="solid"/>
          </a:ln>
        </p:spPr>
      </p:sp>
      <p:sp>
        <p:nvSpPr>
          <p:cNvPr id="193" name="pdf-path-310">
            <a:extLst xmlns:a="http://schemas.openxmlformats.org/drawingml/2006/main">
              <a:ext uri="{FF2B5EF4-FFF2-40B4-BE49-F238E27FC236}">
                <a16:creationId xmlns:a16="http://schemas.microsoft.com/office/drawing/2014/main" id="{A84D4EB6-4630-46E2-927A-98A2A110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964" y="1212192"/>
            <a:ext cx="82185" cy="82185"/>
          </a:xfrm>
          <a:custGeom xmlns:a="http://schemas.openxmlformats.org/drawingml/2006/main">
            <a:pathLst>
              <a:path w="82185" h="82185">
                <a:moveTo>
                  <a:pt x="82185" y="82185"/>
                </a:moveTo>
                <a:lnTo>
                  <a:pt x="41093" y="0"/>
                </a:lnTo>
                <a:lnTo>
                  <a:pt x="0" y="82185"/>
                </a:lnTo>
              </a:path>
            </a:pathLst>
          </a:custGeom>
          <a:noFill xmlns:a="http://schemas.openxmlformats.org/drawingml/2006/main"/>
          <a:ln xmlns:a="http://schemas.openxmlformats.org/drawingml/2006/main" w="20546">
            <a:solidFill>
              <a:srgbClr val="FF66B3"/>
            </a:solidFill>
            <a:prstDash val="solid"/>
          </a:ln>
        </p:spPr>
      </p:sp>
      <p:sp>
        <p:nvSpPr>
          <p:cNvPr id="194" name="pdf-path-311">
            <a:extLst xmlns:a="http://schemas.openxmlformats.org/drawingml/2006/main">
              <a:ext uri="{FF2B5EF4-FFF2-40B4-BE49-F238E27FC236}">
                <a16:creationId xmlns:a16="http://schemas.microsoft.com/office/drawing/2014/main" id="{7A11B0F5-9FB1-423B-8847-A0165269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4733" y="3089150"/>
            <a:ext cx="74903" cy="152094"/>
          </a:xfrm>
          <a:custGeom xmlns:a="http://schemas.openxmlformats.org/drawingml/2006/main">
            <a:pathLst>
              <a:path w="74903" h="152094">
                <a:moveTo>
                  <a:pt x="53471" y="152094"/>
                </a:moveTo>
                <a:cubicBezTo>
                  <a:pt x="50873" y="151663"/>
                  <a:pt x="41709" y="151447"/>
                  <a:pt x="25978" y="151447"/>
                </a:cubicBezTo>
                <a:cubicBezTo>
                  <a:pt x="11113" y="151447"/>
                  <a:pt x="3031" y="151663"/>
                  <a:pt x="1732" y="152094"/>
                </a:cubicBezTo>
                <a:lnTo>
                  <a:pt x="0" y="152094"/>
                </a:lnTo>
                <a:lnTo>
                  <a:pt x="0" y="142170"/>
                </a:lnTo>
                <a:lnTo>
                  <a:pt x="3464" y="142170"/>
                </a:lnTo>
                <a:cubicBezTo>
                  <a:pt x="7505" y="142170"/>
                  <a:pt x="11041" y="141955"/>
                  <a:pt x="14071" y="141523"/>
                </a:cubicBezTo>
                <a:cubicBezTo>
                  <a:pt x="15226" y="141092"/>
                  <a:pt x="16092" y="140301"/>
                  <a:pt x="16669" y="139150"/>
                </a:cubicBezTo>
                <a:cubicBezTo>
                  <a:pt x="16814" y="138862"/>
                  <a:pt x="16886" y="127069"/>
                  <a:pt x="16886" y="103769"/>
                </a:cubicBezTo>
                <a:lnTo>
                  <a:pt x="16886" y="69036"/>
                </a:lnTo>
                <a:lnTo>
                  <a:pt x="1516" y="69036"/>
                </a:lnTo>
                <a:lnTo>
                  <a:pt x="1516" y="59112"/>
                </a:lnTo>
                <a:lnTo>
                  <a:pt x="16886" y="59112"/>
                </a:lnTo>
                <a:lnTo>
                  <a:pt x="16886" y="44873"/>
                </a:lnTo>
                <a:lnTo>
                  <a:pt x="17102" y="30419"/>
                </a:lnTo>
                <a:lnTo>
                  <a:pt x="17535" y="28262"/>
                </a:lnTo>
                <a:cubicBezTo>
                  <a:pt x="20278" y="18913"/>
                  <a:pt x="24896" y="12153"/>
                  <a:pt x="31390" y="7982"/>
                </a:cubicBezTo>
                <a:cubicBezTo>
                  <a:pt x="37885" y="3811"/>
                  <a:pt x="44740" y="1223"/>
                  <a:pt x="51956" y="216"/>
                </a:cubicBezTo>
                <a:cubicBezTo>
                  <a:pt x="52100" y="216"/>
                  <a:pt x="52750" y="216"/>
                  <a:pt x="53904" y="216"/>
                </a:cubicBezTo>
                <a:cubicBezTo>
                  <a:pt x="55059" y="216"/>
                  <a:pt x="56069" y="144"/>
                  <a:pt x="56935" y="0"/>
                </a:cubicBezTo>
                <a:cubicBezTo>
                  <a:pt x="62852" y="432"/>
                  <a:pt x="67326" y="2301"/>
                  <a:pt x="70356" y="5609"/>
                </a:cubicBezTo>
                <a:cubicBezTo>
                  <a:pt x="73387" y="8917"/>
                  <a:pt x="74903" y="12657"/>
                  <a:pt x="74903" y="16827"/>
                </a:cubicBezTo>
                <a:cubicBezTo>
                  <a:pt x="74903" y="20135"/>
                  <a:pt x="73892" y="22796"/>
                  <a:pt x="71872" y="24810"/>
                </a:cubicBezTo>
                <a:cubicBezTo>
                  <a:pt x="69851" y="26823"/>
                  <a:pt x="67182" y="27830"/>
                  <a:pt x="63862" y="27830"/>
                </a:cubicBezTo>
                <a:cubicBezTo>
                  <a:pt x="60543" y="27830"/>
                  <a:pt x="57873" y="26823"/>
                  <a:pt x="55852" y="24810"/>
                </a:cubicBezTo>
                <a:cubicBezTo>
                  <a:pt x="53832" y="22796"/>
                  <a:pt x="52822" y="20135"/>
                  <a:pt x="52822" y="16827"/>
                </a:cubicBezTo>
                <a:cubicBezTo>
                  <a:pt x="52822" y="13951"/>
                  <a:pt x="54121" y="11074"/>
                  <a:pt x="56718" y="8198"/>
                </a:cubicBezTo>
                <a:lnTo>
                  <a:pt x="55852" y="8198"/>
                </a:lnTo>
                <a:cubicBezTo>
                  <a:pt x="55275" y="8054"/>
                  <a:pt x="54482" y="7982"/>
                  <a:pt x="53471" y="7982"/>
                </a:cubicBezTo>
                <a:cubicBezTo>
                  <a:pt x="49430" y="7982"/>
                  <a:pt x="45822" y="9493"/>
                  <a:pt x="42647" y="12513"/>
                </a:cubicBezTo>
                <a:cubicBezTo>
                  <a:pt x="39472" y="15533"/>
                  <a:pt x="37019" y="19488"/>
                  <a:pt x="35287" y="24378"/>
                </a:cubicBezTo>
                <a:cubicBezTo>
                  <a:pt x="34421" y="27255"/>
                  <a:pt x="33915" y="34086"/>
                  <a:pt x="33771" y="44873"/>
                </a:cubicBezTo>
                <a:lnTo>
                  <a:pt x="33771" y="59112"/>
                </a:lnTo>
                <a:lnTo>
                  <a:pt x="57801" y="59112"/>
                </a:lnTo>
                <a:lnTo>
                  <a:pt x="57801" y="69036"/>
                </a:lnTo>
                <a:lnTo>
                  <a:pt x="34421" y="69036"/>
                </a:lnTo>
                <a:lnTo>
                  <a:pt x="34421" y="103553"/>
                </a:lnTo>
                <a:cubicBezTo>
                  <a:pt x="34421" y="126853"/>
                  <a:pt x="34493" y="138646"/>
                  <a:pt x="34637" y="138934"/>
                </a:cubicBezTo>
                <a:cubicBezTo>
                  <a:pt x="34781" y="139222"/>
                  <a:pt x="34998" y="139510"/>
                  <a:pt x="35287" y="139797"/>
                </a:cubicBezTo>
                <a:cubicBezTo>
                  <a:pt x="35576" y="140085"/>
                  <a:pt x="35936" y="140301"/>
                  <a:pt x="36369" y="140445"/>
                </a:cubicBezTo>
                <a:cubicBezTo>
                  <a:pt x="36802" y="140588"/>
                  <a:pt x="37163" y="140804"/>
                  <a:pt x="37451" y="141092"/>
                </a:cubicBezTo>
                <a:cubicBezTo>
                  <a:pt x="37740" y="141379"/>
                  <a:pt x="38245" y="141523"/>
                  <a:pt x="38967" y="141523"/>
                </a:cubicBezTo>
                <a:cubicBezTo>
                  <a:pt x="39688" y="141523"/>
                  <a:pt x="40193" y="141595"/>
                  <a:pt x="40482" y="141739"/>
                </a:cubicBezTo>
                <a:cubicBezTo>
                  <a:pt x="40770" y="141883"/>
                  <a:pt x="41420" y="141955"/>
                  <a:pt x="42431" y="141955"/>
                </a:cubicBezTo>
                <a:cubicBezTo>
                  <a:pt x="43441" y="141955"/>
                  <a:pt x="44090" y="141955"/>
                  <a:pt x="44379" y="141955"/>
                </a:cubicBezTo>
                <a:cubicBezTo>
                  <a:pt x="44668" y="141955"/>
                  <a:pt x="45389" y="142027"/>
                  <a:pt x="46543" y="142170"/>
                </a:cubicBezTo>
                <a:cubicBezTo>
                  <a:pt x="47698" y="142314"/>
                  <a:pt x="48420" y="142314"/>
                  <a:pt x="48709" y="142170"/>
                </a:cubicBezTo>
                <a:lnTo>
                  <a:pt x="55419" y="142170"/>
                </a:lnTo>
                <a:lnTo>
                  <a:pt x="55419" y="152094"/>
                </a:lnTo>
                <a:lnTo>
                  <a:pt x="53471" y="15209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195" name="pdf-path-313">
            <a:extLst xmlns:a="http://schemas.openxmlformats.org/drawingml/2006/main">
              <a:ext uri="{FF2B5EF4-FFF2-40B4-BE49-F238E27FC236}">
                <a16:creationId xmlns:a16="http://schemas.microsoft.com/office/drawing/2014/main" id="{0CE85AFB-78F6-48AF-8117-469CB9DA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5264" y="3091380"/>
            <a:ext cx="51306" cy="149865"/>
          </a:xfrm>
          <a:custGeom xmlns:a="http://schemas.openxmlformats.org/drawingml/2006/main">
            <a:pathLst>
              <a:path w="51306" h="149865">
                <a:moveTo>
                  <a:pt x="3464" y="139941"/>
                </a:moveTo>
                <a:lnTo>
                  <a:pt x="6495" y="139941"/>
                </a:lnTo>
                <a:cubicBezTo>
                  <a:pt x="12123" y="139941"/>
                  <a:pt x="15514" y="138934"/>
                  <a:pt x="16669" y="136921"/>
                </a:cubicBezTo>
                <a:lnTo>
                  <a:pt x="16669" y="135195"/>
                </a:lnTo>
                <a:cubicBezTo>
                  <a:pt x="16669" y="133900"/>
                  <a:pt x="16669" y="132247"/>
                  <a:pt x="16669" y="130233"/>
                </a:cubicBezTo>
                <a:cubicBezTo>
                  <a:pt x="16669" y="128219"/>
                  <a:pt x="16669" y="125846"/>
                  <a:pt x="16669" y="123114"/>
                </a:cubicBezTo>
                <a:cubicBezTo>
                  <a:pt x="16669" y="120381"/>
                  <a:pt x="16741" y="117288"/>
                  <a:pt x="16886" y="113837"/>
                </a:cubicBezTo>
                <a:cubicBezTo>
                  <a:pt x="17030" y="110385"/>
                  <a:pt x="17030" y="106790"/>
                  <a:pt x="16886" y="103050"/>
                </a:cubicBezTo>
                <a:cubicBezTo>
                  <a:pt x="16741" y="99311"/>
                  <a:pt x="16741" y="95355"/>
                  <a:pt x="16886" y="91184"/>
                </a:cubicBezTo>
                <a:cubicBezTo>
                  <a:pt x="17030" y="87013"/>
                  <a:pt x="17030" y="82915"/>
                  <a:pt x="16886" y="78888"/>
                </a:cubicBezTo>
                <a:cubicBezTo>
                  <a:pt x="16886" y="73566"/>
                  <a:pt x="16886" y="67957"/>
                  <a:pt x="16886" y="62060"/>
                </a:cubicBezTo>
                <a:cubicBezTo>
                  <a:pt x="16886" y="56163"/>
                  <a:pt x="16886" y="50770"/>
                  <a:pt x="16886" y="45880"/>
                </a:cubicBezTo>
                <a:cubicBezTo>
                  <a:pt x="16886" y="40990"/>
                  <a:pt x="16886" y="36675"/>
                  <a:pt x="16886" y="32936"/>
                </a:cubicBezTo>
                <a:cubicBezTo>
                  <a:pt x="16886" y="29196"/>
                  <a:pt x="16814" y="26032"/>
                  <a:pt x="16669" y="23443"/>
                </a:cubicBezTo>
                <a:cubicBezTo>
                  <a:pt x="16525" y="20854"/>
                  <a:pt x="16525" y="19632"/>
                  <a:pt x="16669" y="19776"/>
                </a:cubicBezTo>
                <a:cubicBezTo>
                  <a:pt x="16237" y="17043"/>
                  <a:pt x="15226" y="15245"/>
                  <a:pt x="13639" y="14383"/>
                </a:cubicBezTo>
                <a:cubicBezTo>
                  <a:pt x="12051" y="13519"/>
                  <a:pt x="8804" y="12872"/>
                  <a:pt x="3897" y="12441"/>
                </a:cubicBezTo>
                <a:lnTo>
                  <a:pt x="0" y="12441"/>
                </a:lnTo>
                <a:lnTo>
                  <a:pt x="0" y="7479"/>
                </a:lnTo>
                <a:cubicBezTo>
                  <a:pt x="0" y="4171"/>
                  <a:pt x="145" y="2517"/>
                  <a:pt x="433" y="2517"/>
                </a:cubicBezTo>
                <a:lnTo>
                  <a:pt x="2598" y="2301"/>
                </a:lnTo>
                <a:cubicBezTo>
                  <a:pt x="4041" y="2157"/>
                  <a:pt x="6134" y="2014"/>
                  <a:pt x="8876" y="1870"/>
                </a:cubicBezTo>
                <a:cubicBezTo>
                  <a:pt x="11618" y="1726"/>
                  <a:pt x="14288" y="1582"/>
                  <a:pt x="16886" y="1438"/>
                </a:cubicBezTo>
                <a:cubicBezTo>
                  <a:pt x="19339" y="1295"/>
                  <a:pt x="22009" y="1151"/>
                  <a:pt x="24896" y="1007"/>
                </a:cubicBezTo>
                <a:cubicBezTo>
                  <a:pt x="27782" y="863"/>
                  <a:pt x="29947" y="647"/>
                  <a:pt x="31390" y="360"/>
                </a:cubicBezTo>
                <a:cubicBezTo>
                  <a:pt x="32833" y="72"/>
                  <a:pt x="33627" y="0"/>
                  <a:pt x="33771" y="144"/>
                </a:cubicBezTo>
                <a:lnTo>
                  <a:pt x="34421" y="144"/>
                </a:lnTo>
                <a:lnTo>
                  <a:pt x="34421" y="68101"/>
                </a:lnTo>
                <a:cubicBezTo>
                  <a:pt x="34421" y="113693"/>
                  <a:pt x="34493" y="136633"/>
                  <a:pt x="34637" y="136921"/>
                </a:cubicBezTo>
                <a:cubicBezTo>
                  <a:pt x="35215" y="138071"/>
                  <a:pt x="36081" y="138862"/>
                  <a:pt x="37235" y="139294"/>
                </a:cubicBezTo>
                <a:cubicBezTo>
                  <a:pt x="40266" y="139725"/>
                  <a:pt x="43802" y="139941"/>
                  <a:pt x="47843" y="139941"/>
                </a:cubicBezTo>
                <a:lnTo>
                  <a:pt x="51306" y="139941"/>
                </a:lnTo>
                <a:lnTo>
                  <a:pt x="51306" y="149865"/>
                </a:lnTo>
                <a:lnTo>
                  <a:pt x="49575" y="149865"/>
                </a:lnTo>
                <a:lnTo>
                  <a:pt x="44595" y="149649"/>
                </a:lnTo>
                <a:cubicBezTo>
                  <a:pt x="41276" y="149505"/>
                  <a:pt x="37740" y="149433"/>
                  <a:pt x="33988" y="149433"/>
                </a:cubicBezTo>
                <a:cubicBezTo>
                  <a:pt x="30235" y="149433"/>
                  <a:pt x="27494" y="149362"/>
                  <a:pt x="25762" y="149218"/>
                </a:cubicBezTo>
                <a:cubicBezTo>
                  <a:pt x="24030" y="149074"/>
                  <a:pt x="21287" y="149074"/>
                  <a:pt x="17535" y="149218"/>
                </a:cubicBezTo>
                <a:cubicBezTo>
                  <a:pt x="13783" y="149362"/>
                  <a:pt x="10175" y="149505"/>
                  <a:pt x="6711" y="149649"/>
                </a:cubicBezTo>
                <a:lnTo>
                  <a:pt x="1732" y="149865"/>
                </a:lnTo>
                <a:lnTo>
                  <a:pt x="0" y="149865"/>
                </a:lnTo>
                <a:lnTo>
                  <a:pt x="0" y="139941"/>
                </a:lnTo>
                <a:lnTo>
                  <a:pt x="3464" y="13994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196" name="pdf-path-315">
            <a:extLst xmlns:a="http://schemas.openxmlformats.org/drawingml/2006/main">
              <a:ext uri="{FF2B5EF4-FFF2-40B4-BE49-F238E27FC236}">
                <a16:creationId xmlns:a16="http://schemas.microsoft.com/office/drawing/2014/main" id="{FA875A25-EFF4-4E8F-ACEE-202B4C59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7178" y="3144595"/>
            <a:ext cx="99365" cy="99023"/>
          </a:xfrm>
          <a:custGeom xmlns:a="http://schemas.openxmlformats.org/drawingml/2006/main">
            <a:pathLst>
              <a:path w="99365" h="99023">
                <a:moveTo>
                  <a:pt x="22298" y="30850"/>
                </a:moveTo>
                <a:cubicBezTo>
                  <a:pt x="22298" y="30850"/>
                  <a:pt x="20710" y="30850"/>
                  <a:pt x="17535" y="30850"/>
                </a:cubicBezTo>
                <a:cubicBezTo>
                  <a:pt x="14360" y="30850"/>
                  <a:pt x="11691" y="29771"/>
                  <a:pt x="9525" y="27614"/>
                </a:cubicBezTo>
                <a:cubicBezTo>
                  <a:pt x="7361" y="25457"/>
                  <a:pt x="6279" y="22653"/>
                  <a:pt x="6279" y="19201"/>
                </a:cubicBezTo>
                <a:cubicBezTo>
                  <a:pt x="6279" y="14167"/>
                  <a:pt x="8732" y="9708"/>
                  <a:pt x="13639" y="5825"/>
                </a:cubicBezTo>
                <a:cubicBezTo>
                  <a:pt x="18546" y="1942"/>
                  <a:pt x="27277" y="0"/>
                  <a:pt x="39833" y="0"/>
                </a:cubicBezTo>
                <a:cubicBezTo>
                  <a:pt x="50368" y="0"/>
                  <a:pt x="58883" y="2301"/>
                  <a:pt x="65378" y="6904"/>
                </a:cubicBezTo>
                <a:cubicBezTo>
                  <a:pt x="71872" y="11506"/>
                  <a:pt x="76201" y="16971"/>
                  <a:pt x="78367" y="23300"/>
                </a:cubicBezTo>
                <a:cubicBezTo>
                  <a:pt x="79088" y="25313"/>
                  <a:pt x="79449" y="27543"/>
                  <a:pt x="79449" y="29987"/>
                </a:cubicBezTo>
                <a:cubicBezTo>
                  <a:pt x="79449" y="32432"/>
                  <a:pt x="79521" y="40702"/>
                  <a:pt x="79665" y="54797"/>
                </a:cubicBezTo>
                <a:lnTo>
                  <a:pt x="79665" y="69899"/>
                </a:lnTo>
                <a:cubicBezTo>
                  <a:pt x="79665" y="76802"/>
                  <a:pt x="80026" y="81548"/>
                  <a:pt x="80747" y="84137"/>
                </a:cubicBezTo>
                <a:cubicBezTo>
                  <a:pt x="81469" y="86726"/>
                  <a:pt x="82984" y="88021"/>
                  <a:pt x="85293" y="88021"/>
                </a:cubicBezTo>
                <a:cubicBezTo>
                  <a:pt x="87459" y="88021"/>
                  <a:pt x="88902" y="86870"/>
                  <a:pt x="89623" y="84569"/>
                </a:cubicBezTo>
                <a:cubicBezTo>
                  <a:pt x="90345" y="82267"/>
                  <a:pt x="90706" y="78456"/>
                  <a:pt x="90706" y="73134"/>
                </a:cubicBezTo>
                <a:lnTo>
                  <a:pt x="90706" y="65368"/>
                </a:lnTo>
                <a:lnTo>
                  <a:pt x="99365" y="65368"/>
                </a:lnTo>
                <a:lnTo>
                  <a:pt x="99365" y="73782"/>
                </a:lnTo>
                <a:cubicBezTo>
                  <a:pt x="99221" y="79535"/>
                  <a:pt x="99004" y="82915"/>
                  <a:pt x="98716" y="83922"/>
                </a:cubicBezTo>
                <a:cubicBezTo>
                  <a:pt x="97416" y="88236"/>
                  <a:pt x="94891" y="91616"/>
                  <a:pt x="91139" y="94061"/>
                </a:cubicBezTo>
                <a:cubicBezTo>
                  <a:pt x="87386" y="96506"/>
                  <a:pt x="83418" y="97801"/>
                  <a:pt x="79233" y="97944"/>
                </a:cubicBezTo>
                <a:cubicBezTo>
                  <a:pt x="75047" y="98088"/>
                  <a:pt x="71656" y="96794"/>
                  <a:pt x="69058" y="94061"/>
                </a:cubicBezTo>
                <a:cubicBezTo>
                  <a:pt x="66460" y="91328"/>
                  <a:pt x="64728" y="88308"/>
                  <a:pt x="63862" y="85000"/>
                </a:cubicBezTo>
                <a:lnTo>
                  <a:pt x="63862" y="84137"/>
                </a:lnTo>
                <a:lnTo>
                  <a:pt x="63430" y="84785"/>
                </a:lnTo>
                <a:cubicBezTo>
                  <a:pt x="63141" y="85216"/>
                  <a:pt x="62780" y="85647"/>
                  <a:pt x="62346" y="86079"/>
                </a:cubicBezTo>
                <a:cubicBezTo>
                  <a:pt x="61914" y="86510"/>
                  <a:pt x="61337" y="87157"/>
                  <a:pt x="60615" y="88021"/>
                </a:cubicBezTo>
                <a:cubicBezTo>
                  <a:pt x="59893" y="88884"/>
                  <a:pt x="59028" y="89674"/>
                  <a:pt x="58017" y="90393"/>
                </a:cubicBezTo>
                <a:cubicBezTo>
                  <a:pt x="57007" y="91113"/>
                  <a:pt x="55925" y="91976"/>
                  <a:pt x="54770" y="92983"/>
                </a:cubicBezTo>
                <a:cubicBezTo>
                  <a:pt x="53616" y="93989"/>
                  <a:pt x="52316" y="94780"/>
                  <a:pt x="50873" y="95355"/>
                </a:cubicBezTo>
                <a:cubicBezTo>
                  <a:pt x="49430" y="95931"/>
                  <a:pt x="47843" y="96506"/>
                  <a:pt x="46111" y="97082"/>
                </a:cubicBezTo>
                <a:cubicBezTo>
                  <a:pt x="44379" y="97657"/>
                  <a:pt x="42502" y="98088"/>
                  <a:pt x="40482" y="98376"/>
                </a:cubicBezTo>
                <a:cubicBezTo>
                  <a:pt x="38461" y="98663"/>
                  <a:pt x="36225" y="98879"/>
                  <a:pt x="33771" y="99023"/>
                </a:cubicBezTo>
                <a:cubicBezTo>
                  <a:pt x="25112" y="99023"/>
                  <a:pt x="17319" y="96794"/>
                  <a:pt x="10391" y="92335"/>
                </a:cubicBezTo>
                <a:cubicBezTo>
                  <a:pt x="3464" y="87877"/>
                  <a:pt x="0" y="81620"/>
                  <a:pt x="0" y="73566"/>
                </a:cubicBezTo>
                <a:cubicBezTo>
                  <a:pt x="0" y="70546"/>
                  <a:pt x="506" y="67669"/>
                  <a:pt x="1516" y="64937"/>
                </a:cubicBezTo>
                <a:cubicBezTo>
                  <a:pt x="2526" y="62204"/>
                  <a:pt x="4474" y="59256"/>
                  <a:pt x="7361" y="56091"/>
                </a:cubicBezTo>
                <a:cubicBezTo>
                  <a:pt x="10247" y="52927"/>
                  <a:pt x="13711" y="50267"/>
                  <a:pt x="17752" y="48109"/>
                </a:cubicBezTo>
                <a:cubicBezTo>
                  <a:pt x="21792" y="45952"/>
                  <a:pt x="27421" y="43938"/>
                  <a:pt x="34637" y="42069"/>
                </a:cubicBezTo>
                <a:cubicBezTo>
                  <a:pt x="41854" y="40199"/>
                  <a:pt x="49791" y="39120"/>
                  <a:pt x="58450" y="38832"/>
                </a:cubicBezTo>
                <a:lnTo>
                  <a:pt x="61481" y="38832"/>
                </a:lnTo>
                <a:lnTo>
                  <a:pt x="61481" y="34086"/>
                </a:lnTo>
                <a:cubicBezTo>
                  <a:pt x="61481" y="29196"/>
                  <a:pt x="61048" y="25601"/>
                  <a:pt x="60182" y="23300"/>
                </a:cubicBezTo>
                <a:cubicBezTo>
                  <a:pt x="57007" y="13088"/>
                  <a:pt x="50007" y="7982"/>
                  <a:pt x="39183" y="7982"/>
                </a:cubicBezTo>
                <a:cubicBezTo>
                  <a:pt x="36586" y="7982"/>
                  <a:pt x="34133" y="8054"/>
                  <a:pt x="31823" y="8198"/>
                </a:cubicBezTo>
                <a:cubicBezTo>
                  <a:pt x="29514" y="8342"/>
                  <a:pt x="27710" y="8629"/>
                  <a:pt x="26411" y="9061"/>
                </a:cubicBezTo>
                <a:cubicBezTo>
                  <a:pt x="25112" y="9493"/>
                  <a:pt x="24535" y="9708"/>
                  <a:pt x="24679" y="9708"/>
                </a:cubicBezTo>
                <a:cubicBezTo>
                  <a:pt x="27854" y="11865"/>
                  <a:pt x="29442" y="15030"/>
                  <a:pt x="29442" y="19201"/>
                </a:cubicBezTo>
                <a:cubicBezTo>
                  <a:pt x="29442" y="22796"/>
                  <a:pt x="28287" y="25601"/>
                  <a:pt x="25978" y="27614"/>
                </a:cubicBezTo>
                <a:lnTo>
                  <a:pt x="22298" y="30850"/>
                </a:lnTo>
                <a:moveTo>
                  <a:pt x="19917" y="73782"/>
                </a:moveTo>
                <a:cubicBezTo>
                  <a:pt x="19917" y="78240"/>
                  <a:pt x="21648" y="82195"/>
                  <a:pt x="25112" y="85647"/>
                </a:cubicBezTo>
                <a:cubicBezTo>
                  <a:pt x="28576" y="89099"/>
                  <a:pt x="32833" y="90897"/>
                  <a:pt x="37884" y="91041"/>
                </a:cubicBezTo>
                <a:cubicBezTo>
                  <a:pt x="43368" y="91041"/>
                  <a:pt x="48204" y="89387"/>
                  <a:pt x="52389" y="86079"/>
                </a:cubicBezTo>
                <a:cubicBezTo>
                  <a:pt x="56574" y="82771"/>
                  <a:pt x="59389" y="78456"/>
                  <a:pt x="60832" y="73134"/>
                </a:cubicBezTo>
                <a:cubicBezTo>
                  <a:pt x="61120" y="72128"/>
                  <a:pt x="61337" y="67382"/>
                  <a:pt x="61481" y="58896"/>
                </a:cubicBezTo>
                <a:cubicBezTo>
                  <a:pt x="61481" y="50554"/>
                  <a:pt x="61409" y="46383"/>
                  <a:pt x="61264" y="46383"/>
                </a:cubicBezTo>
                <a:cubicBezTo>
                  <a:pt x="60110" y="46383"/>
                  <a:pt x="58594" y="46455"/>
                  <a:pt x="56718" y="46599"/>
                </a:cubicBezTo>
                <a:cubicBezTo>
                  <a:pt x="54842" y="46743"/>
                  <a:pt x="51595" y="47390"/>
                  <a:pt x="46977" y="48541"/>
                </a:cubicBezTo>
                <a:cubicBezTo>
                  <a:pt x="42358" y="49691"/>
                  <a:pt x="38173" y="51129"/>
                  <a:pt x="34421" y="52856"/>
                </a:cubicBezTo>
                <a:cubicBezTo>
                  <a:pt x="30669" y="54581"/>
                  <a:pt x="27349" y="57242"/>
                  <a:pt x="24462" y="60838"/>
                </a:cubicBezTo>
                <a:cubicBezTo>
                  <a:pt x="21576" y="64433"/>
                  <a:pt x="20061" y="68748"/>
                  <a:pt x="19917" y="7378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197" name="pdf-path-317">
            <a:extLst xmlns:a="http://schemas.openxmlformats.org/drawingml/2006/main">
              <a:ext uri="{FF2B5EF4-FFF2-40B4-BE49-F238E27FC236}">
                <a16:creationId xmlns:a16="http://schemas.microsoft.com/office/drawing/2014/main" id="{FE2DB43A-5A0E-49E7-9ACD-11619B7A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336" y="3143516"/>
            <a:ext cx="98715" cy="142170"/>
          </a:xfrm>
          <a:custGeom xmlns:a="http://schemas.openxmlformats.org/drawingml/2006/main">
            <a:pathLst>
              <a:path w="98715" h="142170">
                <a:moveTo>
                  <a:pt x="64944" y="9493"/>
                </a:moveTo>
                <a:cubicBezTo>
                  <a:pt x="71294" y="3164"/>
                  <a:pt x="78511" y="0"/>
                  <a:pt x="86593" y="0"/>
                </a:cubicBezTo>
                <a:cubicBezTo>
                  <a:pt x="90922" y="0"/>
                  <a:pt x="94025" y="1366"/>
                  <a:pt x="95901" y="4099"/>
                </a:cubicBezTo>
                <a:cubicBezTo>
                  <a:pt x="97777" y="6832"/>
                  <a:pt x="98715" y="9565"/>
                  <a:pt x="98715" y="12297"/>
                </a:cubicBezTo>
                <a:cubicBezTo>
                  <a:pt x="98715" y="14311"/>
                  <a:pt x="98066" y="16108"/>
                  <a:pt x="96767" y="17691"/>
                </a:cubicBezTo>
                <a:cubicBezTo>
                  <a:pt x="95468" y="19273"/>
                  <a:pt x="93520" y="20063"/>
                  <a:pt x="90922" y="20063"/>
                </a:cubicBezTo>
                <a:cubicBezTo>
                  <a:pt x="86159" y="20063"/>
                  <a:pt x="83489" y="17906"/>
                  <a:pt x="82912" y="13592"/>
                </a:cubicBezTo>
                <a:cubicBezTo>
                  <a:pt x="82623" y="11578"/>
                  <a:pt x="82840" y="10068"/>
                  <a:pt x="83561" y="9061"/>
                </a:cubicBezTo>
                <a:cubicBezTo>
                  <a:pt x="83561" y="8917"/>
                  <a:pt x="83634" y="8701"/>
                  <a:pt x="83778" y="8414"/>
                </a:cubicBezTo>
                <a:lnTo>
                  <a:pt x="83778" y="8198"/>
                </a:lnTo>
                <a:cubicBezTo>
                  <a:pt x="79738" y="8630"/>
                  <a:pt x="75913" y="10212"/>
                  <a:pt x="72304" y="12944"/>
                </a:cubicBezTo>
                <a:cubicBezTo>
                  <a:pt x="71150" y="13664"/>
                  <a:pt x="70572" y="14167"/>
                  <a:pt x="70572" y="14454"/>
                </a:cubicBezTo>
                <a:cubicBezTo>
                  <a:pt x="70572" y="14598"/>
                  <a:pt x="70861" y="14958"/>
                  <a:pt x="71438" y="15533"/>
                </a:cubicBezTo>
                <a:cubicBezTo>
                  <a:pt x="72016" y="16108"/>
                  <a:pt x="72665" y="16971"/>
                  <a:pt x="73387" y="18122"/>
                </a:cubicBezTo>
                <a:cubicBezTo>
                  <a:pt x="74109" y="19273"/>
                  <a:pt x="74902" y="20567"/>
                  <a:pt x="75768" y="22005"/>
                </a:cubicBezTo>
                <a:cubicBezTo>
                  <a:pt x="76634" y="23443"/>
                  <a:pt x="77284" y="25313"/>
                  <a:pt x="77717" y="27614"/>
                </a:cubicBezTo>
                <a:cubicBezTo>
                  <a:pt x="78150" y="29915"/>
                  <a:pt x="78438" y="32289"/>
                  <a:pt x="78583" y="34734"/>
                </a:cubicBezTo>
                <a:cubicBezTo>
                  <a:pt x="78583" y="43651"/>
                  <a:pt x="75047" y="51201"/>
                  <a:pt x="67975" y="57386"/>
                </a:cubicBezTo>
                <a:cubicBezTo>
                  <a:pt x="60903" y="63570"/>
                  <a:pt x="52172" y="66735"/>
                  <a:pt x="41781" y="66878"/>
                </a:cubicBezTo>
                <a:cubicBezTo>
                  <a:pt x="34565" y="66878"/>
                  <a:pt x="27421" y="64865"/>
                  <a:pt x="20349" y="60838"/>
                </a:cubicBezTo>
                <a:cubicBezTo>
                  <a:pt x="18762" y="63427"/>
                  <a:pt x="17968" y="66159"/>
                  <a:pt x="17968" y="69036"/>
                </a:cubicBezTo>
                <a:cubicBezTo>
                  <a:pt x="17968" y="74070"/>
                  <a:pt x="19844" y="77809"/>
                  <a:pt x="23597" y="80254"/>
                </a:cubicBezTo>
                <a:cubicBezTo>
                  <a:pt x="24895" y="81117"/>
                  <a:pt x="26122" y="81548"/>
                  <a:pt x="27277" y="81548"/>
                </a:cubicBezTo>
                <a:cubicBezTo>
                  <a:pt x="28431" y="81548"/>
                  <a:pt x="33627" y="81692"/>
                  <a:pt x="42863" y="81980"/>
                </a:cubicBezTo>
                <a:cubicBezTo>
                  <a:pt x="54986" y="82124"/>
                  <a:pt x="62780" y="82555"/>
                  <a:pt x="66244" y="83274"/>
                </a:cubicBezTo>
                <a:cubicBezTo>
                  <a:pt x="75047" y="84569"/>
                  <a:pt x="81974" y="87517"/>
                  <a:pt x="87025" y="92120"/>
                </a:cubicBezTo>
                <a:cubicBezTo>
                  <a:pt x="92654" y="97729"/>
                  <a:pt x="95468" y="104776"/>
                  <a:pt x="95468" y="113262"/>
                </a:cubicBezTo>
                <a:cubicBezTo>
                  <a:pt x="95468" y="122898"/>
                  <a:pt x="89839" y="130305"/>
                  <a:pt x="78583" y="135482"/>
                </a:cubicBezTo>
                <a:cubicBezTo>
                  <a:pt x="69924" y="139941"/>
                  <a:pt x="59676" y="142170"/>
                  <a:pt x="47843" y="142170"/>
                </a:cubicBezTo>
                <a:cubicBezTo>
                  <a:pt x="35864" y="142170"/>
                  <a:pt x="25545" y="139941"/>
                  <a:pt x="16885" y="135482"/>
                </a:cubicBezTo>
                <a:cubicBezTo>
                  <a:pt x="5629" y="130448"/>
                  <a:pt x="0" y="123258"/>
                  <a:pt x="0" y="113909"/>
                </a:cubicBezTo>
                <a:cubicBezTo>
                  <a:pt x="0" y="108731"/>
                  <a:pt x="1516" y="104416"/>
                  <a:pt x="4546" y="100965"/>
                </a:cubicBezTo>
                <a:cubicBezTo>
                  <a:pt x="7577" y="97513"/>
                  <a:pt x="10607" y="95140"/>
                  <a:pt x="13639" y="93845"/>
                </a:cubicBezTo>
                <a:lnTo>
                  <a:pt x="16019" y="92551"/>
                </a:lnTo>
                <a:cubicBezTo>
                  <a:pt x="10824" y="88093"/>
                  <a:pt x="8227" y="82052"/>
                  <a:pt x="8227" y="74429"/>
                </a:cubicBezTo>
                <a:cubicBezTo>
                  <a:pt x="8227" y="67669"/>
                  <a:pt x="10319" y="61557"/>
                  <a:pt x="14505" y="56091"/>
                </a:cubicBezTo>
                <a:cubicBezTo>
                  <a:pt x="8154" y="49763"/>
                  <a:pt x="4979" y="42644"/>
                  <a:pt x="4979" y="34734"/>
                </a:cubicBezTo>
                <a:cubicBezTo>
                  <a:pt x="4979" y="25673"/>
                  <a:pt x="8587" y="18050"/>
                  <a:pt x="15803" y="11865"/>
                </a:cubicBezTo>
                <a:cubicBezTo>
                  <a:pt x="23019" y="5681"/>
                  <a:pt x="31751" y="2517"/>
                  <a:pt x="41997" y="2373"/>
                </a:cubicBezTo>
                <a:cubicBezTo>
                  <a:pt x="49357" y="2373"/>
                  <a:pt x="56213" y="4243"/>
                  <a:pt x="62563" y="7982"/>
                </a:cubicBezTo>
                <a:lnTo>
                  <a:pt x="64944" y="9493"/>
                </a:lnTo>
                <a:moveTo>
                  <a:pt x="58450" y="23731"/>
                </a:moveTo>
                <a:cubicBezTo>
                  <a:pt x="57728" y="19704"/>
                  <a:pt x="55852" y="16540"/>
                  <a:pt x="52821" y="14239"/>
                </a:cubicBezTo>
                <a:cubicBezTo>
                  <a:pt x="49791" y="11937"/>
                  <a:pt x="46038" y="10715"/>
                  <a:pt x="41564" y="10571"/>
                </a:cubicBezTo>
                <a:cubicBezTo>
                  <a:pt x="37379" y="10571"/>
                  <a:pt x="33771" y="11722"/>
                  <a:pt x="30740" y="14023"/>
                </a:cubicBezTo>
                <a:cubicBezTo>
                  <a:pt x="27710" y="16324"/>
                  <a:pt x="25833" y="19560"/>
                  <a:pt x="25112" y="23731"/>
                </a:cubicBezTo>
                <a:cubicBezTo>
                  <a:pt x="24679" y="26176"/>
                  <a:pt x="24462" y="29843"/>
                  <a:pt x="24462" y="34734"/>
                </a:cubicBezTo>
                <a:cubicBezTo>
                  <a:pt x="24462" y="41062"/>
                  <a:pt x="24967" y="45736"/>
                  <a:pt x="25978" y="48757"/>
                </a:cubicBezTo>
                <a:cubicBezTo>
                  <a:pt x="26988" y="51777"/>
                  <a:pt x="29153" y="54294"/>
                  <a:pt x="32472" y="56307"/>
                </a:cubicBezTo>
                <a:cubicBezTo>
                  <a:pt x="34926" y="57746"/>
                  <a:pt x="38029" y="58465"/>
                  <a:pt x="41781" y="58465"/>
                </a:cubicBezTo>
                <a:cubicBezTo>
                  <a:pt x="44956" y="58465"/>
                  <a:pt x="47698" y="57961"/>
                  <a:pt x="50007" y="56955"/>
                </a:cubicBezTo>
                <a:cubicBezTo>
                  <a:pt x="52316" y="55948"/>
                  <a:pt x="53976" y="54653"/>
                  <a:pt x="54986" y="53071"/>
                </a:cubicBezTo>
                <a:cubicBezTo>
                  <a:pt x="55996" y="51489"/>
                  <a:pt x="56790" y="50051"/>
                  <a:pt x="57367" y="48757"/>
                </a:cubicBezTo>
                <a:cubicBezTo>
                  <a:pt x="57944" y="47462"/>
                  <a:pt x="58305" y="46383"/>
                  <a:pt x="58450" y="45520"/>
                </a:cubicBezTo>
                <a:cubicBezTo>
                  <a:pt x="58883" y="43219"/>
                  <a:pt x="59099" y="39624"/>
                  <a:pt x="59099" y="34734"/>
                </a:cubicBezTo>
                <a:cubicBezTo>
                  <a:pt x="59099" y="29843"/>
                  <a:pt x="58883" y="26176"/>
                  <a:pt x="58450" y="23731"/>
                </a:cubicBezTo>
                <a:moveTo>
                  <a:pt x="80964" y="113909"/>
                </a:moveTo>
                <a:cubicBezTo>
                  <a:pt x="80964" y="110313"/>
                  <a:pt x="79954" y="107365"/>
                  <a:pt x="77933" y="105064"/>
                </a:cubicBezTo>
                <a:cubicBezTo>
                  <a:pt x="75913" y="102762"/>
                  <a:pt x="72954" y="101109"/>
                  <a:pt x="69058" y="100102"/>
                </a:cubicBezTo>
                <a:cubicBezTo>
                  <a:pt x="65161" y="99095"/>
                  <a:pt x="61625" y="98448"/>
                  <a:pt x="58450" y="98160"/>
                </a:cubicBezTo>
                <a:cubicBezTo>
                  <a:pt x="55275" y="97873"/>
                  <a:pt x="51378" y="97729"/>
                  <a:pt x="46760" y="97729"/>
                </a:cubicBezTo>
                <a:lnTo>
                  <a:pt x="40915" y="97729"/>
                </a:lnTo>
                <a:cubicBezTo>
                  <a:pt x="31245" y="97729"/>
                  <a:pt x="25472" y="98160"/>
                  <a:pt x="23597" y="99023"/>
                </a:cubicBezTo>
                <a:cubicBezTo>
                  <a:pt x="20710" y="100317"/>
                  <a:pt x="18473" y="102331"/>
                  <a:pt x="16885" y="105064"/>
                </a:cubicBezTo>
                <a:cubicBezTo>
                  <a:pt x="15298" y="107796"/>
                  <a:pt x="14432" y="110673"/>
                  <a:pt x="14288" y="113693"/>
                </a:cubicBezTo>
                <a:cubicBezTo>
                  <a:pt x="14288" y="115131"/>
                  <a:pt x="14721" y="116785"/>
                  <a:pt x="15587" y="118655"/>
                </a:cubicBezTo>
                <a:cubicBezTo>
                  <a:pt x="16453" y="120525"/>
                  <a:pt x="17968" y="122682"/>
                  <a:pt x="20133" y="125127"/>
                </a:cubicBezTo>
                <a:cubicBezTo>
                  <a:pt x="22298" y="127572"/>
                  <a:pt x="25761" y="129586"/>
                  <a:pt x="30524" y="131168"/>
                </a:cubicBezTo>
                <a:cubicBezTo>
                  <a:pt x="35286" y="132750"/>
                  <a:pt x="41059" y="133613"/>
                  <a:pt x="47843" y="133757"/>
                </a:cubicBezTo>
                <a:cubicBezTo>
                  <a:pt x="57801" y="133757"/>
                  <a:pt x="65810" y="131743"/>
                  <a:pt x="71872" y="127716"/>
                </a:cubicBezTo>
                <a:cubicBezTo>
                  <a:pt x="77933" y="123689"/>
                  <a:pt x="80964" y="119087"/>
                  <a:pt x="80964" y="11390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198" name="pdf-path-319">
            <a:extLst xmlns:a="http://schemas.openxmlformats.org/drawingml/2006/main">
              <a:ext uri="{FF2B5EF4-FFF2-40B4-BE49-F238E27FC236}">
                <a16:creationId xmlns:a16="http://schemas.microsoft.com/office/drawing/2014/main" id="{AD00416C-3EAE-49D4-8F0D-E5D12EA1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6646" y="3079442"/>
            <a:ext cx="51739" cy="215736"/>
          </a:xfrm>
          <a:custGeom xmlns:a="http://schemas.openxmlformats.org/drawingml/2006/main">
            <a:pathLst>
              <a:path w="51739" h="215736">
                <a:moveTo>
                  <a:pt x="0" y="107868"/>
                </a:moveTo>
                <a:cubicBezTo>
                  <a:pt x="0" y="97944"/>
                  <a:pt x="722" y="88524"/>
                  <a:pt x="2165" y="79607"/>
                </a:cubicBezTo>
                <a:cubicBezTo>
                  <a:pt x="3609" y="70690"/>
                  <a:pt x="5268" y="62995"/>
                  <a:pt x="7144" y="56523"/>
                </a:cubicBezTo>
                <a:cubicBezTo>
                  <a:pt x="9020" y="50051"/>
                  <a:pt x="11690" y="43722"/>
                  <a:pt x="15153" y="37538"/>
                </a:cubicBezTo>
                <a:cubicBezTo>
                  <a:pt x="18617" y="31354"/>
                  <a:pt x="21360" y="26535"/>
                  <a:pt x="23380" y="23084"/>
                </a:cubicBezTo>
                <a:cubicBezTo>
                  <a:pt x="25401" y="19632"/>
                  <a:pt x="28431" y="15892"/>
                  <a:pt x="32472" y="11865"/>
                </a:cubicBezTo>
                <a:cubicBezTo>
                  <a:pt x="36513" y="7838"/>
                  <a:pt x="38895" y="5393"/>
                  <a:pt x="39616" y="4530"/>
                </a:cubicBezTo>
                <a:cubicBezTo>
                  <a:pt x="40338" y="3667"/>
                  <a:pt x="42141" y="2157"/>
                  <a:pt x="45028" y="0"/>
                </a:cubicBezTo>
                <a:lnTo>
                  <a:pt x="47843" y="0"/>
                </a:lnTo>
                <a:lnTo>
                  <a:pt x="48709" y="0"/>
                </a:lnTo>
                <a:cubicBezTo>
                  <a:pt x="50729" y="0"/>
                  <a:pt x="51739" y="647"/>
                  <a:pt x="51739" y="1942"/>
                </a:cubicBezTo>
                <a:cubicBezTo>
                  <a:pt x="51739" y="2373"/>
                  <a:pt x="50512" y="3883"/>
                  <a:pt x="48059" y="6472"/>
                </a:cubicBezTo>
                <a:cubicBezTo>
                  <a:pt x="45605" y="9061"/>
                  <a:pt x="42647" y="12872"/>
                  <a:pt x="39183" y="17906"/>
                </a:cubicBezTo>
                <a:cubicBezTo>
                  <a:pt x="35720" y="22940"/>
                  <a:pt x="32184" y="29124"/>
                  <a:pt x="28576" y="36460"/>
                </a:cubicBezTo>
                <a:cubicBezTo>
                  <a:pt x="24967" y="43794"/>
                  <a:pt x="21937" y="53718"/>
                  <a:pt x="19483" y="66231"/>
                </a:cubicBezTo>
                <a:cubicBezTo>
                  <a:pt x="17030" y="78744"/>
                  <a:pt x="15803" y="92623"/>
                  <a:pt x="15803" y="107868"/>
                </a:cubicBezTo>
                <a:cubicBezTo>
                  <a:pt x="15803" y="123113"/>
                  <a:pt x="17030" y="136921"/>
                  <a:pt x="19483" y="149289"/>
                </a:cubicBezTo>
                <a:cubicBezTo>
                  <a:pt x="21937" y="161658"/>
                  <a:pt x="24895" y="171654"/>
                  <a:pt x="28359" y="179277"/>
                </a:cubicBezTo>
                <a:cubicBezTo>
                  <a:pt x="31822" y="186899"/>
                  <a:pt x="35359" y="193084"/>
                  <a:pt x="38966" y="197830"/>
                </a:cubicBezTo>
                <a:cubicBezTo>
                  <a:pt x="42575" y="202576"/>
                  <a:pt x="45605" y="206388"/>
                  <a:pt x="48059" y="209264"/>
                </a:cubicBezTo>
                <a:cubicBezTo>
                  <a:pt x="50512" y="212141"/>
                  <a:pt x="51739" y="213651"/>
                  <a:pt x="51739" y="213795"/>
                </a:cubicBezTo>
                <a:cubicBezTo>
                  <a:pt x="51739" y="215089"/>
                  <a:pt x="50657" y="215736"/>
                  <a:pt x="48492" y="215736"/>
                </a:cubicBezTo>
                <a:lnTo>
                  <a:pt x="47843" y="215736"/>
                </a:lnTo>
                <a:lnTo>
                  <a:pt x="45028" y="215736"/>
                </a:lnTo>
                <a:lnTo>
                  <a:pt x="38966" y="210559"/>
                </a:lnTo>
                <a:cubicBezTo>
                  <a:pt x="25401" y="198334"/>
                  <a:pt x="15514" y="183088"/>
                  <a:pt x="9309" y="164822"/>
                </a:cubicBezTo>
                <a:cubicBezTo>
                  <a:pt x="3103" y="146557"/>
                  <a:pt x="0" y="127572"/>
                  <a:pt x="0" y="10786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199" name="pdf-path-321">
            <a:extLst xmlns:a="http://schemas.openxmlformats.org/drawingml/2006/main">
              <a:ext uri="{FF2B5EF4-FFF2-40B4-BE49-F238E27FC236}">
                <a16:creationId xmlns:a16="http://schemas.microsoft.com/office/drawing/2014/main" id="{E3D7D9DE-C9EE-48D5-A648-EA2EDF76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086" y="3145889"/>
            <a:ext cx="93736" cy="97729"/>
          </a:xfrm>
          <a:custGeom xmlns:a="http://schemas.openxmlformats.org/drawingml/2006/main">
            <a:pathLst>
              <a:path w="93736" h="97729">
                <a:moveTo>
                  <a:pt x="67541" y="22436"/>
                </a:moveTo>
                <a:cubicBezTo>
                  <a:pt x="66098" y="22436"/>
                  <a:pt x="62274" y="21645"/>
                  <a:pt x="56068" y="20063"/>
                </a:cubicBezTo>
                <a:cubicBezTo>
                  <a:pt x="49862" y="18481"/>
                  <a:pt x="45316" y="17690"/>
                  <a:pt x="42430" y="17690"/>
                </a:cubicBezTo>
                <a:cubicBezTo>
                  <a:pt x="39544" y="17690"/>
                  <a:pt x="37090" y="17978"/>
                  <a:pt x="35070" y="18553"/>
                </a:cubicBezTo>
                <a:cubicBezTo>
                  <a:pt x="33049" y="19129"/>
                  <a:pt x="31389" y="19848"/>
                  <a:pt x="30091" y="20711"/>
                </a:cubicBezTo>
                <a:cubicBezTo>
                  <a:pt x="28791" y="21573"/>
                  <a:pt x="27925" y="22365"/>
                  <a:pt x="27493" y="23084"/>
                </a:cubicBezTo>
                <a:cubicBezTo>
                  <a:pt x="27059" y="23803"/>
                  <a:pt x="26554" y="24594"/>
                  <a:pt x="25977" y="25457"/>
                </a:cubicBezTo>
                <a:lnTo>
                  <a:pt x="25545" y="26320"/>
                </a:lnTo>
                <a:cubicBezTo>
                  <a:pt x="25111" y="26751"/>
                  <a:pt x="24029" y="26967"/>
                  <a:pt x="22297" y="26967"/>
                </a:cubicBezTo>
                <a:cubicBezTo>
                  <a:pt x="19267" y="26967"/>
                  <a:pt x="17751" y="26392"/>
                  <a:pt x="17751" y="25241"/>
                </a:cubicBezTo>
                <a:cubicBezTo>
                  <a:pt x="17751" y="24522"/>
                  <a:pt x="17968" y="23515"/>
                  <a:pt x="18401" y="22221"/>
                </a:cubicBezTo>
                <a:cubicBezTo>
                  <a:pt x="20277" y="16611"/>
                  <a:pt x="23379" y="11793"/>
                  <a:pt x="27709" y="7766"/>
                </a:cubicBezTo>
                <a:cubicBezTo>
                  <a:pt x="32039" y="3739"/>
                  <a:pt x="36801" y="1294"/>
                  <a:pt x="41997" y="431"/>
                </a:cubicBezTo>
                <a:cubicBezTo>
                  <a:pt x="43728" y="144"/>
                  <a:pt x="44955" y="0"/>
                  <a:pt x="45677" y="0"/>
                </a:cubicBezTo>
                <a:cubicBezTo>
                  <a:pt x="49285" y="0"/>
                  <a:pt x="52533" y="1223"/>
                  <a:pt x="55419" y="3667"/>
                </a:cubicBezTo>
                <a:cubicBezTo>
                  <a:pt x="58305" y="6113"/>
                  <a:pt x="61047" y="8485"/>
                  <a:pt x="63645" y="10787"/>
                </a:cubicBezTo>
                <a:cubicBezTo>
                  <a:pt x="66243" y="13088"/>
                  <a:pt x="68984" y="14311"/>
                  <a:pt x="71871" y="14454"/>
                </a:cubicBezTo>
                <a:cubicBezTo>
                  <a:pt x="75046" y="14454"/>
                  <a:pt x="78221" y="12081"/>
                  <a:pt x="81396" y="7335"/>
                </a:cubicBezTo>
                <a:cubicBezTo>
                  <a:pt x="84571" y="2589"/>
                  <a:pt x="86231" y="216"/>
                  <a:pt x="86376" y="216"/>
                </a:cubicBezTo>
                <a:cubicBezTo>
                  <a:pt x="86519" y="72"/>
                  <a:pt x="87603" y="0"/>
                  <a:pt x="89623" y="0"/>
                </a:cubicBezTo>
                <a:lnTo>
                  <a:pt x="92437" y="0"/>
                </a:lnTo>
                <a:cubicBezTo>
                  <a:pt x="93303" y="863"/>
                  <a:pt x="93736" y="1438"/>
                  <a:pt x="93736" y="1726"/>
                </a:cubicBezTo>
                <a:cubicBezTo>
                  <a:pt x="93736" y="2301"/>
                  <a:pt x="93375" y="3308"/>
                  <a:pt x="92653" y="4746"/>
                </a:cubicBezTo>
                <a:cubicBezTo>
                  <a:pt x="91932" y="6185"/>
                  <a:pt x="90921" y="7694"/>
                  <a:pt x="89623" y="9277"/>
                </a:cubicBezTo>
                <a:cubicBezTo>
                  <a:pt x="88324" y="10859"/>
                  <a:pt x="87097" y="12441"/>
                  <a:pt x="85942" y="14023"/>
                </a:cubicBezTo>
                <a:cubicBezTo>
                  <a:pt x="84788" y="15605"/>
                  <a:pt x="83778" y="16971"/>
                  <a:pt x="82912" y="18122"/>
                </a:cubicBezTo>
                <a:lnTo>
                  <a:pt x="81396" y="20063"/>
                </a:lnTo>
                <a:cubicBezTo>
                  <a:pt x="75191" y="27399"/>
                  <a:pt x="65377" y="37107"/>
                  <a:pt x="51955" y="49188"/>
                </a:cubicBezTo>
                <a:cubicBezTo>
                  <a:pt x="38533" y="61269"/>
                  <a:pt x="30234" y="69035"/>
                  <a:pt x="27059" y="72487"/>
                </a:cubicBezTo>
                <a:lnTo>
                  <a:pt x="24462" y="75076"/>
                </a:lnTo>
                <a:lnTo>
                  <a:pt x="27709" y="75292"/>
                </a:lnTo>
                <a:cubicBezTo>
                  <a:pt x="30884" y="75292"/>
                  <a:pt x="35502" y="76083"/>
                  <a:pt x="41564" y="77665"/>
                </a:cubicBezTo>
                <a:cubicBezTo>
                  <a:pt x="47626" y="79247"/>
                  <a:pt x="52172" y="80038"/>
                  <a:pt x="55202" y="80038"/>
                </a:cubicBezTo>
                <a:cubicBezTo>
                  <a:pt x="60686" y="80038"/>
                  <a:pt x="65738" y="78672"/>
                  <a:pt x="70356" y="75939"/>
                </a:cubicBezTo>
                <a:cubicBezTo>
                  <a:pt x="74974" y="73206"/>
                  <a:pt x="78005" y="69611"/>
                  <a:pt x="79448" y="65152"/>
                </a:cubicBezTo>
                <a:cubicBezTo>
                  <a:pt x="80025" y="63858"/>
                  <a:pt x="80530" y="63067"/>
                  <a:pt x="80964" y="62779"/>
                </a:cubicBezTo>
                <a:cubicBezTo>
                  <a:pt x="81396" y="62492"/>
                  <a:pt x="82478" y="62348"/>
                  <a:pt x="84210" y="62348"/>
                </a:cubicBezTo>
                <a:cubicBezTo>
                  <a:pt x="86953" y="62348"/>
                  <a:pt x="88324" y="63067"/>
                  <a:pt x="88324" y="64505"/>
                </a:cubicBezTo>
                <a:cubicBezTo>
                  <a:pt x="88324" y="65224"/>
                  <a:pt x="88251" y="65871"/>
                  <a:pt x="88107" y="66447"/>
                </a:cubicBezTo>
                <a:cubicBezTo>
                  <a:pt x="85653" y="75364"/>
                  <a:pt x="80891" y="82771"/>
                  <a:pt x="73820" y="88668"/>
                </a:cubicBezTo>
                <a:cubicBezTo>
                  <a:pt x="66748" y="94564"/>
                  <a:pt x="59676" y="97585"/>
                  <a:pt x="52604" y="97729"/>
                </a:cubicBezTo>
                <a:cubicBezTo>
                  <a:pt x="48853" y="97729"/>
                  <a:pt x="45533" y="96506"/>
                  <a:pt x="42646" y="94061"/>
                </a:cubicBezTo>
                <a:cubicBezTo>
                  <a:pt x="39760" y="91616"/>
                  <a:pt x="36946" y="89171"/>
                  <a:pt x="34204" y="86726"/>
                </a:cubicBezTo>
                <a:cubicBezTo>
                  <a:pt x="31461" y="84281"/>
                  <a:pt x="28720" y="83058"/>
                  <a:pt x="25977" y="83058"/>
                </a:cubicBezTo>
                <a:cubicBezTo>
                  <a:pt x="19627" y="83058"/>
                  <a:pt x="13926" y="87373"/>
                  <a:pt x="8876" y="96002"/>
                </a:cubicBezTo>
                <a:cubicBezTo>
                  <a:pt x="8010" y="97153"/>
                  <a:pt x="6783" y="97729"/>
                  <a:pt x="5196" y="97729"/>
                </a:cubicBezTo>
                <a:lnTo>
                  <a:pt x="4113" y="97729"/>
                </a:lnTo>
                <a:lnTo>
                  <a:pt x="1298" y="97729"/>
                </a:lnTo>
                <a:cubicBezTo>
                  <a:pt x="433" y="96865"/>
                  <a:pt x="0" y="96218"/>
                  <a:pt x="0" y="95787"/>
                </a:cubicBezTo>
                <a:cubicBezTo>
                  <a:pt x="0" y="93630"/>
                  <a:pt x="4185" y="87445"/>
                  <a:pt x="12556" y="77234"/>
                </a:cubicBezTo>
                <a:cubicBezTo>
                  <a:pt x="18184" y="70761"/>
                  <a:pt x="27709" y="61413"/>
                  <a:pt x="41131" y="49188"/>
                </a:cubicBezTo>
                <a:cubicBezTo>
                  <a:pt x="54553" y="36963"/>
                  <a:pt x="62851" y="29196"/>
                  <a:pt x="66026" y="25888"/>
                </a:cubicBezTo>
                <a:cubicBezTo>
                  <a:pt x="67758" y="23587"/>
                  <a:pt x="68263" y="22436"/>
                  <a:pt x="67541" y="2243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200" name="pdf-path-323">
            <a:extLst xmlns:a="http://schemas.openxmlformats.org/drawingml/2006/main">
              <a:ext uri="{FF2B5EF4-FFF2-40B4-BE49-F238E27FC236}">
                <a16:creationId xmlns:a16="http://schemas.microsoft.com/office/drawing/2014/main" id="{D872F2B6-57DE-437D-84D2-B9A14210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3079" y="3079442"/>
            <a:ext cx="51738" cy="215736"/>
          </a:xfrm>
          <a:custGeom xmlns:a="http://schemas.openxmlformats.org/drawingml/2006/main">
            <a:pathLst>
              <a:path w="51738" h="215736">
                <a:moveTo>
                  <a:pt x="1082" y="216"/>
                </a:moveTo>
                <a:lnTo>
                  <a:pt x="1948" y="0"/>
                </a:lnTo>
                <a:cubicBezTo>
                  <a:pt x="2669" y="0"/>
                  <a:pt x="3391" y="0"/>
                  <a:pt x="4113" y="0"/>
                </a:cubicBezTo>
                <a:lnTo>
                  <a:pt x="6710" y="0"/>
                </a:lnTo>
                <a:lnTo>
                  <a:pt x="12772" y="5178"/>
                </a:lnTo>
                <a:cubicBezTo>
                  <a:pt x="26338" y="17403"/>
                  <a:pt x="36224" y="32648"/>
                  <a:pt x="42430" y="50914"/>
                </a:cubicBezTo>
                <a:cubicBezTo>
                  <a:pt x="48635" y="69179"/>
                  <a:pt x="51738" y="88164"/>
                  <a:pt x="51738" y="107868"/>
                </a:cubicBezTo>
                <a:cubicBezTo>
                  <a:pt x="51738" y="117648"/>
                  <a:pt x="51017" y="127069"/>
                  <a:pt x="49574" y="136130"/>
                </a:cubicBezTo>
                <a:cubicBezTo>
                  <a:pt x="48130" y="145191"/>
                  <a:pt x="46471" y="152885"/>
                  <a:pt x="44594" y="159214"/>
                </a:cubicBezTo>
                <a:cubicBezTo>
                  <a:pt x="42719" y="165541"/>
                  <a:pt x="40048" y="171870"/>
                  <a:pt x="36585" y="178198"/>
                </a:cubicBezTo>
                <a:cubicBezTo>
                  <a:pt x="33121" y="184526"/>
                  <a:pt x="30379" y="189345"/>
                  <a:pt x="28359" y="192652"/>
                </a:cubicBezTo>
                <a:cubicBezTo>
                  <a:pt x="26338" y="195960"/>
                  <a:pt x="23379" y="199628"/>
                  <a:pt x="19483" y="203655"/>
                </a:cubicBezTo>
                <a:cubicBezTo>
                  <a:pt x="15586" y="207682"/>
                  <a:pt x="13277" y="210055"/>
                  <a:pt x="12556" y="210774"/>
                </a:cubicBezTo>
                <a:cubicBezTo>
                  <a:pt x="11834" y="211494"/>
                  <a:pt x="10174" y="212860"/>
                  <a:pt x="7576" y="214873"/>
                </a:cubicBezTo>
                <a:cubicBezTo>
                  <a:pt x="7144" y="215305"/>
                  <a:pt x="6855" y="215593"/>
                  <a:pt x="6710" y="215736"/>
                </a:cubicBezTo>
                <a:lnTo>
                  <a:pt x="4113" y="215736"/>
                </a:lnTo>
                <a:cubicBezTo>
                  <a:pt x="2958" y="215736"/>
                  <a:pt x="2164" y="215736"/>
                  <a:pt x="1732" y="215736"/>
                </a:cubicBezTo>
                <a:cubicBezTo>
                  <a:pt x="1298" y="215736"/>
                  <a:pt x="937" y="215521"/>
                  <a:pt x="649" y="215089"/>
                </a:cubicBezTo>
                <a:cubicBezTo>
                  <a:pt x="360" y="214657"/>
                  <a:pt x="144" y="214010"/>
                  <a:pt x="0" y="213147"/>
                </a:cubicBezTo>
                <a:cubicBezTo>
                  <a:pt x="144" y="213004"/>
                  <a:pt x="937" y="212069"/>
                  <a:pt x="2381" y="210343"/>
                </a:cubicBezTo>
                <a:cubicBezTo>
                  <a:pt x="24750" y="187187"/>
                  <a:pt x="35935" y="153029"/>
                  <a:pt x="35935" y="107868"/>
                </a:cubicBezTo>
                <a:cubicBezTo>
                  <a:pt x="35935" y="62707"/>
                  <a:pt x="24750" y="28549"/>
                  <a:pt x="2381" y="5393"/>
                </a:cubicBezTo>
                <a:cubicBezTo>
                  <a:pt x="937" y="3667"/>
                  <a:pt x="144" y="2733"/>
                  <a:pt x="0" y="2589"/>
                </a:cubicBezTo>
                <a:cubicBezTo>
                  <a:pt x="0" y="1438"/>
                  <a:pt x="360" y="647"/>
                  <a:pt x="1082" y="21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201" name="pdf-path-325">
            <a:extLst xmlns:a="http://schemas.openxmlformats.org/drawingml/2006/main">
              <a:ext uri="{FF2B5EF4-FFF2-40B4-BE49-F238E27FC236}">
                <a16:creationId xmlns:a16="http://schemas.microsoft.com/office/drawing/2014/main" id="{707859CC-7517-4AE1-BDE8-C6686284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912" y="2091216"/>
            <a:ext cx="88977" cy="167254"/>
          </a:xfrm>
          <a:custGeom xmlns:a="http://schemas.openxmlformats.org/drawingml/2006/main">
            <a:pathLst>
              <a:path w="88977" h="167254">
                <a:moveTo>
                  <a:pt x="11324" y="159351"/>
                </a:moveTo>
                <a:cubicBezTo>
                  <a:pt x="11564" y="159351"/>
                  <a:pt x="11923" y="159473"/>
                  <a:pt x="12403" y="159718"/>
                </a:cubicBezTo>
                <a:cubicBezTo>
                  <a:pt x="12882" y="159963"/>
                  <a:pt x="13541" y="160147"/>
                  <a:pt x="14380" y="160270"/>
                </a:cubicBezTo>
                <a:cubicBezTo>
                  <a:pt x="15219" y="160393"/>
                  <a:pt x="15938" y="160454"/>
                  <a:pt x="16537" y="160454"/>
                </a:cubicBezTo>
                <a:cubicBezTo>
                  <a:pt x="18095" y="160454"/>
                  <a:pt x="19533" y="159657"/>
                  <a:pt x="20851" y="158064"/>
                </a:cubicBezTo>
                <a:cubicBezTo>
                  <a:pt x="22169" y="156471"/>
                  <a:pt x="23128" y="154695"/>
                  <a:pt x="23727" y="152734"/>
                </a:cubicBezTo>
                <a:cubicBezTo>
                  <a:pt x="24926" y="149426"/>
                  <a:pt x="26963" y="140052"/>
                  <a:pt x="29839" y="124614"/>
                </a:cubicBezTo>
                <a:cubicBezTo>
                  <a:pt x="32715" y="109175"/>
                  <a:pt x="35471" y="94471"/>
                  <a:pt x="38107" y="80502"/>
                </a:cubicBezTo>
                <a:cubicBezTo>
                  <a:pt x="40743" y="66534"/>
                  <a:pt x="42062" y="59488"/>
                  <a:pt x="42062" y="59366"/>
                </a:cubicBezTo>
                <a:lnTo>
                  <a:pt x="42062" y="58815"/>
                </a:lnTo>
                <a:lnTo>
                  <a:pt x="33614" y="58815"/>
                </a:lnTo>
                <a:cubicBezTo>
                  <a:pt x="27981" y="58815"/>
                  <a:pt x="24986" y="58692"/>
                  <a:pt x="24626" y="58447"/>
                </a:cubicBezTo>
                <a:cubicBezTo>
                  <a:pt x="24147" y="58080"/>
                  <a:pt x="23907" y="57467"/>
                  <a:pt x="23907" y="56609"/>
                </a:cubicBezTo>
                <a:lnTo>
                  <a:pt x="25165" y="51463"/>
                </a:lnTo>
                <a:cubicBezTo>
                  <a:pt x="25405" y="50850"/>
                  <a:pt x="25884" y="50544"/>
                  <a:pt x="26603" y="50544"/>
                </a:cubicBezTo>
                <a:cubicBezTo>
                  <a:pt x="27322" y="50544"/>
                  <a:pt x="30139" y="50482"/>
                  <a:pt x="35052" y="50360"/>
                </a:cubicBezTo>
                <a:cubicBezTo>
                  <a:pt x="40804" y="50360"/>
                  <a:pt x="43680" y="50299"/>
                  <a:pt x="43680" y="50176"/>
                </a:cubicBezTo>
                <a:cubicBezTo>
                  <a:pt x="43680" y="49931"/>
                  <a:pt x="44219" y="46868"/>
                  <a:pt x="45297" y="40986"/>
                </a:cubicBezTo>
                <a:cubicBezTo>
                  <a:pt x="46376" y="35105"/>
                  <a:pt x="47095" y="31552"/>
                  <a:pt x="47455" y="30326"/>
                </a:cubicBezTo>
                <a:cubicBezTo>
                  <a:pt x="51888" y="10109"/>
                  <a:pt x="60636" y="0"/>
                  <a:pt x="73698" y="0"/>
                </a:cubicBezTo>
                <a:cubicBezTo>
                  <a:pt x="78132" y="245"/>
                  <a:pt x="81787" y="1593"/>
                  <a:pt x="84663" y="4043"/>
                </a:cubicBezTo>
                <a:cubicBezTo>
                  <a:pt x="87539" y="6494"/>
                  <a:pt x="88977" y="9741"/>
                  <a:pt x="88977" y="13785"/>
                </a:cubicBezTo>
                <a:cubicBezTo>
                  <a:pt x="88977" y="18196"/>
                  <a:pt x="87718" y="21382"/>
                  <a:pt x="85202" y="23342"/>
                </a:cubicBezTo>
                <a:cubicBezTo>
                  <a:pt x="82686" y="25303"/>
                  <a:pt x="80169" y="26344"/>
                  <a:pt x="77653" y="26466"/>
                </a:cubicBezTo>
                <a:cubicBezTo>
                  <a:pt x="72380" y="26466"/>
                  <a:pt x="69744" y="23893"/>
                  <a:pt x="69744" y="18747"/>
                </a:cubicBezTo>
                <a:cubicBezTo>
                  <a:pt x="69744" y="16419"/>
                  <a:pt x="70402" y="14397"/>
                  <a:pt x="71721" y="12682"/>
                </a:cubicBezTo>
                <a:cubicBezTo>
                  <a:pt x="73039" y="10966"/>
                  <a:pt x="74477" y="9680"/>
                  <a:pt x="76035" y="8822"/>
                </a:cubicBezTo>
                <a:lnTo>
                  <a:pt x="77653" y="7903"/>
                </a:lnTo>
                <a:cubicBezTo>
                  <a:pt x="75735" y="7168"/>
                  <a:pt x="73938" y="6800"/>
                  <a:pt x="72260" y="6800"/>
                </a:cubicBezTo>
                <a:cubicBezTo>
                  <a:pt x="70822" y="6800"/>
                  <a:pt x="69444" y="7413"/>
                  <a:pt x="68125" y="8638"/>
                </a:cubicBezTo>
                <a:cubicBezTo>
                  <a:pt x="66808" y="9864"/>
                  <a:pt x="65909" y="11579"/>
                  <a:pt x="65429" y="13785"/>
                </a:cubicBezTo>
                <a:cubicBezTo>
                  <a:pt x="64591" y="17338"/>
                  <a:pt x="63632" y="22117"/>
                  <a:pt x="62553" y="28121"/>
                </a:cubicBezTo>
                <a:cubicBezTo>
                  <a:pt x="61475" y="34125"/>
                  <a:pt x="60516" y="39210"/>
                  <a:pt x="59677" y="43376"/>
                </a:cubicBezTo>
                <a:cubicBezTo>
                  <a:pt x="58838" y="47542"/>
                  <a:pt x="58419" y="49747"/>
                  <a:pt x="58419" y="49992"/>
                </a:cubicBezTo>
                <a:cubicBezTo>
                  <a:pt x="58419" y="50237"/>
                  <a:pt x="61714" y="50360"/>
                  <a:pt x="68305" y="50360"/>
                </a:cubicBezTo>
                <a:cubicBezTo>
                  <a:pt x="73698" y="50360"/>
                  <a:pt x="76814" y="50421"/>
                  <a:pt x="77653" y="50544"/>
                </a:cubicBezTo>
                <a:cubicBezTo>
                  <a:pt x="78491" y="50666"/>
                  <a:pt x="79151" y="51034"/>
                  <a:pt x="79630" y="51647"/>
                </a:cubicBezTo>
                <a:cubicBezTo>
                  <a:pt x="79750" y="52137"/>
                  <a:pt x="79630" y="53178"/>
                  <a:pt x="79270" y="54771"/>
                </a:cubicBezTo>
                <a:cubicBezTo>
                  <a:pt x="78911" y="56364"/>
                  <a:pt x="78611" y="57344"/>
                  <a:pt x="78372" y="57712"/>
                </a:cubicBezTo>
                <a:cubicBezTo>
                  <a:pt x="78132" y="58325"/>
                  <a:pt x="77592" y="58631"/>
                  <a:pt x="76753" y="58631"/>
                </a:cubicBezTo>
                <a:cubicBezTo>
                  <a:pt x="75915" y="58631"/>
                  <a:pt x="72679" y="58692"/>
                  <a:pt x="67048" y="58815"/>
                </a:cubicBezTo>
                <a:lnTo>
                  <a:pt x="56981" y="58815"/>
                </a:lnTo>
                <a:lnTo>
                  <a:pt x="52847" y="81237"/>
                </a:lnTo>
                <a:cubicBezTo>
                  <a:pt x="47095" y="111625"/>
                  <a:pt x="43081" y="130618"/>
                  <a:pt x="40804" y="138214"/>
                </a:cubicBezTo>
                <a:cubicBezTo>
                  <a:pt x="37568" y="148630"/>
                  <a:pt x="33374" y="156349"/>
                  <a:pt x="28221" y="161373"/>
                </a:cubicBezTo>
                <a:cubicBezTo>
                  <a:pt x="23788" y="165293"/>
                  <a:pt x="19413" y="167254"/>
                  <a:pt x="15099" y="167254"/>
                </a:cubicBezTo>
                <a:cubicBezTo>
                  <a:pt x="11264" y="167254"/>
                  <a:pt x="7789" y="166090"/>
                  <a:pt x="4673" y="163762"/>
                </a:cubicBezTo>
                <a:cubicBezTo>
                  <a:pt x="1557" y="161434"/>
                  <a:pt x="0" y="158126"/>
                  <a:pt x="0" y="153837"/>
                </a:cubicBezTo>
                <a:cubicBezTo>
                  <a:pt x="0" y="149303"/>
                  <a:pt x="1258" y="145995"/>
                  <a:pt x="3775" y="143912"/>
                </a:cubicBezTo>
                <a:cubicBezTo>
                  <a:pt x="6291" y="141829"/>
                  <a:pt x="8808" y="140787"/>
                  <a:pt x="11324" y="140787"/>
                </a:cubicBezTo>
                <a:cubicBezTo>
                  <a:pt x="16597" y="140787"/>
                  <a:pt x="19234" y="143361"/>
                  <a:pt x="19234" y="148507"/>
                </a:cubicBezTo>
                <a:cubicBezTo>
                  <a:pt x="19234" y="150835"/>
                  <a:pt x="18574" y="152857"/>
                  <a:pt x="17256" y="154572"/>
                </a:cubicBezTo>
                <a:cubicBezTo>
                  <a:pt x="15938" y="156287"/>
                  <a:pt x="14500" y="157574"/>
                  <a:pt x="12942" y="158432"/>
                </a:cubicBezTo>
                <a:lnTo>
                  <a:pt x="11324" y="15935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202" name="pdf-path-327">
            <a:extLst xmlns:a="http://schemas.openxmlformats.org/drawingml/2006/main">
              <a:ext uri="{FF2B5EF4-FFF2-40B4-BE49-F238E27FC236}">
                <a16:creationId xmlns:a16="http://schemas.microsoft.com/office/drawing/2014/main" id="{399009BE-6B42-46C0-AB0C-43C92E31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483" y="2156751"/>
            <a:ext cx="54264" cy="92910"/>
          </a:xfrm>
          <a:custGeom xmlns:a="http://schemas.openxmlformats.org/drawingml/2006/main">
            <a:pathLst>
              <a:path w="54264" h="92910">
                <a:moveTo>
                  <a:pt x="0" y="65622"/>
                </a:moveTo>
                <a:cubicBezTo>
                  <a:pt x="0" y="56785"/>
                  <a:pt x="1652" y="47473"/>
                  <a:pt x="4956" y="37684"/>
                </a:cubicBezTo>
                <a:cubicBezTo>
                  <a:pt x="8260" y="27895"/>
                  <a:pt x="12750" y="19448"/>
                  <a:pt x="18427" y="12345"/>
                </a:cubicBezTo>
                <a:cubicBezTo>
                  <a:pt x="24103" y="5241"/>
                  <a:pt x="29991" y="1170"/>
                  <a:pt x="36092" y="130"/>
                </a:cubicBezTo>
                <a:cubicBezTo>
                  <a:pt x="36177" y="130"/>
                  <a:pt x="36515" y="130"/>
                  <a:pt x="37108" y="130"/>
                </a:cubicBezTo>
                <a:cubicBezTo>
                  <a:pt x="37702" y="130"/>
                  <a:pt x="38209" y="87"/>
                  <a:pt x="38633" y="0"/>
                </a:cubicBezTo>
                <a:cubicBezTo>
                  <a:pt x="43209" y="347"/>
                  <a:pt x="46767" y="2469"/>
                  <a:pt x="49309" y="6367"/>
                </a:cubicBezTo>
                <a:cubicBezTo>
                  <a:pt x="52613" y="11565"/>
                  <a:pt x="54264" y="18539"/>
                  <a:pt x="54264" y="27288"/>
                </a:cubicBezTo>
                <a:cubicBezTo>
                  <a:pt x="54264" y="37250"/>
                  <a:pt x="52358" y="47386"/>
                  <a:pt x="48546" y="57695"/>
                </a:cubicBezTo>
                <a:cubicBezTo>
                  <a:pt x="44733" y="68004"/>
                  <a:pt x="39862" y="76450"/>
                  <a:pt x="33931" y="83034"/>
                </a:cubicBezTo>
                <a:cubicBezTo>
                  <a:pt x="28000" y="89618"/>
                  <a:pt x="22324" y="92910"/>
                  <a:pt x="16902" y="92910"/>
                </a:cubicBezTo>
                <a:lnTo>
                  <a:pt x="16012" y="92910"/>
                </a:lnTo>
                <a:cubicBezTo>
                  <a:pt x="12962" y="92910"/>
                  <a:pt x="10336" y="92043"/>
                  <a:pt x="8133" y="90311"/>
                </a:cubicBezTo>
                <a:cubicBezTo>
                  <a:pt x="5930" y="88578"/>
                  <a:pt x="4278" y="86283"/>
                  <a:pt x="3177" y="83424"/>
                </a:cubicBezTo>
                <a:cubicBezTo>
                  <a:pt x="2075" y="80565"/>
                  <a:pt x="1271" y="77663"/>
                  <a:pt x="762" y="74718"/>
                </a:cubicBezTo>
                <a:cubicBezTo>
                  <a:pt x="254" y="71772"/>
                  <a:pt x="0" y="68740"/>
                  <a:pt x="0" y="65622"/>
                </a:cubicBezTo>
                <a:moveTo>
                  <a:pt x="44225" y="18062"/>
                </a:moveTo>
                <a:cubicBezTo>
                  <a:pt x="44225" y="9226"/>
                  <a:pt x="41980" y="4808"/>
                  <a:pt x="37490" y="4808"/>
                </a:cubicBezTo>
                <a:cubicBezTo>
                  <a:pt x="34439" y="4808"/>
                  <a:pt x="31475" y="6757"/>
                  <a:pt x="28593" y="10655"/>
                </a:cubicBezTo>
                <a:cubicBezTo>
                  <a:pt x="25713" y="14554"/>
                  <a:pt x="23341" y="18972"/>
                  <a:pt x="21477" y="23910"/>
                </a:cubicBezTo>
                <a:cubicBezTo>
                  <a:pt x="19613" y="28848"/>
                  <a:pt x="18172" y="33179"/>
                  <a:pt x="17156" y="36904"/>
                </a:cubicBezTo>
                <a:cubicBezTo>
                  <a:pt x="16140" y="40629"/>
                  <a:pt x="15589" y="42795"/>
                  <a:pt x="15504" y="43401"/>
                </a:cubicBezTo>
                <a:cubicBezTo>
                  <a:pt x="19656" y="43488"/>
                  <a:pt x="23765" y="43531"/>
                  <a:pt x="27831" y="43531"/>
                </a:cubicBezTo>
                <a:lnTo>
                  <a:pt x="40158" y="43401"/>
                </a:lnTo>
                <a:cubicBezTo>
                  <a:pt x="40243" y="43315"/>
                  <a:pt x="40582" y="41885"/>
                  <a:pt x="41175" y="39113"/>
                </a:cubicBezTo>
                <a:cubicBezTo>
                  <a:pt x="41768" y="36341"/>
                  <a:pt x="42446" y="32876"/>
                  <a:pt x="43209" y="28718"/>
                </a:cubicBezTo>
                <a:cubicBezTo>
                  <a:pt x="43971" y="24560"/>
                  <a:pt x="44310" y="21008"/>
                  <a:pt x="44225" y="18062"/>
                </a:cubicBezTo>
                <a:moveTo>
                  <a:pt x="9912" y="74458"/>
                </a:moveTo>
                <a:cubicBezTo>
                  <a:pt x="9912" y="83640"/>
                  <a:pt x="12157" y="88232"/>
                  <a:pt x="16648" y="88232"/>
                </a:cubicBezTo>
                <a:cubicBezTo>
                  <a:pt x="17919" y="88232"/>
                  <a:pt x="19274" y="87799"/>
                  <a:pt x="20714" y="86932"/>
                </a:cubicBezTo>
                <a:cubicBezTo>
                  <a:pt x="22155" y="86066"/>
                  <a:pt x="23891" y="84420"/>
                  <a:pt x="25925" y="81994"/>
                </a:cubicBezTo>
                <a:cubicBezTo>
                  <a:pt x="27958" y="79569"/>
                  <a:pt x="29991" y="75801"/>
                  <a:pt x="32025" y="70689"/>
                </a:cubicBezTo>
                <a:cubicBezTo>
                  <a:pt x="34058" y="65578"/>
                  <a:pt x="36092" y="59254"/>
                  <a:pt x="38125" y="51718"/>
                </a:cubicBezTo>
                <a:lnTo>
                  <a:pt x="38760" y="49509"/>
                </a:lnTo>
                <a:lnTo>
                  <a:pt x="13979" y="49509"/>
                </a:lnTo>
                <a:cubicBezTo>
                  <a:pt x="13979" y="49769"/>
                  <a:pt x="13598" y="51415"/>
                  <a:pt x="12836" y="54447"/>
                </a:cubicBezTo>
                <a:cubicBezTo>
                  <a:pt x="12073" y="57479"/>
                  <a:pt x="11395" y="60857"/>
                  <a:pt x="10802" y="64582"/>
                </a:cubicBezTo>
                <a:cubicBezTo>
                  <a:pt x="10209" y="68307"/>
                  <a:pt x="9912" y="71599"/>
                  <a:pt x="9912" y="7445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203" name="pdf-path-329">
            <a:extLst xmlns:a="http://schemas.openxmlformats.org/drawingml/2006/main">
              <a:ext uri="{FF2B5EF4-FFF2-40B4-BE49-F238E27FC236}">
                <a16:creationId xmlns:a16="http://schemas.microsoft.com/office/drawing/2014/main" id="{97CEE358-3D25-49F6-9A72-4636781B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0324" y="2206667"/>
            <a:ext cx="35850" cy="61185"/>
          </a:xfrm>
          <a:custGeom xmlns:a="http://schemas.openxmlformats.org/drawingml/2006/main">
            <a:pathLst>
              <a:path w="35850" h="61185">
                <a:moveTo>
                  <a:pt x="5301" y="21773"/>
                </a:moveTo>
                <a:cubicBezTo>
                  <a:pt x="3683" y="21773"/>
                  <a:pt x="2395" y="21222"/>
                  <a:pt x="1437" y="20119"/>
                </a:cubicBezTo>
                <a:cubicBezTo>
                  <a:pt x="479" y="19017"/>
                  <a:pt x="0" y="17670"/>
                  <a:pt x="0" y="16077"/>
                </a:cubicBezTo>
                <a:cubicBezTo>
                  <a:pt x="0" y="11728"/>
                  <a:pt x="1587" y="7962"/>
                  <a:pt x="4761" y="4777"/>
                </a:cubicBezTo>
                <a:cubicBezTo>
                  <a:pt x="7936" y="1592"/>
                  <a:pt x="11889" y="0"/>
                  <a:pt x="16622" y="0"/>
                </a:cubicBezTo>
                <a:cubicBezTo>
                  <a:pt x="22072" y="0"/>
                  <a:pt x="26625" y="1715"/>
                  <a:pt x="30279" y="5145"/>
                </a:cubicBezTo>
                <a:cubicBezTo>
                  <a:pt x="33933" y="8574"/>
                  <a:pt x="35789" y="13015"/>
                  <a:pt x="35850" y="18466"/>
                </a:cubicBezTo>
                <a:cubicBezTo>
                  <a:pt x="35850" y="21099"/>
                  <a:pt x="35250" y="23610"/>
                  <a:pt x="34052" y="25999"/>
                </a:cubicBezTo>
                <a:cubicBezTo>
                  <a:pt x="32854" y="28388"/>
                  <a:pt x="31417" y="30470"/>
                  <a:pt x="29739" y="32246"/>
                </a:cubicBezTo>
                <a:cubicBezTo>
                  <a:pt x="28062" y="34023"/>
                  <a:pt x="25667" y="36289"/>
                  <a:pt x="22552" y="39045"/>
                </a:cubicBezTo>
                <a:cubicBezTo>
                  <a:pt x="20395" y="40943"/>
                  <a:pt x="17401" y="43761"/>
                  <a:pt x="13567" y="47497"/>
                </a:cubicBezTo>
                <a:lnTo>
                  <a:pt x="8266" y="52642"/>
                </a:lnTo>
                <a:lnTo>
                  <a:pt x="15094" y="52733"/>
                </a:lnTo>
                <a:cubicBezTo>
                  <a:pt x="24498" y="52733"/>
                  <a:pt x="29500" y="52580"/>
                  <a:pt x="30099" y="52274"/>
                </a:cubicBezTo>
                <a:cubicBezTo>
                  <a:pt x="30518" y="52151"/>
                  <a:pt x="31237" y="49426"/>
                  <a:pt x="32255" y="44097"/>
                </a:cubicBezTo>
                <a:lnTo>
                  <a:pt x="32255" y="43822"/>
                </a:lnTo>
                <a:lnTo>
                  <a:pt x="35850" y="43822"/>
                </a:lnTo>
                <a:lnTo>
                  <a:pt x="35850" y="44097"/>
                </a:lnTo>
                <a:cubicBezTo>
                  <a:pt x="35789" y="44281"/>
                  <a:pt x="35400" y="47068"/>
                  <a:pt x="34681" y="52458"/>
                </a:cubicBezTo>
                <a:cubicBezTo>
                  <a:pt x="33962" y="57848"/>
                  <a:pt x="33513" y="60665"/>
                  <a:pt x="33334" y="60910"/>
                </a:cubicBezTo>
                <a:lnTo>
                  <a:pt x="33334" y="61185"/>
                </a:lnTo>
                <a:lnTo>
                  <a:pt x="0" y="61185"/>
                </a:lnTo>
                <a:lnTo>
                  <a:pt x="0" y="59440"/>
                </a:lnTo>
                <a:lnTo>
                  <a:pt x="0" y="58337"/>
                </a:lnTo>
                <a:cubicBezTo>
                  <a:pt x="0" y="57909"/>
                  <a:pt x="180" y="57449"/>
                  <a:pt x="539" y="56959"/>
                </a:cubicBezTo>
                <a:cubicBezTo>
                  <a:pt x="898" y="56469"/>
                  <a:pt x="1796" y="55398"/>
                  <a:pt x="3234" y="53744"/>
                </a:cubicBezTo>
                <a:cubicBezTo>
                  <a:pt x="4971" y="51784"/>
                  <a:pt x="6469" y="50069"/>
                  <a:pt x="7726" y="48599"/>
                </a:cubicBezTo>
                <a:cubicBezTo>
                  <a:pt x="8266" y="47987"/>
                  <a:pt x="9284" y="46854"/>
                  <a:pt x="10782" y="45200"/>
                </a:cubicBezTo>
                <a:cubicBezTo>
                  <a:pt x="12279" y="43546"/>
                  <a:pt x="13297" y="42413"/>
                  <a:pt x="13837" y="41801"/>
                </a:cubicBezTo>
                <a:cubicBezTo>
                  <a:pt x="14376" y="41188"/>
                  <a:pt x="15244" y="40178"/>
                  <a:pt x="16442" y="38769"/>
                </a:cubicBezTo>
                <a:cubicBezTo>
                  <a:pt x="17640" y="37360"/>
                  <a:pt x="18479" y="36319"/>
                  <a:pt x="18958" y="35645"/>
                </a:cubicBezTo>
                <a:cubicBezTo>
                  <a:pt x="19437" y="34972"/>
                  <a:pt x="20126" y="34053"/>
                  <a:pt x="21024" y="32889"/>
                </a:cubicBezTo>
                <a:cubicBezTo>
                  <a:pt x="21923" y="31726"/>
                  <a:pt x="22552" y="30746"/>
                  <a:pt x="22911" y="29949"/>
                </a:cubicBezTo>
                <a:cubicBezTo>
                  <a:pt x="23270" y="29153"/>
                  <a:pt x="23719" y="28265"/>
                  <a:pt x="24258" y="27285"/>
                </a:cubicBezTo>
                <a:cubicBezTo>
                  <a:pt x="24798" y="26306"/>
                  <a:pt x="25187" y="25325"/>
                  <a:pt x="25427" y="24346"/>
                </a:cubicBezTo>
                <a:cubicBezTo>
                  <a:pt x="25667" y="23365"/>
                  <a:pt x="25876" y="22447"/>
                  <a:pt x="26056" y="21590"/>
                </a:cubicBezTo>
                <a:cubicBezTo>
                  <a:pt x="26235" y="20732"/>
                  <a:pt x="26325" y="19721"/>
                  <a:pt x="26325" y="18557"/>
                </a:cubicBezTo>
                <a:cubicBezTo>
                  <a:pt x="26325" y="14699"/>
                  <a:pt x="25307" y="11361"/>
                  <a:pt x="23270" y="8544"/>
                </a:cubicBezTo>
                <a:cubicBezTo>
                  <a:pt x="21234" y="5726"/>
                  <a:pt x="18329" y="4318"/>
                  <a:pt x="14555" y="4318"/>
                </a:cubicBezTo>
                <a:cubicBezTo>
                  <a:pt x="12578" y="4318"/>
                  <a:pt x="10841" y="4839"/>
                  <a:pt x="9344" y="5880"/>
                </a:cubicBezTo>
                <a:cubicBezTo>
                  <a:pt x="7847" y="6921"/>
                  <a:pt x="6798" y="7931"/>
                  <a:pt x="6199" y="8911"/>
                </a:cubicBezTo>
                <a:cubicBezTo>
                  <a:pt x="5600" y="9891"/>
                  <a:pt x="5301" y="10473"/>
                  <a:pt x="5301" y="10657"/>
                </a:cubicBezTo>
                <a:cubicBezTo>
                  <a:pt x="5301" y="10718"/>
                  <a:pt x="5450" y="10749"/>
                  <a:pt x="5750" y="10749"/>
                </a:cubicBezTo>
                <a:cubicBezTo>
                  <a:pt x="6828" y="10749"/>
                  <a:pt x="7936" y="11177"/>
                  <a:pt x="9074" y="12035"/>
                </a:cubicBezTo>
                <a:cubicBezTo>
                  <a:pt x="10212" y="12892"/>
                  <a:pt x="10782" y="14301"/>
                  <a:pt x="10782" y="16261"/>
                </a:cubicBezTo>
                <a:cubicBezTo>
                  <a:pt x="10782" y="17792"/>
                  <a:pt x="10302" y="19078"/>
                  <a:pt x="9344" y="20119"/>
                </a:cubicBezTo>
                <a:cubicBezTo>
                  <a:pt x="8386" y="21160"/>
                  <a:pt x="7038" y="21712"/>
                  <a:pt x="5301" y="2177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2000"/>
              </a:srgbClr>
            </a:solidFill>
            <a:prstDash val="solid"/>
          </a:ln>
        </p:spPr>
      </p:sp>
      <p:sp>
        <p:nvSpPr>
          <p:cNvPr id="204" name="pdf-path-331">
            <a:extLst xmlns:a="http://schemas.openxmlformats.org/drawingml/2006/main">
              <a:ext uri="{FF2B5EF4-FFF2-40B4-BE49-F238E27FC236}">
                <a16:creationId xmlns:a16="http://schemas.microsoft.com/office/drawing/2014/main" id="{15F48489-5197-4DB5-9F35-7A4864E9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3014" y="2082946"/>
            <a:ext cx="42960" cy="183796"/>
          </a:xfrm>
          <a:custGeom xmlns:a="http://schemas.openxmlformats.org/drawingml/2006/main">
            <a:pathLst>
              <a:path w="42960" h="183796">
                <a:moveTo>
                  <a:pt x="0" y="91898"/>
                </a:moveTo>
                <a:cubicBezTo>
                  <a:pt x="0" y="83443"/>
                  <a:pt x="599" y="75417"/>
                  <a:pt x="1797" y="67821"/>
                </a:cubicBezTo>
                <a:cubicBezTo>
                  <a:pt x="2995" y="60224"/>
                  <a:pt x="4374" y="53668"/>
                  <a:pt x="5932" y="48154"/>
                </a:cubicBezTo>
                <a:cubicBezTo>
                  <a:pt x="7490" y="42641"/>
                  <a:pt x="9707" y="37249"/>
                  <a:pt x="12583" y="31980"/>
                </a:cubicBezTo>
                <a:cubicBezTo>
                  <a:pt x="15459" y="26712"/>
                  <a:pt x="17736" y="22607"/>
                  <a:pt x="19413" y="19666"/>
                </a:cubicBezTo>
                <a:cubicBezTo>
                  <a:pt x="21091" y="16726"/>
                  <a:pt x="23607" y="13540"/>
                  <a:pt x="26963" y="10109"/>
                </a:cubicBezTo>
                <a:cubicBezTo>
                  <a:pt x="30318" y="6678"/>
                  <a:pt x="32295" y="4595"/>
                  <a:pt x="32894" y="3860"/>
                </a:cubicBezTo>
                <a:cubicBezTo>
                  <a:pt x="33493" y="3125"/>
                  <a:pt x="34991" y="1838"/>
                  <a:pt x="37389" y="0"/>
                </a:cubicBezTo>
                <a:lnTo>
                  <a:pt x="39725" y="0"/>
                </a:lnTo>
                <a:lnTo>
                  <a:pt x="40444" y="0"/>
                </a:lnTo>
                <a:cubicBezTo>
                  <a:pt x="42122" y="0"/>
                  <a:pt x="42960" y="551"/>
                  <a:pt x="42960" y="1654"/>
                </a:cubicBezTo>
                <a:cubicBezTo>
                  <a:pt x="42960" y="2022"/>
                  <a:pt x="41942" y="3308"/>
                  <a:pt x="39905" y="5514"/>
                </a:cubicBezTo>
                <a:cubicBezTo>
                  <a:pt x="37867" y="7720"/>
                  <a:pt x="35411" y="10967"/>
                  <a:pt x="32535" y="15255"/>
                </a:cubicBezTo>
                <a:cubicBezTo>
                  <a:pt x="29659" y="19544"/>
                  <a:pt x="26723" y="24812"/>
                  <a:pt x="23727" y="31061"/>
                </a:cubicBezTo>
                <a:cubicBezTo>
                  <a:pt x="20731" y="37311"/>
                  <a:pt x="18215" y="45765"/>
                  <a:pt x="16177" y="56425"/>
                </a:cubicBezTo>
                <a:cubicBezTo>
                  <a:pt x="14140" y="67086"/>
                  <a:pt x="13122" y="78910"/>
                  <a:pt x="13122" y="91898"/>
                </a:cubicBezTo>
                <a:cubicBezTo>
                  <a:pt x="13122" y="104886"/>
                  <a:pt x="14140" y="116649"/>
                  <a:pt x="16177" y="127187"/>
                </a:cubicBezTo>
                <a:cubicBezTo>
                  <a:pt x="18215" y="137724"/>
                  <a:pt x="20672" y="146240"/>
                  <a:pt x="23548" y="152734"/>
                </a:cubicBezTo>
                <a:cubicBezTo>
                  <a:pt x="26424" y="159228"/>
                  <a:pt x="29359" y="164497"/>
                  <a:pt x="32355" y="168541"/>
                </a:cubicBezTo>
                <a:cubicBezTo>
                  <a:pt x="35351" y="172584"/>
                  <a:pt x="37867" y="175831"/>
                  <a:pt x="39905" y="178282"/>
                </a:cubicBezTo>
                <a:cubicBezTo>
                  <a:pt x="41942" y="180732"/>
                  <a:pt x="42960" y="182019"/>
                  <a:pt x="42960" y="182142"/>
                </a:cubicBezTo>
                <a:cubicBezTo>
                  <a:pt x="42960" y="183244"/>
                  <a:pt x="42062" y="183796"/>
                  <a:pt x="40265" y="183796"/>
                </a:cubicBezTo>
                <a:lnTo>
                  <a:pt x="39725" y="183796"/>
                </a:lnTo>
                <a:lnTo>
                  <a:pt x="37389" y="183796"/>
                </a:lnTo>
                <a:lnTo>
                  <a:pt x="32355" y="179385"/>
                </a:lnTo>
                <a:cubicBezTo>
                  <a:pt x="21091" y="168969"/>
                  <a:pt x="12882" y="155981"/>
                  <a:pt x="7729" y="140420"/>
                </a:cubicBezTo>
                <a:cubicBezTo>
                  <a:pt x="2576" y="124859"/>
                  <a:pt x="0" y="108684"/>
                  <a:pt x="0" y="9189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205" name="pdf-path-333">
            <a:extLst xmlns:a="http://schemas.openxmlformats.org/drawingml/2006/main">
              <a:ext uri="{FF2B5EF4-FFF2-40B4-BE49-F238E27FC236}">
                <a16:creationId xmlns:a16="http://schemas.microsoft.com/office/drawing/2014/main" id="{3BBE8862-F382-463D-995D-961F59A2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2332" y="2139554"/>
            <a:ext cx="77833" cy="83260"/>
          </a:xfrm>
          <a:custGeom xmlns:a="http://schemas.openxmlformats.org/drawingml/2006/main">
            <a:pathLst>
              <a:path w="77833" h="83260">
                <a:moveTo>
                  <a:pt x="56083" y="19115"/>
                </a:moveTo>
                <a:cubicBezTo>
                  <a:pt x="54884" y="19115"/>
                  <a:pt x="51708" y="18441"/>
                  <a:pt x="46556" y="17093"/>
                </a:cubicBezTo>
                <a:cubicBezTo>
                  <a:pt x="41404" y="15746"/>
                  <a:pt x="37629" y="15071"/>
                  <a:pt x="35231" y="15071"/>
                </a:cubicBezTo>
                <a:cubicBezTo>
                  <a:pt x="32835" y="15071"/>
                  <a:pt x="30798" y="15317"/>
                  <a:pt x="29120" y="15807"/>
                </a:cubicBezTo>
                <a:cubicBezTo>
                  <a:pt x="27442" y="16297"/>
                  <a:pt x="26064" y="16909"/>
                  <a:pt x="24986" y="17644"/>
                </a:cubicBezTo>
                <a:cubicBezTo>
                  <a:pt x="23907" y="18380"/>
                  <a:pt x="23188" y="19054"/>
                  <a:pt x="22829" y="19666"/>
                </a:cubicBezTo>
                <a:cubicBezTo>
                  <a:pt x="22469" y="20279"/>
                  <a:pt x="22050" y="20953"/>
                  <a:pt x="21571" y="21688"/>
                </a:cubicBezTo>
                <a:lnTo>
                  <a:pt x="21211" y="22423"/>
                </a:lnTo>
                <a:cubicBezTo>
                  <a:pt x="20851" y="22791"/>
                  <a:pt x="19953" y="22975"/>
                  <a:pt x="18515" y="22975"/>
                </a:cubicBezTo>
                <a:cubicBezTo>
                  <a:pt x="15998" y="22975"/>
                  <a:pt x="14740" y="22485"/>
                  <a:pt x="14740" y="21505"/>
                </a:cubicBezTo>
                <a:cubicBezTo>
                  <a:pt x="14740" y="20891"/>
                  <a:pt x="14920" y="20034"/>
                  <a:pt x="15279" y="18931"/>
                </a:cubicBezTo>
                <a:cubicBezTo>
                  <a:pt x="16837" y="14152"/>
                  <a:pt x="19413" y="10048"/>
                  <a:pt x="23009" y="6617"/>
                </a:cubicBezTo>
                <a:cubicBezTo>
                  <a:pt x="26603" y="3186"/>
                  <a:pt x="30558" y="1103"/>
                  <a:pt x="34872" y="368"/>
                </a:cubicBezTo>
                <a:cubicBezTo>
                  <a:pt x="36310" y="123"/>
                  <a:pt x="37329" y="0"/>
                  <a:pt x="37928" y="0"/>
                </a:cubicBezTo>
                <a:cubicBezTo>
                  <a:pt x="40924" y="0"/>
                  <a:pt x="43620" y="1042"/>
                  <a:pt x="46017" y="3125"/>
                </a:cubicBezTo>
                <a:cubicBezTo>
                  <a:pt x="48413" y="5208"/>
                  <a:pt x="50690" y="7230"/>
                  <a:pt x="52847" y="9190"/>
                </a:cubicBezTo>
                <a:cubicBezTo>
                  <a:pt x="55004" y="11150"/>
                  <a:pt x="57281" y="12192"/>
                  <a:pt x="59678" y="12315"/>
                </a:cubicBezTo>
                <a:cubicBezTo>
                  <a:pt x="62314" y="12315"/>
                  <a:pt x="64950" y="10293"/>
                  <a:pt x="67587" y="6249"/>
                </a:cubicBezTo>
                <a:cubicBezTo>
                  <a:pt x="70224" y="2206"/>
                  <a:pt x="71601" y="184"/>
                  <a:pt x="71721" y="184"/>
                </a:cubicBezTo>
                <a:cubicBezTo>
                  <a:pt x="71841" y="61"/>
                  <a:pt x="72739" y="0"/>
                  <a:pt x="74417" y="0"/>
                </a:cubicBezTo>
                <a:lnTo>
                  <a:pt x="76754" y="0"/>
                </a:lnTo>
                <a:cubicBezTo>
                  <a:pt x="77473" y="736"/>
                  <a:pt x="77833" y="1226"/>
                  <a:pt x="77833" y="1471"/>
                </a:cubicBezTo>
                <a:cubicBezTo>
                  <a:pt x="77833" y="1961"/>
                  <a:pt x="77533" y="2818"/>
                  <a:pt x="76934" y="4044"/>
                </a:cubicBezTo>
                <a:cubicBezTo>
                  <a:pt x="76335" y="5269"/>
                  <a:pt x="75496" y="6556"/>
                  <a:pt x="74417" y="7903"/>
                </a:cubicBezTo>
                <a:cubicBezTo>
                  <a:pt x="73339" y="9251"/>
                  <a:pt x="72320" y="10599"/>
                  <a:pt x="71362" y="11947"/>
                </a:cubicBezTo>
                <a:cubicBezTo>
                  <a:pt x="70403" y="13295"/>
                  <a:pt x="69564" y="14459"/>
                  <a:pt x="68845" y="15439"/>
                </a:cubicBezTo>
                <a:lnTo>
                  <a:pt x="67587" y="17093"/>
                </a:lnTo>
                <a:cubicBezTo>
                  <a:pt x="62434" y="23342"/>
                  <a:pt x="54285" y="31613"/>
                  <a:pt x="43141" y="41905"/>
                </a:cubicBezTo>
                <a:cubicBezTo>
                  <a:pt x="31996" y="52198"/>
                  <a:pt x="25106" y="58815"/>
                  <a:pt x="22469" y="61756"/>
                </a:cubicBezTo>
                <a:lnTo>
                  <a:pt x="20312" y="63961"/>
                </a:lnTo>
                <a:lnTo>
                  <a:pt x="23009" y="64145"/>
                </a:lnTo>
                <a:cubicBezTo>
                  <a:pt x="25645" y="64145"/>
                  <a:pt x="29479" y="64819"/>
                  <a:pt x="34513" y="66166"/>
                </a:cubicBezTo>
                <a:cubicBezTo>
                  <a:pt x="39546" y="67515"/>
                  <a:pt x="43320" y="68188"/>
                  <a:pt x="45837" y="68188"/>
                </a:cubicBezTo>
                <a:cubicBezTo>
                  <a:pt x="50391" y="68188"/>
                  <a:pt x="54585" y="67025"/>
                  <a:pt x="58420" y="64696"/>
                </a:cubicBezTo>
                <a:cubicBezTo>
                  <a:pt x="62254" y="62368"/>
                  <a:pt x="64771" y="59305"/>
                  <a:pt x="65969" y="55507"/>
                </a:cubicBezTo>
                <a:cubicBezTo>
                  <a:pt x="66449" y="54404"/>
                  <a:pt x="66868" y="53730"/>
                  <a:pt x="67227" y="53485"/>
                </a:cubicBezTo>
                <a:cubicBezTo>
                  <a:pt x="67587" y="53240"/>
                  <a:pt x="68486" y="53117"/>
                  <a:pt x="69924" y="53117"/>
                </a:cubicBezTo>
                <a:cubicBezTo>
                  <a:pt x="72201" y="53117"/>
                  <a:pt x="73339" y="53730"/>
                  <a:pt x="73339" y="54955"/>
                </a:cubicBezTo>
                <a:cubicBezTo>
                  <a:pt x="73339" y="55568"/>
                  <a:pt x="73279" y="56119"/>
                  <a:pt x="73159" y="56609"/>
                </a:cubicBezTo>
                <a:cubicBezTo>
                  <a:pt x="71122" y="64206"/>
                  <a:pt x="67167" y="70517"/>
                  <a:pt x="61296" y="75540"/>
                </a:cubicBezTo>
                <a:cubicBezTo>
                  <a:pt x="55423" y="80564"/>
                  <a:pt x="49552" y="83137"/>
                  <a:pt x="43680" y="83260"/>
                </a:cubicBezTo>
                <a:cubicBezTo>
                  <a:pt x="40565" y="83260"/>
                  <a:pt x="37808" y="82218"/>
                  <a:pt x="35412" y="80135"/>
                </a:cubicBezTo>
                <a:cubicBezTo>
                  <a:pt x="33015" y="78052"/>
                  <a:pt x="30678" y="75969"/>
                  <a:pt x="28401" y="73886"/>
                </a:cubicBezTo>
                <a:cubicBezTo>
                  <a:pt x="26125" y="71803"/>
                  <a:pt x="23848" y="70762"/>
                  <a:pt x="21571" y="70762"/>
                </a:cubicBezTo>
                <a:cubicBezTo>
                  <a:pt x="16298" y="70762"/>
                  <a:pt x="11564" y="74437"/>
                  <a:pt x="7370" y="81789"/>
                </a:cubicBezTo>
                <a:cubicBezTo>
                  <a:pt x="6651" y="82770"/>
                  <a:pt x="5633" y="83260"/>
                  <a:pt x="4315" y="83260"/>
                </a:cubicBezTo>
                <a:lnTo>
                  <a:pt x="3416" y="83260"/>
                </a:lnTo>
                <a:lnTo>
                  <a:pt x="1079" y="83260"/>
                </a:lnTo>
                <a:cubicBezTo>
                  <a:pt x="360" y="82525"/>
                  <a:pt x="0" y="81973"/>
                  <a:pt x="0" y="81605"/>
                </a:cubicBezTo>
                <a:cubicBezTo>
                  <a:pt x="0" y="79768"/>
                  <a:pt x="3476" y="74499"/>
                  <a:pt x="10426" y="65799"/>
                </a:cubicBezTo>
                <a:cubicBezTo>
                  <a:pt x="15099" y="60285"/>
                  <a:pt x="23009" y="52321"/>
                  <a:pt x="34153" y="41905"/>
                </a:cubicBezTo>
                <a:cubicBezTo>
                  <a:pt x="45298" y="31491"/>
                  <a:pt x="52188" y="24874"/>
                  <a:pt x="54824" y="22056"/>
                </a:cubicBezTo>
                <a:cubicBezTo>
                  <a:pt x="56262" y="20095"/>
                  <a:pt x="56682" y="19115"/>
                  <a:pt x="56083" y="1911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206" name="pdf-path-335">
            <a:extLst xmlns:a="http://schemas.openxmlformats.org/drawingml/2006/main">
              <a:ext uri="{FF2B5EF4-FFF2-40B4-BE49-F238E27FC236}">
                <a16:creationId xmlns:a16="http://schemas.microsoft.com/office/drawing/2014/main" id="{B6FEB9A9-86BC-4F8A-B27F-C8AB23D2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9511" y="2082946"/>
            <a:ext cx="42961" cy="183796"/>
          </a:xfrm>
          <a:custGeom xmlns:a="http://schemas.openxmlformats.org/drawingml/2006/main">
            <a:pathLst>
              <a:path w="42961" h="183796">
                <a:moveTo>
                  <a:pt x="899" y="184"/>
                </a:moveTo>
                <a:lnTo>
                  <a:pt x="1618" y="0"/>
                </a:lnTo>
                <a:cubicBezTo>
                  <a:pt x="2217" y="0"/>
                  <a:pt x="2816" y="0"/>
                  <a:pt x="3415" y="0"/>
                </a:cubicBezTo>
                <a:lnTo>
                  <a:pt x="5572" y="0"/>
                </a:lnTo>
                <a:lnTo>
                  <a:pt x="10606" y="4411"/>
                </a:lnTo>
                <a:cubicBezTo>
                  <a:pt x="21870" y="14826"/>
                  <a:pt x="30078" y="27814"/>
                  <a:pt x="35231" y="43376"/>
                </a:cubicBezTo>
                <a:cubicBezTo>
                  <a:pt x="40384" y="58937"/>
                  <a:pt x="42961" y="75111"/>
                  <a:pt x="42961" y="91898"/>
                </a:cubicBezTo>
                <a:cubicBezTo>
                  <a:pt x="42961" y="100230"/>
                  <a:pt x="42361" y="108256"/>
                  <a:pt x="41163" y="115975"/>
                </a:cubicBezTo>
                <a:cubicBezTo>
                  <a:pt x="39965" y="123694"/>
                  <a:pt x="38587" y="130250"/>
                  <a:pt x="37029" y="135641"/>
                </a:cubicBezTo>
                <a:cubicBezTo>
                  <a:pt x="35471" y="141033"/>
                  <a:pt x="33254" y="146424"/>
                  <a:pt x="30378" y="151815"/>
                </a:cubicBezTo>
                <a:cubicBezTo>
                  <a:pt x="27502" y="157207"/>
                  <a:pt x="25225" y="161311"/>
                  <a:pt x="23548" y="164130"/>
                </a:cubicBezTo>
                <a:cubicBezTo>
                  <a:pt x="21870" y="166948"/>
                  <a:pt x="19413" y="170072"/>
                  <a:pt x="16177" y="173503"/>
                </a:cubicBezTo>
                <a:cubicBezTo>
                  <a:pt x="12942" y="176934"/>
                  <a:pt x="11025" y="178956"/>
                  <a:pt x="10425" y="179568"/>
                </a:cubicBezTo>
                <a:cubicBezTo>
                  <a:pt x="9826" y="180181"/>
                  <a:pt x="8448" y="181345"/>
                  <a:pt x="6291" y="183061"/>
                </a:cubicBezTo>
                <a:cubicBezTo>
                  <a:pt x="5932" y="183428"/>
                  <a:pt x="5692" y="183673"/>
                  <a:pt x="5572" y="183796"/>
                </a:cubicBezTo>
                <a:lnTo>
                  <a:pt x="3415" y="183796"/>
                </a:lnTo>
                <a:cubicBezTo>
                  <a:pt x="2457" y="183796"/>
                  <a:pt x="1797" y="183796"/>
                  <a:pt x="1438" y="183796"/>
                </a:cubicBezTo>
                <a:cubicBezTo>
                  <a:pt x="1079" y="183796"/>
                  <a:pt x="779" y="183612"/>
                  <a:pt x="539" y="183244"/>
                </a:cubicBezTo>
                <a:cubicBezTo>
                  <a:pt x="300" y="182877"/>
                  <a:pt x="119" y="182325"/>
                  <a:pt x="0" y="181590"/>
                </a:cubicBezTo>
                <a:cubicBezTo>
                  <a:pt x="119" y="181468"/>
                  <a:pt x="779" y="180671"/>
                  <a:pt x="1977" y="179201"/>
                </a:cubicBezTo>
                <a:cubicBezTo>
                  <a:pt x="20551" y="159473"/>
                  <a:pt x="29839" y="130373"/>
                  <a:pt x="29839" y="91898"/>
                </a:cubicBezTo>
                <a:cubicBezTo>
                  <a:pt x="29839" y="53423"/>
                  <a:pt x="20551" y="24322"/>
                  <a:pt x="1977" y="4595"/>
                </a:cubicBezTo>
                <a:cubicBezTo>
                  <a:pt x="779" y="3125"/>
                  <a:pt x="119" y="2328"/>
                  <a:pt x="0" y="2206"/>
                </a:cubicBezTo>
                <a:cubicBezTo>
                  <a:pt x="0" y="1225"/>
                  <a:pt x="300" y="551"/>
                  <a:pt x="899" y="18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207" name="pdf-path-337">
            <a:extLst xmlns:a="http://schemas.openxmlformats.org/drawingml/2006/main">
              <a:ext uri="{FF2B5EF4-FFF2-40B4-BE49-F238E27FC236}">
                <a16:creationId xmlns:a16="http://schemas.microsoft.com/office/drawing/2014/main" id="{030323B8-690D-4D90-9478-57A1311C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6527" y="2319228"/>
            <a:ext cx="5650" cy="308195"/>
          </a:xfrm>
          <a:custGeom xmlns:a="http://schemas.openxmlformats.org/drawingml/2006/main">
            <a:pathLst>
              <a:path w="5650" h="308195">
                <a:moveTo>
                  <a:pt x="5650" y="3081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410">
            <a:solidFill>
              <a:srgbClr val="00000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469256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2026-10-09T20:07:44.5840000Z</dcterms:created>
  <dcterms:modified xsi:type="dcterms:W3CDTF">2026-10-09T20:07:44.5840000Z</dcterms:modified>
</coreProperties>
</file>