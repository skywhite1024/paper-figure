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2e00a6473a4840" /><Relationship Type="http://schemas.openxmlformats.org/officeDocument/2006/relationships/extended-properties" Target="/docProps/app.xml" Id="Rc017fdae0c6a4f34" /><Relationship Type="http://schemas.openxmlformats.org/officeDocument/2006/relationships/officeDocument" Target="/ppt/presentation.xml" Id="R508c99ad5670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3a410e7d6d4344"/>
  </p:sldMasterIdLst>
  <p:notesMasterIdLst>
    <p:notesMasterId xmlns:r="http://schemas.openxmlformats.org/officeDocument/2006/relationships" r:id="R3cee04696c384015"/>
  </p:notesMasterIdLst>
  <p:sldIdLst>
    <p:sldId xmlns:r="http://schemas.openxmlformats.org/officeDocument/2006/relationships" id="256" r:id="R8b6bb95f4ab44309"/>
  </p:sldIdLst>
  <p:sldSz cx="8801100" cy="533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e411b71b2f4cd7" /><Relationship Type="http://schemas.openxmlformats.org/officeDocument/2006/relationships/slideMaster" Target="/ppt/slideMasters/slideMaster1.xml" Id="Rc73a410e7d6d4344" /><Relationship Type="http://schemas.openxmlformats.org/officeDocument/2006/relationships/notesMaster" Target="/ppt/notesMasters/notesMaster1.xml" Id="R3cee04696c384015" /><Relationship Type="http://schemas.openxmlformats.org/officeDocument/2006/relationships/presProps" Target="/ppt/presProps.xml" Id="R76583a984c224ca3" /><Relationship Type="http://schemas.openxmlformats.org/officeDocument/2006/relationships/tableStyles" Target="/ppt/tableStyles.xml" Id="R7d1018cb266e4c6e" /><Relationship Type="http://schemas.openxmlformats.org/officeDocument/2006/relationships/slide" Target="/ppt/slides/slide1.xml" Id="R8b6bb95f4ab443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bb608b51524e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a2e53b08aa4bbf" /><Relationship Type="http://schemas.openxmlformats.org/officeDocument/2006/relationships/notesMaster" Target="/ppt/notesMasters/notesMaster1.xml" Id="R818d2f68189a42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"Nonparametric Bayesian Reward Segmentation for Skill Discovery Using Inverse Reinforcement Learning",</a:t>
            </a:r>
          </a:p>
          <a:p xmlns:a="http://schemas.openxmlformats.org/drawingml/2006/main">
            <a:r>
              <a:t>  "paper_url": "https://cs.brown.edu/people/gdk/pubs/npbrs.pdf",</a:t>
            </a:r>
          </a:p>
          <a:p xmlns:a="http://schemas.openxmlformats.org/drawingml/2006/main">
            <a:r>
              <a:t>  "figure": "Figure 3",</a:t>
            </a:r>
          </a:p>
          <a:p xmlns:a="http://schemas.openxmlformats.org/drawingml/2006/main">
            <a:r>
              <a:t>  "license": "License unverified; private authorized reference copy",</a:t>
            </a:r>
          </a:p>
          <a:p xmlns:a="http://schemas.openxmlformats.org/drawingml/2006/main">
            <a:r>
              <a:t>  "notes": "Exact source probabilistic graphical model; all labels are mathematical symbols preserved as native glyph outlines. Node and dependency paths editable individually without semantic attachment. No raster backdrop.",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"35b386763a5be453eab9f8b9a8b74409cf859d352c6acd0e2b932673e52abedc",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321,</a:t>
            </a:r>
          </a:p>
          <a:p xmlns:a="http://schemas.openxmlformats.org/drawingml/2006/main">
            <a:r>
              <a:t>    300,</a:t>
            </a:r>
          </a:p>
          <a:p xmlns:a="http://schemas.openxmlformats.org/drawingml/2006/main">
            <a:r>
              <a:t>    552,</a:t>
            </a:r>
          </a:p>
          <a:p xmlns:a="http://schemas.openxmlformats.org/drawingml/2006/main">
            <a:r>
              <a:t>    440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"CMMI10",</a:t>
            </a:r>
          </a:p>
          <a:p xmlns:a="http://schemas.openxmlformats.org/drawingml/2006/main">
            <a:r>
              <a:t>    "CMMI5",</a:t>
            </a:r>
          </a:p>
          <a:p xmlns:a="http://schemas.openxmlformats.org/drawingml/2006/main">
            <a:r>
              <a:t>    "CMMI6",</a:t>
            </a:r>
          </a:p>
          <a:p xmlns:a="http://schemas.openxmlformats.org/drawingml/2006/main">
            <a:r>
              <a:t>    "CMMI7",</a:t>
            </a:r>
          </a:p>
          <a:p xmlns:a="http://schemas.openxmlformats.org/drawingml/2006/main">
            <a:r>
              <a:t>    "CMMI9",</a:t>
            </a:r>
          </a:p>
          <a:p xmlns:a="http://schemas.openxmlformats.org/drawingml/2006/main">
            <a:r>
              <a:t>    "CMR10",</a:t>
            </a:r>
          </a:p>
          <a:p xmlns:a="http://schemas.openxmlformats.org/drawingml/2006/main">
            <a:r>
              <a:t>    "CMR5",</a:t>
            </a:r>
          </a:p>
          <a:p xmlns:a="http://schemas.openxmlformats.org/drawingml/2006/main">
            <a:r>
              <a:t>    "CMR6",</a:t>
            </a:r>
          </a:p>
          <a:p xmlns:a="http://schemas.openxmlformats.org/drawingml/2006/main">
            <a:r>
              <a:t>    "CMR9"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 source clipping groups intersect crop; extracted paths require explicit clipping review"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6dc1c977740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c821460e24d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53f39342b40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889a8c8234c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6eda5160d4e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d93bd4ad04b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6A55DC-CB99-46A9-BCCF-0F65A8116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0110" y="2015067"/>
            <a:ext cx="7040880" cy="770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2DF8BF-1BFF-495D-95C3-E9F916F613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20165" y="2933700"/>
            <a:ext cx="6160770" cy="592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B2C24A-7756-4A3E-9FB2-1B91FCF9F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0110" y="2222500"/>
            <a:ext cx="704088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C2EAA0-8E13-41C0-B313-A0C454F8F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062" y="414867"/>
            <a:ext cx="7810976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449D33-AEC0-419D-B129-F771E0E49C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062" y="1481667"/>
            <a:ext cx="7810976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02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1pPr>
            <a:lvl2pPr marL="385048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2pPr>
            <a:lvl3pPr marL="605076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3pPr>
            <a:lvl4pPr marL="825103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4pPr>
            <a:lvl5pPr marL="104513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5pPr>
            <a:lvl6pPr marL="1265158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6pPr>
            <a:lvl7pPr marL="1485186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7pPr>
            <a:lvl8pPr marL="1705213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8pPr>
            <a:lvl9pPr marL="192524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808C7A-B1B9-4D4A-A1D0-5E9E20311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062" y="414867"/>
            <a:ext cx="7810976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C94F8B-8EB2-4C29-9A49-B244EC028C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062" y="1481667"/>
            <a:ext cx="3630454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02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1pPr>
            <a:lvl2pPr marL="385048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2pPr>
            <a:lvl3pPr marL="605076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3pPr>
            <a:lvl4pPr marL="825103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4pPr>
            <a:lvl5pPr marL="104513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5pPr>
            <a:lvl6pPr marL="1265158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6pPr>
            <a:lvl7pPr marL="1485186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7pPr>
            <a:lvl8pPr marL="1705213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8pPr>
            <a:lvl9pPr marL="192524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1BA041-A355-428A-830A-9D8D931537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75584" y="1481667"/>
            <a:ext cx="3630454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02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1pPr>
            <a:lvl2pPr marL="385048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2pPr>
            <a:lvl3pPr marL="605076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3pPr>
            <a:lvl4pPr marL="825103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4pPr>
            <a:lvl5pPr marL="104513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5pPr>
            <a:lvl6pPr marL="1265158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6pPr>
            <a:lvl7pPr marL="1485186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7pPr>
            <a:lvl8pPr marL="1705213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8pPr>
            <a:lvl9pPr marL="192524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0F47DC-74E0-483A-872C-F12E6FDEF0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062" y="414867"/>
            <a:ext cx="7810976" cy="65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76B918-8B66-4842-A485-2D1B9A2651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062" y="1481667"/>
            <a:ext cx="3630454" cy="331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02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1pPr>
            <a:lvl2pPr marL="385048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2pPr>
            <a:lvl3pPr marL="605076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3pPr>
            <a:lvl4pPr marL="825103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4pPr>
            <a:lvl5pPr marL="104513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5pPr>
            <a:lvl6pPr marL="1265158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6pPr>
            <a:lvl7pPr marL="1485186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7pPr>
            <a:lvl8pPr marL="1705213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8pPr>
            <a:lvl9pPr marL="1925241" indent="-165021">
              <a:lnSpc>
                <a:spcPct val="110000"/>
              </a:lnSpc>
              <a:spcBef>
                <a:spcPts val="0"/>
              </a:spcBef>
              <a:spcAft>
                <a:spcPts val="86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e5cd8b79d54cd2" /><Relationship Type="http://schemas.openxmlformats.org/officeDocument/2006/relationships/slideLayout" Target="/ppt/slideLayouts/slideLayout1.xml" Id="R2c25b48b1d1348db" /><Relationship Type="http://schemas.openxmlformats.org/officeDocument/2006/relationships/slideLayout" Target="/ppt/slideLayouts/slideLayout2.xml" Id="Rb2ec931cc01f4f62" /><Relationship Type="http://schemas.openxmlformats.org/officeDocument/2006/relationships/slideLayout" Target="/ppt/slideLayouts/slideLayout3.xml" Id="R93a5879d3d794704" /><Relationship Type="http://schemas.openxmlformats.org/officeDocument/2006/relationships/slideLayout" Target="/ppt/slideLayouts/slideLayout4.xml" Id="R5f39138f62a743da" /><Relationship Type="http://schemas.openxmlformats.org/officeDocument/2006/relationships/slideLayout" Target="/ppt/slideLayouts/slideLayout5.xml" Id="R4d07ec16084540bf" /><Relationship Type="http://schemas.openxmlformats.org/officeDocument/2006/relationships/slideLayout" Target="/ppt/slideLayouts/slideLayout6.xml" Id="R7102865ff7cc43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5b48b1d1348db"/>
    <p:sldLayoutId xmlns:r="http://schemas.openxmlformats.org/officeDocument/2006/relationships" id="2147483650" r:id="Rb2ec931cc01f4f62"/>
    <p:sldLayoutId xmlns:r="http://schemas.openxmlformats.org/officeDocument/2006/relationships" id="2147483651" r:id="R93a5879d3d794704"/>
    <p:sldLayoutId xmlns:r="http://schemas.openxmlformats.org/officeDocument/2006/relationships" id="2147483652" r:id="R5f39138f62a743da"/>
    <p:sldLayoutId xmlns:r="http://schemas.openxmlformats.org/officeDocument/2006/relationships" id="2147483653" r:id="R4d07ec16084540bf"/>
    <p:sldLayoutId xmlns:r="http://schemas.openxmlformats.org/officeDocument/2006/relationships" id="2147483654" r:id="R7102865ff7cc43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5fd3d4d0341f2" /><Relationship Type="http://schemas.openxmlformats.org/officeDocument/2006/relationships/notesSlide" Target="/ppt/notesSlides/notesSlide1.xml" Id="Rb8bdc8ff495947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97B471C3-D519-4C14-8770-F27169CB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130" y="618446"/>
            <a:ext cx="703772" cy="697297"/>
          </a:xfrm>
          <a:custGeom xmlns:a="http://schemas.openxmlformats.org/drawingml/2006/main">
            <a:pathLst>
              <a:path w="703772" h="697297">
                <a:moveTo>
                  <a:pt x="703772" y="348630"/>
                </a:moveTo>
                <a:cubicBezTo>
                  <a:pt x="703772" y="156102"/>
                  <a:pt x="546226" y="0"/>
                  <a:pt x="351885" y="0"/>
                </a:cubicBezTo>
                <a:cubicBezTo>
                  <a:pt x="157545" y="0"/>
                  <a:pt x="0" y="156102"/>
                  <a:pt x="0" y="348630"/>
                </a:cubicBezTo>
                <a:cubicBezTo>
                  <a:pt x="0" y="541195"/>
                  <a:pt x="157545" y="697297"/>
                  <a:pt x="351885" y="697297"/>
                </a:cubicBezTo>
                <a:cubicBezTo>
                  <a:pt x="546226" y="697297"/>
                  <a:pt x="703772" y="541195"/>
                  <a:pt x="703772" y="348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F7488A25-CFC4-4A78-8C58-425010E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91" y="459656"/>
            <a:ext cx="1070924" cy="1076430"/>
          </a:xfrm>
          <a:custGeom xmlns:a="http://schemas.openxmlformats.org/drawingml/2006/main">
            <a:pathLst>
              <a:path w="1070924" h="1076430">
                <a:moveTo>
                  <a:pt x="0" y="0"/>
                </a:moveTo>
                <a:lnTo>
                  <a:pt x="0" y="1076430"/>
                </a:lnTo>
                <a:lnTo>
                  <a:pt x="1070924" y="1076430"/>
                </a:lnTo>
                <a:lnTo>
                  <a:pt x="1070924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A72CB62A-AA44-48CC-A91B-6DEA40D6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554" y="503583"/>
            <a:ext cx="5677460" cy="4750440"/>
          </a:xfrm>
          <a:custGeom xmlns:a="http://schemas.openxmlformats.org/drawingml/2006/main">
            <a:pathLst>
              <a:path w="5677460" h="4750440">
                <a:moveTo>
                  <a:pt x="0" y="0"/>
                </a:moveTo>
                <a:lnTo>
                  <a:pt x="0" y="4750440"/>
                </a:lnTo>
                <a:lnTo>
                  <a:pt x="5677460" y="4750440"/>
                </a:lnTo>
                <a:lnTo>
                  <a:pt x="567746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CF60896A-00FD-4E31-9069-A449B59B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873" y="618446"/>
            <a:ext cx="703773" cy="697297"/>
          </a:xfrm>
          <a:custGeom xmlns:a="http://schemas.openxmlformats.org/drawingml/2006/main">
            <a:pathLst>
              <a:path w="703773" h="697297">
                <a:moveTo>
                  <a:pt x="703773" y="348630"/>
                </a:moveTo>
                <a:cubicBezTo>
                  <a:pt x="703773" y="156102"/>
                  <a:pt x="546234" y="0"/>
                  <a:pt x="351868" y="0"/>
                </a:cubicBezTo>
                <a:cubicBezTo>
                  <a:pt x="157539" y="0"/>
                  <a:pt x="0" y="156102"/>
                  <a:pt x="0" y="348630"/>
                </a:cubicBezTo>
                <a:cubicBezTo>
                  <a:pt x="0" y="541195"/>
                  <a:pt x="157539" y="697297"/>
                  <a:pt x="351868" y="697297"/>
                </a:cubicBezTo>
                <a:cubicBezTo>
                  <a:pt x="546234" y="697297"/>
                  <a:pt x="703773" y="541195"/>
                  <a:pt x="703773" y="348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5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E9098CE7-F377-45A4-ABAC-41698155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272" y="1363682"/>
            <a:ext cx="703772" cy="697297"/>
          </a:xfrm>
          <a:custGeom xmlns:a="http://schemas.openxmlformats.org/drawingml/2006/main">
            <a:pathLst>
              <a:path w="703772" h="697297">
                <a:moveTo>
                  <a:pt x="703772" y="348630"/>
                </a:moveTo>
                <a:cubicBezTo>
                  <a:pt x="703772" y="156104"/>
                  <a:pt x="546234" y="0"/>
                  <a:pt x="351904" y="0"/>
                </a:cubicBezTo>
                <a:cubicBezTo>
                  <a:pt x="157575" y="0"/>
                  <a:pt x="0" y="156104"/>
                  <a:pt x="0" y="348630"/>
                </a:cubicBezTo>
                <a:cubicBezTo>
                  <a:pt x="0" y="541193"/>
                  <a:pt x="157575" y="697297"/>
                  <a:pt x="351904" y="697297"/>
                </a:cubicBezTo>
                <a:cubicBezTo>
                  <a:pt x="546234" y="697297"/>
                  <a:pt x="703772" y="541193"/>
                  <a:pt x="703772" y="348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6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E3034048-7FF1-4508-80BA-F1F0674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41" y="1132929"/>
            <a:ext cx="1110379" cy="686040"/>
          </a:xfrm>
          <a:custGeom xmlns:a="http://schemas.openxmlformats.org/drawingml/2006/main">
            <a:pathLst>
              <a:path w="1110379" h="686040">
                <a:moveTo>
                  <a:pt x="0" y="686040"/>
                </a:moveTo>
                <a:lnTo>
                  <a:pt x="11103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7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FFA41132-A532-44BA-9F88-38EBC7EA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07" y="1132929"/>
            <a:ext cx="113213" cy="89292"/>
          </a:xfrm>
          <a:custGeom xmlns:a="http://schemas.openxmlformats.org/drawingml/2006/main">
            <a:pathLst>
              <a:path w="113213" h="89292">
                <a:moveTo>
                  <a:pt x="113213" y="0"/>
                </a:moveTo>
                <a:lnTo>
                  <a:pt x="0" y="26747"/>
                </a:lnTo>
                <a:lnTo>
                  <a:pt x="38097" y="46393"/>
                </a:lnTo>
                <a:lnTo>
                  <a:pt x="38634" y="89292"/>
                </a:lnTo>
                <a:lnTo>
                  <a:pt x="1132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8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9DD5F529-48E1-41E6-843C-D3E33F14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380" y="979105"/>
            <a:ext cx="823859" cy="95"/>
          </a:xfrm>
          <a:custGeom xmlns:a="http://schemas.openxmlformats.org/drawingml/2006/main">
            <a:pathLst>
              <a:path w="823859" h="95">
                <a:moveTo>
                  <a:pt x="0" y="0"/>
                </a:moveTo>
                <a:lnTo>
                  <a:pt x="823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9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C3E961D4-B334-42F7-94F3-3043756E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865" y="942352"/>
            <a:ext cx="110373" cy="73509"/>
          </a:xfrm>
          <a:custGeom xmlns:a="http://schemas.openxmlformats.org/drawingml/2006/main">
            <a:pathLst>
              <a:path w="110373" h="73509">
                <a:moveTo>
                  <a:pt x="110373" y="36754"/>
                </a:moveTo>
                <a:lnTo>
                  <a:pt x="0" y="0"/>
                </a:lnTo>
                <a:lnTo>
                  <a:pt x="22075" y="36754"/>
                </a:lnTo>
                <a:lnTo>
                  <a:pt x="0" y="73509"/>
                </a:lnTo>
                <a:lnTo>
                  <a:pt x="110373" y="367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0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F43A1FCE-8147-4A37-8586-785271C3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845" y="1227518"/>
            <a:ext cx="202976" cy="248413"/>
          </a:xfrm>
          <a:custGeom xmlns:a="http://schemas.openxmlformats.org/drawingml/2006/main">
            <a:pathLst>
              <a:path w="202976" h="248413">
                <a:moveTo>
                  <a:pt x="0" y="0"/>
                </a:moveTo>
                <a:lnTo>
                  <a:pt x="202976" y="248413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1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CEA2FA96-BE15-4A85-9C31-FABECBF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552" y="1367212"/>
            <a:ext cx="98270" cy="108719"/>
          </a:xfrm>
          <a:custGeom xmlns:a="http://schemas.openxmlformats.org/drawingml/2006/main">
            <a:pathLst>
              <a:path w="98270" h="108719">
                <a:moveTo>
                  <a:pt x="98270" y="108719"/>
                </a:moveTo>
                <a:lnTo>
                  <a:pt x="56916" y="0"/>
                </a:lnTo>
                <a:lnTo>
                  <a:pt x="42421" y="40323"/>
                </a:lnTo>
                <a:lnTo>
                  <a:pt x="0" y="46506"/>
                </a:lnTo>
                <a:lnTo>
                  <a:pt x="98270" y="1087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2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60719019-F2F1-41B5-99DF-A14C6FDA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507" y="310765"/>
            <a:ext cx="95" cy="969990"/>
          </a:xfrm>
          <a:custGeom xmlns:a="http://schemas.openxmlformats.org/drawingml/2006/main">
            <a:pathLst>
              <a:path w="95" h="969990">
                <a:moveTo>
                  <a:pt x="0" y="0"/>
                </a:moveTo>
                <a:lnTo>
                  <a:pt x="0" y="96999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3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287A8141-E354-4ADC-AC72-5BDCB5E6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753" y="1170382"/>
            <a:ext cx="73509" cy="110372"/>
          </a:xfrm>
          <a:custGeom xmlns:a="http://schemas.openxmlformats.org/drawingml/2006/main">
            <a:pathLst>
              <a:path w="73509" h="110372">
                <a:moveTo>
                  <a:pt x="36755" y="110372"/>
                </a:moveTo>
                <a:lnTo>
                  <a:pt x="73509" y="0"/>
                </a:lnTo>
                <a:lnTo>
                  <a:pt x="36755" y="22075"/>
                </a:lnTo>
                <a:lnTo>
                  <a:pt x="0" y="0"/>
                </a:lnTo>
                <a:lnTo>
                  <a:pt x="36755" y="1103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4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F9C29542-6696-4AB8-99CA-3586DF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489" y="322608"/>
            <a:ext cx="513416" cy="958146"/>
          </a:xfrm>
          <a:custGeom xmlns:a="http://schemas.openxmlformats.org/drawingml/2006/main">
            <a:pathLst>
              <a:path w="513416" h="958146">
                <a:moveTo>
                  <a:pt x="513416" y="0"/>
                </a:moveTo>
                <a:lnTo>
                  <a:pt x="0" y="958146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5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0A6A5910-F780-4ECC-91C4-3F7F888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489" y="1166115"/>
            <a:ext cx="84546" cy="114640"/>
          </a:xfrm>
          <a:custGeom xmlns:a="http://schemas.openxmlformats.org/drawingml/2006/main">
            <a:pathLst>
              <a:path w="84546" h="114640">
                <a:moveTo>
                  <a:pt x="0" y="114640"/>
                </a:moveTo>
                <a:lnTo>
                  <a:pt x="84546" y="34730"/>
                </a:lnTo>
                <a:lnTo>
                  <a:pt x="41722" y="36828"/>
                </a:lnTo>
                <a:lnTo>
                  <a:pt x="19757" y="0"/>
                </a:lnTo>
                <a:lnTo>
                  <a:pt x="0" y="1146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6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26A2C363-3ED4-43E0-B175-CFE89E4A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158" y="2043761"/>
            <a:ext cx="131343" cy="177405"/>
          </a:xfrm>
          <a:custGeom xmlns:a="http://schemas.openxmlformats.org/drawingml/2006/main">
            <a:pathLst>
              <a:path w="131343" h="177405">
                <a:moveTo>
                  <a:pt x="0" y="0"/>
                </a:moveTo>
                <a:lnTo>
                  <a:pt x="131343" y="177405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7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3BA0B3E3-ABE7-4DE7-B154-083761C8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286" y="2110608"/>
            <a:ext cx="95215" cy="110558"/>
          </a:xfrm>
          <a:custGeom xmlns:a="http://schemas.openxmlformats.org/drawingml/2006/main">
            <a:pathLst>
              <a:path w="95215" h="110558">
                <a:moveTo>
                  <a:pt x="95215" y="110558"/>
                </a:moveTo>
                <a:lnTo>
                  <a:pt x="59087" y="0"/>
                </a:lnTo>
                <a:lnTo>
                  <a:pt x="42678" y="39625"/>
                </a:lnTo>
                <a:lnTo>
                  <a:pt x="0" y="43746"/>
                </a:lnTo>
                <a:lnTo>
                  <a:pt x="95215" y="1105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8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079636D9-1F00-41D6-8451-8A556470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742" y="2190041"/>
            <a:ext cx="703773" cy="697297"/>
          </a:xfrm>
          <a:custGeom xmlns:a="http://schemas.openxmlformats.org/drawingml/2006/main">
            <a:pathLst>
              <a:path w="703773" h="697297">
                <a:moveTo>
                  <a:pt x="703773" y="348630"/>
                </a:moveTo>
                <a:cubicBezTo>
                  <a:pt x="703773" y="156104"/>
                  <a:pt x="546235" y="0"/>
                  <a:pt x="351905" y="0"/>
                </a:cubicBezTo>
                <a:cubicBezTo>
                  <a:pt x="157539" y="0"/>
                  <a:pt x="0" y="156104"/>
                  <a:pt x="0" y="348630"/>
                </a:cubicBezTo>
                <a:cubicBezTo>
                  <a:pt x="0" y="541195"/>
                  <a:pt x="157539" y="697297"/>
                  <a:pt x="351905" y="697297"/>
                </a:cubicBezTo>
                <a:cubicBezTo>
                  <a:pt x="546235" y="697297"/>
                  <a:pt x="703773" y="541195"/>
                  <a:pt x="703773" y="348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19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4A3F11F7-1FCB-4A26-9C2D-E3AACC63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761" y="2533669"/>
            <a:ext cx="378726" cy="95"/>
          </a:xfrm>
          <a:custGeom xmlns:a="http://schemas.openxmlformats.org/drawingml/2006/main">
            <a:pathLst>
              <a:path w="378726" h="95">
                <a:moveTo>
                  <a:pt x="0" y="0"/>
                </a:moveTo>
                <a:lnTo>
                  <a:pt x="378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0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7C8819E3-050E-4B66-A086-01B7E06A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113" y="2496913"/>
            <a:ext cx="110373" cy="73512"/>
          </a:xfrm>
          <a:custGeom xmlns:a="http://schemas.openxmlformats.org/drawingml/2006/main">
            <a:pathLst>
              <a:path w="110373" h="73512">
                <a:moveTo>
                  <a:pt x="110373" y="36756"/>
                </a:moveTo>
                <a:lnTo>
                  <a:pt x="0" y="0"/>
                </a:lnTo>
                <a:lnTo>
                  <a:pt x="22075" y="36756"/>
                </a:lnTo>
                <a:lnTo>
                  <a:pt x="0" y="73512"/>
                </a:lnTo>
                <a:lnTo>
                  <a:pt x="110373" y="367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1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6E427ABD-382A-4440-B36C-B7DB2DC0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391" y="2201519"/>
            <a:ext cx="703773" cy="697299"/>
          </a:xfrm>
          <a:custGeom xmlns:a="http://schemas.openxmlformats.org/drawingml/2006/main">
            <a:pathLst>
              <a:path w="703773" h="697299">
                <a:moveTo>
                  <a:pt x="703773" y="348632"/>
                </a:moveTo>
                <a:cubicBezTo>
                  <a:pt x="703773" y="156107"/>
                  <a:pt x="546234" y="0"/>
                  <a:pt x="351905" y="0"/>
                </a:cubicBezTo>
                <a:cubicBezTo>
                  <a:pt x="157538" y="0"/>
                  <a:pt x="0" y="156107"/>
                  <a:pt x="0" y="348632"/>
                </a:cubicBezTo>
                <a:cubicBezTo>
                  <a:pt x="0" y="541195"/>
                  <a:pt x="157538" y="697299"/>
                  <a:pt x="351905" y="697299"/>
                </a:cubicBezTo>
                <a:cubicBezTo>
                  <a:pt x="546234" y="697299"/>
                  <a:pt x="703773" y="541195"/>
                  <a:pt x="703773" y="34863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2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BB988517-80F2-4BD5-8178-347E18B9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409" y="2545147"/>
            <a:ext cx="378726" cy="95"/>
          </a:xfrm>
          <a:custGeom xmlns:a="http://schemas.openxmlformats.org/drawingml/2006/main">
            <a:pathLst>
              <a:path w="378726" h="95">
                <a:moveTo>
                  <a:pt x="0" y="0"/>
                </a:moveTo>
                <a:lnTo>
                  <a:pt x="378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3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EA86DBD1-8459-4216-989B-09D747C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763" y="2508393"/>
            <a:ext cx="110372" cy="73507"/>
          </a:xfrm>
          <a:custGeom xmlns:a="http://schemas.openxmlformats.org/drawingml/2006/main">
            <a:pathLst>
              <a:path w="110372" h="73507">
                <a:moveTo>
                  <a:pt x="110372" y="36754"/>
                </a:moveTo>
                <a:lnTo>
                  <a:pt x="0" y="0"/>
                </a:lnTo>
                <a:lnTo>
                  <a:pt x="22074" y="36754"/>
                </a:lnTo>
                <a:lnTo>
                  <a:pt x="0" y="73507"/>
                </a:lnTo>
                <a:lnTo>
                  <a:pt x="110372" y="367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4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D793230C-9405-4C27-92AA-7DFD258F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273" y="2190041"/>
            <a:ext cx="703773" cy="697297"/>
          </a:xfrm>
          <a:custGeom xmlns:a="http://schemas.openxmlformats.org/drawingml/2006/main">
            <a:pathLst>
              <a:path w="703773" h="697297">
                <a:moveTo>
                  <a:pt x="703773" y="348630"/>
                </a:moveTo>
                <a:cubicBezTo>
                  <a:pt x="703773" y="156104"/>
                  <a:pt x="546234" y="0"/>
                  <a:pt x="351867" y="0"/>
                </a:cubicBezTo>
                <a:cubicBezTo>
                  <a:pt x="157539" y="0"/>
                  <a:pt x="0" y="156104"/>
                  <a:pt x="0" y="348630"/>
                </a:cubicBezTo>
                <a:cubicBezTo>
                  <a:pt x="0" y="541195"/>
                  <a:pt x="157539" y="697297"/>
                  <a:pt x="351867" y="697297"/>
                </a:cubicBezTo>
                <a:cubicBezTo>
                  <a:pt x="546234" y="697297"/>
                  <a:pt x="703773" y="541195"/>
                  <a:pt x="703773" y="348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5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A6AD9E83-ED12-41A5-A454-86E296ED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606" y="2556588"/>
            <a:ext cx="378763" cy="95"/>
          </a:xfrm>
          <a:custGeom xmlns:a="http://schemas.openxmlformats.org/drawingml/2006/main">
            <a:pathLst>
              <a:path w="378763" h="95">
                <a:moveTo>
                  <a:pt x="0" y="0"/>
                </a:moveTo>
                <a:lnTo>
                  <a:pt x="3787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6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C431E396-AF53-47D9-AEAF-ED52962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994" y="2519837"/>
            <a:ext cx="110375" cy="73507"/>
          </a:xfrm>
          <a:custGeom xmlns:a="http://schemas.openxmlformats.org/drawingml/2006/main">
            <a:pathLst>
              <a:path w="110375" h="73507">
                <a:moveTo>
                  <a:pt x="110375" y="36751"/>
                </a:moveTo>
                <a:lnTo>
                  <a:pt x="0" y="0"/>
                </a:lnTo>
                <a:lnTo>
                  <a:pt x="22075" y="36751"/>
                </a:lnTo>
                <a:lnTo>
                  <a:pt x="0" y="73507"/>
                </a:lnTo>
                <a:lnTo>
                  <a:pt x="110375" y="367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7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E26B45FC-D175-450A-9AAC-66817FCD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17" y="4470488"/>
            <a:ext cx="703772" cy="697297"/>
          </a:xfrm>
          <a:custGeom xmlns:a="http://schemas.openxmlformats.org/drawingml/2006/main">
            <a:pathLst>
              <a:path w="703772" h="697297">
                <a:moveTo>
                  <a:pt x="703772" y="348630"/>
                </a:moveTo>
                <a:cubicBezTo>
                  <a:pt x="703772" y="156104"/>
                  <a:pt x="546234" y="0"/>
                  <a:pt x="351868" y="0"/>
                </a:cubicBezTo>
                <a:cubicBezTo>
                  <a:pt x="157538" y="0"/>
                  <a:pt x="0" y="156104"/>
                  <a:pt x="0" y="348630"/>
                </a:cubicBezTo>
                <a:cubicBezTo>
                  <a:pt x="0" y="541195"/>
                  <a:pt x="157538" y="697297"/>
                  <a:pt x="351868" y="697297"/>
                </a:cubicBezTo>
                <a:cubicBezTo>
                  <a:pt x="546234" y="697297"/>
                  <a:pt x="703772" y="541195"/>
                  <a:pt x="703772" y="348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8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6B620B57-A73D-40A9-9C54-F30B46D1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599" y="4814115"/>
            <a:ext cx="378725" cy="95"/>
          </a:xfrm>
          <a:custGeom xmlns:a="http://schemas.openxmlformats.org/drawingml/2006/main">
            <a:pathLst>
              <a:path w="378725" h="95">
                <a:moveTo>
                  <a:pt x="0" y="0"/>
                </a:moveTo>
                <a:lnTo>
                  <a:pt x="378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29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EEA0D433-26FD-413D-BFAC-BFDD2986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951" y="4777360"/>
            <a:ext cx="110372" cy="73507"/>
          </a:xfrm>
          <a:custGeom xmlns:a="http://schemas.openxmlformats.org/drawingml/2006/main">
            <a:pathLst>
              <a:path w="110372" h="73507">
                <a:moveTo>
                  <a:pt x="110372" y="36756"/>
                </a:moveTo>
                <a:lnTo>
                  <a:pt x="0" y="0"/>
                </a:lnTo>
                <a:lnTo>
                  <a:pt x="22075" y="36756"/>
                </a:lnTo>
                <a:lnTo>
                  <a:pt x="0" y="73507"/>
                </a:lnTo>
                <a:lnTo>
                  <a:pt x="110372" y="367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0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4E4C132F-3ADE-4825-951A-EBDCDCAE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265" y="4481966"/>
            <a:ext cx="703773" cy="697299"/>
          </a:xfrm>
          <a:custGeom xmlns:a="http://schemas.openxmlformats.org/drawingml/2006/main">
            <a:pathLst>
              <a:path w="703773" h="697299">
                <a:moveTo>
                  <a:pt x="703773" y="348632"/>
                </a:moveTo>
                <a:cubicBezTo>
                  <a:pt x="703773" y="156104"/>
                  <a:pt x="546198" y="0"/>
                  <a:pt x="351869" y="0"/>
                </a:cubicBezTo>
                <a:cubicBezTo>
                  <a:pt x="157539" y="0"/>
                  <a:pt x="0" y="156104"/>
                  <a:pt x="0" y="348632"/>
                </a:cubicBezTo>
                <a:cubicBezTo>
                  <a:pt x="0" y="541195"/>
                  <a:pt x="157539" y="697299"/>
                  <a:pt x="351869" y="697299"/>
                </a:cubicBezTo>
                <a:cubicBezTo>
                  <a:pt x="546198" y="697299"/>
                  <a:pt x="703773" y="541195"/>
                  <a:pt x="703773" y="34863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1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1712E4A9-02E0-4182-952B-CF1FDF4F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247" y="4825594"/>
            <a:ext cx="378726" cy="95"/>
          </a:xfrm>
          <a:custGeom xmlns:a="http://schemas.openxmlformats.org/drawingml/2006/main">
            <a:pathLst>
              <a:path w="378726" h="95">
                <a:moveTo>
                  <a:pt x="0" y="0"/>
                </a:moveTo>
                <a:lnTo>
                  <a:pt x="378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2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6B44DB6F-D90B-440E-9515-6F3FCBD3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600" y="4788840"/>
            <a:ext cx="110372" cy="73507"/>
          </a:xfrm>
          <a:custGeom xmlns:a="http://schemas.openxmlformats.org/drawingml/2006/main">
            <a:pathLst>
              <a:path w="110372" h="73507">
                <a:moveTo>
                  <a:pt x="110372" y="36754"/>
                </a:moveTo>
                <a:lnTo>
                  <a:pt x="0" y="0"/>
                </a:lnTo>
                <a:lnTo>
                  <a:pt x="22074" y="36754"/>
                </a:lnTo>
                <a:lnTo>
                  <a:pt x="0" y="73507"/>
                </a:lnTo>
                <a:lnTo>
                  <a:pt x="110372" y="367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3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5DA32B62-8056-416A-B577-E929B0C1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11" y="4470488"/>
            <a:ext cx="703773" cy="697297"/>
          </a:xfrm>
          <a:custGeom xmlns:a="http://schemas.openxmlformats.org/drawingml/2006/main">
            <a:pathLst>
              <a:path w="703773" h="697297">
                <a:moveTo>
                  <a:pt x="703773" y="348630"/>
                </a:moveTo>
                <a:cubicBezTo>
                  <a:pt x="703773" y="156104"/>
                  <a:pt x="546234" y="0"/>
                  <a:pt x="351904" y="0"/>
                </a:cubicBezTo>
                <a:cubicBezTo>
                  <a:pt x="157537" y="0"/>
                  <a:pt x="0" y="156104"/>
                  <a:pt x="0" y="348630"/>
                </a:cubicBezTo>
                <a:cubicBezTo>
                  <a:pt x="0" y="541195"/>
                  <a:pt x="157537" y="697297"/>
                  <a:pt x="351904" y="697297"/>
                </a:cubicBezTo>
                <a:cubicBezTo>
                  <a:pt x="546234" y="697297"/>
                  <a:pt x="703773" y="541195"/>
                  <a:pt x="703773" y="348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4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07A6E23E-7699-45D5-835D-EFB2A8C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481" y="4837072"/>
            <a:ext cx="378723" cy="95"/>
          </a:xfrm>
          <a:custGeom xmlns:a="http://schemas.openxmlformats.org/drawingml/2006/main">
            <a:pathLst>
              <a:path w="378723" h="95">
                <a:moveTo>
                  <a:pt x="0" y="0"/>
                </a:moveTo>
                <a:lnTo>
                  <a:pt x="3787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5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265A4BB3-3288-49FD-82EA-D6A3EEC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34" y="4800319"/>
            <a:ext cx="110370" cy="73507"/>
          </a:xfrm>
          <a:custGeom xmlns:a="http://schemas.openxmlformats.org/drawingml/2006/main">
            <a:pathLst>
              <a:path w="110370" h="73507">
                <a:moveTo>
                  <a:pt x="110370" y="36754"/>
                </a:moveTo>
                <a:lnTo>
                  <a:pt x="0" y="0"/>
                </a:lnTo>
                <a:lnTo>
                  <a:pt x="22073" y="36754"/>
                </a:lnTo>
                <a:lnTo>
                  <a:pt x="0" y="73507"/>
                </a:lnTo>
                <a:lnTo>
                  <a:pt x="110370" y="367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6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0B5866BC-F990-49D8-A6D3-593A2358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811" y="2920231"/>
            <a:ext cx="95" cy="1462143"/>
          </a:xfrm>
          <a:custGeom xmlns:a="http://schemas.openxmlformats.org/drawingml/2006/main">
            <a:pathLst>
              <a:path w="95" h="1462143">
                <a:moveTo>
                  <a:pt x="0" y="0"/>
                </a:moveTo>
                <a:lnTo>
                  <a:pt x="0" y="1462143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7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6CC59766-24EA-49E1-BAE7-5BF1D5C3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057" y="4272002"/>
            <a:ext cx="73508" cy="110372"/>
          </a:xfrm>
          <a:custGeom xmlns:a="http://schemas.openxmlformats.org/drawingml/2006/main">
            <a:pathLst>
              <a:path w="73508" h="110372">
                <a:moveTo>
                  <a:pt x="36754" y="110372"/>
                </a:moveTo>
                <a:lnTo>
                  <a:pt x="73508" y="0"/>
                </a:lnTo>
                <a:lnTo>
                  <a:pt x="0" y="0"/>
                </a:lnTo>
                <a:lnTo>
                  <a:pt x="36754" y="1103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8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17243CA1-CD55-466E-BFA0-CAA09C9C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545" y="2935167"/>
            <a:ext cx="95" cy="1417369"/>
          </a:xfrm>
          <a:custGeom xmlns:a="http://schemas.openxmlformats.org/drawingml/2006/main">
            <a:pathLst>
              <a:path w="95" h="1417369">
                <a:moveTo>
                  <a:pt x="0" y="0"/>
                </a:moveTo>
                <a:lnTo>
                  <a:pt x="0" y="1417369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39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15971639-23FE-4908-BCB2-6C46E168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789" y="4242164"/>
            <a:ext cx="73509" cy="110372"/>
          </a:xfrm>
          <a:custGeom xmlns:a="http://schemas.openxmlformats.org/drawingml/2006/main">
            <a:pathLst>
              <a:path w="73509" h="110372">
                <a:moveTo>
                  <a:pt x="36756" y="110372"/>
                </a:moveTo>
                <a:lnTo>
                  <a:pt x="73509" y="0"/>
                </a:lnTo>
                <a:lnTo>
                  <a:pt x="0" y="0"/>
                </a:lnTo>
                <a:lnTo>
                  <a:pt x="36756" y="1103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0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E9E441BB-5B9D-4731-A692-51C01FB8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481" y="2905295"/>
            <a:ext cx="95" cy="1506952"/>
          </a:xfrm>
          <a:custGeom xmlns:a="http://schemas.openxmlformats.org/drawingml/2006/main">
            <a:pathLst>
              <a:path w="95" h="1506952">
                <a:moveTo>
                  <a:pt x="0" y="0"/>
                </a:moveTo>
                <a:lnTo>
                  <a:pt x="0" y="1506952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1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0A2F4E1A-A37D-422E-9CFB-97123078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726" y="4301875"/>
            <a:ext cx="73509" cy="110372"/>
          </a:xfrm>
          <a:custGeom xmlns:a="http://schemas.openxmlformats.org/drawingml/2006/main">
            <a:pathLst>
              <a:path w="73509" h="110372">
                <a:moveTo>
                  <a:pt x="36755" y="110372"/>
                </a:moveTo>
                <a:lnTo>
                  <a:pt x="73509" y="0"/>
                </a:lnTo>
                <a:lnTo>
                  <a:pt x="0" y="0"/>
                </a:lnTo>
                <a:lnTo>
                  <a:pt x="36755" y="1103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2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55B10B92-28E7-4BB9-8D86-35F8E57A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85" y="3304033"/>
            <a:ext cx="703773" cy="697297"/>
          </a:xfrm>
          <a:custGeom xmlns:a="http://schemas.openxmlformats.org/drawingml/2006/main">
            <a:pathLst>
              <a:path w="703773" h="697297">
                <a:moveTo>
                  <a:pt x="703773" y="348630"/>
                </a:moveTo>
                <a:cubicBezTo>
                  <a:pt x="703773" y="156104"/>
                  <a:pt x="546198" y="0"/>
                  <a:pt x="351869" y="0"/>
                </a:cubicBezTo>
                <a:cubicBezTo>
                  <a:pt x="157539" y="0"/>
                  <a:pt x="0" y="156104"/>
                  <a:pt x="0" y="348630"/>
                </a:cubicBezTo>
                <a:cubicBezTo>
                  <a:pt x="0" y="541193"/>
                  <a:pt x="157539" y="697297"/>
                  <a:pt x="351869" y="697297"/>
                </a:cubicBezTo>
                <a:cubicBezTo>
                  <a:pt x="546198" y="697297"/>
                  <a:pt x="703773" y="541193"/>
                  <a:pt x="703773" y="3486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3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BC483738-0C23-4650-9CD4-98CB78E6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654" y="2860556"/>
            <a:ext cx="850459" cy="477436"/>
          </a:xfrm>
          <a:custGeom xmlns:a="http://schemas.openxmlformats.org/drawingml/2006/main">
            <a:pathLst>
              <a:path w="850459" h="477436">
                <a:moveTo>
                  <a:pt x="850459" y="0"/>
                </a:moveTo>
                <a:lnTo>
                  <a:pt x="0" y="477436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4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8230B5B9-8F0B-41F7-B8C5-BAA7626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654" y="3251899"/>
            <a:ext cx="114236" cy="86092"/>
          </a:xfrm>
          <a:custGeom xmlns:a="http://schemas.openxmlformats.org/drawingml/2006/main">
            <a:pathLst>
              <a:path w="114236" h="86092">
                <a:moveTo>
                  <a:pt x="0" y="86092"/>
                </a:moveTo>
                <a:lnTo>
                  <a:pt x="114236" y="64129"/>
                </a:lnTo>
                <a:lnTo>
                  <a:pt x="78253" y="0"/>
                </a:lnTo>
                <a:lnTo>
                  <a:pt x="0" y="86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5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3F427EE5-83FD-4859-AAF7-73B6A842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004" y="2890393"/>
            <a:ext cx="1894840" cy="477434"/>
          </a:xfrm>
          <a:custGeom xmlns:a="http://schemas.openxmlformats.org/drawingml/2006/main">
            <a:pathLst>
              <a:path w="1894840" h="477434">
                <a:moveTo>
                  <a:pt x="1894840" y="0"/>
                </a:moveTo>
                <a:lnTo>
                  <a:pt x="0" y="477434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6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1B3E3521-5BD5-45EB-8D0A-3B82CA45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004" y="3305210"/>
            <a:ext cx="116001" cy="71300"/>
          </a:xfrm>
          <a:custGeom xmlns:a="http://schemas.openxmlformats.org/drawingml/2006/main">
            <a:pathLst>
              <a:path w="116001" h="71300">
                <a:moveTo>
                  <a:pt x="0" y="62617"/>
                </a:moveTo>
                <a:lnTo>
                  <a:pt x="116001" y="71300"/>
                </a:lnTo>
                <a:lnTo>
                  <a:pt x="98048" y="0"/>
                </a:lnTo>
                <a:lnTo>
                  <a:pt x="0" y="6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7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5581C9DB-257F-4B6B-95A8-C9501A0C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290" y="2815779"/>
            <a:ext cx="3789681" cy="626659"/>
          </a:xfrm>
          <a:custGeom xmlns:a="http://schemas.openxmlformats.org/drawingml/2006/main">
            <a:pathLst>
              <a:path w="3789681" h="626659">
                <a:moveTo>
                  <a:pt x="3789681" y="0"/>
                </a:moveTo>
                <a:lnTo>
                  <a:pt x="0" y="626659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8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40640C87-71C6-4031-8832-30134C74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290" y="3388175"/>
            <a:ext cx="114899" cy="72514"/>
          </a:xfrm>
          <a:custGeom xmlns:a="http://schemas.openxmlformats.org/drawingml/2006/main">
            <a:pathLst>
              <a:path w="114899" h="72514">
                <a:moveTo>
                  <a:pt x="0" y="54264"/>
                </a:moveTo>
                <a:lnTo>
                  <a:pt x="114899" y="72514"/>
                </a:lnTo>
                <a:lnTo>
                  <a:pt x="102904" y="0"/>
                </a:lnTo>
                <a:lnTo>
                  <a:pt x="0" y="542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49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2F9E97D0-676C-42A0-8B8B-1018A9A9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978" y="3964611"/>
            <a:ext cx="850421" cy="611723"/>
          </a:xfrm>
          <a:custGeom xmlns:a="http://schemas.openxmlformats.org/drawingml/2006/main">
            <a:pathLst>
              <a:path w="850421" h="611723">
                <a:moveTo>
                  <a:pt x="0" y="0"/>
                </a:moveTo>
                <a:lnTo>
                  <a:pt x="850421" y="611723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50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67936C2D-01B5-4E0F-B2F9-23A61A1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329" y="4482040"/>
            <a:ext cx="111071" cy="94294"/>
          </a:xfrm>
          <a:custGeom xmlns:a="http://schemas.openxmlformats.org/drawingml/2006/main">
            <a:pathLst>
              <a:path w="111071" h="94294">
                <a:moveTo>
                  <a:pt x="111071" y="94294"/>
                </a:moveTo>
                <a:lnTo>
                  <a:pt x="42935" y="0"/>
                </a:lnTo>
                <a:lnTo>
                  <a:pt x="0" y="59675"/>
                </a:lnTo>
                <a:lnTo>
                  <a:pt x="111071" y="942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51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9A88EC2F-5D27-4006-9EB5-12A0B92B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490" y="3919875"/>
            <a:ext cx="1939616" cy="581885"/>
          </a:xfrm>
          <a:custGeom xmlns:a="http://schemas.openxmlformats.org/drawingml/2006/main">
            <a:pathLst>
              <a:path w="1939616" h="581885">
                <a:moveTo>
                  <a:pt x="0" y="0"/>
                </a:moveTo>
                <a:lnTo>
                  <a:pt x="1939616" y="581885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52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39AF3002-EA7E-434E-B416-6E21845E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811" y="4434836"/>
            <a:ext cx="116296" cy="70419"/>
          </a:xfrm>
          <a:custGeom xmlns:a="http://schemas.openxmlformats.org/drawingml/2006/main">
            <a:pathLst>
              <a:path w="116296" h="70419">
                <a:moveTo>
                  <a:pt x="116296" y="66924"/>
                </a:moveTo>
                <a:lnTo>
                  <a:pt x="21155" y="0"/>
                </a:lnTo>
                <a:lnTo>
                  <a:pt x="0" y="70419"/>
                </a:lnTo>
                <a:lnTo>
                  <a:pt x="116296" y="669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53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8F78098C-B4B8-40A1-B790-D1D16866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40" y="3800526"/>
            <a:ext cx="3894132" cy="745973"/>
          </a:xfrm>
          <a:custGeom xmlns:a="http://schemas.openxmlformats.org/drawingml/2006/main">
            <a:pathLst>
              <a:path w="3894132" h="745973">
                <a:moveTo>
                  <a:pt x="0" y="0"/>
                </a:moveTo>
                <a:lnTo>
                  <a:pt x="3894132" y="745973"/>
                </a:lnTo>
              </a:path>
            </a:pathLst>
          </a:custGeom>
          <a:noFill xmlns:a="http://schemas.openxmlformats.org/drawingml/2006/main"/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54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49CA54A1-CAE4-4494-850B-B27B415F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770" y="4489619"/>
            <a:ext cx="115302" cy="72221"/>
          </a:xfrm>
          <a:custGeom xmlns:a="http://schemas.openxmlformats.org/drawingml/2006/main">
            <a:pathLst>
              <a:path w="115302" h="72221">
                <a:moveTo>
                  <a:pt x="115302" y="56880"/>
                </a:moveTo>
                <a:lnTo>
                  <a:pt x="13832" y="0"/>
                </a:lnTo>
                <a:lnTo>
                  <a:pt x="0" y="72221"/>
                </a:lnTo>
                <a:lnTo>
                  <a:pt x="115302" y="568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716">
            <a:solidFill>
              <a:srgbClr val="000000"/>
            </a:solidFill>
            <a:prstDash val="solid"/>
          </a:ln>
        </p:spPr>
      </p:sp>
      <p:sp>
        <p:nvSpPr>
          <p:cNvPr id="55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FAD12C99-28AB-4226-BD26-BAD3FE38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180" y="906003"/>
            <a:ext cx="217354" cy="166074"/>
          </a:xfrm>
          <a:custGeom xmlns:a="http://schemas.openxmlformats.org/drawingml/2006/main">
            <a:pathLst>
              <a:path w="217354" h="166074">
                <a:moveTo>
                  <a:pt x="217354" y="25660"/>
                </a:moveTo>
                <a:cubicBezTo>
                  <a:pt x="217354" y="9161"/>
                  <a:pt x="210755" y="0"/>
                  <a:pt x="202690" y="0"/>
                </a:cubicBezTo>
                <a:cubicBezTo>
                  <a:pt x="193160" y="0"/>
                  <a:pt x="183267" y="8797"/>
                  <a:pt x="183267" y="17232"/>
                </a:cubicBezTo>
                <a:cubicBezTo>
                  <a:pt x="183267" y="20895"/>
                  <a:pt x="185100" y="24928"/>
                  <a:pt x="188764" y="28227"/>
                </a:cubicBezTo>
                <a:cubicBezTo>
                  <a:pt x="194994" y="33730"/>
                  <a:pt x="201594" y="43630"/>
                  <a:pt x="201594" y="59027"/>
                </a:cubicBezTo>
                <a:cubicBezTo>
                  <a:pt x="201594" y="73691"/>
                  <a:pt x="194631" y="94592"/>
                  <a:pt x="183267" y="111454"/>
                </a:cubicBezTo>
                <a:cubicBezTo>
                  <a:pt x="172271" y="127220"/>
                  <a:pt x="158708" y="139687"/>
                  <a:pt x="141482" y="139687"/>
                </a:cubicBezTo>
                <a:cubicBezTo>
                  <a:pt x="120587" y="139687"/>
                  <a:pt x="109228" y="126488"/>
                  <a:pt x="105928" y="106689"/>
                </a:cubicBezTo>
                <a:cubicBezTo>
                  <a:pt x="109961" y="97159"/>
                  <a:pt x="118389" y="73691"/>
                  <a:pt x="118389" y="63429"/>
                </a:cubicBezTo>
                <a:cubicBezTo>
                  <a:pt x="118389" y="59027"/>
                  <a:pt x="116555" y="55358"/>
                  <a:pt x="111790" y="55358"/>
                </a:cubicBezTo>
                <a:cubicBezTo>
                  <a:pt x="108858" y="55358"/>
                  <a:pt x="104826" y="56091"/>
                  <a:pt x="101896" y="61594"/>
                </a:cubicBezTo>
                <a:cubicBezTo>
                  <a:pt x="97864" y="68926"/>
                  <a:pt x="93468" y="92757"/>
                  <a:pt x="93468" y="105956"/>
                </a:cubicBezTo>
                <a:cubicBezTo>
                  <a:pt x="81371" y="123188"/>
                  <a:pt x="66711" y="139687"/>
                  <a:pt x="43618" y="139687"/>
                </a:cubicBezTo>
                <a:cubicBezTo>
                  <a:pt x="19423" y="139687"/>
                  <a:pt x="11728" y="118053"/>
                  <a:pt x="11728" y="97522"/>
                </a:cubicBezTo>
                <a:cubicBezTo>
                  <a:pt x="11728" y="51695"/>
                  <a:pt x="49116" y="13199"/>
                  <a:pt x="49116" y="8429"/>
                </a:cubicBezTo>
                <a:cubicBezTo>
                  <a:pt x="49116" y="4396"/>
                  <a:pt x="46180" y="1465"/>
                  <a:pt x="42153" y="1465"/>
                </a:cubicBezTo>
                <a:cubicBezTo>
                  <a:pt x="37388" y="1465"/>
                  <a:pt x="34821" y="6230"/>
                  <a:pt x="32622" y="9530"/>
                </a:cubicBezTo>
                <a:cubicBezTo>
                  <a:pt x="13926" y="36661"/>
                  <a:pt x="0" y="80290"/>
                  <a:pt x="0" y="113658"/>
                </a:cubicBezTo>
                <a:cubicBezTo>
                  <a:pt x="0" y="138954"/>
                  <a:pt x="8429" y="166074"/>
                  <a:pt x="38484" y="166074"/>
                </a:cubicBezTo>
                <a:cubicBezTo>
                  <a:pt x="64508" y="166074"/>
                  <a:pt x="81733" y="147751"/>
                  <a:pt x="94933" y="127590"/>
                </a:cubicBezTo>
                <a:cubicBezTo>
                  <a:pt x="98232" y="148848"/>
                  <a:pt x="112528" y="166074"/>
                  <a:pt x="135251" y="166074"/>
                </a:cubicBezTo>
                <a:cubicBezTo>
                  <a:pt x="163842" y="166074"/>
                  <a:pt x="181432" y="143719"/>
                  <a:pt x="194631" y="116220"/>
                </a:cubicBezTo>
                <a:cubicBezTo>
                  <a:pt x="203422" y="98256"/>
                  <a:pt x="217354" y="48395"/>
                  <a:pt x="217354" y="2566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4CD37567-EC21-493F-90B5-5540F52E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166" y="944967"/>
            <a:ext cx="126231" cy="180645"/>
          </a:xfrm>
          <a:custGeom xmlns:a="http://schemas.openxmlformats.org/drawingml/2006/main">
            <a:pathLst>
              <a:path w="126231" h="180645">
                <a:moveTo>
                  <a:pt x="61063" y="7696"/>
                </a:moveTo>
                <a:cubicBezTo>
                  <a:pt x="61321" y="7183"/>
                  <a:pt x="62088" y="3849"/>
                  <a:pt x="62088" y="3594"/>
                </a:cubicBezTo>
                <a:cubicBezTo>
                  <a:pt x="62088" y="2309"/>
                  <a:pt x="61063" y="0"/>
                  <a:pt x="57985" y="0"/>
                </a:cubicBezTo>
                <a:cubicBezTo>
                  <a:pt x="52853" y="0"/>
                  <a:pt x="31559" y="2051"/>
                  <a:pt x="25143" y="2564"/>
                </a:cubicBezTo>
                <a:cubicBezTo>
                  <a:pt x="23090" y="2822"/>
                  <a:pt x="19496" y="3077"/>
                  <a:pt x="19496" y="8468"/>
                </a:cubicBezTo>
                <a:cubicBezTo>
                  <a:pt x="19496" y="12057"/>
                  <a:pt x="23090" y="12057"/>
                  <a:pt x="26168" y="12057"/>
                </a:cubicBezTo>
                <a:cubicBezTo>
                  <a:pt x="38485" y="12057"/>
                  <a:pt x="38485" y="13855"/>
                  <a:pt x="38485" y="15906"/>
                </a:cubicBezTo>
                <a:cubicBezTo>
                  <a:pt x="38485" y="17699"/>
                  <a:pt x="37972" y="19238"/>
                  <a:pt x="37459" y="21548"/>
                </a:cubicBezTo>
                <a:lnTo>
                  <a:pt x="1280" y="166785"/>
                </a:lnTo>
                <a:cubicBezTo>
                  <a:pt x="0" y="171409"/>
                  <a:pt x="0" y="171922"/>
                  <a:pt x="0" y="172435"/>
                </a:cubicBezTo>
                <a:cubicBezTo>
                  <a:pt x="0" y="176283"/>
                  <a:pt x="3078" y="180645"/>
                  <a:pt x="8723" y="180645"/>
                </a:cubicBezTo>
                <a:cubicBezTo>
                  <a:pt x="15649" y="180645"/>
                  <a:pt x="18984" y="175516"/>
                  <a:pt x="20527" y="169866"/>
                </a:cubicBezTo>
                <a:cubicBezTo>
                  <a:pt x="21039" y="168841"/>
                  <a:pt x="32071" y="123659"/>
                  <a:pt x="33098" y="120060"/>
                </a:cubicBezTo>
                <a:cubicBezTo>
                  <a:pt x="51314" y="121858"/>
                  <a:pt x="65937" y="127765"/>
                  <a:pt x="65937" y="141115"/>
                </a:cubicBezTo>
                <a:cubicBezTo>
                  <a:pt x="65937" y="142399"/>
                  <a:pt x="65937" y="143683"/>
                  <a:pt x="65424" y="146248"/>
                </a:cubicBezTo>
                <a:cubicBezTo>
                  <a:pt x="64398" y="150100"/>
                  <a:pt x="64398" y="151384"/>
                  <a:pt x="64398" y="154207"/>
                </a:cubicBezTo>
                <a:cubicBezTo>
                  <a:pt x="64398" y="172435"/>
                  <a:pt x="79279" y="180645"/>
                  <a:pt x="91596" y="180645"/>
                </a:cubicBezTo>
                <a:cubicBezTo>
                  <a:pt x="116482" y="180645"/>
                  <a:pt x="124180" y="141629"/>
                  <a:pt x="124180" y="141369"/>
                </a:cubicBezTo>
                <a:cubicBezTo>
                  <a:pt x="124180" y="138035"/>
                  <a:pt x="120844" y="138035"/>
                  <a:pt x="120076" y="138035"/>
                </a:cubicBezTo>
                <a:cubicBezTo>
                  <a:pt x="116482" y="138035"/>
                  <a:pt x="116228" y="139318"/>
                  <a:pt x="114944" y="144196"/>
                </a:cubicBezTo>
                <a:cubicBezTo>
                  <a:pt x="111863" y="155237"/>
                  <a:pt x="104938" y="173460"/>
                  <a:pt x="92366" y="173460"/>
                </a:cubicBezTo>
                <a:cubicBezTo>
                  <a:pt x="85437" y="173460"/>
                  <a:pt x="83386" y="167044"/>
                  <a:pt x="83386" y="160111"/>
                </a:cubicBezTo>
                <a:cubicBezTo>
                  <a:pt x="83386" y="155750"/>
                  <a:pt x="83386" y="155237"/>
                  <a:pt x="84924" y="148562"/>
                </a:cubicBezTo>
                <a:cubicBezTo>
                  <a:pt x="85182" y="147790"/>
                  <a:pt x="86209" y="143425"/>
                  <a:pt x="86209" y="140602"/>
                </a:cubicBezTo>
                <a:cubicBezTo>
                  <a:pt x="86209" y="117751"/>
                  <a:pt x="55421" y="114157"/>
                  <a:pt x="44643" y="113385"/>
                </a:cubicBezTo>
                <a:cubicBezTo>
                  <a:pt x="52085" y="108765"/>
                  <a:pt x="61575" y="100294"/>
                  <a:pt x="65937" y="96445"/>
                </a:cubicBezTo>
                <a:cubicBezTo>
                  <a:pt x="79024" y="84129"/>
                  <a:pt x="91854" y="72075"/>
                  <a:pt x="106221" y="72075"/>
                </a:cubicBezTo>
                <a:cubicBezTo>
                  <a:pt x="109299" y="72075"/>
                  <a:pt x="112634" y="72842"/>
                  <a:pt x="114686" y="75406"/>
                </a:cubicBezTo>
                <a:cubicBezTo>
                  <a:pt x="103653" y="77203"/>
                  <a:pt x="101344" y="85926"/>
                  <a:pt x="101344" y="89774"/>
                </a:cubicBezTo>
                <a:cubicBezTo>
                  <a:pt x="101344" y="95420"/>
                  <a:pt x="105709" y="99268"/>
                  <a:pt x="111608" y="99268"/>
                </a:cubicBezTo>
                <a:cubicBezTo>
                  <a:pt x="118535" y="99268"/>
                  <a:pt x="126231" y="93622"/>
                  <a:pt x="126231" y="82848"/>
                </a:cubicBezTo>
                <a:cubicBezTo>
                  <a:pt x="126231" y="74380"/>
                  <a:pt x="120076" y="64887"/>
                  <a:pt x="106476" y="64887"/>
                </a:cubicBezTo>
                <a:cubicBezTo>
                  <a:pt x="91854" y="64887"/>
                  <a:pt x="78511" y="75406"/>
                  <a:pt x="65424" y="87464"/>
                </a:cubicBezTo>
                <a:cubicBezTo>
                  <a:pt x="54649" y="97729"/>
                  <a:pt x="46181" y="105684"/>
                  <a:pt x="35662" y="110050"/>
                </a:cubicBezTo>
                <a:lnTo>
                  <a:pt x="61063" y="76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4A73FCCC-C5F8-4174-A1A4-6C8F4B57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8" y="1916217"/>
            <a:ext cx="225420" cy="250202"/>
          </a:xfrm>
          <a:custGeom xmlns:a="http://schemas.openxmlformats.org/drawingml/2006/main">
            <a:pathLst>
              <a:path w="225420" h="250202">
                <a:moveTo>
                  <a:pt x="68177" y="116148"/>
                </a:moveTo>
                <a:lnTo>
                  <a:pt x="68177" y="26018"/>
                </a:lnTo>
                <a:cubicBezTo>
                  <a:pt x="68177" y="13933"/>
                  <a:pt x="68910" y="11366"/>
                  <a:pt x="86135" y="11366"/>
                </a:cubicBezTo>
                <a:lnTo>
                  <a:pt x="131583" y="11366"/>
                </a:lnTo>
                <a:cubicBezTo>
                  <a:pt x="167136" y="11366"/>
                  <a:pt x="179967" y="42507"/>
                  <a:pt x="179967" y="61924"/>
                </a:cubicBezTo>
                <a:cubicBezTo>
                  <a:pt x="179967" y="85370"/>
                  <a:pt x="162009" y="116148"/>
                  <a:pt x="121321" y="116148"/>
                </a:cubicBezTo>
                <a:lnTo>
                  <a:pt x="68177" y="116148"/>
                </a:lnTo>
                <a:moveTo>
                  <a:pt x="154675" y="119447"/>
                </a:moveTo>
                <a:cubicBezTo>
                  <a:pt x="190229" y="112484"/>
                  <a:pt x="215521" y="89033"/>
                  <a:pt x="215521" y="61924"/>
                </a:cubicBezTo>
                <a:cubicBezTo>
                  <a:pt x="215521" y="30050"/>
                  <a:pt x="181802" y="0"/>
                  <a:pt x="134150" y="0"/>
                </a:cubicBezTo>
                <a:lnTo>
                  <a:pt x="0" y="0"/>
                </a:lnTo>
                <a:lnTo>
                  <a:pt x="0" y="11366"/>
                </a:lnTo>
                <a:lnTo>
                  <a:pt x="8797" y="11366"/>
                </a:lnTo>
                <a:cubicBezTo>
                  <a:pt x="37019" y="11366"/>
                  <a:pt x="37752" y="15398"/>
                  <a:pt x="37752" y="28585"/>
                </a:cubicBezTo>
                <a:lnTo>
                  <a:pt x="37752" y="221628"/>
                </a:lnTo>
                <a:cubicBezTo>
                  <a:pt x="37752" y="234816"/>
                  <a:pt x="37019" y="238844"/>
                  <a:pt x="8797" y="238844"/>
                </a:cubicBezTo>
                <a:lnTo>
                  <a:pt x="0" y="238844"/>
                </a:lnTo>
                <a:lnTo>
                  <a:pt x="0" y="250202"/>
                </a:lnTo>
                <a:lnTo>
                  <a:pt x="143681" y="250202"/>
                </a:lnTo>
                <a:cubicBezTo>
                  <a:pt x="192428" y="250202"/>
                  <a:pt x="225420" y="217602"/>
                  <a:pt x="225420" y="183171"/>
                </a:cubicBezTo>
                <a:cubicBezTo>
                  <a:pt x="225420" y="151309"/>
                  <a:pt x="195364" y="123842"/>
                  <a:pt x="154675" y="119447"/>
                </a:cubicBezTo>
                <a:moveTo>
                  <a:pt x="131952" y="238844"/>
                </a:moveTo>
                <a:lnTo>
                  <a:pt x="86135" y="238844"/>
                </a:lnTo>
                <a:cubicBezTo>
                  <a:pt x="68910" y="238844"/>
                  <a:pt x="68177" y="236276"/>
                  <a:pt x="68177" y="224196"/>
                </a:cubicBezTo>
                <a:lnTo>
                  <a:pt x="68177" y="124206"/>
                </a:lnTo>
                <a:lnTo>
                  <a:pt x="137081" y="124206"/>
                </a:lnTo>
                <a:cubicBezTo>
                  <a:pt x="173367" y="124206"/>
                  <a:pt x="188764" y="158273"/>
                  <a:pt x="188764" y="182809"/>
                </a:cubicBezTo>
                <a:cubicBezTo>
                  <a:pt x="188764" y="208809"/>
                  <a:pt x="169704" y="238844"/>
                  <a:pt x="131952" y="2388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89D87052-7849-414F-A0B5-EFD56BD6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4" y="2108133"/>
            <a:ext cx="120331" cy="115758"/>
          </a:xfrm>
          <a:custGeom xmlns:a="http://schemas.openxmlformats.org/drawingml/2006/main">
            <a:pathLst>
              <a:path w="120331" h="115758">
                <a:moveTo>
                  <a:pt x="120331" y="44921"/>
                </a:moveTo>
                <a:cubicBezTo>
                  <a:pt x="120331" y="16427"/>
                  <a:pt x="99038" y="0"/>
                  <a:pt x="73892" y="0"/>
                </a:cubicBezTo>
                <a:cubicBezTo>
                  <a:pt x="35921" y="0"/>
                  <a:pt x="0" y="35677"/>
                  <a:pt x="0" y="70846"/>
                </a:cubicBezTo>
                <a:cubicBezTo>
                  <a:pt x="0" y="96512"/>
                  <a:pt x="18730" y="115758"/>
                  <a:pt x="46695" y="115758"/>
                </a:cubicBezTo>
                <a:cubicBezTo>
                  <a:pt x="83386" y="115758"/>
                  <a:pt x="120331" y="81882"/>
                  <a:pt x="120331" y="44921"/>
                </a:cubicBezTo>
                <a:moveTo>
                  <a:pt x="46953" y="108574"/>
                </a:moveTo>
                <a:cubicBezTo>
                  <a:pt x="34123" y="108574"/>
                  <a:pt x="21294" y="100360"/>
                  <a:pt x="21294" y="80085"/>
                </a:cubicBezTo>
                <a:cubicBezTo>
                  <a:pt x="21294" y="69561"/>
                  <a:pt x="26168" y="44403"/>
                  <a:pt x="36175" y="29774"/>
                </a:cubicBezTo>
                <a:cubicBezTo>
                  <a:pt x="47208" y="13858"/>
                  <a:pt x="62088" y="7188"/>
                  <a:pt x="73637" y="7188"/>
                </a:cubicBezTo>
                <a:cubicBezTo>
                  <a:pt x="87492" y="7188"/>
                  <a:pt x="99293" y="16682"/>
                  <a:pt x="99293" y="35677"/>
                </a:cubicBezTo>
                <a:cubicBezTo>
                  <a:pt x="99293" y="41839"/>
                  <a:pt x="96215" y="67252"/>
                  <a:pt x="84924" y="85217"/>
                </a:cubicBezTo>
                <a:cubicBezTo>
                  <a:pt x="75176" y="100360"/>
                  <a:pt x="59782" y="108574"/>
                  <a:pt x="46953" y="1085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F6AB069D-0E6B-4089-AE12-1C1F5F3B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093" y="2491078"/>
            <a:ext cx="142838" cy="149478"/>
          </a:xfrm>
          <a:custGeom xmlns:a="http://schemas.openxmlformats.org/drawingml/2006/main">
            <a:pathLst>
              <a:path w="142838" h="149478">
                <a:moveTo>
                  <a:pt x="31339" y="117807"/>
                </a:moveTo>
                <a:cubicBezTo>
                  <a:pt x="38265" y="109556"/>
                  <a:pt x="56412" y="93056"/>
                  <a:pt x="70596" y="81176"/>
                </a:cubicBezTo>
                <a:cubicBezTo>
                  <a:pt x="95004" y="60384"/>
                  <a:pt x="102595" y="53125"/>
                  <a:pt x="106883" y="48504"/>
                </a:cubicBezTo>
                <a:cubicBezTo>
                  <a:pt x="133934" y="22435"/>
                  <a:pt x="142838" y="5612"/>
                  <a:pt x="142838" y="3629"/>
                </a:cubicBezTo>
                <a:cubicBezTo>
                  <a:pt x="142838" y="3302"/>
                  <a:pt x="142838" y="0"/>
                  <a:pt x="138550" y="0"/>
                </a:cubicBezTo>
                <a:cubicBezTo>
                  <a:pt x="135580" y="0"/>
                  <a:pt x="134921" y="992"/>
                  <a:pt x="133274" y="3629"/>
                </a:cubicBezTo>
                <a:cubicBezTo>
                  <a:pt x="128986" y="10228"/>
                  <a:pt x="120076" y="24412"/>
                  <a:pt x="108862" y="24412"/>
                </a:cubicBezTo>
                <a:cubicBezTo>
                  <a:pt x="102262" y="24412"/>
                  <a:pt x="97974" y="20784"/>
                  <a:pt x="90389" y="12206"/>
                </a:cubicBezTo>
                <a:cubicBezTo>
                  <a:pt x="82471" y="3629"/>
                  <a:pt x="76203" y="0"/>
                  <a:pt x="67626" y="0"/>
                </a:cubicBezTo>
                <a:cubicBezTo>
                  <a:pt x="42226" y="0"/>
                  <a:pt x="26723" y="30353"/>
                  <a:pt x="26723" y="38602"/>
                </a:cubicBezTo>
                <a:cubicBezTo>
                  <a:pt x="26723" y="39594"/>
                  <a:pt x="27383" y="42237"/>
                  <a:pt x="31007" y="42237"/>
                </a:cubicBezTo>
                <a:cubicBezTo>
                  <a:pt x="34308" y="42237"/>
                  <a:pt x="35296" y="40253"/>
                  <a:pt x="35628" y="39263"/>
                </a:cubicBezTo>
                <a:cubicBezTo>
                  <a:pt x="41895" y="23426"/>
                  <a:pt x="61359" y="23426"/>
                  <a:pt x="63997" y="23426"/>
                </a:cubicBezTo>
                <a:cubicBezTo>
                  <a:pt x="71583" y="23426"/>
                  <a:pt x="79501" y="25732"/>
                  <a:pt x="86759" y="28375"/>
                </a:cubicBezTo>
                <a:cubicBezTo>
                  <a:pt x="99957" y="32663"/>
                  <a:pt x="105564" y="32663"/>
                  <a:pt x="110513" y="32663"/>
                </a:cubicBezTo>
                <a:cubicBezTo>
                  <a:pt x="100285" y="44215"/>
                  <a:pt x="81811" y="60056"/>
                  <a:pt x="61028" y="77874"/>
                </a:cubicBezTo>
                <a:cubicBezTo>
                  <a:pt x="44532" y="92064"/>
                  <a:pt x="34308" y="101966"/>
                  <a:pt x="27051" y="109229"/>
                </a:cubicBezTo>
                <a:cubicBezTo>
                  <a:pt x="14844" y="122100"/>
                  <a:pt x="0" y="142224"/>
                  <a:pt x="0" y="145854"/>
                </a:cubicBezTo>
                <a:cubicBezTo>
                  <a:pt x="0" y="148158"/>
                  <a:pt x="1651" y="149478"/>
                  <a:pt x="4288" y="149478"/>
                </a:cubicBezTo>
                <a:cubicBezTo>
                  <a:pt x="7259" y="149478"/>
                  <a:pt x="7918" y="148158"/>
                  <a:pt x="9569" y="146181"/>
                </a:cubicBezTo>
                <a:cubicBezTo>
                  <a:pt x="22435" y="126389"/>
                  <a:pt x="34636" y="125070"/>
                  <a:pt x="38265" y="125070"/>
                </a:cubicBezTo>
                <a:cubicBezTo>
                  <a:pt x="46516" y="125070"/>
                  <a:pt x="51132" y="130018"/>
                  <a:pt x="58389" y="138595"/>
                </a:cubicBezTo>
                <a:cubicBezTo>
                  <a:pt x="65975" y="146840"/>
                  <a:pt x="73234" y="149478"/>
                  <a:pt x="79832" y="149478"/>
                </a:cubicBezTo>
                <a:cubicBezTo>
                  <a:pt x="113809" y="149478"/>
                  <a:pt x="133601" y="107246"/>
                  <a:pt x="133601" y="98336"/>
                </a:cubicBezTo>
                <a:cubicBezTo>
                  <a:pt x="133601" y="95366"/>
                  <a:pt x="131291" y="94374"/>
                  <a:pt x="128986" y="94374"/>
                </a:cubicBezTo>
                <a:cubicBezTo>
                  <a:pt x="125684" y="94374"/>
                  <a:pt x="125025" y="96686"/>
                  <a:pt x="124365" y="98009"/>
                </a:cubicBezTo>
                <a:cubicBezTo>
                  <a:pt x="115460" y="122427"/>
                  <a:pt x="92040" y="126056"/>
                  <a:pt x="83462" y="126056"/>
                </a:cubicBezTo>
                <a:cubicBezTo>
                  <a:pt x="77195" y="126056"/>
                  <a:pt x="70596" y="124411"/>
                  <a:pt x="60700" y="121109"/>
                </a:cubicBezTo>
                <a:cubicBezTo>
                  <a:pt x="54101" y="119130"/>
                  <a:pt x="46183" y="116820"/>
                  <a:pt x="39257" y="116820"/>
                </a:cubicBezTo>
                <a:cubicBezTo>
                  <a:pt x="35959" y="116820"/>
                  <a:pt x="32658" y="117479"/>
                  <a:pt x="31339" y="117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93884B27-2C7B-4FC7-A0DF-FFC66416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212" y="2303458"/>
            <a:ext cx="60477" cy="219921"/>
          </a:xfrm>
          <a:custGeom xmlns:a="http://schemas.openxmlformats.org/drawingml/2006/main">
            <a:pathLst>
              <a:path w="60477" h="219921">
                <a:moveTo>
                  <a:pt x="59818" y="214646"/>
                </a:moveTo>
                <a:cubicBezTo>
                  <a:pt x="35627" y="196173"/>
                  <a:pt x="15835" y="161424"/>
                  <a:pt x="15835" y="109961"/>
                </a:cubicBezTo>
                <a:cubicBezTo>
                  <a:pt x="15835" y="59162"/>
                  <a:pt x="35187" y="23974"/>
                  <a:pt x="59818" y="5279"/>
                </a:cubicBezTo>
                <a:cubicBezTo>
                  <a:pt x="59818" y="5060"/>
                  <a:pt x="60477" y="4181"/>
                  <a:pt x="60477" y="3081"/>
                </a:cubicBezTo>
                <a:cubicBezTo>
                  <a:pt x="60477" y="1762"/>
                  <a:pt x="59598" y="0"/>
                  <a:pt x="56959" y="0"/>
                </a:cubicBezTo>
                <a:cubicBezTo>
                  <a:pt x="53000" y="0"/>
                  <a:pt x="0" y="34530"/>
                  <a:pt x="0" y="109961"/>
                </a:cubicBezTo>
                <a:cubicBezTo>
                  <a:pt x="0" y="185176"/>
                  <a:pt x="52782" y="219921"/>
                  <a:pt x="56959" y="219921"/>
                </a:cubicBezTo>
                <a:cubicBezTo>
                  <a:pt x="59598" y="219921"/>
                  <a:pt x="60477" y="218163"/>
                  <a:pt x="60477" y="216844"/>
                </a:cubicBezTo>
                <a:cubicBezTo>
                  <a:pt x="60477" y="215744"/>
                  <a:pt x="59818" y="214865"/>
                  <a:pt x="59818" y="2146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271EACEA-C977-491F-BF82-0D425D61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02" y="2322257"/>
            <a:ext cx="71034" cy="148290"/>
          </a:xfrm>
          <a:custGeom xmlns:a="http://schemas.openxmlformats.org/drawingml/2006/main">
            <a:pathLst>
              <a:path w="71034" h="148290">
                <a:moveTo>
                  <a:pt x="63117" y="8812"/>
                </a:moveTo>
                <a:cubicBezTo>
                  <a:pt x="63117" y="3517"/>
                  <a:pt x="59158" y="0"/>
                  <a:pt x="54101" y="0"/>
                </a:cubicBezTo>
                <a:cubicBezTo>
                  <a:pt x="48165" y="0"/>
                  <a:pt x="41786" y="5722"/>
                  <a:pt x="41786" y="12125"/>
                </a:cubicBezTo>
                <a:cubicBezTo>
                  <a:pt x="41786" y="17635"/>
                  <a:pt x="45745" y="20934"/>
                  <a:pt x="50584" y="20934"/>
                </a:cubicBezTo>
                <a:cubicBezTo>
                  <a:pt x="57621" y="20934"/>
                  <a:pt x="63117" y="14329"/>
                  <a:pt x="63117" y="8812"/>
                </a:cubicBezTo>
                <a:moveTo>
                  <a:pt x="49923" y="85588"/>
                </a:moveTo>
                <a:cubicBezTo>
                  <a:pt x="50802" y="83390"/>
                  <a:pt x="52782" y="78108"/>
                  <a:pt x="53661" y="76128"/>
                </a:cubicBezTo>
                <a:cubicBezTo>
                  <a:pt x="54322" y="74149"/>
                  <a:pt x="55201" y="71947"/>
                  <a:pt x="55201" y="68209"/>
                </a:cubicBezTo>
                <a:cubicBezTo>
                  <a:pt x="55201" y="55886"/>
                  <a:pt x="44204" y="49068"/>
                  <a:pt x="33208" y="49068"/>
                </a:cubicBezTo>
                <a:cubicBezTo>
                  <a:pt x="10775" y="49068"/>
                  <a:pt x="0" y="78108"/>
                  <a:pt x="0" y="82951"/>
                </a:cubicBezTo>
                <a:cubicBezTo>
                  <a:pt x="0" y="84048"/>
                  <a:pt x="879" y="86027"/>
                  <a:pt x="3959" y="86027"/>
                </a:cubicBezTo>
                <a:cubicBezTo>
                  <a:pt x="7037" y="86027"/>
                  <a:pt x="7697" y="84709"/>
                  <a:pt x="8359" y="82729"/>
                </a:cubicBezTo>
                <a:cubicBezTo>
                  <a:pt x="14517" y="61387"/>
                  <a:pt x="26170" y="56326"/>
                  <a:pt x="32328" y="56326"/>
                </a:cubicBezTo>
                <a:cubicBezTo>
                  <a:pt x="36728" y="56326"/>
                  <a:pt x="38265" y="59185"/>
                  <a:pt x="38265" y="64246"/>
                </a:cubicBezTo>
                <a:cubicBezTo>
                  <a:pt x="38265" y="68648"/>
                  <a:pt x="36947" y="71947"/>
                  <a:pt x="36507" y="73487"/>
                </a:cubicBezTo>
                <a:lnTo>
                  <a:pt x="25071" y="101652"/>
                </a:lnTo>
                <a:cubicBezTo>
                  <a:pt x="22432" y="108032"/>
                  <a:pt x="22432" y="108471"/>
                  <a:pt x="19573" y="115951"/>
                </a:cubicBezTo>
                <a:cubicBezTo>
                  <a:pt x="16714" y="122552"/>
                  <a:pt x="15614" y="125414"/>
                  <a:pt x="15614" y="129153"/>
                </a:cubicBezTo>
                <a:cubicBezTo>
                  <a:pt x="15614" y="140374"/>
                  <a:pt x="25731" y="148290"/>
                  <a:pt x="37826" y="148290"/>
                </a:cubicBezTo>
                <a:cubicBezTo>
                  <a:pt x="60041" y="148290"/>
                  <a:pt x="71034" y="119253"/>
                  <a:pt x="71034" y="114410"/>
                </a:cubicBezTo>
                <a:cubicBezTo>
                  <a:pt x="71034" y="113971"/>
                  <a:pt x="70815" y="111330"/>
                  <a:pt x="66856" y="111330"/>
                </a:cubicBezTo>
                <a:cubicBezTo>
                  <a:pt x="63779" y="111330"/>
                  <a:pt x="63558" y="112430"/>
                  <a:pt x="62238" y="116611"/>
                </a:cubicBezTo>
                <a:cubicBezTo>
                  <a:pt x="58719" y="127833"/>
                  <a:pt x="49702" y="141034"/>
                  <a:pt x="38486" y="141034"/>
                </a:cubicBezTo>
                <a:cubicBezTo>
                  <a:pt x="34527" y="141034"/>
                  <a:pt x="32550" y="138394"/>
                  <a:pt x="32550" y="133112"/>
                </a:cubicBezTo>
                <a:cubicBezTo>
                  <a:pt x="32550" y="128713"/>
                  <a:pt x="33869" y="125414"/>
                  <a:pt x="36728" y="118592"/>
                </a:cubicBezTo>
                <a:lnTo>
                  <a:pt x="49923" y="855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2B5DE599-DE7B-4C0A-AF27-7B3D013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990" y="2303458"/>
            <a:ext cx="60259" cy="219921"/>
          </a:xfrm>
          <a:custGeom xmlns:a="http://schemas.openxmlformats.org/drawingml/2006/main">
            <a:pathLst>
              <a:path w="60259" h="219921">
                <a:moveTo>
                  <a:pt x="60259" y="109961"/>
                </a:moveTo>
                <a:cubicBezTo>
                  <a:pt x="60259" y="34749"/>
                  <a:pt x="7480" y="0"/>
                  <a:pt x="3299" y="0"/>
                </a:cubicBezTo>
                <a:cubicBezTo>
                  <a:pt x="662" y="0"/>
                  <a:pt x="0" y="1980"/>
                  <a:pt x="0" y="3081"/>
                </a:cubicBezTo>
                <a:cubicBezTo>
                  <a:pt x="0" y="4400"/>
                  <a:pt x="221" y="4621"/>
                  <a:pt x="4181" y="8138"/>
                </a:cubicBezTo>
                <a:cubicBezTo>
                  <a:pt x="23973" y="25071"/>
                  <a:pt x="44426" y="57621"/>
                  <a:pt x="44426" y="109961"/>
                </a:cubicBezTo>
                <a:cubicBezTo>
                  <a:pt x="44426" y="156586"/>
                  <a:pt x="28151" y="191552"/>
                  <a:pt x="3299" y="212445"/>
                </a:cubicBezTo>
                <a:cubicBezTo>
                  <a:pt x="221" y="215304"/>
                  <a:pt x="0" y="215525"/>
                  <a:pt x="0" y="216844"/>
                </a:cubicBezTo>
                <a:cubicBezTo>
                  <a:pt x="0" y="217945"/>
                  <a:pt x="662" y="219921"/>
                  <a:pt x="3299" y="219921"/>
                </a:cubicBezTo>
                <a:cubicBezTo>
                  <a:pt x="7259" y="219921"/>
                  <a:pt x="60259" y="185394"/>
                  <a:pt x="60259" y="109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4BE5D457-493E-4837-9007-2865149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875" y="2577507"/>
            <a:ext cx="84451" cy="146256"/>
          </a:xfrm>
          <a:custGeom xmlns:a="http://schemas.openxmlformats.org/drawingml/2006/main">
            <a:pathLst>
              <a:path w="84451" h="146256">
                <a:moveTo>
                  <a:pt x="52342" y="6621"/>
                </a:moveTo>
                <a:cubicBezTo>
                  <a:pt x="52342" y="0"/>
                  <a:pt x="51463" y="0"/>
                  <a:pt x="44866" y="0"/>
                </a:cubicBezTo>
                <a:cubicBezTo>
                  <a:pt x="30349" y="14175"/>
                  <a:pt x="7919" y="14175"/>
                  <a:pt x="0" y="14175"/>
                </a:cubicBezTo>
                <a:lnTo>
                  <a:pt x="0" y="22752"/>
                </a:lnTo>
                <a:cubicBezTo>
                  <a:pt x="5718" y="22752"/>
                  <a:pt x="20235" y="22752"/>
                  <a:pt x="33429" y="16594"/>
                </a:cubicBezTo>
                <a:lnTo>
                  <a:pt x="33429" y="127571"/>
                </a:lnTo>
                <a:cubicBezTo>
                  <a:pt x="33429" y="134823"/>
                  <a:pt x="33429" y="137682"/>
                  <a:pt x="10778" y="137682"/>
                </a:cubicBezTo>
                <a:lnTo>
                  <a:pt x="1322" y="137682"/>
                </a:lnTo>
                <a:lnTo>
                  <a:pt x="1322" y="146256"/>
                </a:lnTo>
                <a:cubicBezTo>
                  <a:pt x="13417" y="145377"/>
                  <a:pt x="30570" y="145377"/>
                  <a:pt x="42886" y="145377"/>
                </a:cubicBezTo>
                <a:cubicBezTo>
                  <a:pt x="55201" y="145377"/>
                  <a:pt x="72356" y="145377"/>
                  <a:pt x="84451" y="146256"/>
                </a:cubicBezTo>
                <a:lnTo>
                  <a:pt x="84451" y="137682"/>
                </a:lnTo>
                <a:lnTo>
                  <a:pt x="74994" y="137682"/>
                </a:lnTo>
                <a:cubicBezTo>
                  <a:pt x="52342" y="137682"/>
                  <a:pt x="52342" y="134823"/>
                  <a:pt x="52342" y="127571"/>
                </a:cubicBezTo>
                <a:lnTo>
                  <a:pt x="52342" y="66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7AD46A83-96D6-42A3-A970-BABB8670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741" y="2502557"/>
            <a:ext cx="142838" cy="149478"/>
          </a:xfrm>
          <a:custGeom xmlns:a="http://schemas.openxmlformats.org/drawingml/2006/main">
            <a:pathLst>
              <a:path w="142838" h="149478">
                <a:moveTo>
                  <a:pt x="31339" y="117807"/>
                </a:moveTo>
                <a:cubicBezTo>
                  <a:pt x="38265" y="109556"/>
                  <a:pt x="56412" y="93056"/>
                  <a:pt x="70596" y="81176"/>
                </a:cubicBezTo>
                <a:cubicBezTo>
                  <a:pt x="95004" y="60384"/>
                  <a:pt x="102595" y="53125"/>
                  <a:pt x="106883" y="48504"/>
                </a:cubicBezTo>
                <a:cubicBezTo>
                  <a:pt x="133934" y="22435"/>
                  <a:pt x="142838" y="5612"/>
                  <a:pt x="142838" y="3629"/>
                </a:cubicBezTo>
                <a:cubicBezTo>
                  <a:pt x="142838" y="3302"/>
                  <a:pt x="142838" y="0"/>
                  <a:pt x="138550" y="0"/>
                </a:cubicBezTo>
                <a:cubicBezTo>
                  <a:pt x="135580" y="0"/>
                  <a:pt x="134921" y="992"/>
                  <a:pt x="133274" y="3629"/>
                </a:cubicBezTo>
                <a:cubicBezTo>
                  <a:pt x="128986" y="10228"/>
                  <a:pt x="120076" y="24414"/>
                  <a:pt x="108862" y="24414"/>
                </a:cubicBezTo>
                <a:cubicBezTo>
                  <a:pt x="102262" y="24414"/>
                  <a:pt x="97974" y="20784"/>
                  <a:pt x="90389" y="12206"/>
                </a:cubicBezTo>
                <a:cubicBezTo>
                  <a:pt x="82471" y="3629"/>
                  <a:pt x="76203" y="0"/>
                  <a:pt x="67626" y="0"/>
                </a:cubicBezTo>
                <a:cubicBezTo>
                  <a:pt x="42226" y="0"/>
                  <a:pt x="26723" y="30353"/>
                  <a:pt x="26723" y="38602"/>
                </a:cubicBezTo>
                <a:cubicBezTo>
                  <a:pt x="26723" y="39594"/>
                  <a:pt x="27383" y="42237"/>
                  <a:pt x="31007" y="42237"/>
                </a:cubicBezTo>
                <a:cubicBezTo>
                  <a:pt x="34308" y="42237"/>
                  <a:pt x="35296" y="40253"/>
                  <a:pt x="35628" y="39263"/>
                </a:cubicBezTo>
                <a:cubicBezTo>
                  <a:pt x="41895" y="23426"/>
                  <a:pt x="61359" y="23426"/>
                  <a:pt x="63997" y="23426"/>
                </a:cubicBezTo>
                <a:cubicBezTo>
                  <a:pt x="71583" y="23426"/>
                  <a:pt x="79501" y="25732"/>
                  <a:pt x="86759" y="28375"/>
                </a:cubicBezTo>
                <a:cubicBezTo>
                  <a:pt x="99957" y="32663"/>
                  <a:pt x="105564" y="32663"/>
                  <a:pt x="110513" y="32663"/>
                </a:cubicBezTo>
                <a:cubicBezTo>
                  <a:pt x="100285" y="44215"/>
                  <a:pt x="81811" y="60056"/>
                  <a:pt x="61028" y="77874"/>
                </a:cubicBezTo>
                <a:cubicBezTo>
                  <a:pt x="44532" y="92064"/>
                  <a:pt x="34308" y="101966"/>
                  <a:pt x="27051" y="109229"/>
                </a:cubicBezTo>
                <a:cubicBezTo>
                  <a:pt x="14844" y="122100"/>
                  <a:pt x="0" y="142224"/>
                  <a:pt x="0" y="145854"/>
                </a:cubicBezTo>
                <a:cubicBezTo>
                  <a:pt x="0" y="148158"/>
                  <a:pt x="1651" y="149478"/>
                  <a:pt x="4288" y="149478"/>
                </a:cubicBezTo>
                <a:cubicBezTo>
                  <a:pt x="7259" y="149478"/>
                  <a:pt x="7918" y="148158"/>
                  <a:pt x="9569" y="146181"/>
                </a:cubicBezTo>
                <a:cubicBezTo>
                  <a:pt x="22435" y="126389"/>
                  <a:pt x="34636" y="125070"/>
                  <a:pt x="38265" y="125070"/>
                </a:cubicBezTo>
                <a:cubicBezTo>
                  <a:pt x="46516" y="125070"/>
                  <a:pt x="51132" y="130018"/>
                  <a:pt x="58389" y="138595"/>
                </a:cubicBezTo>
                <a:cubicBezTo>
                  <a:pt x="65975" y="146840"/>
                  <a:pt x="73234" y="149478"/>
                  <a:pt x="79832" y="149478"/>
                </a:cubicBezTo>
                <a:cubicBezTo>
                  <a:pt x="113809" y="149478"/>
                  <a:pt x="133601" y="107246"/>
                  <a:pt x="133601" y="98336"/>
                </a:cubicBezTo>
                <a:cubicBezTo>
                  <a:pt x="133601" y="95366"/>
                  <a:pt x="131291" y="94374"/>
                  <a:pt x="128986" y="94374"/>
                </a:cubicBezTo>
                <a:cubicBezTo>
                  <a:pt x="125684" y="94374"/>
                  <a:pt x="125025" y="96686"/>
                  <a:pt x="124365" y="98009"/>
                </a:cubicBezTo>
                <a:cubicBezTo>
                  <a:pt x="115460" y="122427"/>
                  <a:pt x="92040" y="126056"/>
                  <a:pt x="83462" y="126056"/>
                </a:cubicBezTo>
                <a:cubicBezTo>
                  <a:pt x="77195" y="126056"/>
                  <a:pt x="70596" y="124411"/>
                  <a:pt x="60700" y="121109"/>
                </a:cubicBezTo>
                <a:cubicBezTo>
                  <a:pt x="54101" y="119130"/>
                  <a:pt x="46183" y="116820"/>
                  <a:pt x="39257" y="116820"/>
                </a:cubicBezTo>
                <a:cubicBezTo>
                  <a:pt x="35959" y="116820"/>
                  <a:pt x="32658" y="117479"/>
                  <a:pt x="31339" y="117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768C9552-FD35-47E2-B622-85FFD9D5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860" y="2314937"/>
            <a:ext cx="60477" cy="219921"/>
          </a:xfrm>
          <a:custGeom xmlns:a="http://schemas.openxmlformats.org/drawingml/2006/main">
            <a:pathLst>
              <a:path w="60477" h="219921">
                <a:moveTo>
                  <a:pt x="59818" y="214646"/>
                </a:moveTo>
                <a:cubicBezTo>
                  <a:pt x="35627" y="196173"/>
                  <a:pt x="15835" y="161424"/>
                  <a:pt x="15835" y="109961"/>
                </a:cubicBezTo>
                <a:cubicBezTo>
                  <a:pt x="15835" y="59162"/>
                  <a:pt x="35187" y="23974"/>
                  <a:pt x="59818" y="5279"/>
                </a:cubicBezTo>
                <a:cubicBezTo>
                  <a:pt x="59818" y="5060"/>
                  <a:pt x="60477" y="4181"/>
                  <a:pt x="60477" y="3081"/>
                </a:cubicBezTo>
                <a:cubicBezTo>
                  <a:pt x="60477" y="1762"/>
                  <a:pt x="59598" y="0"/>
                  <a:pt x="56959" y="0"/>
                </a:cubicBezTo>
                <a:cubicBezTo>
                  <a:pt x="53000" y="0"/>
                  <a:pt x="0" y="34530"/>
                  <a:pt x="0" y="109961"/>
                </a:cubicBezTo>
                <a:cubicBezTo>
                  <a:pt x="0" y="185176"/>
                  <a:pt x="52782" y="219921"/>
                  <a:pt x="56959" y="219921"/>
                </a:cubicBezTo>
                <a:cubicBezTo>
                  <a:pt x="59598" y="219921"/>
                  <a:pt x="60477" y="218163"/>
                  <a:pt x="60477" y="216844"/>
                </a:cubicBezTo>
                <a:cubicBezTo>
                  <a:pt x="60477" y="215744"/>
                  <a:pt x="59818" y="214865"/>
                  <a:pt x="59818" y="2146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0E78ADC3-51C2-494D-93EA-C049AFC5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448" y="2333735"/>
            <a:ext cx="71034" cy="148290"/>
          </a:xfrm>
          <a:custGeom xmlns:a="http://schemas.openxmlformats.org/drawingml/2006/main">
            <a:pathLst>
              <a:path w="71034" h="148290">
                <a:moveTo>
                  <a:pt x="63117" y="8812"/>
                </a:moveTo>
                <a:cubicBezTo>
                  <a:pt x="63117" y="3517"/>
                  <a:pt x="59158" y="0"/>
                  <a:pt x="54101" y="0"/>
                </a:cubicBezTo>
                <a:cubicBezTo>
                  <a:pt x="48165" y="0"/>
                  <a:pt x="41786" y="5722"/>
                  <a:pt x="41786" y="12125"/>
                </a:cubicBezTo>
                <a:cubicBezTo>
                  <a:pt x="41786" y="17635"/>
                  <a:pt x="45745" y="20934"/>
                  <a:pt x="50584" y="20934"/>
                </a:cubicBezTo>
                <a:cubicBezTo>
                  <a:pt x="57621" y="20934"/>
                  <a:pt x="63117" y="14329"/>
                  <a:pt x="63117" y="8812"/>
                </a:cubicBezTo>
                <a:moveTo>
                  <a:pt x="49923" y="85588"/>
                </a:moveTo>
                <a:cubicBezTo>
                  <a:pt x="50802" y="83390"/>
                  <a:pt x="52782" y="78108"/>
                  <a:pt x="53661" y="76128"/>
                </a:cubicBezTo>
                <a:cubicBezTo>
                  <a:pt x="54322" y="74149"/>
                  <a:pt x="55201" y="71947"/>
                  <a:pt x="55201" y="68209"/>
                </a:cubicBezTo>
                <a:cubicBezTo>
                  <a:pt x="55201" y="55886"/>
                  <a:pt x="44204" y="49068"/>
                  <a:pt x="33208" y="49068"/>
                </a:cubicBezTo>
                <a:cubicBezTo>
                  <a:pt x="10775" y="49068"/>
                  <a:pt x="0" y="78108"/>
                  <a:pt x="0" y="82951"/>
                </a:cubicBezTo>
                <a:cubicBezTo>
                  <a:pt x="0" y="84048"/>
                  <a:pt x="879" y="86027"/>
                  <a:pt x="3959" y="86027"/>
                </a:cubicBezTo>
                <a:cubicBezTo>
                  <a:pt x="7037" y="86027"/>
                  <a:pt x="7697" y="84709"/>
                  <a:pt x="8359" y="82729"/>
                </a:cubicBezTo>
                <a:cubicBezTo>
                  <a:pt x="14517" y="61387"/>
                  <a:pt x="26170" y="56326"/>
                  <a:pt x="32328" y="56326"/>
                </a:cubicBezTo>
                <a:cubicBezTo>
                  <a:pt x="36728" y="56326"/>
                  <a:pt x="38265" y="59185"/>
                  <a:pt x="38265" y="64246"/>
                </a:cubicBezTo>
                <a:cubicBezTo>
                  <a:pt x="38265" y="68648"/>
                  <a:pt x="36947" y="71947"/>
                  <a:pt x="36507" y="73487"/>
                </a:cubicBezTo>
                <a:lnTo>
                  <a:pt x="25071" y="101652"/>
                </a:lnTo>
                <a:cubicBezTo>
                  <a:pt x="22432" y="108032"/>
                  <a:pt x="22432" y="108471"/>
                  <a:pt x="19573" y="115951"/>
                </a:cubicBezTo>
                <a:cubicBezTo>
                  <a:pt x="16714" y="122552"/>
                  <a:pt x="15614" y="125414"/>
                  <a:pt x="15614" y="129153"/>
                </a:cubicBezTo>
                <a:cubicBezTo>
                  <a:pt x="15614" y="140374"/>
                  <a:pt x="25731" y="148290"/>
                  <a:pt x="37826" y="148290"/>
                </a:cubicBezTo>
                <a:cubicBezTo>
                  <a:pt x="60041" y="148290"/>
                  <a:pt x="71034" y="119253"/>
                  <a:pt x="71034" y="114410"/>
                </a:cubicBezTo>
                <a:cubicBezTo>
                  <a:pt x="71034" y="113971"/>
                  <a:pt x="70815" y="111330"/>
                  <a:pt x="66856" y="111330"/>
                </a:cubicBezTo>
                <a:cubicBezTo>
                  <a:pt x="63779" y="111330"/>
                  <a:pt x="63558" y="112430"/>
                  <a:pt x="62238" y="116611"/>
                </a:cubicBezTo>
                <a:cubicBezTo>
                  <a:pt x="58719" y="127833"/>
                  <a:pt x="49702" y="141034"/>
                  <a:pt x="38486" y="141034"/>
                </a:cubicBezTo>
                <a:cubicBezTo>
                  <a:pt x="34527" y="141034"/>
                  <a:pt x="32550" y="138394"/>
                  <a:pt x="32550" y="133112"/>
                </a:cubicBezTo>
                <a:cubicBezTo>
                  <a:pt x="32550" y="128713"/>
                  <a:pt x="33869" y="125414"/>
                  <a:pt x="36728" y="118592"/>
                </a:cubicBezTo>
                <a:lnTo>
                  <a:pt x="49923" y="855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A75C3B38-6728-488B-AB9B-475AF582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638" y="2314937"/>
            <a:ext cx="60259" cy="219921"/>
          </a:xfrm>
          <a:custGeom xmlns:a="http://schemas.openxmlformats.org/drawingml/2006/main">
            <a:pathLst>
              <a:path w="60259" h="219921">
                <a:moveTo>
                  <a:pt x="60259" y="109961"/>
                </a:moveTo>
                <a:cubicBezTo>
                  <a:pt x="60259" y="34749"/>
                  <a:pt x="7480" y="0"/>
                  <a:pt x="3299" y="0"/>
                </a:cubicBezTo>
                <a:cubicBezTo>
                  <a:pt x="662" y="0"/>
                  <a:pt x="0" y="1980"/>
                  <a:pt x="0" y="3081"/>
                </a:cubicBezTo>
                <a:cubicBezTo>
                  <a:pt x="0" y="4400"/>
                  <a:pt x="221" y="4621"/>
                  <a:pt x="4181" y="8138"/>
                </a:cubicBezTo>
                <a:cubicBezTo>
                  <a:pt x="23973" y="25071"/>
                  <a:pt x="44426" y="57622"/>
                  <a:pt x="44426" y="109961"/>
                </a:cubicBezTo>
                <a:cubicBezTo>
                  <a:pt x="44426" y="156586"/>
                  <a:pt x="28151" y="191552"/>
                  <a:pt x="3299" y="212445"/>
                </a:cubicBezTo>
                <a:cubicBezTo>
                  <a:pt x="221" y="215304"/>
                  <a:pt x="0" y="215525"/>
                  <a:pt x="0" y="216844"/>
                </a:cubicBezTo>
                <a:cubicBezTo>
                  <a:pt x="0" y="217945"/>
                  <a:pt x="662" y="219921"/>
                  <a:pt x="3299" y="219921"/>
                </a:cubicBezTo>
                <a:cubicBezTo>
                  <a:pt x="7259" y="219921"/>
                  <a:pt x="60259" y="185394"/>
                  <a:pt x="60259" y="109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6835680B-BFF0-4CDB-AEDA-A2D08A73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746" y="2588984"/>
            <a:ext cx="102483" cy="146256"/>
          </a:xfrm>
          <a:custGeom xmlns:a="http://schemas.openxmlformats.org/drawingml/2006/main">
            <a:pathLst>
              <a:path w="102483" h="146256">
                <a:moveTo>
                  <a:pt x="102483" y="105125"/>
                </a:moveTo>
                <a:lnTo>
                  <a:pt x="94345" y="105125"/>
                </a:lnTo>
                <a:cubicBezTo>
                  <a:pt x="93906" y="108205"/>
                  <a:pt x="91708" y="122726"/>
                  <a:pt x="88410" y="125146"/>
                </a:cubicBezTo>
                <a:cubicBezTo>
                  <a:pt x="86869" y="126464"/>
                  <a:pt x="69054" y="126464"/>
                  <a:pt x="65976" y="126464"/>
                </a:cubicBezTo>
                <a:lnTo>
                  <a:pt x="24852" y="126464"/>
                </a:lnTo>
                <a:lnTo>
                  <a:pt x="53000" y="103584"/>
                </a:lnTo>
                <a:cubicBezTo>
                  <a:pt x="60480" y="97645"/>
                  <a:pt x="80051" y="83568"/>
                  <a:pt x="86869" y="76967"/>
                </a:cubicBezTo>
                <a:cubicBezTo>
                  <a:pt x="93466" y="70367"/>
                  <a:pt x="102483" y="59149"/>
                  <a:pt x="102483" y="43531"/>
                </a:cubicBezTo>
                <a:cubicBezTo>
                  <a:pt x="102483" y="16050"/>
                  <a:pt x="77631" y="0"/>
                  <a:pt x="48165" y="0"/>
                </a:cubicBezTo>
                <a:cubicBezTo>
                  <a:pt x="19792" y="0"/>
                  <a:pt x="0" y="18688"/>
                  <a:pt x="0" y="39352"/>
                </a:cubicBezTo>
                <a:cubicBezTo>
                  <a:pt x="0" y="50568"/>
                  <a:pt x="9456" y="51886"/>
                  <a:pt x="11876" y="51886"/>
                </a:cubicBezTo>
                <a:cubicBezTo>
                  <a:pt x="17372" y="51886"/>
                  <a:pt x="23751" y="47930"/>
                  <a:pt x="23751" y="40010"/>
                </a:cubicBezTo>
                <a:cubicBezTo>
                  <a:pt x="23751" y="35175"/>
                  <a:pt x="20893" y="28134"/>
                  <a:pt x="11214" y="28134"/>
                </a:cubicBezTo>
                <a:cubicBezTo>
                  <a:pt x="16275" y="16929"/>
                  <a:pt x="29688" y="8577"/>
                  <a:pt x="44862" y="8577"/>
                </a:cubicBezTo>
                <a:cubicBezTo>
                  <a:pt x="67956" y="8577"/>
                  <a:pt x="80272" y="25718"/>
                  <a:pt x="80272" y="43531"/>
                </a:cubicBezTo>
                <a:cubicBezTo>
                  <a:pt x="80272" y="59149"/>
                  <a:pt x="69936" y="75208"/>
                  <a:pt x="54540" y="89286"/>
                </a:cubicBezTo>
                <a:lnTo>
                  <a:pt x="2420" y="137021"/>
                </a:lnTo>
                <a:cubicBezTo>
                  <a:pt x="221" y="139219"/>
                  <a:pt x="0" y="139440"/>
                  <a:pt x="0" y="146256"/>
                </a:cubicBezTo>
                <a:lnTo>
                  <a:pt x="95665" y="146256"/>
                </a:lnTo>
                <a:lnTo>
                  <a:pt x="102483" y="1051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54067BF0-2E12-45EF-9903-A14666C1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620" y="2491003"/>
            <a:ext cx="142840" cy="149478"/>
          </a:xfrm>
          <a:custGeom xmlns:a="http://schemas.openxmlformats.org/drawingml/2006/main">
            <a:pathLst>
              <a:path w="142840" h="149478">
                <a:moveTo>
                  <a:pt x="31340" y="117807"/>
                </a:moveTo>
                <a:cubicBezTo>
                  <a:pt x="38267" y="109556"/>
                  <a:pt x="56413" y="93056"/>
                  <a:pt x="70598" y="81176"/>
                </a:cubicBezTo>
                <a:cubicBezTo>
                  <a:pt x="95006" y="60384"/>
                  <a:pt x="102596" y="53125"/>
                  <a:pt x="106884" y="48504"/>
                </a:cubicBezTo>
                <a:cubicBezTo>
                  <a:pt x="133936" y="22435"/>
                  <a:pt x="142840" y="5612"/>
                  <a:pt x="142840" y="3629"/>
                </a:cubicBezTo>
                <a:cubicBezTo>
                  <a:pt x="142840" y="3302"/>
                  <a:pt x="142840" y="0"/>
                  <a:pt x="138550" y="0"/>
                </a:cubicBezTo>
                <a:cubicBezTo>
                  <a:pt x="135580" y="0"/>
                  <a:pt x="134922" y="992"/>
                  <a:pt x="133276" y="3629"/>
                </a:cubicBezTo>
                <a:cubicBezTo>
                  <a:pt x="128987" y="10228"/>
                  <a:pt x="120076" y="24414"/>
                  <a:pt x="108863" y="24414"/>
                </a:cubicBezTo>
                <a:cubicBezTo>
                  <a:pt x="102264" y="24414"/>
                  <a:pt x="97975" y="20784"/>
                  <a:pt x="90390" y="12206"/>
                </a:cubicBezTo>
                <a:cubicBezTo>
                  <a:pt x="82472" y="3629"/>
                  <a:pt x="76205" y="0"/>
                  <a:pt x="67628" y="0"/>
                </a:cubicBezTo>
                <a:cubicBezTo>
                  <a:pt x="42228" y="0"/>
                  <a:pt x="26724" y="30353"/>
                  <a:pt x="26724" y="38602"/>
                </a:cubicBezTo>
                <a:cubicBezTo>
                  <a:pt x="26724" y="39594"/>
                  <a:pt x="27384" y="42237"/>
                  <a:pt x="31007" y="42237"/>
                </a:cubicBezTo>
                <a:cubicBezTo>
                  <a:pt x="34310" y="42237"/>
                  <a:pt x="35296" y="40253"/>
                  <a:pt x="35628" y="39263"/>
                </a:cubicBezTo>
                <a:cubicBezTo>
                  <a:pt x="41895" y="23426"/>
                  <a:pt x="61361" y="23426"/>
                  <a:pt x="63998" y="23426"/>
                </a:cubicBezTo>
                <a:cubicBezTo>
                  <a:pt x="71584" y="23426"/>
                  <a:pt x="79502" y="25732"/>
                  <a:pt x="86760" y="28375"/>
                </a:cubicBezTo>
                <a:cubicBezTo>
                  <a:pt x="99959" y="32663"/>
                  <a:pt x="105566" y="32663"/>
                  <a:pt x="110514" y="32663"/>
                </a:cubicBezTo>
                <a:cubicBezTo>
                  <a:pt x="100285" y="44215"/>
                  <a:pt x="81811" y="60056"/>
                  <a:pt x="61029" y="77874"/>
                </a:cubicBezTo>
                <a:cubicBezTo>
                  <a:pt x="44532" y="92064"/>
                  <a:pt x="34310" y="101966"/>
                  <a:pt x="27052" y="109229"/>
                </a:cubicBezTo>
                <a:cubicBezTo>
                  <a:pt x="14846" y="122100"/>
                  <a:pt x="0" y="142224"/>
                  <a:pt x="0" y="145854"/>
                </a:cubicBezTo>
                <a:cubicBezTo>
                  <a:pt x="0" y="148158"/>
                  <a:pt x="1651" y="149478"/>
                  <a:pt x="4290" y="149478"/>
                </a:cubicBezTo>
                <a:cubicBezTo>
                  <a:pt x="7260" y="149478"/>
                  <a:pt x="7918" y="148158"/>
                  <a:pt x="9569" y="146181"/>
                </a:cubicBezTo>
                <a:cubicBezTo>
                  <a:pt x="22436" y="126389"/>
                  <a:pt x="34637" y="125070"/>
                  <a:pt x="38267" y="125070"/>
                </a:cubicBezTo>
                <a:cubicBezTo>
                  <a:pt x="46516" y="125070"/>
                  <a:pt x="51132" y="130018"/>
                  <a:pt x="58392" y="138595"/>
                </a:cubicBezTo>
                <a:cubicBezTo>
                  <a:pt x="65977" y="146840"/>
                  <a:pt x="73235" y="149478"/>
                  <a:pt x="79835" y="149478"/>
                </a:cubicBezTo>
                <a:cubicBezTo>
                  <a:pt x="113812" y="149478"/>
                  <a:pt x="133603" y="107246"/>
                  <a:pt x="133603" y="98337"/>
                </a:cubicBezTo>
                <a:cubicBezTo>
                  <a:pt x="133603" y="95366"/>
                  <a:pt x="131292" y="94374"/>
                  <a:pt x="128987" y="94374"/>
                </a:cubicBezTo>
                <a:cubicBezTo>
                  <a:pt x="125685" y="94374"/>
                  <a:pt x="125025" y="96686"/>
                  <a:pt x="124367" y="98009"/>
                </a:cubicBezTo>
                <a:cubicBezTo>
                  <a:pt x="115463" y="122427"/>
                  <a:pt x="92041" y="126056"/>
                  <a:pt x="83462" y="126056"/>
                </a:cubicBezTo>
                <a:cubicBezTo>
                  <a:pt x="77195" y="126056"/>
                  <a:pt x="70598" y="124411"/>
                  <a:pt x="60701" y="121109"/>
                </a:cubicBezTo>
                <a:cubicBezTo>
                  <a:pt x="54101" y="119130"/>
                  <a:pt x="46183" y="116820"/>
                  <a:pt x="39258" y="116820"/>
                </a:cubicBezTo>
                <a:cubicBezTo>
                  <a:pt x="35961" y="116820"/>
                  <a:pt x="32658" y="117479"/>
                  <a:pt x="31340" y="1178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170E0999-BD00-4F2E-A2DF-D63FBE7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741" y="2303383"/>
            <a:ext cx="60478" cy="219921"/>
          </a:xfrm>
          <a:custGeom xmlns:a="http://schemas.openxmlformats.org/drawingml/2006/main">
            <a:pathLst>
              <a:path w="60478" h="219921">
                <a:moveTo>
                  <a:pt x="59820" y="214646"/>
                </a:moveTo>
                <a:cubicBezTo>
                  <a:pt x="35628" y="196173"/>
                  <a:pt x="15836" y="161424"/>
                  <a:pt x="15836" y="109961"/>
                </a:cubicBezTo>
                <a:cubicBezTo>
                  <a:pt x="15836" y="59162"/>
                  <a:pt x="35189" y="23974"/>
                  <a:pt x="59820" y="5279"/>
                </a:cubicBezTo>
                <a:cubicBezTo>
                  <a:pt x="59820" y="5060"/>
                  <a:pt x="60478" y="4181"/>
                  <a:pt x="60478" y="3081"/>
                </a:cubicBezTo>
                <a:cubicBezTo>
                  <a:pt x="60478" y="1762"/>
                  <a:pt x="59599" y="0"/>
                  <a:pt x="56962" y="0"/>
                </a:cubicBezTo>
                <a:cubicBezTo>
                  <a:pt x="53001" y="0"/>
                  <a:pt x="0" y="34530"/>
                  <a:pt x="0" y="109961"/>
                </a:cubicBezTo>
                <a:cubicBezTo>
                  <a:pt x="0" y="185176"/>
                  <a:pt x="52783" y="219921"/>
                  <a:pt x="56962" y="219921"/>
                </a:cubicBezTo>
                <a:cubicBezTo>
                  <a:pt x="59599" y="219921"/>
                  <a:pt x="60478" y="218163"/>
                  <a:pt x="60478" y="216844"/>
                </a:cubicBezTo>
                <a:cubicBezTo>
                  <a:pt x="60478" y="215744"/>
                  <a:pt x="59820" y="214865"/>
                  <a:pt x="59820" y="2146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CE1582EA-C24D-4332-8886-06012985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331" y="2322182"/>
            <a:ext cx="71033" cy="148290"/>
          </a:xfrm>
          <a:custGeom xmlns:a="http://schemas.openxmlformats.org/drawingml/2006/main">
            <a:pathLst>
              <a:path w="71033" h="148290">
                <a:moveTo>
                  <a:pt x="63117" y="8812"/>
                </a:moveTo>
                <a:cubicBezTo>
                  <a:pt x="63117" y="3517"/>
                  <a:pt x="59157" y="0"/>
                  <a:pt x="54101" y="0"/>
                </a:cubicBezTo>
                <a:cubicBezTo>
                  <a:pt x="48165" y="0"/>
                  <a:pt x="41786" y="5722"/>
                  <a:pt x="41786" y="12125"/>
                </a:cubicBezTo>
                <a:cubicBezTo>
                  <a:pt x="41786" y="17635"/>
                  <a:pt x="45746" y="20934"/>
                  <a:pt x="50583" y="20934"/>
                </a:cubicBezTo>
                <a:cubicBezTo>
                  <a:pt x="57622" y="20934"/>
                  <a:pt x="63117" y="14329"/>
                  <a:pt x="63117" y="8812"/>
                </a:cubicBezTo>
                <a:moveTo>
                  <a:pt x="49923" y="85588"/>
                </a:moveTo>
                <a:cubicBezTo>
                  <a:pt x="50802" y="83390"/>
                  <a:pt x="52783" y="78108"/>
                  <a:pt x="53662" y="76128"/>
                </a:cubicBezTo>
                <a:cubicBezTo>
                  <a:pt x="54322" y="74149"/>
                  <a:pt x="55201" y="71947"/>
                  <a:pt x="55201" y="68209"/>
                </a:cubicBezTo>
                <a:cubicBezTo>
                  <a:pt x="55201" y="55886"/>
                  <a:pt x="44204" y="49068"/>
                  <a:pt x="33207" y="49068"/>
                </a:cubicBezTo>
                <a:cubicBezTo>
                  <a:pt x="10776" y="49068"/>
                  <a:pt x="0" y="78108"/>
                  <a:pt x="0" y="82951"/>
                </a:cubicBezTo>
                <a:cubicBezTo>
                  <a:pt x="0" y="84048"/>
                  <a:pt x="879" y="86027"/>
                  <a:pt x="3960" y="86027"/>
                </a:cubicBezTo>
                <a:cubicBezTo>
                  <a:pt x="7037" y="86027"/>
                  <a:pt x="7697" y="84709"/>
                  <a:pt x="8360" y="82729"/>
                </a:cubicBezTo>
                <a:cubicBezTo>
                  <a:pt x="14518" y="61387"/>
                  <a:pt x="26170" y="56326"/>
                  <a:pt x="32328" y="56326"/>
                </a:cubicBezTo>
                <a:cubicBezTo>
                  <a:pt x="36728" y="56326"/>
                  <a:pt x="38265" y="59185"/>
                  <a:pt x="38265" y="64246"/>
                </a:cubicBezTo>
                <a:cubicBezTo>
                  <a:pt x="38265" y="68648"/>
                  <a:pt x="36947" y="71947"/>
                  <a:pt x="36507" y="73487"/>
                </a:cubicBezTo>
                <a:lnTo>
                  <a:pt x="25071" y="101652"/>
                </a:lnTo>
                <a:cubicBezTo>
                  <a:pt x="22434" y="108032"/>
                  <a:pt x="22434" y="108471"/>
                  <a:pt x="19573" y="115951"/>
                </a:cubicBezTo>
                <a:cubicBezTo>
                  <a:pt x="16715" y="122552"/>
                  <a:pt x="15613" y="125414"/>
                  <a:pt x="15613" y="129153"/>
                </a:cubicBezTo>
                <a:cubicBezTo>
                  <a:pt x="15613" y="140374"/>
                  <a:pt x="25731" y="148290"/>
                  <a:pt x="37826" y="148290"/>
                </a:cubicBezTo>
                <a:cubicBezTo>
                  <a:pt x="60041" y="148290"/>
                  <a:pt x="71033" y="119253"/>
                  <a:pt x="71033" y="114410"/>
                </a:cubicBezTo>
                <a:cubicBezTo>
                  <a:pt x="71033" y="113971"/>
                  <a:pt x="70817" y="111330"/>
                  <a:pt x="66856" y="111330"/>
                </a:cubicBezTo>
                <a:cubicBezTo>
                  <a:pt x="63780" y="111330"/>
                  <a:pt x="63557" y="112430"/>
                  <a:pt x="62238" y="116611"/>
                </a:cubicBezTo>
                <a:cubicBezTo>
                  <a:pt x="58717" y="127833"/>
                  <a:pt x="49702" y="141034"/>
                  <a:pt x="38486" y="141034"/>
                </a:cubicBezTo>
                <a:cubicBezTo>
                  <a:pt x="34526" y="141034"/>
                  <a:pt x="32549" y="138394"/>
                  <a:pt x="32549" y="133112"/>
                </a:cubicBezTo>
                <a:cubicBezTo>
                  <a:pt x="32549" y="128713"/>
                  <a:pt x="33870" y="125414"/>
                  <a:pt x="36728" y="118592"/>
                </a:cubicBezTo>
                <a:lnTo>
                  <a:pt x="49923" y="855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921713C3-D2B4-4741-B4FE-51879C8F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518" y="2303383"/>
            <a:ext cx="60259" cy="219921"/>
          </a:xfrm>
          <a:custGeom xmlns:a="http://schemas.openxmlformats.org/drawingml/2006/main">
            <a:pathLst>
              <a:path w="60259" h="219921">
                <a:moveTo>
                  <a:pt x="60259" y="109961"/>
                </a:moveTo>
                <a:cubicBezTo>
                  <a:pt x="60259" y="34749"/>
                  <a:pt x="7481" y="0"/>
                  <a:pt x="3300" y="0"/>
                </a:cubicBezTo>
                <a:cubicBezTo>
                  <a:pt x="663" y="0"/>
                  <a:pt x="0" y="1980"/>
                  <a:pt x="0" y="3081"/>
                </a:cubicBezTo>
                <a:cubicBezTo>
                  <a:pt x="0" y="4400"/>
                  <a:pt x="223" y="4621"/>
                  <a:pt x="4183" y="8138"/>
                </a:cubicBezTo>
                <a:cubicBezTo>
                  <a:pt x="23975" y="25071"/>
                  <a:pt x="44428" y="57622"/>
                  <a:pt x="44428" y="109961"/>
                </a:cubicBezTo>
                <a:cubicBezTo>
                  <a:pt x="44428" y="156586"/>
                  <a:pt x="28152" y="191552"/>
                  <a:pt x="3300" y="212445"/>
                </a:cubicBezTo>
                <a:cubicBezTo>
                  <a:pt x="223" y="215304"/>
                  <a:pt x="0" y="215525"/>
                  <a:pt x="0" y="216844"/>
                </a:cubicBezTo>
                <a:cubicBezTo>
                  <a:pt x="0" y="217945"/>
                  <a:pt x="663" y="219921"/>
                  <a:pt x="3300" y="219921"/>
                </a:cubicBezTo>
                <a:cubicBezTo>
                  <a:pt x="7260" y="219921"/>
                  <a:pt x="60259" y="185394"/>
                  <a:pt x="60259" y="109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CA162DC2-9C69-49A5-8FE4-0E417390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208" y="2579559"/>
            <a:ext cx="142289" cy="99222"/>
          </a:xfrm>
          <a:custGeom xmlns:a="http://schemas.openxmlformats.org/drawingml/2006/main">
            <a:pathLst>
              <a:path w="142289" h="99222">
                <a:moveTo>
                  <a:pt x="51022" y="20899"/>
                </a:moveTo>
                <a:cubicBezTo>
                  <a:pt x="49923" y="4181"/>
                  <a:pt x="34526" y="0"/>
                  <a:pt x="26170" y="0"/>
                </a:cubicBezTo>
                <a:cubicBezTo>
                  <a:pt x="17815" y="0"/>
                  <a:pt x="12097" y="5060"/>
                  <a:pt x="8137" y="12100"/>
                </a:cubicBezTo>
                <a:cubicBezTo>
                  <a:pt x="2642" y="21121"/>
                  <a:pt x="0" y="32782"/>
                  <a:pt x="0" y="33661"/>
                </a:cubicBezTo>
                <a:cubicBezTo>
                  <a:pt x="0" y="36080"/>
                  <a:pt x="1979" y="36959"/>
                  <a:pt x="3960" y="36959"/>
                </a:cubicBezTo>
                <a:cubicBezTo>
                  <a:pt x="7476" y="36959"/>
                  <a:pt x="7697" y="35420"/>
                  <a:pt x="8799" y="31899"/>
                </a:cubicBezTo>
                <a:cubicBezTo>
                  <a:pt x="13195" y="14298"/>
                  <a:pt x="18473" y="7258"/>
                  <a:pt x="25510" y="7258"/>
                </a:cubicBezTo>
                <a:cubicBezTo>
                  <a:pt x="33431" y="7258"/>
                  <a:pt x="33431" y="16278"/>
                  <a:pt x="33431" y="18480"/>
                </a:cubicBezTo>
                <a:cubicBezTo>
                  <a:pt x="33431" y="22000"/>
                  <a:pt x="31228" y="30802"/>
                  <a:pt x="29691" y="36959"/>
                </a:cubicBezTo>
                <a:cubicBezTo>
                  <a:pt x="28152" y="42903"/>
                  <a:pt x="25950" y="51922"/>
                  <a:pt x="24852" y="56762"/>
                </a:cubicBezTo>
                <a:cubicBezTo>
                  <a:pt x="23313" y="62262"/>
                  <a:pt x="21994" y="67983"/>
                  <a:pt x="20452" y="73484"/>
                </a:cubicBezTo>
                <a:cubicBezTo>
                  <a:pt x="18913" y="79645"/>
                  <a:pt x="16276" y="90644"/>
                  <a:pt x="16276" y="91966"/>
                </a:cubicBezTo>
                <a:cubicBezTo>
                  <a:pt x="16276" y="96806"/>
                  <a:pt x="20013" y="99222"/>
                  <a:pt x="23973" y="99222"/>
                </a:cubicBezTo>
                <a:cubicBezTo>
                  <a:pt x="27929" y="99222"/>
                  <a:pt x="31668" y="96585"/>
                  <a:pt x="33431" y="93286"/>
                </a:cubicBezTo>
                <a:cubicBezTo>
                  <a:pt x="33870" y="91966"/>
                  <a:pt x="35849" y="84266"/>
                  <a:pt x="36947" y="79866"/>
                </a:cubicBezTo>
                <a:lnTo>
                  <a:pt x="41786" y="60064"/>
                </a:lnTo>
                <a:cubicBezTo>
                  <a:pt x="43325" y="54342"/>
                  <a:pt x="44204" y="50383"/>
                  <a:pt x="45523" y="45323"/>
                </a:cubicBezTo>
                <a:cubicBezTo>
                  <a:pt x="47504" y="37842"/>
                  <a:pt x="55201" y="26181"/>
                  <a:pt x="63338" y="18040"/>
                </a:cubicBezTo>
                <a:cubicBezTo>
                  <a:pt x="67735" y="13858"/>
                  <a:pt x="77191" y="7258"/>
                  <a:pt x="89067" y="7258"/>
                </a:cubicBezTo>
                <a:cubicBezTo>
                  <a:pt x="103145" y="7258"/>
                  <a:pt x="103145" y="18480"/>
                  <a:pt x="103145" y="22661"/>
                </a:cubicBezTo>
                <a:cubicBezTo>
                  <a:pt x="103145" y="35641"/>
                  <a:pt x="93687" y="59185"/>
                  <a:pt x="89729" y="69084"/>
                </a:cubicBezTo>
                <a:cubicBezTo>
                  <a:pt x="88411" y="72826"/>
                  <a:pt x="86869" y="76347"/>
                  <a:pt x="86869" y="80085"/>
                </a:cubicBezTo>
                <a:cubicBezTo>
                  <a:pt x="86869" y="91306"/>
                  <a:pt x="96987" y="99222"/>
                  <a:pt x="109082" y="99222"/>
                </a:cubicBezTo>
                <a:cubicBezTo>
                  <a:pt x="131292" y="99222"/>
                  <a:pt x="142289" y="70185"/>
                  <a:pt x="142289" y="65343"/>
                </a:cubicBezTo>
                <a:cubicBezTo>
                  <a:pt x="142289" y="64903"/>
                  <a:pt x="142070" y="62262"/>
                  <a:pt x="138113" y="62262"/>
                </a:cubicBezTo>
                <a:cubicBezTo>
                  <a:pt x="135031" y="62262"/>
                  <a:pt x="134813" y="63362"/>
                  <a:pt x="133494" y="67544"/>
                </a:cubicBezTo>
                <a:cubicBezTo>
                  <a:pt x="129973" y="79204"/>
                  <a:pt x="120958" y="91966"/>
                  <a:pt x="109742" y="91966"/>
                </a:cubicBezTo>
                <a:cubicBezTo>
                  <a:pt x="105563" y="91966"/>
                  <a:pt x="103803" y="88664"/>
                  <a:pt x="103803" y="84044"/>
                </a:cubicBezTo>
                <a:cubicBezTo>
                  <a:pt x="103803" y="79645"/>
                  <a:pt x="105342" y="75906"/>
                  <a:pt x="107324" y="71285"/>
                </a:cubicBezTo>
                <a:cubicBezTo>
                  <a:pt x="110621" y="62705"/>
                  <a:pt x="120518" y="37842"/>
                  <a:pt x="120518" y="25521"/>
                </a:cubicBezTo>
                <a:cubicBezTo>
                  <a:pt x="120518" y="7480"/>
                  <a:pt x="106884" y="0"/>
                  <a:pt x="90169" y="0"/>
                </a:cubicBezTo>
                <a:cubicBezTo>
                  <a:pt x="79172" y="0"/>
                  <a:pt x="65098" y="3520"/>
                  <a:pt x="51022" y="208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B43063D1-A5DE-4F64-A56F-3AEC725F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979" y="4771523"/>
            <a:ext cx="157023" cy="213586"/>
          </a:xfrm>
          <a:custGeom xmlns:a="http://schemas.openxmlformats.org/drawingml/2006/main">
            <a:pathLst>
              <a:path w="157023" h="213586">
                <a:moveTo>
                  <a:pt x="156037" y="18810"/>
                </a:moveTo>
                <a:cubicBezTo>
                  <a:pt x="156364" y="17159"/>
                  <a:pt x="157023" y="15177"/>
                  <a:pt x="157023" y="13198"/>
                </a:cubicBezTo>
                <a:cubicBezTo>
                  <a:pt x="157023" y="8910"/>
                  <a:pt x="154053" y="3629"/>
                  <a:pt x="146800" y="3629"/>
                </a:cubicBezTo>
                <a:cubicBezTo>
                  <a:pt x="142511" y="3629"/>
                  <a:pt x="136572" y="6272"/>
                  <a:pt x="133935" y="12539"/>
                </a:cubicBezTo>
                <a:cubicBezTo>
                  <a:pt x="133602" y="13857"/>
                  <a:pt x="130305" y="27388"/>
                  <a:pt x="128327" y="34647"/>
                </a:cubicBezTo>
                <a:lnTo>
                  <a:pt x="111832" y="100647"/>
                </a:lnTo>
                <a:cubicBezTo>
                  <a:pt x="109194" y="110215"/>
                  <a:pt x="109194" y="110875"/>
                  <a:pt x="108529" y="113845"/>
                </a:cubicBezTo>
                <a:cubicBezTo>
                  <a:pt x="108203" y="115164"/>
                  <a:pt x="94345" y="141233"/>
                  <a:pt x="70597" y="141233"/>
                </a:cubicBezTo>
                <a:cubicBezTo>
                  <a:pt x="50145" y="141233"/>
                  <a:pt x="50145" y="120444"/>
                  <a:pt x="50145" y="114172"/>
                </a:cubicBezTo>
                <a:cubicBezTo>
                  <a:pt x="50145" y="99323"/>
                  <a:pt x="54434" y="83155"/>
                  <a:pt x="68618" y="46198"/>
                </a:cubicBezTo>
                <a:cubicBezTo>
                  <a:pt x="71256" y="38608"/>
                  <a:pt x="73234" y="33987"/>
                  <a:pt x="73234" y="27720"/>
                </a:cubicBezTo>
                <a:cubicBezTo>
                  <a:pt x="73234" y="11547"/>
                  <a:pt x="61028" y="0"/>
                  <a:pt x="44865" y="0"/>
                </a:cubicBezTo>
                <a:cubicBezTo>
                  <a:pt x="13193" y="0"/>
                  <a:pt x="0" y="46858"/>
                  <a:pt x="0" y="50819"/>
                </a:cubicBezTo>
                <a:cubicBezTo>
                  <a:pt x="0" y="53789"/>
                  <a:pt x="2310" y="54776"/>
                  <a:pt x="4622" y="54776"/>
                </a:cubicBezTo>
                <a:cubicBezTo>
                  <a:pt x="8246" y="54776"/>
                  <a:pt x="8577" y="52798"/>
                  <a:pt x="9897" y="48509"/>
                </a:cubicBezTo>
                <a:cubicBezTo>
                  <a:pt x="16822" y="24086"/>
                  <a:pt x="30020" y="8251"/>
                  <a:pt x="43873" y="8251"/>
                </a:cubicBezTo>
                <a:cubicBezTo>
                  <a:pt x="51791" y="8251"/>
                  <a:pt x="51791" y="14517"/>
                  <a:pt x="51791" y="19138"/>
                </a:cubicBezTo>
                <a:cubicBezTo>
                  <a:pt x="51791" y="24751"/>
                  <a:pt x="50473" y="30690"/>
                  <a:pt x="47503" y="38608"/>
                </a:cubicBezTo>
                <a:cubicBezTo>
                  <a:pt x="31999" y="79525"/>
                  <a:pt x="27710" y="93384"/>
                  <a:pt x="27710" y="109224"/>
                </a:cubicBezTo>
                <a:cubicBezTo>
                  <a:pt x="27710" y="145854"/>
                  <a:pt x="57399" y="149478"/>
                  <a:pt x="69605" y="149478"/>
                </a:cubicBezTo>
                <a:cubicBezTo>
                  <a:pt x="85768" y="149478"/>
                  <a:pt x="97315" y="140905"/>
                  <a:pt x="103254" y="134966"/>
                </a:cubicBezTo>
                <a:cubicBezTo>
                  <a:pt x="98966" y="151788"/>
                  <a:pt x="95337" y="166638"/>
                  <a:pt x="82471" y="183132"/>
                </a:cubicBezTo>
                <a:cubicBezTo>
                  <a:pt x="72575" y="196360"/>
                  <a:pt x="59381" y="205341"/>
                  <a:pt x="44865" y="205341"/>
                </a:cubicBezTo>
                <a:cubicBezTo>
                  <a:pt x="35628" y="205341"/>
                  <a:pt x="24740" y="202013"/>
                  <a:pt x="20124" y="192701"/>
                </a:cubicBezTo>
                <a:cubicBezTo>
                  <a:pt x="37607" y="192701"/>
                  <a:pt x="39917" y="178184"/>
                  <a:pt x="39917" y="174887"/>
                </a:cubicBezTo>
                <a:cubicBezTo>
                  <a:pt x="39917" y="167629"/>
                  <a:pt x="34636" y="163007"/>
                  <a:pt x="27383" y="163007"/>
                </a:cubicBezTo>
                <a:cubicBezTo>
                  <a:pt x="19465" y="163007"/>
                  <a:pt x="8910" y="169280"/>
                  <a:pt x="8910" y="184452"/>
                </a:cubicBezTo>
                <a:cubicBezTo>
                  <a:pt x="8910" y="201681"/>
                  <a:pt x="24081" y="213586"/>
                  <a:pt x="44865" y="213586"/>
                </a:cubicBezTo>
                <a:cubicBezTo>
                  <a:pt x="78515" y="213586"/>
                  <a:pt x="114470" y="184783"/>
                  <a:pt x="124038" y="146181"/>
                </a:cubicBezTo>
                <a:lnTo>
                  <a:pt x="156037" y="188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58E8E525-6BCE-4F73-8480-08788E7D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927" y="4583903"/>
            <a:ext cx="60477" cy="219921"/>
          </a:xfrm>
          <a:custGeom xmlns:a="http://schemas.openxmlformats.org/drawingml/2006/main">
            <a:pathLst>
              <a:path w="60477" h="219921">
                <a:moveTo>
                  <a:pt x="59818" y="214646"/>
                </a:moveTo>
                <a:cubicBezTo>
                  <a:pt x="35627" y="196173"/>
                  <a:pt x="15835" y="161424"/>
                  <a:pt x="15835" y="109961"/>
                </a:cubicBezTo>
                <a:cubicBezTo>
                  <a:pt x="15835" y="59162"/>
                  <a:pt x="35187" y="23974"/>
                  <a:pt x="59818" y="5279"/>
                </a:cubicBezTo>
                <a:cubicBezTo>
                  <a:pt x="59818" y="5060"/>
                  <a:pt x="60477" y="4181"/>
                  <a:pt x="60477" y="3081"/>
                </a:cubicBezTo>
                <a:cubicBezTo>
                  <a:pt x="60477" y="1762"/>
                  <a:pt x="59598" y="0"/>
                  <a:pt x="56959" y="0"/>
                </a:cubicBezTo>
                <a:cubicBezTo>
                  <a:pt x="53000" y="0"/>
                  <a:pt x="0" y="34530"/>
                  <a:pt x="0" y="109961"/>
                </a:cubicBezTo>
                <a:cubicBezTo>
                  <a:pt x="0" y="185176"/>
                  <a:pt x="52782" y="219921"/>
                  <a:pt x="56959" y="219921"/>
                </a:cubicBezTo>
                <a:cubicBezTo>
                  <a:pt x="59598" y="219921"/>
                  <a:pt x="60477" y="218163"/>
                  <a:pt x="60477" y="216844"/>
                </a:cubicBezTo>
                <a:cubicBezTo>
                  <a:pt x="60477" y="215744"/>
                  <a:pt x="59818" y="214865"/>
                  <a:pt x="59818" y="2146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6F60C18A-FF5F-42A0-83D9-4510F762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513" y="4602702"/>
            <a:ext cx="71034" cy="148290"/>
          </a:xfrm>
          <a:custGeom xmlns:a="http://schemas.openxmlformats.org/drawingml/2006/main">
            <a:pathLst>
              <a:path w="71034" h="148290">
                <a:moveTo>
                  <a:pt x="63117" y="8812"/>
                </a:moveTo>
                <a:cubicBezTo>
                  <a:pt x="63117" y="3517"/>
                  <a:pt x="59158" y="0"/>
                  <a:pt x="54101" y="0"/>
                </a:cubicBezTo>
                <a:cubicBezTo>
                  <a:pt x="48165" y="0"/>
                  <a:pt x="41786" y="5722"/>
                  <a:pt x="41786" y="12125"/>
                </a:cubicBezTo>
                <a:cubicBezTo>
                  <a:pt x="41786" y="17635"/>
                  <a:pt x="45745" y="20934"/>
                  <a:pt x="50584" y="20934"/>
                </a:cubicBezTo>
                <a:cubicBezTo>
                  <a:pt x="57621" y="20934"/>
                  <a:pt x="63117" y="14329"/>
                  <a:pt x="63117" y="8812"/>
                </a:cubicBezTo>
                <a:moveTo>
                  <a:pt x="49923" y="85588"/>
                </a:moveTo>
                <a:cubicBezTo>
                  <a:pt x="50802" y="83390"/>
                  <a:pt x="52782" y="78108"/>
                  <a:pt x="53661" y="76128"/>
                </a:cubicBezTo>
                <a:cubicBezTo>
                  <a:pt x="54322" y="74149"/>
                  <a:pt x="55201" y="71947"/>
                  <a:pt x="55201" y="68209"/>
                </a:cubicBezTo>
                <a:cubicBezTo>
                  <a:pt x="55201" y="55886"/>
                  <a:pt x="44204" y="49068"/>
                  <a:pt x="33208" y="49068"/>
                </a:cubicBezTo>
                <a:cubicBezTo>
                  <a:pt x="10775" y="49068"/>
                  <a:pt x="0" y="78108"/>
                  <a:pt x="0" y="82951"/>
                </a:cubicBezTo>
                <a:cubicBezTo>
                  <a:pt x="0" y="84048"/>
                  <a:pt x="879" y="86027"/>
                  <a:pt x="3959" y="86027"/>
                </a:cubicBezTo>
                <a:cubicBezTo>
                  <a:pt x="7037" y="86027"/>
                  <a:pt x="7697" y="84709"/>
                  <a:pt x="8359" y="82729"/>
                </a:cubicBezTo>
                <a:cubicBezTo>
                  <a:pt x="14517" y="61387"/>
                  <a:pt x="26170" y="56326"/>
                  <a:pt x="32328" y="56326"/>
                </a:cubicBezTo>
                <a:cubicBezTo>
                  <a:pt x="36728" y="56326"/>
                  <a:pt x="38265" y="59185"/>
                  <a:pt x="38265" y="64246"/>
                </a:cubicBezTo>
                <a:cubicBezTo>
                  <a:pt x="38265" y="68648"/>
                  <a:pt x="36947" y="71947"/>
                  <a:pt x="36507" y="73487"/>
                </a:cubicBezTo>
                <a:lnTo>
                  <a:pt x="25071" y="101652"/>
                </a:lnTo>
                <a:cubicBezTo>
                  <a:pt x="22432" y="108032"/>
                  <a:pt x="22432" y="108471"/>
                  <a:pt x="19573" y="115951"/>
                </a:cubicBezTo>
                <a:cubicBezTo>
                  <a:pt x="16714" y="122552"/>
                  <a:pt x="15614" y="125414"/>
                  <a:pt x="15614" y="129153"/>
                </a:cubicBezTo>
                <a:cubicBezTo>
                  <a:pt x="15614" y="140374"/>
                  <a:pt x="25731" y="148290"/>
                  <a:pt x="37826" y="148290"/>
                </a:cubicBezTo>
                <a:cubicBezTo>
                  <a:pt x="60041" y="148290"/>
                  <a:pt x="71034" y="119253"/>
                  <a:pt x="71034" y="114410"/>
                </a:cubicBezTo>
                <a:cubicBezTo>
                  <a:pt x="71034" y="113971"/>
                  <a:pt x="70815" y="111330"/>
                  <a:pt x="66856" y="111330"/>
                </a:cubicBezTo>
                <a:cubicBezTo>
                  <a:pt x="63779" y="111330"/>
                  <a:pt x="63558" y="112430"/>
                  <a:pt x="62238" y="116611"/>
                </a:cubicBezTo>
                <a:cubicBezTo>
                  <a:pt x="58719" y="127833"/>
                  <a:pt x="49702" y="141034"/>
                  <a:pt x="38486" y="141034"/>
                </a:cubicBezTo>
                <a:cubicBezTo>
                  <a:pt x="34527" y="141034"/>
                  <a:pt x="32550" y="138394"/>
                  <a:pt x="32550" y="133112"/>
                </a:cubicBezTo>
                <a:cubicBezTo>
                  <a:pt x="32550" y="128713"/>
                  <a:pt x="33869" y="125414"/>
                  <a:pt x="36728" y="118592"/>
                </a:cubicBezTo>
                <a:lnTo>
                  <a:pt x="49923" y="855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BEC49F82-977E-4290-BF25-3AD9DC36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704" y="4583903"/>
            <a:ext cx="60259" cy="219921"/>
          </a:xfrm>
          <a:custGeom xmlns:a="http://schemas.openxmlformats.org/drawingml/2006/main">
            <a:pathLst>
              <a:path w="60259" h="219921">
                <a:moveTo>
                  <a:pt x="60259" y="109961"/>
                </a:moveTo>
                <a:cubicBezTo>
                  <a:pt x="60259" y="34749"/>
                  <a:pt x="7480" y="0"/>
                  <a:pt x="3299" y="0"/>
                </a:cubicBezTo>
                <a:cubicBezTo>
                  <a:pt x="662" y="0"/>
                  <a:pt x="0" y="1980"/>
                  <a:pt x="0" y="3081"/>
                </a:cubicBezTo>
                <a:cubicBezTo>
                  <a:pt x="0" y="4400"/>
                  <a:pt x="221" y="4621"/>
                  <a:pt x="4181" y="8138"/>
                </a:cubicBezTo>
                <a:cubicBezTo>
                  <a:pt x="23973" y="25071"/>
                  <a:pt x="44426" y="57622"/>
                  <a:pt x="44426" y="109961"/>
                </a:cubicBezTo>
                <a:cubicBezTo>
                  <a:pt x="44426" y="156586"/>
                  <a:pt x="28151" y="191552"/>
                  <a:pt x="3299" y="212445"/>
                </a:cubicBezTo>
                <a:cubicBezTo>
                  <a:pt x="221" y="215304"/>
                  <a:pt x="0" y="215525"/>
                  <a:pt x="0" y="216844"/>
                </a:cubicBezTo>
                <a:cubicBezTo>
                  <a:pt x="0" y="217945"/>
                  <a:pt x="662" y="219921"/>
                  <a:pt x="3299" y="219921"/>
                </a:cubicBezTo>
                <a:cubicBezTo>
                  <a:pt x="7259" y="219921"/>
                  <a:pt x="60259" y="185394"/>
                  <a:pt x="60259" y="109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83C49289-1C7A-444E-AB61-307D9DF1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979" y="4857952"/>
            <a:ext cx="84451" cy="146256"/>
          </a:xfrm>
          <a:custGeom xmlns:a="http://schemas.openxmlformats.org/drawingml/2006/main">
            <a:pathLst>
              <a:path w="84451" h="146256">
                <a:moveTo>
                  <a:pt x="52342" y="6621"/>
                </a:moveTo>
                <a:cubicBezTo>
                  <a:pt x="52342" y="0"/>
                  <a:pt x="51463" y="0"/>
                  <a:pt x="44866" y="0"/>
                </a:cubicBezTo>
                <a:cubicBezTo>
                  <a:pt x="30349" y="14175"/>
                  <a:pt x="7919" y="14175"/>
                  <a:pt x="0" y="14175"/>
                </a:cubicBezTo>
                <a:lnTo>
                  <a:pt x="0" y="22752"/>
                </a:lnTo>
                <a:cubicBezTo>
                  <a:pt x="5718" y="22752"/>
                  <a:pt x="20235" y="22752"/>
                  <a:pt x="33429" y="16594"/>
                </a:cubicBezTo>
                <a:lnTo>
                  <a:pt x="33429" y="127571"/>
                </a:lnTo>
                <a:cubicBezTo>
                  <a:pt x="33429" y="134823"/>
                  <a:pt x="33429" y="137682"/>
                  <a:pt x="10778" y="137682"/>
                </a:cubicBezTo>
                <a:lnTo>
                  <a:pt x="1322" y="137682"/>
                </a:lnTo>
                <a:lnTo>
                  <a:pt x="1322" y="146256"/>
                </a:lnTo>
                <a:cubicBezTo>
                  <a:pt x="13417" y="145377"/>
                  <a:pt x="30570" y="145377"/>
                  <a:pt x="42886" y="145377"/>
                </a:cubicBezTo>
                <a:cubicBezTo>
                  <a:pt x="55201" y="145377"/>
                  <a:pt x="72356" y="145377"/>
                  <a:pt x="84451" y="146256"/>
                </a:cubicBezTo>
                <a:lnTo>
                  <a:pt x="84451" y="137682"/>
                </a:lnTo>
                <a:lnTo>
                  <a:pt x="74994" y="137682"/>
                </a:lnTo>
                <a:cubicBezTo>
                  <a:pt x="52342" y="137682"/>
                  <a:pt x="52342" y="134823"/>
                  <a:pt x="52342" y="127571"/>
                </a:cubicBezTo>
                <a:lnTo>
                  <a:pt x="52342" y="66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0C291E0A-78B4-407F-85AC-F0AE7967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27" y="4783002"/>
            <a:ext cx="157023" cy="213586"/>
          </a:xfrm>
          <a:custGeom xmlns:a="http://schemas.openxmlformats.org/drawingml/2006/main">
            <a:pathLst>
              <a:path w="157023" h="213586">
                <a:moveTo>
                  <a:pt x="156037" y="18810"/>
                </a:moveTo>
                <a:cubicBezTo>
                  <a:pt x="156364" y="17159"/>
                  <a:pt x="157023" y="15177"/>
                  <a:pt x="157023" y="13198"/>
                </a:cubicBezTo>
                <a:cubicBezTo>
                  <a:pt x="157023" y="8910"/>
                  <a:pt x="154053" y="3629"/>
                  <a:pt x="146800" y="3629"/>
                </a:cubicBezTo>
                <a:cubicBezTo>
                  <a:pt x="142511" y="3629"/>
                  <a:pt x="136572" y="6272"/>
                  <a:pt x="133935" y="12539"/>
                </a:cubicBezTo>
                <a:cubicBezTo>
                  <a:pt x="133602" y="13857"/>
                  <a:pt x="130305" y="27388"/>
                  <a:pt x="128327" y="34647"/>
                </a:cubicBezTo>
                <a:lnTo>
                  <a:pt x="111832" y="100647"/>
                </a:lnTo>
                <a:cubicBezTo>
                  <a:pt x="109194" y="110215"/>
                  <a:pt x="109194" y="110875"/>
                  <a:pt x="108529" y="113845"/>
                </a:cubicBezTo>
                <a:cubicBezTo>
                  <a:pt x="108203" y="115164"/>
                  <a:pt x="94345" y="141233"/>
                  <a:pt x="70597" y="141233"/>
                </a:cubicBezTo>
                <a:cubicBezTo>
                  <a:pt x="50145" y="141233"/>
                  <a:pt x="50145" y="120444"/>
                  <a:pt x="50145" y="114172"/>
                </a:cubicBezTo>
                <a:cubicBezTo>
                  <a:pt x="50145" y="99323"/>
                  <a:pt x="54434" y="83155"/>
                  <a:pt x="68618" y="46198"/>
                </a:cubicBezTo>
                <a:cubicBezTo>
                  <a:pt x="71256" y="38608"/>
                  <a:pt x="73234" y="33987"/>
                  <a:pt x="73234" y="27720"/>
                </a:cubicBezTo>
                <a:cubicBezTo>
                  <a:pt x="73234" y="11547"/>
                  <a:pt x="61028" y="0"/>
                  <a:pt x="44865" y="0"/>
                </a:cubicBezTo>
                <a:cubicBezTo>
                  <a:pt x="13193" y="0"/>
                  <a:pt x="0" y="46858"/>
                  <a:pt x="0" y="50819"/>
                </a:cubicBezTo>
                <a:cubicBezTo>
                  <a:pt x="0" y="53789"/>
                  <a:pt x="2310" y="54776"/>
                  <a:pt x="4622" y="54776"/>
                </a:cubicBezTo>
                <a:cubicBezTo>
                  <a:pt x="8246" y="54776"/>
                  <a:pt x="8577" y="52798"/>
                  <a:pt x="9897" y="48509"/>
                </a:cubicBezTo>
                <a:cubicBezTo>
                  <a:pt x="16822" y="24086"/>
                  <a:pt x="30020" y="8251"/>
                  <a:pt x="43873" y="8251"/>
                </a:cubicBezTo>
                <a:cubicBezTo>
                  <a:pt x="51791" y="8251"/>
                  <a:pt x="51791" y="14517"/>
                  <a:pt x="51791" y="19138"/>
                </a:cubicBezTo>
                <a:cubicBezTo>
                  <a:pt x="51791" y="24751"/>
                  <a:pt x="50473" y="30690"/>
                  <a:pt x="47503" y="38608"/>
                </a:cubicBezTo>
                <a:cubicBezTo>
                  <a:pt x="31999" y="79525"/>
                  <a:pt x="27710" y="93384"/>
                  <a:pt x="27710" y="109224"/>
                </a:cubicBezTo>
                <a:cubicBezTo>
                  <a:pt x="27710" y="145854"/>
                  <a:pt x="57399" y="149478"/>
                  <a:pt x="69605" y="149478"/>
                </a:cubicBezTo>
                <a:cubicBezTo>
                  <a:pt x="85768" y="149478"/>
                  <a:pt x="97315" y="140905"/>
                  <a:pt x="103254" y="134966"/>
                </a:cubicBezTo>
                <a:cubicBezTo>
                  <a:pt x="98966" y="151788"/>
                  <a:pt x="95337" y="166638"/>
                  <a:pt x="82471" y="183132"/>
                </a:cubicBezTo>
                <a:cubicBezTo>
                  <a:pt x="72575" y="196360"/>
                  <a:pt x="59381" y="205341"/>
                  <a:pt x="44865" y="205341"/>
                </a:cubicBezTo>
                <a:cubicBezTo>
                  <a:pt x="35628" y="205341"/>
                  <a:pt x="24740" y="202013"/>
                  <a:pt x="20124" y="192701"/>
                </a:cubicBezTo>
                <a:cubicBezTo>
                  <a:pt x="37607" y="192701"/>
                  <a:pt x="39917" y="178184"/>
                  <a:pt x="39917" y="174887"/>
                </a:cubicBezTo>
                <a:cubicBezTo>
                  <a:pt x="39917" y="167629"/>
                  <a:pt x="34636" y="163007"/>
                  <a:pt x="27383" y="163007"/>
                </a:cubicBezTo>
                <a:cubicBezTo>
                  <a:pt x="19465" y="163007"/>
                  <a:pt x="8910" y="169280"/>
                  <a:pt x="8910" y="184452"/>
                </a:cubicBezTo>
                <a:cubicBezTo>
                  <a:pt x="8910" y="201681"/>
                  <a:pt x="24081" y="213586"/>
                  <a:pt x="44865" y="213586"/>
                </a:cubicBezTo>
                <a:cubicBezTo>
                  <a:pt x="78515" y="213586"/>
                  <a:pt x="114470" y="184783"/>
                  <a:pt x="124038" y="146181"/>
                </a:cubicBezTo>
                <a:lnTo>
                  <a:pt x="156037" y="188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4FB68E0C-DD70-4DAE-AC37-EA23163E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577" y="4595382"/>
            <a:ext cx="60477" cy="219921"/>
          </a:xfrm>
          <a:custGeom xmlns:a="http://schemas.openxmlformats.org/drawingml/2006/main">
            <a:pathLst>
              <a:path w="60477" h="219921">
                <a:moveTo>
                  <a:pt x="59818" y="214646"/>
                </a:moveTo>
                <a:cubicBezTo>
                  <a:pt x="35627" y="196173"/>
                  <a:pt x="15835" y="161424"/>
                  <a:pt x="15835" y="109961"/>
                </a:cubicBezTo>
                <a:cubicBezTo>
                  <a:pt x="15835" y="59162"/>
                  <a:pt x="35187" y="23974"/>
                  <a:pt x="59818" y="5279"/>
                </a:cubicBezTo>
                <a:cubicBezTo>
                  <a:pt x="59818" y="5060"/>
                  <a:pt x="60477" y="4181"/>
                  <a:pt x="60477" y="3081"/>
                </a:cubicBezTo>
                <a:cubicBezTo>
                  <a:pt x="60477" y="1762"/>
                  <a:pt x="59598" y="0"/>
                  <a:pt x="56959" y="0"/>
                </a:cubicBezTo>
                <a:cubicBezTo>
                  <a:pt x="53000" y="0"/>
                  <a:pt x="0" y="34530"/>
                  <a:pt x="0" y="109961"/>
                </a:cubicBezTo>
                <a:cubicBezTo>
                  <a:pt x="0" y="185176"/>
                  <a:pt x="52782" y="219921"/>
                  <a:pt x="56959" y="219921"/>
                </a:cubicBezTo>
                <a:cubicBezTo>
                  <a:pt x="59598" y="219921"/>
                  <a:pt x="60477" y="218163"/>
                  <a:pt x="60477" y="216844"/>
                </a:cubicBezTo>
                <a:cubicBezTo>
                  <a:pt x="60477" y="215744"/>
                  <a:pt x="59818" y="214865"/>
                  <a:pt x="59818" y="2146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3BA31A32-295B-4F1B-BF7D-67248215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64" y="4614181"/>
            <a:ext cx="71034" cy="148290"/>
          </a:xfrm>
          <a:custGeom xmlns:a="http://schemas.openxmlformats.org/drawingml/2006/main">
            <a:pathLst>
              <a:path w="71034" h="148290">
                <a:moveTo>
                  <a:pt x="63117" y="8812"/>
                </a:moveTo>
                <a:cubicBezTo>
                  <a:pt x="63117" y="3517"/>
                  <a:pt x="59158" y="0"/>
                  <a:pt x="54101" y="0"/>
                </a:cubicBezTo>
                <a:cubicBezTo>
                  <a:pt x="48165" y="0"/>
                  <a:pt x="41786" y="5722"/>
                  <a:pt x="41786" y="12125"/>
                </a:cubicBezTo>
                <a:cubicBezTo>
                  <a:pt x="41786" y="17635"/>
                  <a:pt x="45745" y="20934"/>
                  <a:pt x="50584" y="20934"/>
                </a:cubicBezTo>
                <a:cubicBezTo>
                  <a:pt x="57621" y="20934"/>
                  <a:pt x="63117" y="14329"/>
                  <a:pt x="63117" y="8812"/>
                </a:cubicBezTo>
                <a:moveTo>
                  <a:pt x="49923" y="85588"/>
                </a:moveTo>
                <a:cubicBezTo>
                  <a:pt x="50802" y="83390"/>
                  <a:pt x="52782" y="78108"/>
                  <a:pt x="53661" y="76128"/>
                </a:cubicBezTo>
                <a:cubicBezTo>
                  <a:pt x="54322" y="74149"/>
                  <a:pt x="55201" y="71947"/>
                  <a:pt x="55201" y="68209"/>
                </a:cubicBezTo>
                <a:cubicBezTo>
                  <a:pt x="55201" y="55886"/>
                  <a:pt x="44204" y="49068"/>
                  <a:pt x="33208" y="49068"/>
                </a:cubicBezTo>
                <a:cubicBezTo>
                  <a:pt x="10775" y="49068"/>
                  <a:pt x="0" y="78108"/>
                  <a:pt x="0" y="82951"/>
                </a:cubicBezTo>
                <a:cubicBezTo>
                  <a:pt x="0" y="84048"/>
                  <a:pt x="879" y="86027"/>
                  <a:pt x="3959" y="86027"/>
                </a:cubicBezTo>
                <a:cubicBezTo>
                  <a:pt x="7037" y="86027"/>
                  <a:pt x="7697" y="84709"/>
                  <a:pt x="8359" y="82729"/>
                </a:cubicBezTo>
                <a:cubicBezTo>
                  <a:pt x="14517" y="61387"/>
                  <a:pt x="26170" y="56326"/>
                  <a:pt x="32328" y="56326"/>
                </a:cubicBezTo>
                <a:cubicBezTo>
                  <a:pt x="36728" y="56326"/>
                  <a:pt x="38265" y="59185"/>
                  <a:pt x="38265" y="64246"/>
                </a:cubicBezTo>
                <a:cubicBezTo>
                  <a:pt x="38265" y="68648"/>
                  <a:pt x="36947" y="71947"/>
                  <a:pt x="36507" y="73487"/>
                </a:cubicBezTo>
                <a:lnTo>
                  <a:pt x="25071" y="101652"/>
                </a:lnTo>
                <a:cubicBezTo>
                  <a:pt x="22432" y="108032"/>
                  <a:pt x="22432" y="108471"/>
                  <a:pt x="19573" y="115951"/>
                </a:cubicBezTo>
                <a:cubicBezTo>
                  <a:pt x="16714" y="122552"/>
                  <a:pt x="15614" y="125414"/>
                  <a:pt x="15614" y="129153"/>
                </a:cubicBezTo>
                <a:cubicBezTo>
                  <a:pt x="15614" y="140374"/>
                  <a:pt x="25731" y="148290"/>
                  <a:pt x="37826" y="148290"/>
                </a:cubicBezTo>
                <a:cubicBezTo>
                  <a:pt x="60041" y="148290"/>
                  <a:pt x="71034" y="119253"/>
                  <a:pt x="71034" y="114410"/>
                </a:cubicBezTo>
                <a:cubicBezTo>
                  <a:pt x="71034" y="113971"/>
                  <a:pt x="70815" y="111330"/>
                  <a:pt x="66856" y="111330"/>
                </a:cubicBezTo>
                <a:cubicBezTo>
                  <a:pt x="63779" y="111330"/>
                  <a:pt x="63558" y="112430"/>
                  <a:pt x="62238" y="116611"/>
                </a:cubicBezTo>
                <a:cubicBezTo>
                  <a:pt x="58719" y="127833"/>
                  <a:pt x="49702" y="141034"/>
                  <a:pt x="38486" y="141034"/>
                </a:cubicBezTo>
                <a:cubicBezTo>
                  <a:pt x="34527" y="141034"/>
                  <a:pt x="32550" y="138394"/>
                  <a:pt x="32550" y="133112"/>
                </a:cubicBezTo>
                <a:cubicBezTo>
                  <a:pt x="32550" y="128713"/>
                  <a:pt x="33869" y="125414"/>
                  <a:pt x="36728" y="118592"/>
                </a:cubicBezTo>
                <a:lnTo>
                  <a:pt x="49923" y="855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920CD105-41D2-4DE9-8B6B-6600393B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352" y="4595382"/>
            <a:ext cx="60259" cy="219921"/>
          </a:xfrm>
          <a:custGeom xmlns:a="http://schemas.openxmlformats.org/drawingml/2006/main">
            <a:pathLst>
              <a:path w="60259" h="219921">
                <a:moveTo>
                  <a:pt x="60259" y="109961"/>
                </a:moveTo>
                <a:cubicBezTo>
                  <a:pt x="60259" y="34749"/>
                  <a:pt x="7480" y="0"/>
                  <a:pt x="3299" y="0"/>
                </a:cubicBezTo>
                <a:cubicBezTo>
                  <a:pt x="662" y="0"/>
                  <a:pt x="0" y="1980"/>
                  <a:pt x="0" y="3081"/>
                </a:cubicBezTo>
                <a:cubicBezTo>
                  <a:pt x="0" y="4400"/>
                  <a:pt x="221" y="4621"/>
                  <a:pt x="4181" y="8138"/>
                </a:cubicBezTo>
                <a:cubicBezTo>
                  <a:pt x="23973" y="25071"/>
                  <a:pt x="44426" y="57622"/>
                  <a:pt x="44426" y="109961"/>
                </a:cubicBezTo>
                <a:cubicBezTo>
                  <a:pt x="44426" y="156586"/>
                  <a:pt x="28151" y="191552"/>
                  <a:pt x="3299" y="212445"/>
                </a:cubicBezTo>
                <a:cubicBezTo>
                  <a:pt x="221" y="215304"/>
                  <a:pt x="0" y="215525"/>
                  <a:pt x="0" y="216844"/>
                </a:cubicBezTo>
                <a:cubicBezTo>
                  <a:pt x="0" y="217945"/>
                  <a:pt x="662" y="219921"/>
                  <a:pt x="3299" y="219921"/>
                </a:cubicBezTo>
                <a:cubicBezTo>
                  <a:pt x="7259" y="219921"/>
                  <a:pt x="60259" y="185394"/>
                  <a:pt x="60259" y="109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9239A60B-ECF9-45BB-AE9B-FA220F0D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854" y="4869432"/>
            <a:ext cx="102483" cy="146256"/>
          </a:xfrm>
          <a:custGeom xmlns:a="http://schemas.openxmlformats.org/drawingml/2006/main">
            <a:pathLst>
              <a:path w="102483" h="146256">
                <a:moveTo>
                  <a:pt x="102483" y="105125"/>
                </a:moveTo>
                <a:lnTo>
                  <a:pt x="94345" y="105125"/>
                </a:lnTo>
                <a:cubicBezTo>
                  <a:pt x="93906" y="108205"/>
                  <a:pt x="91708" y="122726"/>
                  <a:pt x="88410" y="125146"/>
                </a:cubicBezTo>
                <a:cubicBezTo>
                  <a:pt x="86869" y="126464"/>
                  <a:pt x="69054" y="126464"/>
                  <a:pt x="65976" y="126464"/>
                </a:cubicBezTo>
                <a:lnTo>
                  <a:pt x="24852" y="126464"/>
                </a:lnTo>
                <a:lnTo>
                  <a:pt x="53000" y="103584"/>
                </a:lnTo>
                <a:cubicBezTo>
                  <a:pt x="60480" y="97645"/>
                  <a:pt x="80051" y="83568"/>
                  <a:pt x="86869" y="76967"/>
                </a:cubicBezTo>
                <a:cubicBezTo>
                  <a:pt x="93466" y="70367"/>
                  <a:pt x="102483" y="59149"/>
                  <a:pt x="102483" y="43531"/>
                </a:cubicBezTo>
                <a:cubicBezTo>
                  <a:pt x="102483" y="16050"/>
                  <a:pt x="77631" y="0"/>
                  <a:pt x="48165" y="0"/>
                </a:cubicBezTo>
                <a:cubicBezTo>
                  <a:pt x="19792" y="0"/>
                  <a:pt x="0" y="18688"/>
                  <a:pt x="0" y="39352"/>
                </a:cubicBezTo>
                <a:cubicBezTo>
                  <a:pt x="0" y="50568"/>
                  <a:pt x="9456" y="51886"/>
                  <a:pt x="11876" y="51886"/>
                </a:cubicBezTo>
                <a:cubicBezTo>
                  <a:pt x="17372" y="51886"/>
                  <a:pt x="23751" y="47930"/>
                  <a:pt x="23751" y="40010"/>
                </a:cubicBezTo>
                <a:cubicBezTo>
                  <a:pt x="23751" y="35175"/>
                  <a:pt x="20893" y="28134"/>
                  <a:pt x="11214" y="28134"/>
                </a:cubicBezTo>
                <a:cubicBezTo>
                  <a:pt x="16275" y="16929"/>
                  <a:pt x="29688" y="8577"/>
                  <a:pt x="44862" y="8577"/>
                </a:cubicBezTo>
                <a:cubicBezTo>
                  <a:pt x="67956" y="8577"/>
                  <a:pt x="80272" y="25718"/>
                  <a:pt x="80272" y="43531"/>
                </a:cubicBezTo>
                <a:cubicBezTo>
                  <a:pt x="80272" y="59149"/>
                  <a:pt x="69936" y="75208"/>
                  <a:pt x="54540" y="89286"/>
                </a:cubicBezTo>
                <a:lnTo>
                  <a:pt x="2420" y="137021"/>
                </a:lnTo>
                <a:cubicBezTo>
                  <a:pt x="221" y="139219"/>
                  <a:pt x="0" y="139440"/>
                  <a:pt x="0" y="146256"/>
                </a:cubicBezTo>
                <a:lnTo>
                  <a:pt x="95665" y="146256"/>
                </a:lnTo>
                <a:lnTo>
                  <a:pt x="102483" y="1051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A3110FCE-AE82-4EFA-A437-7466076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511" y="4771339"/>
            <a:ext cx="157023" cy="213586"/>
          </a:xfrm>
          <a:custGeom xmlns:a="http://schemas.openxmlformats.org/drawingml/2006/main">
            <a:pathLst>
              <a:path w="157023" h="213586">
                <a:moveTo>
                  <a:pt x="156035" y="18810"/>
                </a:moveTo>
                <a:cubicBezTo>
                  <a:pt x="156363" y="17159"/>
                  <a:pt x="157023" y="15177"/>
                  <a:pt x="157023" y="13198"/>
                </a:cubicBezTo>
                <a:cubicBezTo>
                  <a:pt x="157023" y="8910"/>
                  <a:pt x="154053" y="3629"/>
                  <a:pt x="146798" y="3629"/>
                </a:cubicBezTo>
                <a:cubicBezTo>
                  <a:pt x="142510" y="3629"/>
                  <a:pt x="136571" y="6272"/>
                  <a:pt x="133934" y="12539"/>
                </a:cubicBezTo>
                <a:cubicBezTo>
                  <a:pt x="133601" y="13857"/>
                  <a:pt x="130304" y="27388"/>
                  <a:pt x="128325" y="34647"/>
                </a:cubicBezTo>
                <a:lnTo>
                  <a:pt x="111830" y="100647"/>
                </a:lnTo>
                <a:cubicBezTo>
                  <a:pt x="109193" y="110215"/>
                  <a:pt x="109193" y="110875"/>
                  <a:pt x="108528" y="113845"/>
                </a:cubicBezTo>
                <a:cubicBezTo>
                  <a:pt x="108200" y="115164"/>
                  <a:pt x="94343" y="141233"/>
                  <a:pt x="70596" y="141233"/>
                </a:cubicBezTo>
                <a:cubicBezTo>
                  <a:pt x="50143" y="141233"/>
                  <a:pt x="50143" y="120444"/>
                  <a:pt x="50143" y="114172"/>
                </a:cubicBezTo>
                <a:cubicBezTo>
                  <a:pt x="50143" y="99323"/>
                  <a:pt x="54432" y="83155"/>
                  <a:pt x="68617" y="46198"/>
                </a:cubicBezTo>
                <a:cubicBezTo>
                  <a:pt x="71254" y="38608"/>
                  <a:pt x="73233" y="33987"/>
                  <a:pt x="73233" y="27720"/>
                </a:cubicBezTo>
                <a:cubicBezTo>
                  <a:pt x="73233" y="11547"/>
                  <a:pt x="61027" y="0"/>
                  <a:pt x="44865" y="0"/>
                </a:cubicBezTo>
                <a:cubicBezTo>
                  <a:pt x="13192" y="0"/>
                  <a:pt x="0" y="46858"/>
                  <a:pt x="0" y="50819"/>
                </a:cubicBezTo>
                <a:cubicBezTo>
                  <a:pt x="0" y="53789"/>
                  <a:pt x="2309" y="54776"/>
                  <a:pt x="4621" y="54776"/>
                </a:cubicBezTo>
                <a:cubicBezTo>
                  <a:pt x="8244" y="54776"/>
                  <a:pt x="8576" y="52798"/>
                  <a:pt x="9895" y="48509"/>
                </a:cubicBezTo>
                <a:cubicBezTo>
                  <a:pt x="16822" y="24086"/>
                  <a:pt x="30019" y="8251"/>
                  <a:pt x="43872" y="8251"/>
                </a:cubicBezTo>
                <a:cubicBezTo>
                  <a:pt x="51790" y="8251"/>
                  <a:pt x="51790" y="14517"/>
                  <a:pt x="51790" y="19138"/>
                </a:cubicBezTo>
                <a:cubicBezTo>
                  <a:pt x="51790" y="24751"/>
                  <a:pt x="50471" y="30690"/>
                  <a:pt x="47502" y="38608"/>
                </a:cubicBezTo>
                <a:cubicBezTo>
                  <a:pt x="31998" y="79525"/>
                  <a:pt x="27710" y="93384"/>
                  <a:pt x="27710" y="109224"/>
                </a:cubicBezTo>
                <a:cubicBezTo>
                  <a:pt x="27710" y="145854"/>
                  <a:pt x="57396" y="149478"/>
                  <a:pt x="69603" y="149478"/>
                </a:cubicBezTo>
                <a:cubicBezTo>
                  <a:pt x="85767" y="149478"/>
                  <a:pt x="97313" y="140905"/>
                  <a:pt x="103254" y="134966"/>
                </a:cubicBezTo>
                <a:cubicBezTo>
                  <a:pt x="98964" y="151788"/>
                  <a:pt x="95336" y="166638"/>
                  <a:pt x="82469" y="183132"/>
                </a:cubicBezTo>
                <a:cubicBezTo>
                  <a:pt x="72575" y="196360"/>
                  <a:pt x="59380" y="205341"/>
                  <a:pt x="44865" y="205341"/>
                </a:cubicBezTo>
                <a:cubicBezTo>
                  <a:pt x="35628" y="205341"/>
                  <a:pt x="24740" y="202013"/>
                  <a:pt x="20124" y="192701"/>
                </a:cubicBezTo>
                <a:cubicBezTo>
                  <a:pt x="37605" y="192701"/>
                  <a:pt x="39916" y="178184"/>
                  <a:pt x="39916" y="174887"/>
                </a:cubicBezTo>
                <a:cubicBezTo>
                  <a:pt x="39916" y="167629"/>
                  <a:pt x="34635" y="163007"/>
                  <a:pt x="27382" y="163007"/>
                </a:cubicBezTo>
                <a:cubicBezTo>
                  <a:pt x="19464" y="163007"/>
                  <a:pt x="8909" y="169280"/>
                  <a:pt x="8909" y="184452"/>
                </a:cubicBezTo>
                <a:cubicBezTo>
                  <a:pt x="8909" y="201681"/>
                  <a:pt x="24080" y="213586"/>
                  <a:pt x="44865" y="213586"/>
                </a:cubicBezTo>
                <a:cubicBezTo>
                  <a:pt x="78514" y="213586"/>
                  <a:pt x="114467" y="184783"/>
                  <a:pt x="124037" y="146181"/>
                </a:cubicBezTo>
                <a:lnTo>
                  <a:pt x="156035" y="188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DF94B558-C3C7-4E8C-BFD2-91704388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458" y="4583719"/>
            <a:ext cx="60478" cy="219921"/>
          </a:xfrm>
          <a:custGeom xmlns:a="http://schemas.openxmlformats.org/drawingml/2006/main">
            <a:pathLst>
              <a:path w="60478" h="219921">
                <a:moveTo>
                  <a:pt x="59820" y="214646"/>
                </a:moveTo>
                <a:cubicBezTo>
                  <a:pt x="35628" y="196173"/>
                  <a:pt x="15836" y="161424"/>
                  <a:pt x="15836" y="109961"/>
                </a:cubicBezTo>
                <a:cubicBezTo>
                  <a:pt x="15836" y="59162"/>
                  <a:pt x="35189" y="23974"/>
                  <a:pt x="59820" y="5279"/>
                </a:cubicBezTo>
                <a:cubicBezTo>
                  <a:pt x="59820" y="5060"/>
                  <a:pt x="60478" y="4181"/>
                  <a:pt x="60478" y="3081"/>
                </a:cubicBezTo>
                <a:cubicBezTo>
                  <a:pt x="60478" y="1762"/>
                  <a:pt x="59599" y="0"/>
                  <a:pt x="56962" y="0"/>
                </a:cubicBezTo>
                <a:cubicBezTo>
                  <a:pt x="53001" y="0"/>
                  <a:pt x="0" y="34530"/>
                  <a:pt x="0" y="109961"/>
                </a:cubicBezTo>
                <a:cubicBezTo>
                  <a:pt x="0" y="185176"/>
                  <a:pt x="52783" y="219921"/>
                  <a:pt x="56962" y="219921"/>
                </a:cubicBezTo>
                <a:cubicBezTo>
                  <a:pt x="59599" y="219921"/>
                  <a:pt x="60478" y="218163"/>
                  <a:pt x="60478" y="216844"/>
                </a:cubicBezTo>
                <a:cubicBezTo>
                  <a:pt x="60478" y="215744"/>
                  <a:pt x="59820" y="214865"/>
                  <a:pt x="59820" y="2146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9227B974-5198-4E34-89BA-5D1B6E32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047" y="4602518"/>
            <a:ext cx="71033" cy="148290"/>
          </a:xfrm>
          <a:custGeom xmlns:a="http://schemas.openxmlformats.org/drawingml/2006/main">
            <a:pathLst>
              <a:path w="71033" h="148290">
                <a:moveTo>
                  <a:pt x="63117" y="8812"/>
                </a:moveTo>
                <a:cubicBezTo>
                  <a:pt x="63117" y="3517"/>
                  <a:pt x="59157" y="0"/>
                  <a:pt x="54101" y="0"/>
                </a:cubicBezTo>
                <a:cubicBezTo>
                  <a:pt x="48165" y="0"/>
                  <a:pt x="41786" y="5722"/>
                  <a:pt x="41786" y="12125"/>
                </a:cubicBezTo>
                <a:cubicBezTo>
                  <a:pt x="41786" y="17635"/>
                  <a:pt x="45746" y="20934"/>
                  <a:pt x="50583" y="20934"/>
                </a:cubicBezTo>
                <a:cubicBezTo>
                  <a:pt x="57622" y="20934"/>
                  <a:pt x="63117" y="14329"/>
                  <a:pt x="63117" y="8812"/>
                </a:cubicBezTo>
                <a:moveTo>
                  <a:pt x="49923" y="85588"/>
                </a:moveTo>
                <a:cubicBezTo>
                  <a:pt x="50802" y="83390"/>
                  <a:pt x="52783" y="78108"/>
                  <a:pt x="53662" y="76128"/>
                </a:cubicBezTo>
                <a:cubicBezTo>
                  <a:pt x="54322" y="74149"/>
                  <a:pt x="55201" y="71947"/>
                  <a:pt x="55201" y="68209"/>
                </a:cubicBezTo>
                <a:cubicBezTo>
                  <a:pt x="55201" y="55886"/>
                  <a:pt x="44204" y="49068"/>
                  <a:pt x="33207" y="49068"/>
                </a:cubicBezTo>
                <a:cubicBezTo>
                  <a:pt x="10776" y="49068"/>
                  <a:pt x="0" y="78108"/>
                  <a:pt x="0" y="82951"/>
                </a:cubicBezTo>
                <a:cubicBezTo>
                  <a:pt x="0" y="84048"/>
                  <a:pt x="879" y="86027"/>
                  <a:pt x="3960" y="86027"/>
                </a:cubicBezTo>
                <a:cubicBezTo>
                  <a:pt x="7037" y="86027"/>
                  <a:pt x="7697" y="84709"/>
                  <a:pt x="8360" y="82729"/>
                </a:cubicBezTo>
                <a:cubicBezTo>
                  <a:pt x="14518" y="61387"/>
                  <a:pt x="26170" y="56326"/>
                  <a:pt x="32328" y="56326"/>
                </a:cubicBezTo>
                <a:cubicBezTo>
                  <a:pt x="36728" y="56326"/>
                  <a:pt x="38265" y="59185"/>
                  <a:pt x="38265" y="64246"/>
                </a:cubicBezTo>
                <a:cubicBezTo>
                  <a:pt x="38265" y="68648"/>
                  <a:pt x="36947" y="71947"/>
                  <a:pt x="36507" y="73487"/>
                </a:cubicBezTo>
                <a:lnTo>
                  <a:pt x="25071" y="101652"/>
                </a:lnTo>
                <a:cubicBezTo>
                  <a:pt x="22434" y="108032"/>
                  <a:pt x="22434" y="108471"/>
                  <a:pt x="19573" y="115951"/>
                </a:cubicBezTo>
                <a:cubicBezTo>
                  <a:pt x="16715" y="122552"/>
                  <a:pt x="15613" y="125414"/>
                  <a:pt x="15613" y="129153"/>
                </a:cubicBezTo>
                <a:cubicBezTo>
                  <a:pt x="15613" y="140374"/>
                  <a:pt x="25731" y="148290"/>
                  <a:pt x="37826" y="148290"/>
                </a:cubicBezTo>
                <a:cubicBezTo>
                  <a:pt x="60041" y="148290"/>
                  <a:pt x="71033" y="119253"/>
                  <a:pt x="71033" y="114410"/>
                </a:cubicBezTo>
                <a:cubicBezTo>
                  <a:pt x="71033" y="113971"/>
                  <a:pt x="70817" y="111330"/>
                  <a:pt x="66856" y="111330"/>
                </a:cubicBezTo>
                <a:cubicBezTo>
                  <a:pt x="63780" y="111330"/>
                  <a:pt x="63557" y="112430"/>
                  <a:pt x="62238" y="116611"/>
                </a:cubicBezTo>
                <a:cubicBezTo>
                  <a:pt x="58717" y="127833"/>
                  <a:pt x="49702" y="141034"/>
                  <a:pt x="38486" y="141034"/>
                </a:cubicBezTo>
                <a:cubicBezTo>
                  <a:pt x="34526" y="141034"/>
                  <a:pt x="32549" y="138394"/>
                  <a:pt x="32549" y="133112"/>
                </a:cubicBezTo>
                <a:cubicBezTo>
                  <a:pt x="32549" y="128713"/>
                  <a:pt x="33870" y="125414"/>
                  <a:pt x="36728" y="118592"/>
                </a:cubicBezTo>
                <a:lnTo>
                  <a:pt x="49923" y="855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09CAC816-1714-4335-A027-B3AB631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236" y="4583719"/>
            <a:ext cx="60259" cy="219921"/>
          </a:xfrm>
          <a:custGeom xmlns:a="http://schemas.openxmlformats.org/drawingml/2006/main">
            <a:pathLst>
              <a:path w="60259" h="219921">
                <a:moveTo>
                  <a:pt x="60259" y="109961"/>
                </a:moveTo>
                <a:cubicBezTo>
                  <a:pt x="60259" y="34749"/>
                  <a:pt x="7481" y="0"/>
                  <a:pt x="3300" y="0"/>
                </a:cubicBezTo>
                <a:cubicBezTo>
                  <a:pt x="663" y="0"/>
                  <a:pt x="0" y="1980"/>
                  <a:pt x="0" y="3081"/>
                </a:cubicBezTo>
                <a:cubicBezTo>
                  <a:pt x="0" y="4400"/>
                  <a:pt x="223" y="4621"/>
                  <a:pt x="4183" y="8138"/>
                </a:cubicBezTo>
                <a:cubicBezTo>
                  <a:pt x="23975" y="25071"/>
                  <a:pt x="44428" y="57622"/>
                  <a:pt x="44428" y="109961"/>
                </a:cubicBezTo>
                <a:cubicBezTo>
                  <a:pt x="44428" y="156586"/>
                  <a:pt x="28152" y="191552"/>
                  <a:pt x="3300" y="212445"/>
                </a:cubicBezTo>
                <a:cubicBezTo>
                  <a:pt x="223" y="215304"/>
                  <a:pt x="0" y="215525"/>
                  <a:pt x="0" y="216844"/>
                </a:cubicBezTo>
                <a:cubicBezTo>
                  <a:pt x="0" y="217945"/>
                  <a:pt x="663" y="219921"/>
                  <a:pt x="3300" y="219921"/>
                </a:cubicBezTo>
                <a:cubicBezTo>
                  <a:pt x="7260" y="219921"/>
                  <a:pt x="60259" y="185394"/>
                  <a:pt x="60259" y="109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9508A56E-3EBD-4DC7-81E6-0793F8D0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317" y="4859896"/>
            <a:ext cx="142289" cy="99222"/>
          </a:xfrm>
          <a:custGeom xmlns:a="http://schemas.openxmlformats.org/drawingml/2006/main">
            <a:pathLst>
              <a:path w="142289" h="99222">
                <a:moveTo>
                  <a:pt x="51022" y="20899"/>
                </a:moveTo>
                <a:cubicBezTo>
                  <a:pt x="49923" y="4181"/>
                  <a:pt x="34526" y="0"/>
                  <a:pt x="26170" y="0"/>
                </a:cubicBezTo>
                <a:cubicBezTo>
                  <a:pt x="17815" y="0"/>
                  <a:pt x="12097" y="5060"/>
                  <a:pt x="8137" y="12100"/>
                </a:cubicBezTo>
                <a:cubicBezTo>
                  <a:pt x="2642" y="21121"/>
                  <a:pt x="0" y="32782"/>
                  <a:pt x="0" y="33661"/>
                </a:cubicBezTo>
                <a:cubicBezTo>
                  <a:pt x="0" y="36080"/>
                  <a:pt x="1979" y="36959"/>
                  <a:pt x="3960" y="36959"/>
                </a:cubicBezTo>
                <a:cubicBezTo>
                  <a:pt x="7476" y="36959"/>
                  <a:pt x="7697" y="35420"/>
                  <a:pt x="8799" y="31899"/>
                </a:cubicBezTo>
                <a:cubicBezTo>
                  <a:pt x="13195" y="14298"/>
                  <a:pt x="18473" y="7258"/>
                  <a:pt x="25510" y="7258"/>
                </a:cubicBezTo>
                <a:cubicBezTo>
                  <a:pt x="33431" y="7258"/>
                  <a:pt x="33431" y="16278"/>
                  <a:pt x="33431" y="18480"/>
                </a:cubicBezTo>
                <a:cubicBezTo>
                  <a:pt x="33431" y="22000"/>
                  <a:pt x="31228" y="30802"/>
                  <a:pt x="29691" y="36959"/>
                </a:cubicBezTo>
                <a:cubicBezTo>
                  <a:pt x="28152" y="42903"/>
                  <a:pt x="25950" y="51922"/>
                  <a:pt x="24852" y="56762"/>
                </a:cubicBezTo>
                <a:cubicBezTo>
                  <a:pt x="23313" y="62262"/>
                  <a:pt x="21994" y="67983"/>
                  <a:pt x="20452" y="73484"/>
                </a:cubicBezTo>
                <a:cubicBezTo>
                  <a:pt x="18913" y="79645"/>
                  <a:pt x="16276" y="90644"/>
                  <a:pt x="16276" y="91966"/>
                </a:cubicBezTo>
                <a:cubicBezTo>
                  <a:pt x="16276" y="96806"/>
                  <a:pt x="20013" y="99222"/>
                  <a:pt x="23973" y="99222"/>
                </a:cubicBezTo>
                <a:cubicBezTo>
                  <a:pt x="27929" y="99222"/>
                  <a:pt x="31668" y="96585"/>
                  <a:pt x="33431" y="93286"/>
                </a:cubicBezTo>
                <a:cubicBezTo>
                  <a:pt x="33870" y="91966"/>
                  <a:pt x="35849" y="84266"/>
                  <a:pt x="36947" y="79866"/>
                </a:cubicBezTo>
                <a:lnTo>
                  <a:pt x="41786" y="60064"/>
                </a:lnTo>
                <a:cubicBezTo>
                  <a:pt x="43325" y="54342"/>
                  <a:pt x="44204" y="50383"/>
                  <a:pt x="45523" y="45323"/>
                </a:cubicBezTo>
                <a:cubicBezTo>
                  <a:pt x="47504" y="37842"/>
                  <a:pt x="55201" y="26181"/>
                  <a:pt x="63338" y="18040"/>
                </a:cubicBezTo>
                <a:cubicBezTo>
                  <a:pt x="67735" y="13858"/>
                  <a:pt x="77191" y="7258"/>
                  <a:pt x="89067" y="7258"/>
                </a:cubicBezTo>
                <a:cubicBezTo>
                  <a:pt x="103145" y="7258"/>
                  <a:pt x="103145" y="18480"/>
                  <a:pt x="103145" y="22661"/>
                </a:cubicBezTo>
                <a:cubicBezTo>
                  <a:pt x="103145" y="35641"/>
                  <a:pt x="93687" y="59185"/>
                  <a:pt x="89729" y="69084"/>
                </a:cubicBezTo>
                <a:cubicBezTo>
                  <a:pt x="88411" y="72826"/>
                  <a:pt x="86869" y="76347"/>
                  <a:pt x="86869" y="80085"/>
                </a:cubicBezTo>
                <a:cubicBezTo>
                  <a:pt x="86869" y="91306"/>
                  <a:pt x="96987" y="99222"/>
                  <a:pt x="109082" y="99222"/>
                </a:cubicBezTo>
                <a:cubicBezTo>
                  <a:pt x="131292" y="99222"/>
                  <a:pt x="142289" y="70185"/>
                  <a:pt x="142289" y="65343"/>
                </a:cubicBezTo>
                <a:cubicBezTo>
                  <a:pt x="142289" y="64903"/>
                  <a:pt x="142070" y="62262"/>
                  <a:pt x="138113" y="62262"/>
                </a:cubicBezTo>
                <a:cubicBezTo>
                  <a:pt x="135031" y="62262"/>
                  <a:pt x="134813" y="63362"/>
                  <a:pt x="133494" y="67544"/>
                </a:cubicBezTo>
                <a:cubicBezTo>
                  <a:pt x="129973" y="79204"/>
                  <a:pt x="120958" y="91966"/>
                  <a:pt x="109742" y="91966"/>
                </a:cubicBezTo>
                <a:cubicBezTo>
                  <a:pt x="105563" y="91966"/>
                  <a:pt x="103803" y="88664"/>
                  <a:pt x="103803" y="84044"/>
                </a:cubicBezTo>
                <a:cubicBezTo>
                  <a:pt x="103803" y="79645"/>
                  <a:pt x="105342" y="75906"/>
                  <a:pt x="107324" y="71285"/>
                </a:cubicBezTo>
                <a:cubicBezTo>
                  <a:pt x="110621" y="62705"/>
                  <a:pt x="120518" y="37842"/>
                  <a:pt x="120518" y="25521"/>
                </a:cubicBezTo>
                <a:cubicBezTo>
                  <a:pt x="120518" y="7480"/>
                  <a:pt x="106884" y="0"/>
                  <a:pt x="90169" y="0"/>
                </a:cubicBezTo>
                <a:cubicBezTo>
                  <a:pt x="79172" y="0"/>
                  <a:pt x="65098" y="3520"/>
                  <a:pt x="51022" y="208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D3F9077B-C8EF-4462-820F-CC616622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986" y="770316"/>
            <a:ext cx="167250" cy="300244"/>
          </a:xfrm>
          <a:custGeom xmlns:a="http://schemas.openxmlformats.org/drawingml/2006/main">
            <a:pathLst>
              <a:path w="167250" h="300244">
                <a:moveTo>
                  <a:pt x="105564" y="100753"/>
                </a:moveTo>
                <a:lnTo>
                  <a:pt x="135252" y="100753"/>
                </a:lnTo>
                <a:cubicBezTo>
                  <a:pt x="141851" y="100753"/>
                  <a:pt x="145148" y="100753"/>
                  <a:pt x="145148" y="94813"/>
                </a:cubicBezTo>
                <a:cubicBezTo>
                  <a:pt x="145148" y="90525"/>
                  <a:pt x="141851" y="90525"/>
                  <a:pt x="135585" y="90525"/>
                </a:cubicBezTo>
                <a:lnTo>
                  <a:pt x="107542" y="90525"/>
                </a:lnTo>
                <a:cubicBezTo>
                  <a:pt x="111171" y="70677"/>
                  <a:pt x="115792" y="43557"/>
                  <a:pt x="120081" y="25737"/>
                </a:cubicBezTo>
                <a:cubicBezTo>
                  <a:pt x="123046" y="12871"/>
                  <a:pt x="130964" y="8251"/>
                  <a:pt x="137563" y="8251"/>
                </a:cubicBezTo>
                <a:cubicBezTo>
                  <a:pt x="139540" y="8251"/>
                  <a:pt x="147132" y="8910"/>
                  <a:pt x="152738" y="12871"/>
                </a:cubicBezTo>
                <a:cubicBezTo>
                  <a:pt x="146140" y="14196"/>
                  <a:pt x="136571" y="20130"/>
                  <a:pt x="136571" y="31018"/>
                </a:cubicBezTo>
                <a:cubicBezTo>
                  <a:pt x="136571" y="39263"/>
                  <a:pt x="142842" y="42892"/>
                  <a:pt x="149110" y="42892"/>
                </a:cubicBezTo>
                <a:cubicBezTo>
                  <a:pt x="158014" y="42892"/>
                  <a:pt x="167250" y="35633"/>
                  <a:pt x="167250" y="23100"/>
                </a:cubicBezTo>
                <a:cubicBezTo>
                  <a:pt x="167250" y="8251"/>
                  <a:pt x="152738" y="0"/>
                  <a:pt x="137230" y="0"/>
                </a:cubicBezTo>
                <a:cubicBezTo>
                  <a:pt x="122387" y="0"/>
                  <a:pt x="107542" y="10561"/>
                  <a:pt x="100616" y="24092"/>
                </a:cubicBezTo>
                <a:cubicBezTo>
                  <a:pt x="93357" y="38276"/>
                  <a:pt x="91047" y="51162"/>
                  <a:pt x="84120" y="90525"/>
                </a:cubicBezTo>
                <a:lnTo>
                  <a:pt x="60372" y="90525"/>
                </a:lnTo>
                <a:cubicBezTo>
                  <a:pt x="54100" y="90525"/>
                  <a:pt x="50145" y="90525"/>
                  <a:pt x="50145" y="96464"/>
                </a:cubicBezTo>
                <a:cubicBezTo>
                  <a:pt x="50145" y="100753"/>
                  <a:pt x="53773" y="100753"/>
                  <a:pt x="59708" y="100753"/>
                </a:cubicBezTo>
                <a:lnTo>
                  <a:pt x="82143" y="100753"/>
                </a:lnTo>
                <a:cubicBezTo>
                  <a:pt x="72906" y="148557"/>
                  <a:pt x="61359" y="214497"/>
                  <a:pt x="54100" y="248786"/>
                </a:cubicBezTo>
                <a:cubicBezTo>
                  <a:pt x="50145" y="266922"/>
                  <a:pt x="44864" y="292000"/>
                  <a:pt x="29033" y="292000"/>
                </a:cubicBezTo>
                <a:cubicBezTo>
                  <a:pt x="24086" y="292000"/>
                  <a:pt x="17486" y="290016"/>
                  <a:pt x="14189" y="287379"/>
                </a:cubicBezTo>
                <a:cubicBezTo>
                  <a:pt x="22435" y="286055"/>
                  <a:pt x="30680" y="279128"/>
                  <a:pt x="30680" y="269232"/>
                </a:cubicBezTo>
                <a:cubicBezTo>
                  <a:pt x="30680" y="260988"/>
                  <a:pt x="24412" y="257358"/>
                  <a:pt x="18145" y="257358"/>
                </a:cubicBezTo>
                <a:cubicBezTo>
                  <a:pt x="9237" y="257358"/>
                  <a:pt x="0" y="264616"/>
                  <a:pt x="0" y="277151"/>
                </a:cubicBezTo>
                <a:cubicBezTo>
                  <a:pt x="0" y="292331"/>
                  <a:pt x="15176" y="300244"/>
                  <a:pt x="29033" y="300244"/>
                </a:cubicBezTo>
                <a:cubicBezTo>
                  <a:pt x="62678" y="300244"/>
                  <a:pt x="78186" y="245489"/>
                  <a:pt x="83461" y="217134"/>
                </a:cubicBezTo>
                <a:lnTo>
                  <a:pt x="105564" y="1007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682BA5DF-81FF-4ABD-8985-2ED38A3B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155" y="893408"/>
            <a:ext cx="71034" cy="148290"/>
          </a:xfrm>
          <a:custGeom xmlns:a="http://schemas.openxmlformats.org/drawingml/2006/main">
            <a:pathLst>
              <a:path w="71034" h="148290">
                <a:moveTo>
                  <a:pt x="63117" y="8812"/>
                </a:moveTo>
                <a:cubicBezTo>
                  <a:pt x="63117" y="3517"/>
                  <a:pt x="59158" y="0"/>
                  <a:pt x="54101" y="0"/>
                </a:cubicBezTo>
                <a:cubicBezTo>
                  <a:pt x="48165" y="0"/>
                  <a:pt x="41786" y="5722"/>
                  <a:pt x="41786" y="12125"/>
                </a:cubicBezTo>
                <a:cubicBezTo>
                  <a:pt x="41786" y="17635"/>
                  <a:pt x="45745" y="20934"/>
                  <a:pt x="50584" y="20934"/>
                </a:cubicBezTo>
                <a:cubicBezTo>
                  <a:pt x="57621" y="20934"/>
                  <a:pt x="63117" y="14329"/>
                  <a:pt x="63117" y="8812"/>
                </a:cubicBezTo>
                <a:moveTo>
                  <a:pt x="49923" y="85588"/>
                </a:moveTo>
                <a:cubicBezTo>
                  <a:pt x="50802" y="83390"/>
                  <a:pt x="52782" y="78108"/>
                  <a:pt x="53661" y="76128"/>
                </a:cubicBezTo>
                <a:cubicBezTo>
                  <a:pt x="54322" y="74149"/>
                  <a:pt x="55201" y="71947"/>
                  <a:pt x="55201" y="68209"/>
                </a:cubicBezTo>
                <a:cubicBezTo>
                  <a:pt x="55201" y="55886"/>
                  <a:pt x="44204" y="49068"/>
                  <a:pt x="33208" y="49068"/>
                </a:cubicBezTo>
                <a:cubicBezTo>
                  <a:pt x="10775" y="49068"/>
                  <a:pt x="0" y="78108"/>
                  <a:pt x="0" y="82951"/>
                </a:cubicBezTo>
                <a:cubicBezTo>
                  <a:pt x="0" y="84048"/>
                  <a:pt x="879" y="86027"/>
                  <a:pt x="3959" y="86027"/>
                </a:cubicBezTo>
                <a:cubicBezTo>
                  <a:pt x="7037" y="86027"/>
                  <a:pt x="7697" y="84709"/>
                  <a:pt x="8359" y="82729"/>
                </a:cubicBezTo>
                <a:cubicBezTo>
                  <a:pt x="14517" y="61387"/>
                  <a:pt x="26170" y="56326"/>
                  <a:pt x="32328" y="56326"/>
                </a:cubicBezTo>
                <a:cubicBezTo>
                  <a:pt x="36728" y="56326"/>
                  <a:pt x="38265" y="59185"/>
                  <a:pt x="38265" y="64246"/>
                </a:cubicBezTo>
                <a:cubicBezTo>
                  <a:pt x="38265" y="68648"/>
                  <a:pt x="36947" y="71947"/>
                  <a:pt x="36507" y="73487"/>
                </a:cubicBezTo>
                <a:lnTo>
                  <a:pt x="25071" y="101652"/>
                </a:lnTo>
                <a:cubicBezTo>
                  <a:pt x="22432" y="108032"/>
                  <a:pt x="22432" y="108471"/>
                  <a:pt x="19573" y="115951"/>
                </a:cubicBezTo>
                <a:cubicBezTo>
                  <a:pt x="16714" y="122552"/>
                  <a:pt x="15614" y="125414"/>
                  <a:pt x="15614" y="129153"/>
                </a:cubicBezTo>
                <a:cubicBezTo>
                  <a:pt x="15614" y="140374"/>
                  <a:pt x="25731" y="148290"/>
                  <a:pt x="37826" y="148290"/>
                </a:cubicBezTo>
                <a:cubicBezTo>
                  <a:pt x="60041" y="148290"/>
                  <a:pt x="71034" y="119253"/>
                  <a:pt x="71034" y="114410"/>
                </a:cubicBezTo>
                <a:cubicBezTo>
                  <a:pt x="71034" y="113971"/>
                  <a:pt x="70815" y="111330"/>
                  <a:pt x="66856" y="111330"/>
                </a:cubicBezTo>
                <a:cubicBezTo>
                  <a:pt x="63779" y="111330"/>
                  <a:pt x="63558" y="112430"/>
                  <a:pt x="62238" y="116611"/>
                </a:cubicBezTo>
                <a:cubicBezTo>
                  <a:pt x="58719" y="127833"/>
                  <a:pt x="49702" y="141034"/>
                  <a:pt x="38486" y="141034"/>
                </a:cubicBezTo>
                <a:cubicBezTo>
                  <a:pt x="34527" y="141034"/>
                  <a:pt x="32550" y="138394"/>
                  <a:pt x="32550" y="133112"/>
                </a:cubicBezTo>
                <a:cubicBezTo>
                  <a:pt x="32550" y="128713"/>
                  <a:pt x="33869" y="125414"/>
                  <a:pt x="36728" y="118592"/>
                </a:cubicBezTo>
                <a:lnTo>
                  <a:pt x="49923" y="855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9F832BA2-6C07-4853-A8F3-E686959A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66" y="1711372"/>
            <a:ext cx="183414" cy="145612"/>
          </a:xfrm>
          <a:custGeom xmlns:a="http://schemas.openxmlformats.org/drawingml/2006/main">
            <a:pathLst>
              <a:path w="183414" h="145612">
                <a:moveTo>
                  <a:pt x="81152" y="20457"/>
                </a:moveTo>
                <a:lnTo>
                  <a:pt x="118758" y="20457"/>
                </a:lnTo>
                <a:cubicBezTo>
                  <a:pt x="113809" y="41204"/>
                  <a:pt x="105233" y="75454"/>
                  <a:pt x="105233" y="102791"/>
                </a:cubicBezTo>
                <a:cubicBezTo>
                  <a:pt x="105233" y="105096"/>
                  <a:pt x="105233" y="117278"/>
                  <a:pt x="108203" y="129136"/>
                </a:cubicBezTo>
                <a:cubicBezTo>
                  <a:pt x="111499" y="141655"/>
                  <a:pt x="114470" y="145612"/>
                  <a:pt x="121068" y="145612"/>
                </a:cubicBezTo>
                <a:cubicBezTo>
                  <a:pt x="127995" y="145612"/>
                  <a:pt x="135253" y="139678"/>
                  <a:pt x="135253" y="132101"/>
                </a:cubicBezTo>
                <a:cubicBezTo>
                  <a:pt x="135253" y="129797"/>
                  <a:pt x="134921" y="128805"/>
                  <a:pt x="132943" y="124526"/>
                </a:cubicBezTo>
                <a:cubicBezTo>
                  <a:pt x="122715" y="101472"/>
                  <a:pt x="122715" y="77100"/>
                  <a:pt x="122715" y="69524"/>
                </a:cubicBezTo>
                <a:cubicBezTo>
                  <a:pt x="122715" y="61294"/>
                  <a:pt x="122715" y="46802"/>
                  <a:pt x="128327" y="20457"/>
                </a:cubicBezTo>
                <a:lnTo>
                  <a:pt x="166919" y="20457"/>
                </a:lnTo>
                <a:cubicBezTo>
                  <a:pt x="171208" y="20457"/>
                  <a:pt x="183414" y="20457"/>
                  <a:pt x="183414" y="8577"/>
                </a:cubicBezTo>
                <a:cubicBezTo>
                  <a:pt x="183414" y="0"/>
                  <a:pt x="176156" y="0"/>
                  <a:pt x="169890" y="0"/>
                </a:cubicBezTo>
                <a:lnTo>
                  <a:pt x="55752" y="0"/>
                </a:lnTo>
                <a:cubicBezTo>
                  <a:pt x="47834" y="0"/>
                  <a:pt x="36287" y="0"/>
                  <a:pt x="20784" y="15508"/>
                </a:cubicBezTo>
                <a:cubicBezTo>
                  <a:pt x="11875" y="24408"/>
                  <a:pt x="0" y="42518"/>
                  <a:pt x="0" y="45157"/>
                </a:cubicBezTo>
                <a:cubicBezTo>
                  <a:pt x="0" y="48775"/>
                  <a:pt x="3630" y="48775"/>
                  <a:pt x="4616" y="48775"/>
                </a:cubicBezTo>
                <a:cubicBezTo>
                  <a:pt x="7259" y="48775"/>
                  <a:pt x="7918" y="48121"/>
                  <a:pt x="9896" y="44824"/>
                </a:cubicBezTo>
                <a:cubicBezTo>
                  <a:pt x="26059" y="20457"/>
                  <a:pt x="46183" y="20457"/>
                  <a:pt x="52783" y="20457"/>
                </a:cubicBezTo>
                <a:lnTo>
                  <a:pt x="71583" y="20457"/>
                </a:lnTo>
                <a:cubicBezTo>
                  <a:pt x="57399" y="70183"/>
                  <a:pt x="34636" y="116951"/>
                  <a:pt x="32331" y="121888"/>
                </a:cubicBezTo>
                <a:cubicBezTo>
                  <a:pt x="30020" y="126499"/>
                  <a:pt x="26718" y="133415"/>
                  <a:pt x="26718" y="136053"/>
                </a:cubicBezTo>
                <a:cubicBezTo>
                  <a:pt x="26718" y="140337"/>
                  <a:pt x="29689" y="145612"/>
                  <a:pt x="36947" y="145612"/>
                </a:cubicBezTo>
                <a:cubicBezTo>
                  <a:pt x="48821" y="145612"/>
                  <a:pt x="51791" y="133748"/>
                  <a:pt x="58717" y="107069"/>
                </a:cubicBezTo>
                <a:lnTo>
                  <a:pt x="81152" y="204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08CD1065-7515-4D7F-B19D-B7F8FD09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552" y="1548361"/>
            <a:ext cx="60477" cy="219921"/>
          </a:xfrm>
          <a:custGeom xmlns:a="http://schemas.openxmlformats.org/drawingml/2006/main">
            <a:pathLst>
              <a:path w="60477" h="219921">
                <a:moveTo>
                  <a:pt x="59818" y="214646"/>
                </a:moveTo>
                <a:cubicBezTo>
                  <a:pt x="35627" y="196173"/>
                  <a:pt x="15835" y="161424"/>
                  <a:pt x="15835" y="109961"/>
                </a:cubicBezTo>
                <a:cubicBezTo>
                  <a:pt x="15835" y="59162"/>
                  <a:pt x="35187" y="23974"/>
                  <a:pt x="59818" y="5279"/>
                </a:cubicBezTo>
                <a:cubicBezTo>
                  <a:pt x="59818" y="5060"/>
                  <a:pt x="60477" y="4181"/>
                  <a:pt x="60477" y="3081"/>
                </a:cubicBezTo>
                <a:cubicBezTo>
                  <a:pt x="60477" y="1762"/>
                  <a:pt x="59598" y="0"/>
                  <a:pt x="56959" y="0"/>
                </a:cubicBezTo>
                <a:cubicBezTo>
                  <a:pt x="53000" y="0"/>
                  <a:pt x="0" y="34530"/>
                  <a:pt x="0" y="109961"/>
                </a:cubicBezTo>
                <a:cubicBezTo>
                  <a:pt x="0" y="185176"/>
                  <a:pt x="52782" y="219921"/>
                  <a:pt x="56959" y="219921"/>
                </a:cubicBezTo>
                <a:cubicBezTo>
                  <a:pt x="59598" y="219921"/>
                  <a:pt x="60477" y="218163"/>
                  <a:pt x="60477" y="216844"/>
                </a:cubicBezTo>
                <a:cubicBezTo>
                  <a:pt x="60477" y="215744"/>
                  <a:pt x="59818" y="214865"/>
                  <a:pt x="59818" y="2146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4D25876E-A807-4CC2-AA74-C6242B38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139" y="1567160"/>
            <a:ext cx="71034" cy="148290"/>
          </a:xfrm>
          <a:custGeom xmlns:a="http://schemas.openxmlformats.org/drawingml/2006/main">
            <a:pathLst>
              <a:path w="71034" h="148290">
                <a:moveTo>
                  <a:pt x="63117" y="8812"/>
                </a:moveTo>
                <a:cubicBezTo>
                  <a:pt x="63117" y="3517"/>
                  <a:pt x="59158" y="0"/>
                  <a:pt x="54101" y="0"/>
                </a:cubicBezTo>
                <a:cubicBezTo>
                  <a:pt x="48165" y="0"/>
                  <a:pt x="41786" y="5722"/>
                  <a:pt x="41786" y="12125"/>
                </a:cubicBezTo>
                <a:cubicBezTo>
                  <a:pt x="41786" y="17635"/>
                  <a:pt x="45745" y="20934"/>
                  <a:pt x="50584" y="20934"/>
                </a:cubicBezTo>
                <a:cubicBezTo>
                  <a:pt x="57621" y="20934"/>
                  <a:pt x="63117" y="14329"/>
                  <a:pt x="63117" y="8812"/>
                </a:cubicBezTo>
                <a:moveTo>
                  <a:pt x="49923" y="85588"/>
                </a:moveTo>
                <a:cubicBezTo>
                  <a:pt x="50802" y="83390"/>
                  <a:pt x="52782" y="78108"/>
                  <a:pt x="53661" y="76128"/>
                </a:cubicBezTo>
                <a:cubicBezTo>
                  <a:pt x="54322" y="74149"/>
                  <a:pt x="55201" y="71947"/>
                  <a:pt x="55201" y="68209"/>
                </a:cubicBezTo>
                <a:cubicBezTo>
                  <a:pt x="55201" y="55886"/>
                  <a:pt x="44204" y="49068"/>
                  <a:pt x="33208" y="49068"/>
                </a:cubicBezTo>
                <a:cubicBezTo>
                  <a:pt x="10775" y="49068"/>
                  <a:pt x="0" y="78108"/>
                  <a:pt x="0" y="82951"/>
                </a:cubicBezTo>
                <a:cubicBezTo>
                  <a:pt x="0" y="84048"/>
                  <a:pt x="879" y="86027"/>
                  <a:pt x="3959" y="86027"/>
                </a:cubicBezTo>
                <a:cubicBezTo>
                  <a:pt x="7037" y="86027"/>
                  <a:pt x="7697" y="84709"/>
                  <a:pt x="8359" y="82729"/>
                </a:cubicBezTo>
                <a:cubicBezTo>
                  <a:pt x="14517" y="61387"/>
                  <a:pt x="26170" y="56326"/>
                  <a:pt x="32328" y="56326"/>
                </a:cubicBezTo>
                <a:cubicBezTo>
                  <a:pt x="36728" y="56326"/>
                  <a:pt x="38265" y="59185"/>
                  <a:pt x="38265" y="64246"/>
                </a:cubicBezTo>
                <a:cubicBezTo>
                  <a:pt x="38265" y="68648"/>
                  <a:pt x="36947" y="71947"/>
                  <a:pt x="36507" y="73487"/>
                </a:cubicBezTo>
                <a:lnTo>
                  <a:pt x="25071" y="101652"/>
                </a:lnTo>
                <a:cubicBezTo>
                  <a:pt x="22432" y="108032"/>
                  <a:pt x="22432" y="108471"/>
                  <a:pt x="19573" y="115951"/>
                </a:cubicBezTo>
                <a:cubicBezTo>
                  <a:pt x="16714" y="122552"/>
                  <a:pt x="15614" y="125414"/>
                  <a:pt x="15614" y="129153"/>
                </a:cubicBezTo>
                <a:cubicBezTo>
                  <a:pt x="15614" y="140374"/>
                  <a:pt x="25731" y="148290"/>
                  <a:pt x="37826" y="148290"/>
                </a:cubicBezTo>
                <a:cubicBezTo>
                  <a:pt x="60041" y="148290"/>
                  <a:pt x="71034" y="119253"/>
                  <a:pt x="71034" y="114410"/>
                </a:cubicBezTo>
                <a:cubicBezTo>
                  <a:pt x="71034" y="113971"/>
                  <a:pt x="70815" y="111330"/>
                  <a:pt x="66856" y="111330"/>
                </a:cubicBezTo>
                <a:cubicBezTo>
                  <a:pt x="63779" y="111330"/>
                  <a:pt x="63558" y="112430"/>
                  <a:pt x="62238" y="116611"/>
                </a:cubicBezTo>
                <a:cubicBezTo>
                  <a:pt x="58719" y="127833"/>
                  <a:pt x="49702" y="141034"/>
                  <a:pt x="38486" y="141034"/>
                </a:cubicBezTo>
                <a:cubicBezTo>
                  <a:pt x="34527" y="141034"/>
                  <a:pt x="32550" y="138394"/>
                  <a:pt x="32550" y="133112"/>
                </a:cubicBezTo>
                <a:cubicBezTo>
                  <a:pt x="32550" y="128713"/>
                  <a:pt x="33869" y="125414"/>
                  <a:pt x="36728" y="118592"/>
                </a:cubicBezTo>
                <a:lnTo>
                  <a:pt x="49923" y="855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D09C6D66-FB25-4A20-904C-3047014C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330" y="1548361"/>
            <a:ext cx="60259" cy="219921"/>
          </a:xfrm>
          <a:custGeom xmlns:a="http://schemas.openxmlformats.org/drawingml/2006/main">
            <a:pathLst>
              <a:path w="60259" h="219921">
                <a:moveTo>
                  <a:pt x="60259" y="109961"/>
                </a:moveTo>
                <a:cubicBezTo>
                  <a:pt x="60259" y="34749"/>
                  <a:pt x="7480" y="0"/>
                  <a:pt x="3299" y="0"/>
                </a:cubicBezTo>
                <a:cubicBezTo>
                  <a:pt x="662" y="0"/>
                  <a:pt x="0" y="1980"/>
                  <a:pt x="0" y="3081"/>
                </a:cubicBezTo>
                <a:cubicBezTo>
                  <a:pt x="0" y="4400"/>
                  <a:pt x="221" y="4621"/>
                  <a:pt x="4181" y="8138"/>
                </a:cubicBezTo>
                <a:cubicBezTo>
                  <a:pt x="23973" y="25071"/>
                  <a:pt x="44426" y="57622"/>
                  <a:pt x="44426" y="109961"/>
                </a:cubicBezTo>
                <a:cubicBezTo>
                  <a:pt x="44426" y="156586"/>
                  <a:pt x="28151" y="191552"/>
                  <a:pt x="3299" y="212445"/>
                </a:cubicBezTo>
                <a:cubicBezTo>
                  <a:pt x="221" y="215304"/>
                  <a:pt x="0" y="215525"/>
                  <a:pt x="0" y="216844"/>
                </a:cubicBezTo>
                <a:cubicBezTo>
                  <a:pt x="0" y="217945"/>
                  <a:pt x="662" y="219921"/>
                  <a:pt x="3299" y="219921"/>
                </a:cubicBezTo>
                <a:cubicBezTo>
                  <a:pt x="7259" y="219921"/>
                  <a:pt x="60259" y="185394"/>
                  <a:pt x="60259" y="109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CE91FF9A-CA31-4F9A-AE7D-5740CA28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957" y="110927"/>
            <a:ext cx="177147" cy="217130"/>
          </a:xfrm>
          <a:custGeom xmlns:a="http://schemas.openxmlformats.org/drawingml/2006/main">
            <a:pathLst>
              <a:path w="177147" h="217130">
                <a:moveTo>
                  <a:pt x="125356" y="102293"/>
                </a:moveTo>
                <a:cubicBezTo>
                  <a:pt x="124366" y="78202"/>
                  <a:pt x="119417" y="54443"/>
                  <a:pt x="109521" y="32663"/>
                </a:cubicBezTo>
                <a:cubicBezTo>
                  <a:pt x="98634" y="9241"/>
                  <a:pt x="83130" y="0"/>
                  <a:pt x="65648" y="0"/>
                </a:cubicBezTo>
                <a:cubicBezTo>
                  <a:pt x="23753" y="0"/>
                  <a:pt x="0" y="49163"/>
                  <a:pt x="0" y="60056"/>
                </a:cubicBezTo>
                <a:cubicBezTo>
                  <a:pt x="0" y="63686"/>
                  <a:pt x="3629" y="63686"/>
                  <a:pt x="4621" y="63686"/>
                </a:cubicBezTo>
                <a:cubicBezTo>
                  <a:pt x="7259" y="63686"/>
                  <a:pt x="8251" y="63025"/>
                  <a:pt x="9237" y="60384"/>
                </a:cubicBezTo>
                <a:cubicBezTo>
                  <a:pt x="19792" y="29694"/>
                  <a:pt x="50473" y="24414"/>
                  <a:pt x="61359" y="24414"/>
                </a:cubicBezTo>
                <a:cubicBezTo>
                  <a:pt x="114469" y="24414"/>
                  <a:pt x="116120" y="87776"/>
                  <a:pt x="116120" y="108892"/>
                </a:cubicBezTo>
                <a:cubicBezTo>
                  <a:pt x="116120" y="128694"/>
                  <a:pt x="114801" y="133315"/>
                  <a:pt x="113150" y="137936"/>
                </a:cubicBezTo>
                <a:cubicBezTo>
                  <a:pt x="104573" y="166975"/>
                  <a:pt x="95669" y="200967"/>
                  <a:pt x="95669" y="209876"/>
                </a:cubicBezTo>
                <a:cubicBezTo>
                  <a:pt x="95669" y="212181"/>
                  <a:pt x="95669" y="217130"/>
                  <a:pt x="100285" y="217130"/>
                </a:cubicBezTo>
                <a:cubicBezTo>
                  <a:pt x="102595" y="217130"/>
                  <a:pt x="105564" y="217130"/>
                  <a:pt x="111172" y="197005"/>
                </a:cubicBezTo>
                <a:cubicBezTo>
                  <a:pt x="119750" y="166642"/>
                  <a:pt x="122060" y="148823"/>
                  <a:pt x="124038" y="135293"/>
                </a:cubicBezTo>
                <a:cubicBezTo>
                  <a:pt x="124366" y="131664"/>
                  <a:pt x="141852" y="78202"/>
                  <a:pt x="171540" y="19138"/>
                </a:cubicBezTo>
                <a:cubicBezTo>
                  <a:pt x="177147" y="8577"/>
                  <a:pt x="177147" y="7918"/>
                  <a:pt x="177147" y="7259"/>
                </a:cubicBezTo>
                <a:cubicBezTo>
                  <a:pt x="177147" y="4953"/>
                  <a:pt x="175496" y="3629"/>
                  <a:pt x="172859" y="3629"/>
                </a:cubicBezTo>
                <a:cubicBezTo>
                  <a:pt x="172199" y="3629"/>
                  <a:pt x="169888" y="3629"/>
                  <a:pt x="168570" y="5612"/>
                </a:cubicBezTo>
                <a:cubicBezTo>
                  <a:pt x="160984" y="19138"/>
                  <a:pt x="153066" y="36292"/>
                  <a:pt x="146140" y="51806"/>
                </a:cubicBezTo>
                <a:cubicBezTo>
                  <a:pt x="144489" y="55102"/>
                  <a:pt x="135585" y="75564"/>
                  <a:pt x="125356" y="1022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3A0C8E1A-DEFB-403E-A55E-7F910339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173" y="111319"/>
            <a:ext cx="167251" cy="149236"/>
          </a:xfrm>
          <a:custGeom xmlns:a="http://schemas.openxmlformats.org/drawingml/2006/main">
            <a:pathLst>
              <a:path w="167251" h="149236">
                <a:moveTo>
                  <a:pt x="55752" y="9563"/>
                </a:moveTo>
                <a:cubicBezTo>
                  <a:pt x="55752" y="4288"/>
                  <a:pt x="51464" y="0"/>
                  <a:pt x="45524" y="0"/>
                </a:cubicBezTo>
                <a:cubicBezTo>
                  <a:pt x="34969" y="0"/>
                  <a:pt x="32331" y="9563"/>
                  <a:pt x="31667" y="12865"/>
                </a:cubicBezTo>
                <a:lnTo>
                  <a:pt x="992" y="134074"/>
                </a:lnTo>
                <a:cubicBezTo>
                  <a:pt x="659" y="135721"/>
                  <a:pt x="0" y="137699"/>
                  <a:pt x="0" y="139672"/>
                </a:cubicBezTo>
                <a:cubicBezTo>
                  <a:pt x="0" y="143961"/>
                  <a:pt x="2970" y="149236"/>
                  <a:pt x="10228" y="149236"/>
                </a:cubicBezTo>
                <a:cubicBezTo>
                  <a:pt x="14844" y="149236"/>
                  <a:pt x="19793" y="146271"/>
                  <a:pt x="22103" y="142310"/>
                </a:cubicBezTo>
                <a:cubicBezTo>
                  <a:pt x="24740" y="137699"/>
                  <a:pt x="37938" y="81061"/>
                  <a:pt x="40577" y="70193"/>
                </a:cubicBezTo>
                <a:cubicBezTo>
                  <a:pt x="52783" y="70526"/>
                  <a:pt x="64989" y="71512"/>
                  <a:pt x="76531" y="75136"/>
                </a:cubicBezTo>
                <a:cubicBezTo>
                  <a:pt x="96328" y="81393"/>
                  <a:pt x="98634" y="90283"/>
                  <a:pt x="98634" y="97853"/>
                </a:cubicBezTo>
                <a:cubicBezTo>
                  <a:pt x="98634" y="100818"/>
                  <a:pt x="98634" y="101478"/>
                  <a:pt x="97648" y="105428"/>
                </a:cubicBezTo>
                <a:cubicBezTo>
                  <a:pt x="96987" y="108393"/>
                  <a:pt x="96328" y="112672"/>
                  <a:pt x="96328" y="115964"/>
                </a:cubicBezTo>
                <a:cubicBezTo>
                  <a:pt x="96328" y="135394"/>
                  <a:pt x="109854" y="149236"/>
                  <a:pt x="127995" y="149236"/>
                </a:cubicBezTo>
                <a:cubicBezTo>
                  <a:pt x="140529" y="149236"/>
                  <a:pt x="148446" y="141651"/>
                  <a:pt x="154386" y="132101"/>
                </a:cubicBezTo>
                <a:cubicBezTo>
                  <a:pt x="162631" y="119588"/>
                  <a:pt x="167251" y="99831"/>
                  <a:pt x="167251" y="98513"/>
                </a:cubicBezTo>
                <a:cubicBezTo>
                  <a:pt x="167251" y="96866"/>
                  <a:pt x="166260" y="94561"/>
                  <a:pt x="162963" y="94561"/>
                </a:cubicBezTo>
                <a:cubicBezTo>
                  <a:pt x="159333" y="94561"/>
                  <a:pt x="158674" y="96207"/>
                  <a:pt x="157023" y="102137"/>
                </a:cubicBezTo>
                <a:cubicBezTo>
                  <a:pt x="152735" y="118929"/>
                  <a:pt x="144490" y="140991"/>
                  <a:pt x="128986" y="140991"/>
                </a:cubicBezTo>
                <a:cubicBezTo>
                  <a:pt x="119417" y="140991"/>
                  <a:pt x="118425" y="132429"/>
                  <a:pt x="118425" y="125185"/>
                </a:cubicBezTo>
                <a:cubicBezTo>
                  <a:pt x="118425" y="116956"/>
                  <a:pt x="120736" y="108393"/>
                  <a:pt x="120736" y="107734"/>
                </a:cubicBezTo>
                <a:cubicBezTo>
                  <a:pt x="121396" y="105428"/>
                  <a:pt x="122387" y="101150"/>
                  <a:pt x="122387" y="96866"/>
                </a:cubicBezTo>
                <a:cubicBezTo>
                  <a:pt x="122387" y="77109"/>
                  <a:pt x="104573" y="70526"/>
                  <a:pt x="98966" y="68547"/>
                </a:cubicBezTo>
                <a:cubicBezTo>
                  <a:pt x="95336" y="67233"/>
                  <a:pt x="85440" y="63941"/>
                  <a:pt x="58058" y="61964"/>
                </a:cubicBezTo>
                <a:cubicBezTo>
                  <a:pt x="67295" y="57026"/>
                  <a:pt x="74885" y="51096"/>
                  <a:pt x="89397" y="39242"/>
                </a:cubicBezTo>
                <a:cubicBezTo>
                  <a:pt x="103913" y="27710"/>
                  <a:pt x="113809" y="20120"/>
                  <a:pt x="125684" y="15171"/>
                </a:cubicBezTo>
                <a:cubicBezTo>
                  <a:pt x="125684" y="15504"/>
                  <a:pt x="124366" y="19133"/>
                  <a:pt x="124366" y="21438"/>
                </a:cubicBezTo>
                <a:cubicBezTo>
                  <a:pt x="124366" y="27051"/>
                  <a:pt x="127995" y="33318"/>
                  <a:pt x="136899" y="33318"/>
                </a:cubicBezTo>
                <a:cubicBezTo>
                  <a:pt x="147786" y="33318"/>
                  <a:pt x="155045" y="23421"/>
                  <a:pt x="155045" y="15504"/>
                </a:cubicBezTo>
                <a:cubicBezTo>
                  <a:pt x="155045" y="14184"/>
                  <a:pt x="155045" y="3624"/>
                  <a:pt x="141519" y="3624"/>
                </a:cubicBezTo>
                <a:cubicBezTo>
                  <a:pt x="121068" y="3624"/>
                  <a:pt x="101276" y="19792"/>
                  <a:pt x="85440" y="32326"/>
                </a:cubicBezTo>
                <a:cubicBezTo>
                  <a:pt x="65976" y="48137"/>
                  <a:pt x="57730" y="54720"/>
                  <a:pt x="43546" y="59658"/>
                </a:cubicBezTo>
                <a:lnTo>
                  <a:pt x="55752" y="95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4C45FD36-4991-42FD-A732-17EE8C13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00" y="2608602"/>
            <a:ext cx="35628" cy="35622"/>
          </a:xfrm>
          <a:custGeom xmlns:a="http://schemas.openxmlformats.org/drawingml/2006/main">
            <a:pathLst>
              <a:path w="35628" h="35622">
                <a:moveTo>
                  <a:pt x="35628" y="17813"/>
                </a:moveTo>
                <a:cubicBezTo>
                  <a:pt x="35628" y="8245"/>
                  <a:pt x="27710" y="0"/>
                  <a:pt x="17814" y="0"/>
                </a:cubicBezTo>
                <a:cubicBezTo>
                  <a:pt x="7918" y="0"/>
                  <a:pt x="0" y="8245"/>
                  <a:pt x="0" y="17813"/>
                </a:cubicBezTo>
                <a:cubicBezTo>
                  <a:pt x="0" y="27710"/>
                  <a:pt x="7918" y="35622"/>
                  <a:pt x="17814" y="35622"/>
                </a:cubicBezTo>
                <a:cubicBezTo>
                  <a:pt x="27710" y="35622"/>
                  <a:pt x="35628" y="27710"/>
                  <a:pt x="35628" y="178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411A1373-DCCC-461D-9A5B-93E3F47E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246" y="2608602"/>
            <a:ext cx="35628" cy="35622"/>
          </a:xfrm>
          <a:custGeom xmlns:a="http://schemas.openxmlformats.org/drawingml/2006/main">
            <a:pathLst>
              <a:path w="35628" h="35622">
                <a:moveTo>
                  <a:pt x="35628" y="17813"/>
                </a:moveTo>
                <a:cubicBezTo>
                  <a:pt x="35628" y="8245"/>
                  <a:pt x="27710" y="0"/>
                  <a:pt x="17814" y="0"/>
                </a:cubicBezTo>
                <a:cubicBezTo>
                  <a:pt x="7918" y="0"/>
                  <a:pt x="0" y="8245"/>
                  <a:pt x="0" y="17813"/>
                </a:cubicBezTo>
                <a:cubicBezTo>
                  <a:pt x="0" y="27710"/>
                  <a:pt x="7918" y="35622"/>
                  <a:pt x="17814" y="35622"/>
                </a:cubicBezTo>
                <a:cubicBezTo>
                  <a:pt x="27710" y="35622"/>
                  <a:pt x="35628" y="27710"/>
                  <a:pt x="35628" y="178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6E3B41C8-9ACC-403F-A0CA-8A55CBA3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591" y="2608602"/>
            <a:ext cx="35628" cy="35622"/>
          </a:xfrm>
          <a:custGeom xmlns:a="http://schemas.openxmlformats.org/drawingml/2006/main">
            <a:pathLst>
              <a:path w="35628" h="35622">
                <a:moveTo>
                  <a:pt x="35628" y="17813"/>
                </a:moveTo>
                <a:cubicBezTo>
                  <a:pt x="35628" y="8245"/>
                  <a:pt x="27710" y="0"/>
                  <a:pt x="17814" y="0"/>
                </a:cubicBezTo>
                <a:cubicBezTo>
                  <a:pt x="7918" y="0"/>
                  <a:pt x="0" y="8245"/>
                  <a:pt x="0" y="17813"/>
                </a:cubicBezTo>
                <a:cubicBezTo>
                  <a:pt x="0" y="27710"/>
                  <a:pt x="7918" y="35622"/>
                  <a:pt x="17814" y="35622"/>
                </a:cubicBezTo>
                <a:cubicBezTo>
                  <a:pt x="27710" y="35622"/>
                  <a:pt x="35628" y="27710"/>
                  <a:pt x="35628" y="178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2A6D8DEF-C450-4F45-9EB4-3730DF1F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474" y="4906264"/>
            <a:ext cx="35628" cy="35622"/>
          </a:xfrm>
          <a:custGeom xmlns:a="http://schemas.openxmlformats.org/drawingml/2006/main">
            <a:pathLst>
              <a:path w="35628" h="35622">
                <a:moveTo>
                  <a:pt x="35628" y="17813"/>
                </a:moveTo>
                <a:cubicBezTo>
                  <a:pt x="35628" y="8245"/>
                  <a:pt x="27710" y="0"/>
                  <a:pt x="17814" y="0"/>
                </a:cubicBezTo>
                <a:cubicBezTo>
                  <a:pt x="7918" y="0"/>
                  <a:pt x="0" y="8245"/>
                  <a:pt x="0" y="17813"/>
                </a:cubicBezTo>
                <a:cubicBezTo>
                  <a:pt x="0" y="27710"/>
                  <a:pt x="7918" y="35622"/>
                  <a:pt x="17814" y="35622"/>
                </a:cubicBezTo>
                <a:cubicBezTo>
                  <a:pt x="27710" y="35622"/>
                  <a:pt x="35628" y="27710"/>
                  <a:pt x="35628" y="178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F0DC671E-6D77-4C08-BEB5-00C982E4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819" y="4906264"/>
            <a:ext cx="35628" cy="35622"/>
          </a:xfrm>
          <a:custGeom xmlns:a="http://schemas.openxmlformats.org/drawingml/2006/main">
            <a:pathLst>
              <a:path w="35628" h="35622">
                <a:moveTo>
                  <a:pt x="35628" y="17813"/>
                </a:moveTo>
                <a:cubicBezTo>
                  <a:pt x="35628" y="8245"/>
                  <a:pt x="27710" y="0"/>
                  <a:pt x="17814" y="0"/>
                </a:cubicBezTo>
                <a:cubicBezTo>
                  <a:pt x="7918" y="0"/>
                  <a:pt x="0" y="8245"/>
                  <a:pt x="0" y="17813"/>
                </a:cubicBezTo>
                <a:cubicBezTo>
                  <a:pt x="0" y="27710"/>
                  <a:pt x="7918" y="35622"/>
                  <a:pt x="17814" y="35622"/>
                </a:cubicBezTo>
                <a:cubicBezTo>
                  <a:pt x="27710" y="35622"/>
                  <a:pt x="35628" y="27710"/>
                  <a:pt x="35628" y="178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BCB861FA-447E-4642-8FBF-210EB51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165" y="4906264"/>
            <a:ext cx="35628" cy="35622"/>
          </a:xfrm>
          <a:custGeom xmlns:a="http://schemas.openxmlformats.org/drawingml/2006/main">
            <a:pathLst>
              <a:path w="35628" h="35622">
                <a:moveTo>
                  <a:pt x="35628" y="17813"/>
                </a:moveTo>
                <a:cubicBezTo>
                  <a:pt x="35628" y="8245"/>
                  <a:pt x="27710" y="0"/>
                  <a:pt x="17814" y="0"/>
                </a:cubicBezTo>
                <a:cubicBezTo>
                  <a:pt x="7918" y="0"/>
                  <a:pt x="0" y="8245"/>
                  <a:pt x="0" y="17813"/>
                </a:cubicBezTo>
                <a:cubicBezTo>
                  <a:pt x="0" y="27710"/>
                  <a:pt x="7918" y="35622"/>
                  <a:pt x="17814" y="35622"/>
                </a:cubicBezTo>
                <a:cubicBezTo>
                  <a:pt x="27710" y="35622"/>
                  <a:pt x="35628" y="27710"/>
                  <a:pt x="35628" y="178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B60245D1-5DBA-4E24-8D03-76DEF439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874" y="3470858"/>
            <a:ext cx="240812" cy="232593"/>
          </a:xfrm>
          <a:custGeom xmlns:a="http://schemas.openxmlformats.org/drawingml/2006/main">
            <a:pathLst>
              <a:path w="240812" h="232593">
                <a:moveTo>
                  <a:pt x="110840" y="23100"/>
                </a:moveTo>
                <a:cubicBezTo>
                  <a:pt x="112818" y="14849"/>
                  <a:pt x="113809" y="11547"/>
                  <a:pt x="119744" y="10561"/>
                </a:cubicBezTo>
                <a:cubicBezTo>
                  <a:pt x="122713" y="10228"/>
                  <a:pt x="133601" y="10228"/>
                  <a:pt x="140527" y="10228"/>
                </a:cubicBezTo>
                <a:cubicBezTo>
                  <a:pt x="166586" y="10228"/>
                  <a:pt x="202874" y="10228"/>
                  <a:pt x="202874" y="43555"/>
                </a:cubicBezTo>
                <a:cubicBezTo>
                  <a:pt x="202874" y="55768"/>
                  <a:pt x="197925" y="80517"/>
                  <a:pt x="179125" y="94707"/>
                </a:cubicBezTo>
                <a:cubicBezTo>
                  <a:pt x="171207" y="99987"/>
                  <a:pt x="154711" y="108564"/>
                  <a:pt x="127993" y="108564"/>
                </a:cubicBezTo>
                <a:lnTo>
                  <a:pt x="89396" y="108564"/>
                </a:lnTo>
                <a:lnTo>
                  <a:pt x="110840" y="23100"/>
                </a:lnTo>
                <a:moveTo>
                  <a:pt x="161970" y="113517"/>
                </a:moveTo>
                <a:cubicBezTo>
                  <a:pt x="206835" y="101966"/>
                  <a:pt x="234545" y="76888"/>
                  <a:pt x="234545" y="49827"/>
                </a:cubicBezTo>
                <a:cubicBezTo>
                  <a:pt x="234545" y="21116"/>
                  <a:pt x="203206" y="0"/>
                  <a:pt x="159333" y="0"/>
                </a:cubicBezTo>
                <a:lnTo>
                  <a:pt x="63665" y="0"/>
                </a:lnTo>
                <a:cubicBezTo>
                  <a:pt x="57724" y="0"/>
                  <a:pt x="53769" y="0"/>
                  <a:pt x="53769" y="5939"/>
                </a:cubicBezTo>
                <a:cubicBezTo>
                  <a:pt x="53769" y="10228"/>
                  <a:pt x="56738" y="10228"/>
                  <a:pt x="63665" y="10228"/>
                </a:cubicBezTo>
                <a:cubicBezTo>
                  <a:pt x="64983" y="10228"/>
                  <a:pt x="70922" y="10228"/>
                  <a:pt x="76198" y="10888"/>
                </a:cubicBezTo>
                <a:cubicBezTo>
                  <a:pt x="81810" y="11547"/>
                  <a:pt x="84116" y="12206"/>
                  <a:pt x="84116" y="15841"/>
                </a:cubicBezTo>
                <a:cubicBezTo>
                  <a:pt x="84116" y="17487"/>
                  <a:pt x="83789" y="18810"/>
                  <a:pt x="82797" y="22439"/>
                </a:cubicBezTo>
                <a:lnTo>
                  <a:pt x="38265" y="200267"/>
                </a:lnTo>
                <a:cubicBezTo>
                  <a:pt x="35296" y="212141"/>
                  <a:pt x="34636" y="215110"/>
                  <a:pt x="9896" y="215110"/>
                </a:cubicBezTo>
                <a:cubicBezTo>
                  <a:pt x="3629" y="215110"/>
                  <a:pt x="0" y="215110"/>
                  <a:pt x="0" y="221050"/>
                </a:cubicBezTo>
                <a:cubicBezTo>
                  <a:pt x="0" y="224679"/>
                  <a:pt x="2637" y="225339"/>
                  <a:pt x="4947" y="225339"/>
                </a:cubicBezTo>
                <a:cubicBezTo>
                  <a:pt x="10223" y="225339"/>
                  <a:pt x="20119" y="225006"/>
                  <a:pt x="25726" y="224679"/>
                </a:cubicBezTo>
                <a:cubicBezTo>
                  <a:pt x="32657" y="224347"/>
                  <a:pt x="33317" y="224347"/>
                  <a:pt x="46183" y="224347"/>
                </a:cubicBezTo>
                <a:cubicBezTo>
                  <a:pt x="56738" y="224347"/>
                  <a:pt x="57398" y="224347"/>
                  <a:pt x="67294" y="224679"/>
                </a:cubicBezTo>
                <a:cubicBezTo>
                  <a:pt x="73893" y="225006"/>
                  <a:pt x="82138" y="225339"/>
                  <a:pt x="88405" y="225339"/>
                </a:cubicBezTo>
                <a:cubicBezTo>
                  <a:pt x="90715" y="225339"/>
                  <a:pt x="95004" y="225339"/>
                  <a:pt x="95004" y="219399"/>
                </a:cubicBezTo>
                <a:cubicBezTo>
                  <a:pt x="95004" y="215110"/>
                  <a:pt x="91706" y="215110"/>
                  <a:pt x="84775" y="215110"/>
                </a:cubicBezTo>
                <a:cubicBezTo>
                  <a:pt x="83457" y="215110"/>
                  <a:pt x="77522" y="215110"/>
                  <a:pt x="72242" y="214451"/>
                </a:cubicBezTo>
                <a:cubicBezTo>
                  <a:pt x="64983" y="213465"/>
                  <a:pt x="64657" y="212141"/>
                  <a:pt x="64657" y="209176"/>
                </a:cubicBezTo>
                <a:cubicBezTo>
                  <a:pt x="64657" y="208184"/>
                  <a:pt x="64657" y="207525"/>
                  <a:pt x="66302" y="201585"/>
                </a:cubicBezTo>
                <a:lnTo>
                  <a:pt x="87418" y="116815"/>
                </a:lnTo>
                <a:lnTo>
                  <a:pt x="127993" y="116815"/>
                </a:lnTo>
                <a:cubicBezTo>
                  <a:pt x="157682" y="116815"/>
                  <a:pt x="165268" y="133969"/>
                  <a:pt x="165268" y="146503"/>
                </a:cubicBezTo>
                <a:cubicBezTo>
                  <a:pt x="165268" y="148808"/>
                  <a:pt x="165268" y="151119"/>
                  <a:pt x="163289" y="158376"/>
                </a:cubicBezTo>
                <a:cubicBezTo>
                  <a:pt x="155372" y="188725"/>
                  <a:pt x="155372" y="191694"/>
                  <a:pt x="155372" y="196637"/>
                </a:cubicBezTo>
                <a:cubicBezTo>
                  <a:pt x="155372" y="226326"/>
                  <a:pt x="183413" y="232593"/>
                  <a:pt x="200235" y="232593"/>
                </a:cubicBezTo>
                <a:cubicBezTo>
                  <a:pt x="228937" y="232593"/>
                  <a:pt x="240812" y="199280"/>
                  <a:pt x="240812" y="194000"/>
                </a:cubicBezTo>
                <a:cubicBezTo>
                  <a:pt x="240812" y="191694"/>
                  <a:pt x="238833" y="190043"/>
                  <a:pt x="236523" y="190043"/>
                </a:cubicBezTo>
                <a:cubicBezTo>
                  <a:pt x="232894" y="190043"/>
                  <a:pt x="232566" y="191694"/>
                  <a:pt x="231243" y="195651"/>
                </a:cubicBezTo>
                <a:cubicBezTo>
                  <a:pt x="225635" y="212806"/>
                  <a:pt x="213433" y="224347"/>
                  <a:pt x="201227" y="224347"/>
                </a:cubicBezTo>
                <a:cubicBezTo>
                  <a:pt x="188688" y="224347"/>
                  <a:pt x="188029" y="214451"/>
                  <a:pt x="188029" y="204887"/>
                </a:cubicBezTo>
                <a:cubicBezTo>
                  <a:pt x="188029" y="196637"/>
                  <a:pt x="190340" y="177510"/>
                  <a:pt x="190672" y="175200"/>
                </a:cubicBezTo>
                <a:cubicBezTo>
                  <a:pt x="191331" y="169919"/>
                  <a:pt x="192978" y="156726"/>
                  <a:pt x="192978" y="151778"/>
                </a:cubicBezTo>
                <a:cubicBezTo>
                  <a:pt x="192978" y="132978"/>
                  <a:pt x="181103" y="120111"/>
                  <a:pt x="161970" y="113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7409C602-AF55-400A-A09E-8CBBDFE9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65" y="3744367"/>
            <a:ext cx="105344" cy="99222"/>
          </a:xfrm>
          <a:custGeom xmlns:a="http://schemas.openxmlformats.org/drawingml/2006/main">
            <a:pathLst>
              <a:path w="105344" h="99222">
                <a:moveTo>
                  <a:pt x="25071" y="77229"/>
                </a:moveTo>
                <a:cubicBezTo>
                  <a:pt x="31886" y="70628"/>
                  <a:pt x="39585" y="64245"/>
                  <a:pt x="51242" y="55443"/>
                </a:cubicBezTo>
                <a:cubicBezTo>
                  <a:pt x="66195" y="44000"/>
                  <a:pt x="74994" y="37178"/>
                  <a:pt x="84451" y="28376"/>
                </a:cubicBezTo>
                <a:cubicBezTo>
                  <a:pt x="96984" y="16936"/>
                  <a:pt x="105344" y="5279"/>
                  <a:pt x="105344" y="3080"/>
                </a:cubicBezTo>
                <a:cubicBezTo>
                  <a:pt x="105344" y="0"/>
                  <a:pt x="102262" y="0"/>
                  <a:pt x="101383" y="0"/>
                </a:cubicBezTo>
                <a:cubicBezTo>
                  <a:pt x="99186" y="0"/>
                  <a:pt x="98524" y="443"/>
                  <a:pt x="96984" y="2859"/>
                </a:cubicBezTo>
                <a:cubicBezTo>
                  <a:pt x="93025" y="8577"/>
                  <a:pt x="87088" y="15175"/>
                  <a:pt x="80051" y="15175"/>
                </a:cubicBezTo>
                <a:cubicBezTo>
                  <a:pt x="74772" y="15175"/>
                  <a:pt x="70155" y="11437"/>
                  <a:pt x="67296" y="9017"/>
                </a:cubicBezTo>
                <a:cubicBezTo>
                  <a:pt x="61578" y="4181"/>
                  <a:pt x="56517" y="0"/>
                  <a:pt x="48383" y="0"/>
                </a:cubicBezTo>
                <a:cubicBezTo>
                  <a:pt x="29910" y="0"/>
                  <a:pt x="17594" y="19356"/>
                  <a:pt x="17594" y="25957"/>
                </a:cubicBezTo>
                <a:cubicBezTo>
                  <a:pt x="17594" y="28376"/>
                  <a:pt x="19352" y="29259"/>
                  <a:pt x="21551" y="29259"/>
                </a:cubicBezTo>
                <a:cubicBezTo>
                  <a:pt x="24410" y="29259"/>
                  <a:pt x="25071" y="27937"/>
                  <a:pt x="25729" y="26177"/>
                </a:cubicBezTo>
                <a:cubicBezTo>
                  <a:pt x="28809" y="18477"/>
                  <a:pt x="41124" y="17815"/>
                  <a:pt x="45743" y="17815"/>
                </a:cubicBezTo>
                <a:cubicBezTo>
                  <a:pt x="51461" y="17815"/>
                  <a:pt x="57178" y="18916"/>
                  <a:pt x="61578" y="20016"/>
                </a:cubicBezTo>
                <a:cubicBezTo>
                  <a:pt x="72792" y="22215"/>
                  <a:pt x="75212" y="22215"/>
                  <a:pt x="80051" y="22436"/>
                </a:cubicBezTo>
                <a:cubicBezTo>
                  <a:pt x="74994" y="27279"/>
                  <a:pt x="69716" y="32118"/>
                  <a:pt x="55420" y="42900"/>
                </a:cubicBezTo>
                <a:cubicBezTo>
                  <a:pt x="37605" y="56544"/>
                  <a:pt x="31007" y="61604"/>
                  <a:pt x="21772" y="70189"/>
                </a:cubicBezTo>
                <a:cubicBezTo>
                  <a:pt x="10554" y="80309"/>
                  <a:pt x="0" y="93286"/>
                  <a:pt x="0" y="96145"/>
                </a:cubicBezTo>
                <a:cubicBezTo>
                  <a:pt x="0" y="99222"/>
                  <a:pt x="3299" y="99222"/>
                  <a:pt x="4178" y="99222"/>
                </a:cubicBezTo>
                <a:cubicBezTo>
                  <a:pt x="6376" y="99222"/>
                  <a:pt x="6816" y="98782"/>
                  <a:pt x="8138" y="97024"/>
                </a:cubicBezTo>
                <a:cubicBezTo>
                  <a:pt x="16933" y="85369"/>
                  <a:pt x="25510" y="84051"/>
                  <a:pt x="29027" y="84051"/>
                </a:cubicBezTo>
                <a:cubicBezTo>
                  <a:pt x="34306" y="84051"/>
                  <a:pt x="38044" y="86906"/>
                  <a:pt x="42004" y="90208"/>
                </a:cubicBezTo>
                <a:cubicBezTo>
                  <a:pt x="48602" y="95265"/>
                  <a:pt x="53219" y="99222"/>
                  <a:pt x="61138" y="99222"/>
                </a:cubicBezTo>
                <a:cubicBezTo>
                  <a:pt x="85548" y="99222"/>
                  <a:pt x="101162" y="72386"/>
                  <a:pt x="101162" y="64467"/>
                </a:cubicBezTo>
                <a:cubicBezTo>
                  <a:pt x="101162" y="62487"/>
                  <a:pt x="99186" y="61386"/>
                  <a:pt x="96984" y="61386"/>
                </a:cubicBezTo>
                <a:cubicBezTo>
                  <a:pt x="93907" y="61386"/>
                  <a:pt x="93468" y="62705"/>
                  <a:pt x="92806" y="64907"/>
                </a:cubicBezTo>
                <a:cubicBezTo>
                  <a:pt x="88407" y="77010"/>
                  <a:pt x="73893" y="81410"/>
                  <a:pt x="63558" y="81410"/>
                </a:cubicBezTo>
                <a:cubicBezTo>
                  <a:pt x="58279" y="81410"/>
                  <a:pt x="53000" y="80309"/>
                  <a:pt x="47282" y="79208"/>
                </a:cubicBezTo>
                <a:cubicBezTo>
                  <a:pt x="40685" y="77889"/>
                  <a:pt x="35406" y="76789"/>
                  <a:pt x="30128" y="76789"/>
                </a:cubicBezTo>
                <a:cubicBezTo>
                  <a:pt x="29027" y="76789"/>
                  <a:pt x="27051" y="76789"/>
                  <a:pt x="25071" y="7722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776BF36A-4E1D-4F90-B068-20CE7FBE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792" y="3582434"/>
            <a:ext cx="53882" cy="183267"/>
          </a:xfrm>
          <a:custGeom xmlns:a="http://schemas.openxmlformats.org/drawingml/2006/main">
            <a:pathLst>
              <a:path w="53882" h="183267">
                <a:moveTo>
                  <a:pt x="53330" y="4399"/>
                </a:moveTo>
                <a:cubicBezTo>
                  <a:pt x="53330" y="4217"/>
                  <a:pt x="53882" y="3485"/>
                  <a:pt x="53882" y="2567"/>
                </a:cubicBezTo>
                <a:cubicBezTo>
                  <a:pt x="53882" y="1835"/>
                  <a:pt x="53512" y="0"/>
                  <a:pt x="50763" y="0"/>
                </a:cubicBezTo>
                <a:cubicBezTo>
                  <a:pt x="47099" y="0"/>
                  <a:pt x="0" y="29324"/>
                  <a:pt x="0" y="91633"/>
                </a:cubicBezTo>
                <a:cubicBezTo>
                  <a:pt x="0" y="153762"/>
                  <a:pt x="47099" y="183267"/>
                  <a:pt x="50763" y="183267"/>
                </a:cubicBezTo>
                <a:cubicBezTo>
                  <a:pt x="53512" y="183267"/>
                  <a:pt x="53882" y="181434"/>
                  <a:pt x="53882" y="180702"/>
                </a:cubicBezTo>
                <a:cubicBezTo>
                  <a:pt x="53882" y="179418"/>
                  <a:pt x="53146" y="178870"/>
                  <a:pt x="52413" y="178319"/>
                </a:cubicBezTo>
                <a:cubicBezTo>
                  <a:pt x="19974" y="152478"/>
                  <a:pt x="14111" y="115277"/>
                  <a:pt x="14111" y="91633"/>
                </a:cubicBezTo>
                <a:cubicBezTo>
                  <a:pt x="14111" y="46734"/>
                  <a:pt x="34821" y="17229"/>
                  <a:pt x="53330" y="439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50FD126C-1DC1-4F85-B84C-64FDDBF9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238" y="3597562"/>
            <a:ext cx="64511" cy="124290"/>
          </a:xfrm>
          <a:custGeom xmlns:a="http://schemas.openxmlformats.org/drawingml/2006/main">
            <a:pathLst>
              <a:path w="64511" h="124290">
                <a:moveTo>
                  <a:pt x="55898" y="7881"/>
                </a:moveTo>
                <a:cubicBezTo>
                  <a:pt x="55898" y="3482"/>
                  <a:pt x="52598" y="0"/>
                  <a:pt x="47833" y="0"/>
                </a:cubicBezTo>
                <a:cubicBezTo>
                  <a:pt x="42702" y="0"/>
                  <a:pt x="36656" y="4950"/>
                  <a:pt x="36656" y="10996"/>
                </a:cubicBezTo>
                <a:cubicBezTo>
                  <a:pt x="36656" y="16128"/>
                  <a:pt x="40686" y="18877"/>
                  <a:pt x="44537" y="18877"/>
                </a:cubicBezTo>
                <a:cubicBezTo>
                  <a:pt x="50582" y="18877"/>
                  <a:pt x="55898" y="13378"/>
                  <a:pt x="55898" y="7881"/>
                </a:cubicBezTo>
                <a:moveTo>
                  <a:pt x="64511" y="95879"/>
                </a:moveTo>
                <a:cubicBezTo>
                  <a:pt x="64511" y="93312"/>
                  <a:pt x="61396" y="93312"/>
                  <a:pt x="60664" y="93312"/>
                </a:cubicBezTo>
                <a:cubicBezTo>
                  <a:pt x="57548" y="93312"/>
                  <a:pt x="57364" y="94044"/>
                  <a:pt x="56264" y="97529"/>
                </a:cubicBezTo>
                <a:cubicBezTo>
                  <a:pt x="53149" y="107610"/>
                  <a:pt x="44903" y="118060"/>
                  <a:pt x="35739" y="118060"/>
                </a:cubicBezTo>
                <a:cubicBezTo>
                  <a:pt x="31525" y="118060"/>
                  <a:pt x="30241" y="115127"/>
                  <a:pt x="30241" y="111094"/>
                </a:cubicBezTo>
                <a:cubicBezTo>
                  <a:pt x="30241" y="107243"/>
                  <a:pt x="31155" y="105227"/>
                  <a:pt x="32624" y="101746"/>
                </a:cubicBezTo>
                <a:cubicBezTo>
                  <a:pt x="34089" y="98077"/>
                  <a:pt x="35554" y="94411"/>
                  <a:pt x="36471" y="91847"/>
                </a:cubicBezTo>
                <a:cubicBezTo>
                  <a:pt x="37204" y="90193"/>
                  <a:pt x="44352" y="73147"/>
                  <a:pt x="46919" y="66547"/>
                </a:cubicBezTo>
                <a:cubicBezTo>
                  <a:pt x="48384" y="62878"/>
                  <a:pt x="49483" y="60495"/>
                  <a:pt x="49483" y="57380"/>
                </a:cubicBezTo>
                <a:cubicBezTo>
                  <a:pt x="49483" y="48580"/>
                  <a:pt x="41052" y="41247"/>
                  <a:pt x="29509" y="41247"/>
                </a:cubicBezTo>
                <a:cubicBezTo>
                  <a:pt x="10263" y="41247"/>
                  <a:pt x="0" y="64712"/>
                  <a:pt x="0" y="69662"/>
                </a:cubicBezTo>
                <a:cubicBezTo>
                  <a:pt x="0" y="72229"/>
                  <a:pt x="2934" y="72229"/>
                  <a:pt x="3851" y="72229"/>
                </a:cubicBezTo>
                <a:cubicBezTo>
                  <a:pt x="6966" y="72229"/>
                  <a:pt x="7148" y="71312"/>
                  <a:pt x="8066" y="68563"/>
                </a:cubicBezTo>
                <a:cubicBezTo>
                  <a:pt x="12098" y="55545"/>
                  <a:pt x="20893" y="47481"/>
                  <a:pt x="28773" y="47481"/>
                </a:cubicBezTo>
                <a:cubicBezTo>
                  <a:pt x="32257" y="47481"/>
                  <a:pt x="34273" y="49497"/>
                  <a:pt x="34273" y="54447"/>
                </a:cubicBezTo>
                <a:cubicBezTo>
                  <a:pt x="34273" y="55179"/>
                  <a:pt x="34273" y="57562"/>
                  <a:pt x="33171" y="61046"/>
                </a:cubicBezTo>
                <a:cubicBezTo>
                  <a:pt x="31891" y="64346"/>
                  <a:pt x="23642" y="83963"/>
                  <a:pt x="21077" y="90193"/>
                </a:cubicBezTo>
                <a:cubicBezTo>
                  <a:pt x="19793" y="93312"/>
                  <a:pt x="19793" y="93678"/>
                  <a:pt x="17044" y="99911"/>
                </a:cubicBezTo>
                <a:cubicBezTo>
                  <a:pt x="16127" y="102479"/>
                  <a:pt x="15028" y="105045"/>
                  <a:pt x="15028" y="108161"/>
                </a:cubicBezTo>
                <a:cubicBezTo>
                  <a:pt x="15028" y="117694"/>
                  <a:pt x="24010" y="124290"/>
                  <a:pt x="35006" y="124290"/>
                </a:cubicBezTo>
                <a:cubicBezTo>
                  <a:pt x="54248" y="124290"/>
                  <a:pt x="64511" y="100462"/>
                  <a:pt x="64511" y="958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F707B7B8-FC58-4F8E-A079-5D112AED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12" y="3582434"/>
            <a:ext cx="53697" cy="183267"/>
          </a:xfrm>
          <a:custGeom xmlns:a="http://schemas.openxmlformats.org/drawingml/2006/main">
            <a:pathLst>
              <a:path w="53697" h="183267">
                <a:moveTo>
                  <a:pt x="53697" y="91633"/>
                </a:moveTo>
                <a:cubicBezTo>
                  <a:pt x="53697" y="29508"/>
                  <a:pt x="6597" y="0"/>
                  <a:pt x="2934" y="0"/>
                </a:cubicBezTo>
                <a:cubicBezTo>
                  <a:pt x="0" y="0"/>
                  <a:pt x="0" y="2201"/>
                  <a:pt x="0" y="2567"/>
                </a:cubicBezTo>
                <a:cubicBezTo>
                  <a:pt x="0" y="2752"/>
                  <a:pt x="0" y="3851"/>
                  <a:pt x="1100" y="4950"/>
                </a:cubicBezTo>
                <a:cubicBezTo>
                  <a:pt x="28591" y="26759"/>
                  <a:pt x="39586" y="58646"/>
                  <a:pt x="39586" y="91633"/>
                </a:cubicBezTo>
                <a:cubicBezTo>
                  <a:pt x="39586" y="108129"/>
                  <a:pt x="36471" y="125355"/>
                  <a:pt x="30241" y="140383"/>
                </a:cubicBezTo>
                <a:cubicBezTo>
                  <a:pt x="21443" y="161275"/>
                  <a:pt x="9897" y="171356"/>
                  <a:pt x="917" y="178686"/>
                </a:cubicBezTo>
                <a:cubicBezTo>
                  <a:pt x="366" y="179052"/>
                  <a:pt x="0" y="179969"/>
                  <a:pt x="0" y="180702"/>
                </a:cubicBezTo>
                <a:cubicBezTo>
                  <a:pt x="0" y="181068"/>
                  <a:pt x="0" y="183267"/>
                  <a:pt x="2934" y="183267"/>
                </a:cubicBezTo>
                <a:cubicBezTo>
                  <a:pt x="6597" y="183267"/>
                  <a:pt x="53697" y="153945"/>
                  <a:pt x="53697" y="916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C63FDB84-9326-41AC-BFB3-14A6FF6A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050" y="3822432"/>
            <a:ext cx="71289" cy="116594"/>
          </a:xfrm>
          <a:custGeom xmlns:a="http://schemas.openxmlformats.org/drawingml/2006/main">
            <a:pathLst>
              <a:path w="71289" h="116594">
                <a:moveTo>
                  <a:pt x="42150" y="43946"/>
                </a:moveTo>
                <a:lnTo>
                  <a:pt x="63775" y="43946"/>
                </a:lnTo>
                <a:cubicBezTo>
                  <a:pt x="67623" y="43946"/>
                  <a:pt x="67807" y="43765"/>
                  <a:pt x="68725" y="43031"/>
                </a:cubicBezTo>
                <a:cubicBezTo>
                  <a:pt x="69639" y="42299"/>
                  <a:pt x="70190" y="39916"/>
                  <a:pt x="70190" y="38817"/>
                </a:cubicBezTo>
                <a:cubicBezTo>
                  <a:pt x="70190" y="35699"/>
                  <a:pt x="67441" y="35699"/>
                  <a:pt x="64326" y="35699"/>
                </a:cubicBezTo>
                <a:lnTo>
                  <a:pt x="44167" y="35699"/>
                </a:lnTo>
                <a:lnTo>
                  <a:pt x="48015" y="20507"/>
                </a:lnTo>
                <a:cubicBezTo>
                  <a:pt x="49113" y="15747"/>
                  <a:pt x="51314" y="7509"/>
                  <a:pt x="51314" y="6410"/>
                </a:cubicBezTo>
                <a:cubicBezTo>
                  <a:pt x="51314" y="3297"/>
                  <a:pt x="48932" y="0"/>
                  <a:pt x="44533" y="0"/>
                </a:cubicBezTo>
                <a:cubicBezTo>
                  <a:pt x="41417" y="0"/>
                  <a:pt x="37019" y="2016"/>
                  <a:pt x="35554" y="6960"/>
                </a:cubicBezTo>
                <a:cubicBezTo>
                  <a:pt x="34636" y="10073"/>
                  <a:pt x="36834" y="1465"/>
                  <a:pt x="28222" y="35699"/>
                </a:cubicBezTo>
                <a:lnTo>
                  <a:pt x="6412" y="35699"/>
                </a:lnTo>
                <a:cubicBezTo>
                  <a:pt x="2749" y="35699"/>
                  <a:pt x="0" y="35699"/>
                  <a:pt x="0" y="40834"/>
                </a:cubicBezTo>
                <a:cubicBezTo>
                  <a:pt x="0" y="43946"/>
                  <a:pt x="2564" y="43946"/>
                  <a:pt x="5864" y="43946"/>
                </a:cubicBezTo>
                <a:lnTo>
                  <a:pt x="26205" y="43946"/>
                </a:lnTo>
                <a:lnTo>
                  <a:pt x="15394" y="86944"/>
                </a:lnTo>
                <a:cubicBezTo>
                  <a:pt x="14477" y="90971"/>
                  <a:pt x="13012" y="96642"/>
                  <a:pt x="13012" y="98837"/>
                </a:cubicBezTo>
                <a:cubicBezTo>
                  <a:pt x="13012" y="109268"/>
                  <a:pt x="22723" y="116594"/>
                  <a:pt x="35554" y="116594"/>
                </a:cubicBezTo>
                <a:cubicBezTo>
                  <a:pt x="57727" y="116594"/>
                  <a:pt x="71289" y="91885"/>
                  <a:pt x="71289" y="88225"/>
                </a:cubicBezTo>
                <a:cubicBezTo>
                  <a:pt x="71289" y="85663"/>
                  <a:pt x="68174" y="85663"/>
                  <a:pt x="67441" y="85663"/>
                </a:cubicBezTo>
                <a:cubicBezTo>
                  <a:pt x="64508" y="85663"/>
                  <a:pt x="64141" y="86396"/>
                  <a:pt x="63226" y="88776"/>
                </a:cubicBezTo>
                <a:cubicBezTo>
                  <a:pt x="57178" y="101950"/>
                  <a:pt x="45817" y="110364"/>
                  <a:pt x="36286" y="110364"/>
                </a:cubicBezTo>
                <a:cubicBezTo>
                  <a:pt x="30423" y="110364"/>
                  <a:pt x="28588" y="106155"/>
                  <a:pt x="28588" y="100668"/>
                </a:cubicBezTo>
                <a:cubicBezTo>
                  <a:pt x="28588" y="97741"/>
                  <a:pt x="28773" y="97189"/>
                  <a:pt x="29139" y="95545"/>
                </a:cubicBezTo>
                <a:lnTo>
                  <a:pt x="42150" y="439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6256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2026-10-09T20:32:06.9830000Z</dcterms:created>
  <dcterms:modified xsi:type="dcterms:W3CDTF">2026-10-09T20:32:06.9830000Z</dcterms:modified>
</coreProperties>
</file>