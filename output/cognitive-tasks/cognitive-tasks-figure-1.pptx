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29c9c829c4b73" /><Relationship Type="http://schemas.openxmlformats.org/officeDocument/2006/relationships/extended-properties" Target="/docProps/app.xml" Id="R2d473d22ebb3447d" /><Relationship Type="http://schemas.openxmlformats.org/officeDocument/2006/relationships/officeDocument" Target="/ppt/presentation.xml" Id="R0db876db583c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cdf5ec07af4198"/>
  </p:sldMasterIdLst>
  <p:notesMasterIdLst>
    <p:notesMasterId xmlns:r="http://schemas.openxmlformats.org/officeDocument/2006/relationships" r:id="R0b146566afed4792"/>
  </p:notesMasterIdLst>
  <p:sldIdLst>
    <p:sldId xmlns:r="http://schemas.openxmlformats.org/officeDocument/2006/relationships" id="256" r:id="Rd8f2bcb5da0a4c96"/>
  </p:sldIdLst>
  <p:sldSz cx="12915900" cy="7486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c2feb69ee4a83" /><Relationship Type="http://schemas.openxmlformats.org/officeDocument/2006/relationships/slideMaster" Target="/ppt/slideMasters/slideMaster1.xml" Id="R40cdf5ec07af4198" /><Relationship Type="http://schemas.openxmlformats.org/officeDocument/2006/relationships/notesMaster" Target="/ppt/notesMasters/notesMaster1.xml" Id="R0b146566afed4792" /><Relationship Type="http://schemas.openxmlformats.org/officeDocument/2006/relationships/presProps" Target="/ppt/presProps.xml" Id="R6322a795f95a4a93" /><Relationship Type="http://schemas.openxmlformats.org/officeDocument/2006/relationships/tableStyles" Target="/ppt/tableStyles.xml" Id="R365db01d6e10468d" /><Relationship Type="http://schemas.openxmlformats.org/officeDocument/2006/relationships/slide" Target="/ppt/slides/slide1.xml" Id="Rd8f2bcb5da0a4c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7379d92a542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9757a7eb334f34" /><Relationship Type="http://schemas.openxmlformats.org/officeDocument/2006/relationships/notesMaster" Target="/ppt/notesMasters/notesMaster1.xml" Id="Ra999b0290a9a42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"Automatic Cognitive Task Generation for In-Situ Evaluation of Embodied Agents",</a:t>
            </a:r>
          </a:p>
          <a:p xmlns:a="http://schemas.openxmlformats.org/drawingml/2006/main">
            <a:r>
              <a:t>  "paper_url": "https://arxiv.org/pdf/2602.05249v1",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"Native extracted geometry and ordinary live text; source raster photos/icons are separately preserved. Source clipping and cross-format QA pending. Two rectangular source bitmap background panels reconstructed natively; broad gradient shadows omitted. Source sensor/photo examples remain separate raster images.",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"5ce5e9d22cc3bb50b1119408d319cf6b5cf2107e824579f33d542f7db9609747",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80,</a:t>
            </a:r>
          </a:p>
          <a:p xmlns:a="http://schemas.openxmlformats.org/drawingml/2006/main">
            <a:r>
              <a:t>    70,</a:t>
            </a:r>
          </a:p>
          <a:p xmlns:a="http://schemas.openxmlformats.org/drawingml/2006/main">
            <a:r>
              <a:t>    532,</a:t>
            </a:r>
          </a:p>
          <a:p xmlns:a="http://schemas.openxmlformats.org/drawingml/2006/main">
            <a:r>
              <a:t>    332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"5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51",</a:t>
            </a:r>
          </a:p>
          <a:p xmlns:a="http://schemas.openxmlformats.org/drawingml/2006/main">
            <a:r>
              <a:t>    "unhandled image/shading at seq 3: [292.20050048828125, 152.9122772216797, 461.3046875, 324.00091552734375]; requires reviewed raster region",</a:t>
            </a:r>
          </a:p>
          <a:p xmlns:a="http://schemas.openxmlformats.org/drawingml/2006/main">
            <a:r>
              <a:t>    "unhandled image/shading at seq 4: [82.93467712402344, 153.36119079589844, 293.736083984375, 323.5520935058594];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ff2d4f54b49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0797e03ec4a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ef92ec72a4b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262cc82754a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2041877ac40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29b87245a4d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BB7CE7-DAD0-43B1-B22C-6538F281A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1590" y="2828290"/>
            <a:ext cx="10332720" cy="1081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AD3AF0-EED3-4822-8F44-39212056E5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37385" y="4117657"/>
            <a:ext cx="9041130" cy="83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08BC94-DC91-47C1-9662-F074F1BBEE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1590" y="3119437"/>
            <a:ext cx="1033272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4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18ED41-48B4-42ED-8503-5324EA3E1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519" y="582295"/>
            <a:ext cx="11462861" cy="915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28AE91-D80D-4154-954A-69D74BA9A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6519" y="2079625"/>
            <a:ext cx="11462861" cy="465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217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1pPr>
            <a:lvl2pPr marL="56507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2pPr>
            <a:lvl3pPr marL="88796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3pPr>
            <a:lvl4pPr marL="121086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4pPr>
            <a:lvl5pPr marL="153376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5pPr>
            <a:lvl6pPr marL="185666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6pPr>
            <a:lvl7pPr marL="217955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7pPr>
            <a:lvl8pPr marL="250245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8pPr>
            <a:lvl9pPr marL="282535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3D5409-2666-4005-ABB6-08960913DC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519" y="582295"/>
            <a:ext cx="11462861" cy="915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83F20A-6C44-4731-A1FB-EEDD481F2F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6519" y="2079625"/>
            <a:ext cx="5327809" cy="465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217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1pPr>
            <a:lvl2pPr marL="56507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2pPr>
            <a:lvl3pPr marL="88796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3pPr>
            <a:lvl4pPr marL="121086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4pPr>
            <a:lvl5pPr marL="153376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5pPr>
            <a:lvl6pPr marL="185666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6pPr>
            <a:lvl7pPr marL="217955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7pPr>
            <a:lvl8pPr marL="250245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8pPr>
            <a:lvl9pPr marL="282535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516842-427D-4897-89ED-515EC15400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61572" y="2079625"/>
            <a:ext cx="5327809" cy="465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217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1pPr>
            <a:lvl2pPr marL="56507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2pPr>
            <a:lvl3pPr marL="88796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3pPr>
            <a:lvl4pPr marL="121086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4pPr>
            <a:lvl5pPr marL="153376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5pPr>
            <a:lvl6pPr marL="185666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6pPr>
            <a:lvl7pPr marL="217955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7pPr>
            <a:lvl8pPr marL="250245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8pPr>
            <a:lvl9pPr marL="282535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C44838-C504-46C1-8273-98AB9870A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519" y="582295"/>
            <a:ext cx="11462861" cy="915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75AD15-B72E-4A42-92FB-D5DD1BE97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6519" y="2079625"/>
            <a:ext cx="5327809" cy="465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217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1pPr>
            <a:lvl2pPr marL="56507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2pPr>
            <a:lvl3pPr marL="88796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3pPr>
            <a:lvl4pPr marL="121086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4pPr>
            <a:lvl5pPr marL="153376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5pPr>
            <a:lvl6pPr marL="1856661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6pPr>
            <a:lvl7pPr marL="2179558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7pPr>
            <a:lvl8pPr marL="2502456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8pPr>
            <a:lvl9pPr marL="2825353" indent="-242173">
              <a:lnSpc>
                <a:spcPct val="110000"/>
              </a:lnSpc>
              <a:spcBef>
                <a:spcPts val="0"/>
              </a:spcBef>
              <a:spcAft>
                <a:spcPts val="127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4361d934014706" /><Relationship Type="http://schemas.openxmlformats.org/officeDocument/2006/relationships/slideLayout" Target="/ppt/slideLayouts/slideLayout1.xml" Id="Rc543094c4d5c41a2" /><Relationship Type="http://schemas.openxmlformats.org/officeDocument/2006/relationships/slideLayout" Target="/ppt/slideLayouts/slideLayout2.xml" Id="Rbc37f325051648bf" /><Relationship Type="http://schemas.openxmlformats.org/officeDocument/2006/relationships/slideLayout" Target="/ppt/slideLayouts/slideLayout3.xml" Id="R30066b79bc05471c" /><Relationship Type="http://schemas.openxmlformats.org/officeDocument/2006/relationships/slideLayout" Target="/ppt/slideLayouts/slideLayout4.xml" Id="R9ec080de756b42dd" /><Relationship Type="http://schemas.openxmlformats.org/officeDocument/2006/relationships/slideLayout" Target="/ppt/slideLayouts/slideLayout5.xml" Id="R434ac53591a94d5e" /><Relationship Type="http://schemas.openxmlformats.org/officeDocument/2006/relationships/slideLayout" Target="/ppt/slideLayouts/slideLayout6.xml" Id="Rc524d0a2310e4a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43094c4d5c41a2"/>
    <p:sldLayoutId xmlns:r="http://schemas.openxmlformats.org/officeDocument/2006/relationships" id="2147483650" r:id="Rbc37f325051648bf"/>
    <p:sldLayoutId xmlns:r="http://schemas.openxmlformats.org/officeDocument/2006/relationships" id="2147483651" r:id="R30066b79bc05471c"/>
    <p:sldLayoutId xmlns:r="http://schemas.openxmlformats.org/officeDocument/2006/relationships" id="2147483652" r:id="R9ec080de756b42dd"/>
    <p:sldLayoutId xmlns:r="http://schemas.openxmlformats.org/officeDocument/2006/relationships" id="2147483653" r:id="R434ac53591a94d5e"/>
    <p:sldLayoutId xmlns:r="http://schemas.openxmlformats.org/officeDocument/2006/relationships" id="2147483654" r:id="Rc524d0a2310e4a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d9cbd67de4191" /><Relationship Type="http://schemas.openxmlformats.org/officeDocument/2006/relationships/image" Target="/ppt/media/image.png" Id="Rf9550050135b4557" /><Relationship Type="http://schemas.openxmlformats.org/officeDocument/2006/relationships/image" Target="/ppt/media/image2.png" Id="R8099bf4665a84fd3" /><Relationship Type="http://schemas.openxmlformats.org/officeDocument/2006/relationships/image" Target="/ppt/media/image3.png" Id="Rd0919aadba1443d1" /><Relationship Type="http://schemas.openxmlformats.org/officeDocument/2006/relationships/image" Target="/ppt/media/image4.png" Id="R5f122f909dee437f" /><Relationship Type="http://schemas.openxmlformats.org/officeDocument/2006/relationships/image" Target="/ppt/media/image5.png" Id="R23d990a283ca41c8" /><Relationship Type="http://schemas.openxmlformats.org/officeDocument/2006/relationships/image" Target="/ppt/media/image6.png" Id="R2a1b463f3de94d60" /><Relationship Type="http://schemas.openxmlformats.org/officeDocument/2006/relationships/image" Target="/ppt/media/image7.png" Id="Rb06002eb4ae34b0a" /><Relationship Type="http://schemas.openxmlformats.org/officeDocument/2006/relationships/image" Target="/ppt/media/image8.png" Id="R79c3dac386da4319" /><Relationship Type="http://schemas.openxmlformats.org/officeDocument/2006/relationships/image" Target="/ppt/media/image9.png" Id="R19864bfafb0049f3" /><Relationship Type="http://schemas.openxmlformats.org/officeDocument/2006/relationships/image" Target="/ppt/media/image10.png" Id="R2556db9155cc4370" /><Relationship Type="http://schemas.openxmlformats.org/officeDocument/2006/relationships/image" Target="/ppt/media/image11.png" Id="Reeb4a12c33e4420f" /><Relationship Type="http://schemas.openxmlformats.org/officeDocument/2006/relationships/image" Target="/ppt/media/image12.png" Id="R099a016abded4fa0" /><Relationship Type="http://schemas.openxmlformats.org/officeDocument/2006/relationships/image" Target="/ppt/media/image13.png" Id="R2c373b817e7a4aee" /><Relationship Type="http://schemas.openxmlformats.org/officeDocument/2006/relationships/image" Target="/ppt/media/image14.png" Id="R00e09e090e814b9e" /><Relationship Type="http://schemas.openxmlformats.org/officeDocument/2006/relationships/image" Target="/ppt/media/image15.png" Id="R3b6b093e24d54278" /><Relationship Type="http://schemas.openxmlformats.org/officeDocument/2006/relationships/image" Target="/ppt/media/image16.png" Id="R16788a13ab0c4861" /><Relationship Type="http://schemas.openxmlformats.org/officeDocument/2006/relationships/image" Target="/ppt/media/image17.png" Id="R12ff86b2353c4023" /><Relationship Type="http://schemas.openxmlformats.org/officeDocument/2006/relationships/image" Target="/ppt/media/image18.png" Id="Rc442b987b7f84abb" /><Relationship Type="http://schemas.openxmlformats.org/officeDocument/2006/relationships/image" Target="/ppt/media/image19.png" Id="R8f98f6c779a64234" /><Relationship Type="http://schemas.openxmlformats.org/officeDocument/2006/relationships/image" Target="/ppt/media/image20.png" Id="R6f8533c9f5304acc" /><Relationship Type="http://schemas.openxmlformats.org/officeDocument/2006/relationships/image" Target="/ppt/media/image21.png" Id="R14ef3ebaed9a423f" /><Relationship Type="http://schemas.openxmlformats.org/officeDocument/2006/relationships/image" Target="/ppt/media/image22.png" Id="R3c372a4ca72b45e0" /><Relationship Type="http://schemas.openxmlformats.org/officeDocument/2006/relationships/image" Target="/ppt/media/image23.png" Id="Racf3ef024d8743f6" /><Relationship Type="http://schemas.openxmlformats.org/officeDocument/2006/relationships/image" Target="/ppt/media/image24.png" Id="Ref57e8a033c14fd2" /><Relationship Type="http://schemas.openxmlformats.org/officeDocument/2006/relationships/image" Target="/ppt/media/image25.png" Id="R3b07a20afb974ec3" /><Relationship Type="http://schemas.openxmlformats.org/officeDocument/2006/relationships/image" Target="/ppt/media/image26.png" Id="R061628d367004b5a" /><Relationship Type="http://schemas.openxmlformats.org/officeDocument/2006/relationships/image" Target="/ppt/media/image27.png" Id="Re752766d4b584fc6" /><Relationship Type="http://schemas.openxmlformats.org/officeDocument/2006/relationships/image" Target="/ppt/media/image28.png" Id="R4d7988b31fe24b1b" /><Relationship Type="http://schemas.openxmlformats.org/officeDocument/2006/relationships/image" Target="/ppt/media/image29.png" Id="R29fbd3453c1340d1" /><Relationship Type="http://schemas.openxmlformats.org/officeDocument/2006/relationships/image" Target="/ppt/media/image30.png" Id="R98db105b9b1448d4" /><Relationship Type="http://schemas.openxmlformats.org/officeDocument/2006/relationships/image" Target="/ppt/media/image31.png" Id="R338e8fe59dd7437d" /><Relationship Type="http://schemas.openxmlformats.org/officeDocument/2006/relationships/image" Target="/ppt/media/image32.png" Id="Rf982397c03c544d0" /><Relationship Type="http://schemas.openxmlformats.org/officeDocument/2006/relationships/image" Target="/ppt/media/image33.png" Id="Rd9331c8eca394035" /><Relationship Type="http://schemas.openxmlformats.org/officeDocument/2006/relationships/image" Target="/ppt/media/image34.png" Id="R1c6768b28f8e4b7f" /><Relationship Type="http://schemas.openxmlformats.org/officeDocument/2006/relationships/image" Target="/ppt/media/image35.png" Id="Rd3312340f7b94749" /><Relationship Type="http://schemas.openxmlformats.org/officeDocument/2006/relationships/image" Target="/ppt/media/image36.png" Id="R87041564e36b4a0c" /><Relationship Type="http://schemas.openxmlformats.org/officeDocument/2006/relationships/image" Target="/ppt/media/image37.png" Id="R7cde0f06962f403a" /><Relationship Type="http://schemas.openxmlformats.org/officeDocument/2006/relationships/image" Target="/ppt/media/image38.png" Id="R7964ffe528a74ce8" /><Relationship Type="http://schemas.openxmlformats.org/officeDocument/2006/relationships/image" Target="/ppt/media/image39.png" Id="R7ea87995275a4862" /><Relationship Type="http://schemas.openxmlformats.org/officeDocument/2006/relationships/image" Target="/ppt/media/image40.png" Id="R0777f96bdb6d4740" /><Relationship Type="http://schemas.openxmlformats.org/officeDocument/2006/relationships/image" Target="/ppt/media/image41.png" Id="Rc55f0b3335434519" /><Relationship Type="http://schemas.openxmlformats.org/officeDocument/2006/relationships/image" Target="/ppt/media/image42.png" Id="R291e29be86a34f88" /><Relationship Type="http://schemas.openxmlformats.org/officeDocument/2006/relationships/image" Target="/ppt/media/image43.png" Id="Rf5a69957b6544548" /><Relationship Type="http://schemas.openxmlformats.org/officeDocument/2006/relationships/image" Target="/ppt/media/image44.png" Id="Refb88c6f6dd74c48" /><Relationship Type="http://schemas.openxmlformats.org/officeDocument/2006/relationships/image" Target="/ppt/media/image45.png" Id="R7f1dcec4a4e648f2" /><Relationship Type="http://schemas.openxmlformats.org/officeDocument/2006/relationships/image" Target="/ppt/media/image46.png" Id="Rb004a83c704742b5" /><Relationship Type="http://schemas.openxmlformats.org/officeDocument/2006/relationships/image" Target="/ppt/media/image47.png" Id="R95fd803d9110468d" /><Relationship Type="http://schemas.openxmlformats.org/officeDocument/2006/relationships/notesSlide" Target="/ppt/notesSlides/notesSlide1.xml" Id="R3fa7ff7f431f47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agent-interaction-background">
            <a:extLst xmlns:a="http://schemas.openxmlformats.org/drawingml/2006/main">
              <a:ext uri="{FF2B5EF4-FFF2-40B4-BE49-F238E27FC236}">
                <a16:creationId xmlns:a16="http://schemas.microsoft.com/office/drawing/2014/main" id="{4C168B0F-1813-4AEB-A635-ECEAF1FF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8" y="2383155"/>
            <a:ext cx="5980748" cy="2420302"/>
          </a:xfrm>
          <a:custGeom xmlns:a="http://schemas.openxmlformats.org/drawingml/2006/main">
            <a:pathLst>
              <a:path w="5980748" h="2420302">
                <a:moveTo>
                  <a:pt x="0" y="0"/>
                </a:moveTo>
                <a:lnTo>
                  <a:pt x="5980748" y="0"/>
                </a:lnTo>
                <a:quadBezTo>
                  <a:pt x="5980748" y="0"/>
                  <a:pt x="5980748" y="0"/>
                </a:quadBezTo>
                <a:lnTo>
                  <a:pt x="5980748" y="2420302"/>
                </a:lnTo>
                <a:quadBezTo>
                  <a:pt x="5980748" y="2420302"/>
                  <a:pt x="5980748" y="2420302"/>
                </a:quadBezTo>
                <a:lnTo>
                  <a:pt x="0" y="2420302"/>
                </a:lnTo>
                <a:quadBezTo>
                  <a:pt x="0" y="2420302"/>
                  <a:pt x="0" y="242030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 xmlns:a="http://schemas.openxmlformats.org/drawingml/2006/main">
            <a:srgbClr val="E6EBF7"/>
          </a:solidFill>
          <a:ln xmlns:a="http://schemas.openxmlformats.org/drawingml/2006/main" w="11430">
            <a:solidFill>
              <a:srgbClr val="BEC6D8"/>
            </a:solidFill>
            <a:prstDash val="solid"/>
          </a:ln>
        </p:spPr>
      </p:sp>
      <p:sp>
        <p:nvSpPr>
          <p:cNvPr id="2" name="task-evolution-background">
            <a:extLst xmlns:a="http://schemas.openxmlformats.org/drawingml/2006/main">
              <a:ext uri="{FF2B5EF4-FFF2-40B4-BE49-F238E27FC236}">
                <a16:creationId xmlns:a16="http://schemas.microsoft.com/office/drawing/2014/main" id="{3A756AB3-EA72-452B-BEEE-56DFFAC4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3615" y="2368868"/>
            <a:ext cx="4794885" cy="2434590"/>
          </a:xfrm>
          <a:custGeom xmlns:a="http://schemas.openxmlformats.org/drawingml/2006/main">
            <a:pathLst>
              <a:path w="4794885" h="2434590">
                <a:moveTo>
                  <a:pt x="0" y="0"/>
                </a:moveTo>
                <a:lnTo>
                  <a:pt x="4794885" y="0"/>
                </a:lnTo>
                <a:quadBezTo>
                  <a:pt x="4794885" y="0"/>
                  <a:pt x="4794885" y="0"/>
                </a:quadBezTo>
                <a:lnTo>
                  <a:pt x="4794885" y="2434590"/>
                </a:lnTo>
                <a:quadBezTo>
                  <a:pt x="4794885" y="2434590"/>
                  <a:pt x="4794885" y="2434590"/>
                </a:quadBezTo>
                <a:lnTo>
                  <a:pt x="0" y="2434590"/>
                </a:lnTo>
                <a:quadBezTo>
                  <a:pt x="0" y="2434590"/>
                  <a:pt x="0" y="2434590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 xmlns:a="http://schemas.openxmlformats.org/drawingml/2006/main">
            <a:srgbClr val="FFF5D8"/>
          </a:solidFill>
          <a:ln xmlns:a="http://schemas.openxmlformats.org/drawingml/2006/main" w="11430">
            <a:solidFill>
              <a:srgbClr val="CDC8B4"/>
            </a:solidFill>
            <a:prstDash val="solid"/>
          </a:ln>
        </p:spPr>
      </p:sp>
      <p:sp>
        <p:nvSpPr>
          <p:cNvPr id="3" name="pdf-path-1">
            <a:extLst xmlns:a="http://schemas.openxmlformats.org/drawingml/2006/main">
              <a:ext uri="{FF2B5EF4-FFF2-40B4-BE49-F238E27FC236}">
                <a16:creationId xmlns:a16="http://schemas.microsoft.com/office/drawing/2014/main" id="{8CBED7CA-9D1D-41C0-9C7F-294EBF5F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90" y="105709"/>
            <a:ext cx="12757206" cy="2154824"/>
          </a:xfrm>
          <a:custGeom xmlns:a="http://schemas.openxmlformats.org/drawingml/2006/main">
            <a:pathLst>
              <a:path w="12757206" h="2154824">
                <a:moveTo>
                  <a:pt x="0" y="0"/>
                </a:moveTo>
                <a:lnTo>
                  <a:pt x="12757206" y="0"/>
                </a:lnTo>
                <a:lnTo>
                  <a:pt x="12757206" y="2154824"/>
                </a:lnTo>
                <a:lnTo>
                  <a:pt x="0" y="2154824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2">
            <a:extLst xmlns:a="http://schemas.openxmlformats.org/drawingml/2006/main">
              <a:ext uri="{FF2B5EF4-FFF2-40B4-BE49-F238E27FC236}">
                <a16:creationId xmlns:a16="http://schemas.microsoft.com/office/drawing/2014/main" id="{905BB141-0016-4A5D-B1D3-D023139E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9" y="98283"/>
            <a:ext cx="12770302" cy="2169000"/>
          </a:xfrm>
          <a:custGeom xmlns:a="http://schemas.openxmlformats.org/drawingml/2006/main">
            <a:pathLst>
              <a:path w="12770302" h="2169000">
                <a:moveTo>
                  <a:pt x="0" y="2162249"/>
                </a:moveTo>
                <a:lnTo>
                  <a:pt x="0" y="2108244"/>
                </a:lnTo>
                <a:lnTo>
                  <a:pt x="13501" y="2108244"/>
                </a:lnTo>
                <a:lnTo>
                  <a:pt x="13501" y="2162249"/>
                </a:lnTo>
                <a:lnTo>
                  <a:pt x="0" y="2162249"/>
                </a:lnTo>
                <a:moveTo>
                  <a:pt x="0" y="2067740"/>
                </a:moveTo>
                <a:lnTo>
                  <a:pt x="0" y="2054239"/>
                </a:lnTo>
                <a:lnTo>
                  <a:pt x="13501" y="2054239"/>
                </a:lnTo>
                <a:lnTo>
                  <a:pt x="13501" y="2067740"/>
                </a:lnTo>
                <a:lnTo>
                  <a:pt x="0" y="2067740"/>
                </a:lnTo>
                <a:moveTo>
                  <a:pt x="0" y="2013734"/>
                </a:moveTo>
                <a:lnTo>
                  <a:pt x="0" y="1959729"/>
                </a:lnTo>
                <a:lnTo>
                  <a:pt x="13501" y="1959729"/>
                </a:lnTo>
                <a:lnTo>
                  <a:pt x="13501" y="2013734"/>
                </a:lnTo>
                <a:lnTo>
                  <a:pt x="0" y="2013734"/>
                </a:lnTo>
                <a:moveTo>
                  <a:pt x="0" y="1919224"/>
                </a:moveTo>
                <a:lnTo>
                  <a:pt x="0" y="1905723"/>
                </a:lnTo>
                <a:lnTo>
                  <a:pt x="13501" y="1905723"/>
                </a:lnTo>
                <a:lnTo>
                  <a:pt x="13501" y="1919224"/>
                </a:lnTo>
                <a:lnTo>
                  <a:pt x="0" y="1919224"/>
                </a:lnTo>
                <a:moveTo>
                  <a:pt x="0" y="1865219"/>
                </a:moveTo>
                <a:lnTo>
                  <a:pt x="0" y="1811213"/>
                </a:lnTo>
                <a:lnTo>
                  <a:pt x="13501" y="1811213"/>
                </a:lnTo>
                <a:lnTo>
                  <a:pt x="13501" y="1865219"/>
                </a:lnTo>
                <a:lnTo>
                  <a:pt x="0" y="1865219"/>
                </a:lnTo>
                <a:moveTo>
                  <a:pt x="0" y="1770709"/>
                </a:moveTo>
                <a:lnTo>
                  <a:pt x="0" y="1757207"/>
                </a:lnTo>
                <a:lnTo>
                  <a:pt x="13501" y="1757207"/>
                </a:lnTo>
                <a:lnTo>
                  <a:pt x="13501" y="1770709"/>
                </a:lnTo>
                <a:lnTo>
                  <a:pt x="0" y="1770709"/>
                </a:lnTo>
                <a:moveTo>
                  <a:pt x="0" y="1716703"/>
                </a:moveTo>
                <a:lnTo>
                  <a:pt x="0" y="1662698"/>
                </a:lnTo>
                <a:lnTo>
                  <a:pt x="13501" y="1662698"/>
                </a:lnTo>
                <a:lnTo>
                  <a:pt x="13501" y="1716703"/>
                </a:lnTo>
                <a:lnTo>
                  <a:pt x="0" y="1716703"/>
                </a:lnTo>
                <a:moveTo>
                  <a:pt x="0" y="1622193"/>
                </a:moveTo>
                <a:lnTo>
                  <a:pt x="0" y="1608692"/>
                </a:lnTo>
                <a:lnTo>
                  <a:pt x="13501" y="1608692"/>
                </a:lnTo>
                <a:lnTo>
                  <a:pt x="13501" y="1622193"/>
                </a:lnTo>
                <a:lnTo>
                  <a:pt x="0" y="1622193"/>
                </a:lnTo>
                <a:moveTo>
                  <a:pt x="0" y="1568188"/>
                </a:moveTo>
                <a:lnTo>
                  <a:pt x="0" y="1514182"/>
                </a:lnTo>
                <a:lnTo>
                  <a:pt x="13501" y="1514182"/>
                </a:lnTo>
                <a:lnTo>
                  <a:pt x="13501" y="1568188"/>
                </a:lnTo>
                <a:lnTo>
                  <a:pt x="0" y="1568188"/>
                </a:lnTo>
                <a:moveTo>
                  <a:pt x="0" y="1473678"/>
                </a:moveTo>
                <a:lnTo>
                  <a:pt x="0" y="1460177"/>
                </a:lnTo>
                <a:lnTo>
                  <a:pt x="13501" y="1460177"/>
                </a:lnTo>
                <a:lnTo>
                  <a:pt x="13501" y="1473678"/>
                </a:lnTo>
                <a:lnTo>
                  <a:pt x="0" y="1473678"/>
                </a:lnTo>
                <a:moveTo>
                  <a:pt x="0" y="1419672"/>
                </a:moveTo>
                <a:lnTo>
                  <a:pt x="0" y="1365667"/>
                </a:lnTo>
                <a:lnTo>
                  <a:pt x="13501" y="1365667"/>
                </a:lnTo>
                <a:lnTo>
                  <a:pt x="13501" y="1419672"/>
                </a:lnTo>
                <a:lnTo>
                  <a:pt x="0" y="1419672"/>
                </a:lnTo>
                <a:moveTo>
                  <a:pt x="0" y="1325163"/>
                </a:moveTo>
                <a:lnTo>
                  <a:pt x="0" y="1311661"/>
                </a:lnTo>
                <a:lnTo>
                  <a:pt x="13501" y="1311661"/>
                </a:lnTo>
                <a:lnTo>
                  <a:pt x="13501" y="1325163"/>
                </a:lnTo>
                <a:lnTo>
                  <a:pt x="0" y="1325163"/>
                </a:lnTo>
                <a:moveTo>
                  <a:pt x="0" y="1271157"/>
                </a:moveTo>
                <a:lnTo>
                  <a:pt x="0" y="1217152"/>
                </a:lnTo>
                <a:lnTo>
                  <a:pt x="13501" y="1217152"/>
                </a:lnTo>
                <a:lnTo>
                  <a:pt x="13501" y="1271157"/>
                </a:lnTo>
                <a:lnTo>
                  <a:pt x="0" y="1271157"/>
                </a:lnTo>
                <a:moveTo>
                  <a:pt x="0" y="1176647"/>
                </a:moveTo>
                <a:lnTo>
                  <a:pt x="0" y="1163146"/>
                </a:lnTo>
                <a:lnTo>
                  <a:pt x="13501" y="1163146"/>
                </a:lnTo>
                <a:lnTo>
                  <a:pt x="13501" y="1176647"/>
                </a:lnTo>
                <a:lnTo>
                  <a:pt x="0" y="1176647"/>
                </a:lnTo>
                <a:moveTo>
                  <a:pt x="0" y="1122642"/>
                </a:moveTo>
                <a:lnTo>
                  <a:pt x="0" y="1068636"/>
                </a:lnTo>
                <a:lnTo>
                  <a:pt x="13501" y="1068636"/>
                </a:lnTo>
                <a:lnTo>
                  <a:pt x="13501" y="1122642"/>
                </a:lnTo>
                <a:lnTo>
                  <a:pt x="0" y="1122642"/>
                </a:lnTo>
                <a:moveTo>
                  <a:pt x="0" y="1028132"/>
                </a:moveTo>
                <a:lnTo>
                  <a:pt x="0" y="1014630"/>
                </a:lnTo>
                <a:lnTo>
                  <a:pt x="13501" y="1014630"/>
                </a:lnTo>
                <a:lnTo>
                  <a:pt x="13501" y="1028132"/>
                </a:lnTo>
                <a:lnTo>
                  <a:pt x="0" y="1028132"/>
                </a:lnTo>
                <a:moveTo>
                  <a:pt x="0" y="974126"/>
                </a:moveTo>
                <a:lnTo>
                  <a:pt x="0" y="920121"/>
                </a:lnTo>
                <a:lnTo>
                  <a:pt x="13501" y="920121"/>
                </a:lnTo>
                <a:lnTo>
                  <a:pt x="13501" y="974126"/>
                </a:lnTo>
                <a:lnTo>
                  <a:pt x="0" y="974126"/>
                </a:lnTo>
                <a:moveTo>
                  <a:pt x="0" y="879616"/>
                </a:moveTo>
                <a:lnTo>
                  <a:pt x="0" y="866115"/>
                </a:lnTo>
                <a:lnTo>
                  <a:pt x="13501" y="866115"/>
                </a:lnTo>
                <a:lnTo>
                  <a:pt x="13501" y="879616"/>
                </a:lnTo>
                <a:lnTo>
                  <a:pt x="0" y="879616"/>
                </a:lnTo>
                <a:moveTo>
                  <a:pt x="0" y="825611"/>
                </a:moveTo>
                <a:lnTo>
                  <a:pt x="0" y="771605"/>
                </a:lnTo>
                <a:lnTo>
                  <a:pt x="13501" y="771605"/>
                </a:lnTo>
                <a:lnTo>
                  <a:pt x="13501" y="825611"/>
                </a:lnTo>
                <a:lnTo>
                  <a:pt x="0" y="825611"/>
                </a:lnTo>
                <a:moveTo>
                  <a:pt x="0" y="731101"/>
                </a:moveTo>
                <a:lnTo>
                  <a:pt x="0" y="717600"/>
                </a:lnTo>
                <a:lnTo>
                  <a:pt x="13501" y="717600"/>
                </a:lnTo>
                <a:lnTo>
                  <a:pt x="13501" y="731101"/>
                </a:lnTo>
                <a:lnTo>
                  <a:pt x="0" y="731101"/>
                </a:lnTo>
                <a:moveTo>
                  <a:pt x="0" y="677095"/>
                </a:moveTo>
                <a:lnTo>
                  <a:pt x="0" y="623090"/>
                </a:lnTo>
                <a:lnTo>
                  <a:pt x="13501" y="623090"/>
                </a:lnTo>
                <a:lnTo>
                  <a:pt x="13501" y="677095"/>
                </a:lnTo>
                <a:lnTo>
                  <a:pt x="0" y="677095"/>
                </a:lnTo>
                <a:moveTo>
                  <a:pt x="0" y="582586"/>
                </a:moveTo>
                <a:lnTo>
                  <a:pt x="0" y="569084"/>
                </a:lnTo>
                <a:lnTo>
                  <a:pt x="13501" y="569084"/>
                </a:lnTo>
                <a:lnTo>
                  <a:pt x="13501" y="582586"/>
                </a:lnTo>
                <a:lnTo>
                  <a:pt x="0" y="582586"/>
                </a:lnTo>
                <a:moveTo>
                  <a:pt x="0" y="528580"/>
                </a:moveTo>
                <a:lnTo>
                  <a:pt x="0" y="474574"/>
                </a:lnTo>
                <a:lnTo>
                  <a:pt x="13501" y="474574"/>
                </a:lnTo>
                <a:lnTo>
                  <a:pt x="13501" y="528580"/>
                </a:lnTo>
                <a:lnTo>
                  <a:pt x="0" y="528580"/>
                </a:lnTo>
                <a:moveTo>
                  <a:pt x="0" y="434070"/>
                </a:moveTo>
                <a:lnTo>
                  <a:pt x="0" y="420569"/>
                </a:lnTo>
                <a:lnTo>
                  <a:pt x="13501" y="420569"/>
                </a:lnTo>
                <a:lnTo>
                  <a:pt x="13501" y="434070"/>
                </a:lnTo>
                <a:lnTo>
                  <a:pt x="0" y="434070"/>
                </a:lnTo>
                <a:moveTo>
                  <a:pt x="0" y="380065"/>
                </a:moveTo>
                <a:lnTo>
                  <a:pt x="0" y="326059"/>
                </a:lnTo>
                <a:lnTo>
                  <a:pt x="13501" y="326059"/>
                </a:lnTo>
                <a:lnTo>
                  <a:pt x="13501" y="380065"/>
                </a:lnTo>
                <a:lnTo>
                  <a:pt x="0" y="380065"/>
                </a:lnTo>
                <a:moveTo>
                  <a:pt x="0" y="285555"/>
                </a:moveTo>
                <a:lnTo>
                  <a:pt x="0" y="272053"/>
                </a:lnTo>
                <a:lnTo>
                  <a:pt x="13501" y="272053"/>
                </a:lnTo>
                <a:lnTo>
                  <a:pt x="13501" y="285555"/>
                </a:lnTo>
                <a:lnTo>
                  <a:pt x="0" y="285555"/>
                </a:lnTo>
                <a:moveTo>
                  <a:pt x="0" y="231549"/>
                </a:moveTo>
                <a:lnTo>
                  <a:pt x="0" y="177543"/>
                </a:lnTo>
                <a:lnTo>
                  <a:pt x="13501" y="177543"/>
                </a:lnTo>
                <a:lnTo>
                  <a:pt x="13501" y="231549"/>
                </a:lnTo>
                <a:lnTo>
                  <a:pt x="0" y="231549"/>
                </a:lnTo>
                <a:moveTo>
                  <a:pt x="0" y="137039"/>
                </a:moveTo>
                <a:lnTo>
                  <a:pt x="0" y="123538"/>
                </a:lnTo>
                <a:lnTo>
                  <a:pt x="13501" y="123538"/>
                </a:lnTo>
                <a:lnTo>
                  <a:pt x="13501" y="137039"/>
                </a:lnTo>
                <a:lnTo>
                  <a:pt x="0" y="137039"/>
                </a:lnTo>
                <a:moveTo>
                  <a:pt x="0" y="83034"/>
                </a:moveTo>
                <a:lnTo>
                  <a:pt x="0" y="29028"/>
                </a:lnTo>
                <a:lnTo>
                  <a:pt x="13501" y="29028"/>
                </a:lnTo>
                <a:lnTo>
                  <a:pt x="13501" y="83034"/>
                </a:lnTo>
                <a:lnTo>
                  <a:pt x="0" y="83034"/>
                </a:lnTo>
                <a:moveTo>
                  <a:pt x="24978" y="0"/>
                </a:moveTo>
                <a:lnTo>
                  <a:pt x="38479" y="0"/>
                </a:lnTo>
                <a:lnTo>
                  <a:pt x="38479" y="13501"/>
                </a:lnTo>
                <a:lnTo>
                  <a:pt x="24978" y="13501"/>
                </a:lnTo>
                <a:lnTo>
                  <a:pt x="24978" y="0"/>
                </a:lnTo>
                <a:moveTo>
                  <a:pt x="78983" y="0"/>
                </a:moveTo>
                <a:lnTo>
                  <a:pt x="132989" y="0"/>
                </a:lnTo>
                <a:lnTo>
                  <a:pt x="132989" y="13501"/>
                </a:lnTo>
                <a:lnTo>
                  <a:pt x="78983" y="13501"/>
                </a:lnTo>
                <a:lnTo>
                  <a:pt x="78983" y="0"/>
                </a:lnTo>
                <a:moveTo>
                  <a:pt x="173493" y="0"/>
                </a:moveTo>
                <a:lnTo>
                  <a:pt x="186994" y="0"/>
                </a:lnTo>
                <a:lnTo>
                  <a:pt x="186994" y="13501"/>
                </a:lnTo>
                <a:lnTo>
                  <a:pt x="173493" y="13501"/>
                </a:lnTo>
                <a:lnTo>
                  <a:pt x="173493" y="0"/>
                </a:lnTo>
                <a:moveTo>
                  <a:pt x="227499" y="0"/>
                </a:moveTo>
                <a:lnTo>
                  <a:pt x="281504" y="0"/>
                </a:lnTo>
                <a:lnTo>
                  <a:pt x="281504" y="13501"/>
                </a:lnTo>
                <a:lnTo>
                  <a:pt x="227499" y="13501"/>
                </a:lnTo>
                <a:lnTo>
                  <a:pt x="227499" y="0"/>
                </a:lnTo>
                <a:moveTo>
                  <a:pt x="322008" y="0"/>
                </a:moveTo>
                <a:lnTo>
                  <a:pt x="335510" y="0"/>
                </a:lnTo>
                <a:lnTo>
                  <a:pt x="335510" y="13501"/>
                </a:lnTo>
                <a:lnTo>
                  <a:pt x="322008" y="13501"/>
                </a:lnTo>
                <a:lnTo>
                  <a:pt x="322008" y="0"/>
                </a:lnTo>
                <a:moveTo>
                  <a:pt x="376014" y="0"/>
                </a:moveTo>
                <a:lnTo>
                  <a:pt x="430020" y="0"/>
                </a:lnTo>
                <a:lnTo>
                  <a:pt x="430020" y="13501"/>
                </a:lnTo>
                <a:lnTo>
                  <a:pt x="376014" y="13501"/>
                </a:lnTo>
                <a:lnTo>
                  <a:pt x="376014" y="0"/>
                </a:lnTo>
                <a:moveTo>
                  <a:pt x="470524" y="0"/>
                </a:moveTo>
                <a:lnTo>
                  <a:pt x="484025" y="0"/>
                </a:lnTo>
                <a:lnTo>
                  <a:pt x="484025" y="13501"/>
                </a:lnTo>
                <a:lnTo>
                  <a:pt x="470524" y="13501"/>
                </a:lnTo>
                <a:lnTo>
                  <a:pt x="470524" y="0"/>
                </a:lnTo>
                <a:moveTo>
                  <a:pt x="524530" y="0"/>
                </a:moveTo>
                <a:lnTo>
                  <a:pt x="578535" y="0"/>
                </a:lnTo>
                <a:lnTo>
                  <a:pt x="578535" y="13501"/>
                </a:lnTo>
                <a:lnTo>
                  <a:pt x="524530" y="13501"/>
                </a:lnTo>
                <a:lnTo>
                  <a:pt x="524530" y="0"/>
                </a:lnTo>
                <a:moveTo>
                  <a:pt x="619039" y="0"/>
                </a:moveTo>
                <a:lnTo>
                  <a:pt x="632541" y="0"/>
                </a:lnTo>
                <a:lnTo>
                  <a:pt x="632541" y="13501"/>
                </a:lnTo>
                <a:lnTo>
                  <a:pt x="619039" y="13501"/>
                </a:lnTo>
                <a:lnTo>
                  <a:pt x="619039" y="0"/>
                </a:lnTo>
                <a:moveTo>
                  <a:pt x="673045" y="0"/>
                </a:moveTo>
                <a:lnTo>
                  <a:pt x="727051" y="0"/>
                </a:lnTo>
                <a:lnTo>
                  <a:pt x="727051" y="13501"/>
                </a:lnTo>
                <a:lnTo>
                  <a:pt x="673045" y="13501"/>
                </a:lnTo>
                <a:lnTo>
                  <a:pt x="673045" y="0"/>
                </a:lnTo>
                <a:moveTo>
                  <a:pt x="767555" y="0"/>
                </a:moveTo>
                <a:lnTo>
                  <a:pt x="781056" y="0"/>
                </a:lnTo>
                <a:lnTo>
                  <a:pt x="781056" y="13501"/>
                </a:lnTo>
                <a:lnTo>
                  <a:pt x="767555" y="13501"/>
                </a:lnTo>
                <a:lnTo>
                  <a:pt x="767555" y="0"/>
                </a:lnTo>
                <a:moveTo>
                  <a:pt x="821560" y="0"/>
                </a:moveTo>
                <a:lnTo>
                  <a:pt x="875566" y="0"/>
                </a:lnTo>
                <a:lnTo>
                  <a:pt x="875566" y="13501"/>
                </a:lnTo>
                <a:lnTo>
                  <a:pt x="821560" y="13501"/>
                </a:lnTo>
                <a:lnTo>
                  <a:pt x="821560" y="0"/>
                </a:lnTo>
                <a:moveTo>
                  <a:pt x="916070" y="0"/>
                </a:moveTo>
                <a:lnTo>
                  <a:pt x="929572" y="0"/>
                </a:lnTo>
                <a:lnTo>
                  <a:pt x="929572" y="13501"/>
                </a:lnTo>
                <a:lnTo>
                  <a:pt x="916070" y="13501"/>
                </a:lnTo>
                <a:lnTo>
                  <a:pt x="916070" y="0"/>
                </a:lnTo>
                <a:moveTo>
                  <a:pt x="970076" y="0"/>
                </a:moveTo>
                <a:lnTo>
                  <a:pt x="1024081" y="0"/>
                </a:lnTo>
                <a:lnTo>
                  <a:pt x="1024081" y="13501"/>
                </a:lnTo>
                <a:lnTo>
                  <a:pt x="970076" y="13501"/>
                </a:lnTo>
                <a:lnTo>
                  <a:pt x="970076" y="0"/>
                </a:lnTo>
                <a:moveTo>
                  <a:pt x="1064586" y="0"/>
                </a:moveTo>
                <a:lnTo>
                  <a:pt x="1078087" y="0"/>
                </a:lnTo>
                <a:lnTo>
                  <a:pt x="1078087" y="13501"/>
                </a:lnTo>
                <a:lnTo>
                  <a:pt x="1064586" y="13501"/>
                </a:lnTo>
                <a:lnTo>
                  <a:pt x="1064586" y="0"/>
                </a:lnTo>
                <a:moveTo>
                  <a:pt x="1118591" y="0"/>
                </a:moveTo>
                <a:lnTo>
                  <a:pt x="1172597" y="0"/>
                </a:lnTo>
                <a:lnTo>
                  <a:pt x="1172597" y="13501"/>
                </a:lnTo>
                <a:lnTo>
                  <a:pt x="1118591" y="13501"/>
                </a:lnTo>
                <a:lnTo>
                  <a:pt x="1118591" y="0"/>
                </a:lnTo>
                <a:moveTo>
                  <a:pt x="1213101" y="0"/>
                </a:moveTo>
                <a:lnTo>
                  <a:pt x="1226602" y="0"/>
                </a:lnTo>
                <a:lnTo>
                  <a:pt x="1226602" y="13501"/>
                </a:lnTo>
                <a:lnTo>
                  <a:pt x="1213101" y="13501"/>
                </a:lnTo>
                <a:lnTo>
                  <a:pt x="1213101" y="0"/>
                </a:lnTo>
                <a:moveTo>
                  <a:pt x="1267107" y="0"/>
                </a:moveTo>
                <a:lnTo>
                  <a:pt x="1321112" y="0"/>
                </a:lnTo>
                <a:lnTo>
                  <a:pt x="1321112" y="13501"/>
                </a:lnTo>
                <a:lnTo>
                  <a:pt x="1267107" y="13501"/>
                </a:lnTo>
                <a:lnTo>
                  <a:pt x="1267107" y="0"/>
                </a:lnTo>
                <a:moveTo>
                  <a:pt x="1361616" y="0"/>
                </a:moveTo>
                <a:lnTo>
                  <a:pt x="1375118" y="0"/>
                </a:lnTo>
                <a:lnTo>
                  <a:pt x="1375118" y="13501"/>
                </a:lnTo>
                <a:lnTo>
                  <a:pt x="1361616" y="13501"/>
                </a:lnTo>
                <a:lnTo>
                  <a:pt x="1361616" y="0"/>
                </a:lnTo>
                <a:moveTo>
                  <a:pt x="1415622" y="0"/>
                </a:moveTo>
                <a:lnTo>
                  <a:pt x="1469628" y="0"/>
                </a:lnTo>
                <a:lnTo>
                  <a:pt x="1469628" y="13501"/>
                </a:lnTo>
                <a:lnTo>
                  <a:pt x="1415622" y="13501"/>
                </a:lnTo>
                <a:lnTo>
                  <a:pt x="1415622" y="0"/>
                </a:lnTo>
                <a:moveTo>
                  <a:pt x="1510132" y="0"/>
                </a:moveTo>
                <a:lnTo>
                  <a:pt x="1523633" y="0"/>
                </a:lnTo>
                <a:lnTo>
                  <a:pt x="1523633" y="13501"/>
                </a:lnTo>
                <a:lnTo>
                  <a:pt x="1510132" y="13501"/>
                </a:lnTo>
                <a:lnTo>
                  <a:pt x="1510132" y="0"/>
                </a:lnTo>
                <a:moveTo>
                  <a:pt x="1564137" y="0"/>
                </a:moveTo>
                <a:lnTo>
                  <a:pt x="1618143" y="0"/>
                </a:lnTo>
                <a:lnTo>
                  <a:pt x="1618143" y="13501"/>
                </a:lnTo>
                <a:lnTo>
                  <a:pt x="1564137" y="13501"/>
                </a:lnTo>
                <a:lnTo>
                  <a:pt x="1564137" y="0"/>
                </a:lnTo>
                <a:moveTo>
                  <a:pt x="1658647" y="0"/>
                </a:moveTo>
                <a:lnTo>
                  <a:pt x="1672149" y="0"/>
                </a:lnTo>
                <a:lnTo>
                  <a:pt x="1672149" y="13501"/>
                </a:lnTo>
                <a:lnTo>
                  <a:pt x="1658647" y="13501"/>
                </a:lnTo>
                <a:lnTo>
                  <a:pt x="1658647" y="0"/>
                </a:lnTo>
                <a:moveTo>
                  <a:pt x="1712653" y="0"/>
                </a:moveTo>
                <a:lnTo>
                  <a:pt x="1766659" y="0"/>
                </a:lnTo>
                <a:lnTo>
                  <a:pt x="1766659" y="13501"/>
                </a:lnTo>
                <a:lnTo>
                  <a:pt x="1712653" y="13501"/>
                </a:lnTo>
                <a:lnTo>
                  <a:pt x="1712653" y="0"/>
                </a:lnTo>
                <a:moveTo>
                  <a:pt x="1807163" y="0"/>
                </a:moveTo>
                <a:lnTo>
                  <a:pt x="1820664" y="0"/>
                </a:lnTo>
                <a:lnTo>
                  <a:pt x="1820664" y="13501"/>
                </a:lnTo>
                <a:lnTo>
                  <a:pt x="1807163" y="13501"/>
                </a:lnTo>
                <a:lnTo>
                  <a:pt x="1807163" y="0"/>
                </a:lnTo>
                <a:moveTo>
                  <a:pt x="1861168" y="0"/>
                </a:moveTo>
                <a:lnTo>
                  <a:pt x="1915174" y="0"/>
                </a:lnTo>
                <a:lnTo>
                  <a:pt x="1915174" y="13501"/>
                </a:lnTo>
                <a:lnTo>
                  <a:pt x="1861168" y="13501"/>
                </a:lnTo>
                <a:lnTo>
                  <a:pt x="1861168" y="0"/>
                </a:lnTo>
                <a:moveTo>
                  <a:pt x="1955678" y="0"/>
                </a:moveTo>
                <a:lnTo>
                  <a:pt x="1969179" y="0"/>
                </a:lnTo>
                <a:lnTo>
                  <a:pt x="1969179" y="13501"/>
                </a:lnTo>
                <a:lnTo>
                  <a:pt x="1955678" y="13501"/>
                </a:lnTo>
                <a:lnTo>
                  <a:pt x="1955678" y="0"/>
                </a:lnTo>
                <a:moveTo>
                  <a:pt x="2009684" y="0"/>
                </a:moveTo>
                <a:lnTo>
                  <a:pt x="2063689" y="0"/>
                </a:lnTo>
                <a:lnTo>
                  <a:pt x="2063689" y="13501"/>
                </a:lnTo>
                <a:lnTo>
                  <a:pt x="2009684" y="13501"/>
                </a:lnTo>
                <a:lnTo>
                  <a:pt x="2009684" y="0"/>
                </a:lnTo>
                <a:moveTo>
                  <a:pt x="2104193" y="0"/>
                </a:moveTo>
                <a:lnTo>
                  <a:pt x="2117695" y="0"/>
                </a:lnTo>
                <a:lnTo>
                  <a:pt x="2117695" y="13501"/>
                </a:lnTo>
                <a:lnTo>
                  <a:pt x="2104193" y="13501"/>
                </a:lnTo>
                <a:lnTo>
                  <a:pt x="2104193" y="0"/>
                </a:lnTo>
                <a:moveTo>
                  <a:pt x="2158199" y="0"/>
                </a:moveTo>
                <a:lnTo>
                  <a:pt x="2212205" y="0"/>
                </a:lnTo>
                <a:lnTo>
                  <a:pt x="2212205" y="13501"/>
                </a:lnTo>
                <a:lnTo>
                  <a:pt x="2158199" y="13501"/>
                </a:lnTo>
                <a:lnTo>
                  <a:pt x="2158199" y="0"/>
                </a:lnTo>
                <a:moveTo>
                  <a:pt x="2252709" y="0"/>
                </a:moveTo>
                <a:lnTo>
                  <a:pt x="2266210" y="0"/>
                </a:lnTo>
                <a:lnTo>
                  <a:pt x="2266210" y="13501"/>
                </a:lnTo>
                <a:lnTo>
                  <a:pt x="2252709" y="13501"/>
                </a:lnTo>
                <a:lnTo>
                  <a:pt x="2252709" y="0"/>
                </a:lnTo>
                <a:moveTo>
                  <a:pt x="2306715" y="0"/>
                </a:moveTo>
                <a:lnTo>
                  <a:pt x="2360720" y="0"/>
                </a:lnTo>
                <a:lnTo>
                  <a:pt x="2360720" y="13501"/>
                </a:lnTo>
                <a:lnTo>
                  <a:pt x="2306715" y="13501"/>
                </a:lnTo>
                <a:lnTo>
                  <a:pt x="2306715" y="0"/>
                </a:lnTo>
                <a:moveTo>
                  <a:pt x="2401225" y="0"/>
                </a:moveTo>
                <a:lnTo>
                  <a:pt x="2414726" y="0"/>
                </a:lnTo>
                <a:lnTo>
                  <a:pt x="2414726" y="13501"/>
                </a:lnTo>
                <a:lnTo>
                  <a:pt x="2401225" y="13501"/>
                </a:lnTo>
                <a:lnTo>
                  <a:pt x="2401225" y="0"/>
                </a:lnTo>
                <a:moveTo>
                  <a:pt x="2455230" y="0"/>
                </a:moveTo>
                <a:lnTo>
                  <a:pt x="2509235" y="0"/>
                </a:lnTo>
                <a:lnTo>
                  <a:pt x="2509235" y="13501"/>
                </a:lnTo>
                <a:lnTo>
                  <a:pt x="2455230" y="13501"/>
                </a:lnTo>
                <a:lnTo>
                  <a:pt x="2455230" y="0"/>
                </a:lnTo>
                <a:moveTo>
                  <a:pt x="2549740" y="0"/>
                </a:moveTo>
                <a:lnTo>
                  <a:pt x="2563241" y="0"/>
                </a:lnTo>
                <a:lnTo>
                  <a:pt x="2563241" y="13501"/>
                </a:lnTo>
                <a:lnTo>
                  <a:pt x="2549740" y="13501"/>
                </a:lnTo>
                <a:lnTo>
                  <a:pt x="2549740" y="0"/>
                </a:lnTo>
                <a:moveTo>
                  <a:pt x="2603745" y="0"/>
                </a:moveTo>
                <a:lnTo>
                  <a:pt x="2657751" y="0"/>
                </a:lnTo>
                <a:lnTo>
                  <a:pt x="2657751" y="13501"/>
                </a:lnTo>
                <a:lnTo>
                  <a:pt x="2603745" y="13501"/>
                </a:lnTo>
                <a:lnTo>
                  <a:pt x="2603745" y="0"/>
                </a:lnTo>
                <a:moveTo>
                  <a:pt x="2698255" y="0"/>
                </a:moveTo>
                <a:lnTo>
                  <a:pt x="2711757" y="0"/>
                </a:lnTo>
                <a:lnTo>
                  <a:pt x="2711757" y="13501"/>
                </a:lnTo>
                <a:lnTo>
                  <a:pt x="2698255" y="13501"/>
                </a:lnTo>
                <a:lnTo>
                  <a:pt x="2698255" y="0"/>
                </a:lnTo>
                <a:moveTo>
                  <a:pt x="2752261" y="0"/>
                </a:moveTo>
                <a:lnTo>
                  <a:pt x="2806266" y="0"/>
                </a:lnTo>
                <a:lnTo>
                  <a:pt x="2806266" y="13501"/>
                </a:lnTo>
                <a:lnTo>
                  <a:pt x="2752261" y="13501"/>
                </a:lnTo>
                <a:lnTo>
                  <a:pt x="2752261" y="0"/>
                </a:lnTo>
                <a:moveTo>
                  <a:pt x="2846771" y="0"/>
                </a:moveTo>
                <a:lnTo>
                  <a:pt x="2860272" y="0"/>
                </a:lnTo>
                <a:lnTo>
                  <a:pt x="2860272" y="13501"/>
                </a:lnTo>
                <a:lnTo>
                  <a:pt x="2846771" y="13501"/>
                </a:lnTo>
                <a:lnTo>
                  <a:pt x="2846771" y="0"/>
                </a:lnTo>
                <a:moveTo>
                  <a:pt x="2900776" y="0"/>
                </a:moveTo>
                <a:lnTo>
                  <a:pt x="2954781" y="0"/>
                </a:lnTo>
                <a:lnTo>
                  <a:pt x="2954781" y="13501"/>
                </a:lnTo>
                <a:lnTo>
                  <a:pt x="2900776" y="13501"/>
                </a:lnTo>
                <a:lnTo>
                  <a:pt x="2900776" y="0"/>
                </a:lnTo>
                <a:moveTo>
                  <a:pt x="2995286" y="0"/>
                </a:moveTo>
                <a:lnTo>
                  <a:pt x="3008787" y="0"/>
                </a:lnTo>
                <a:lnTo>
                  <a:pt x="3008787" y="13501"/>
                </a:lnTo>
                <a:lnTo>
                  <a:pt x="2995286" y="13501"/>
                </a:lnTo>
                <a:lnTo>
                  <a:pt x="2995286" y="0"/>
                </a:lnTo>
                <a:moveTo>
                  <a:pt x="3049291" y="0"/>
                </a:moveTo>
                <a:lnTo>
                  <a:pt x="3103297" y="0"/>
                </a:lnTo>
                <a:lnTo>
                  <a:pt x="3103297" y="13501"/>
                </a:lnTo>
                <a:lnTo>
                  <a:pt x="3049291" y="13501"/>
                </a:lnTo>
                <a:lnTo>
                  <a:pt x="3049291" y="0"/>
                </a:lnTo>
                <a:moveTo>
                  <a:pt x="3143801" y="0"/>
                </a:moveTo>
                <a:lnTo>
                  <a:pt x="3157303" y="0"/>
                </a:lnTo>
                <a:lnTo>
                  <a:pt x="3157303" y="13501"/>
                </a:lnTo>
                <a:lnTo>
                  <a:pt x="3143801" y="13501"/>
                </a:lnTo>
                <a:lnTo>
                  <a:pt x="3143801" y="0"/>
                </a:lnTo>
                <a:moveTo>
                  <a:pt x="3197807" y="0"/>
                </a:moveTo>
                <a:lnTo>
                  <a:pt x="3251813" y="0"/>
                </a:lnTo>
                <a:lnTo>
                  <a:pt x="3251813" y="13501"/>
                </a:lnTo>
                <a:lnTo>
                  <a:pt x="3197807" y="13501"/>
                </a:lnTo>
                <a:lnTo>
                  <a:pt x="3197807" y="0"/>
                </a:lnTo>
                <a:moveTo>
                  <a:pt x="3292317" y="0"/>
                </a:moveTo>
                <a:lnTo>
                  <a:pt x="3305818" y="0"/>
                </a:lnTo>
                <a:lnTo>
                  <a:pt x="3305818" y="13501"/>
                </a:lnTo>
                <a:lnTo>
                  <a:pt x="3292317" y="13501"/>
                </a:lnTo>
                <a:lnTo>
                  <a:pt x="3292317" y="0"/>
                </a:lnTo>
                <a:moveTo>
                  <a:pt x="3346323" y="0"/>
                </a:moveTo>
                <a:lnTo>
                  <a:pt x="3400328" y="0"/>
                </a:lnTo>
                <a:lnTo>
                  <a:pt x="3400328" y="13501"/>
                </a:lnTo>
                <a:lnTo>
                  <a:pt x="3346323" y="13501"/>
                </a:lnTo>
                <a:lnTo>
                  <a:pt x="3346323" y="0"/>
                </a:lnTo>
                <a:moveTo>
                  <a:pt x="3440832" y="0"/>
                </a:moveTo>
                <a:lnTo>
                  <a:pt x="3454334" y="0"/>
                </a:lnTo>
                <a:lnTo>
                  <a:pt x="3454334" y="13501"/>
                </a:lnTo>
                <a:lnTo>
                  <a:pt x="3440832" y="13501"/>
                </a:lnTo>
                <a:lnTo>
                  <a:pt x="3440832" y="0"/>
                </a:lnTo>
                <a:moveTo>
                  <a:pt x="3494838" y="0"/>
                </a:moveTo>
                <a:lnTo>
                  <a:pt x="3548844" y="0"/>
                </a:lnTo>
                <a:lnTo>
                  <a:pt x="3548844" y="13501"/>
                </a:lnTo>
                <a:lnTo>
                  <a:pt x="3494838" y="13501"/>
                </a:lnTo>
                <a:lnTo>
                  <a:pt x="3494838" y="0"/>
                </a:lnTo>
                <a:moveTo>
                  <a:pt x="3589347" y="0"/>
                </a:moveTo>
                <a:lnTo>
                  <a:pt x="3602849" y="0"/>
                </a:lnTo>
                <a:lnTo>
                  <a:pt x="3602849" y="13501"/>
                </a:lnTo>
                <a:lnTo>
                  <a:pt x="3589347" y="13501"/>
                </a:lnTo>
                <a:lnTo>
                  <a:pt x="3589347" y="0"/>
                </a:lnTo>
                <a:moveTo>
                  <a:pt x="3643354" y="0"/>
                </a:moveTo>
                <a:lnTo>
                  <a:pt x="3697359" y="0"/>
                </a:lnTo>
                <a:lnTo>
                  <a:pt x="3697359" y="13501"/>
                </a:lnTo>
                <a:lnTo>
                  <a:pt x="3643354" y="13501"/>
                </a:lnTo>
                <a:lnTo>
                  <a:pt x="3643354" y="0"/>
                </a:lnTo>
                <a:moveTo>
                  <a:pt x="3737863" y="0"/>
                </a:moveTo>
                <a:lnTo>
                  <a:pt x="3751365" y="0"/>
                </a:lnTo>
                <a:lnTo>
                  <a:pt x="3751365" y="13501"/>
                </a:lnTo>
                <a:lnTo>
                  <a:pt x="3737863" y="13501"/>
                </a:lnTo>
                <a:lnTo>
                  <a:pt x="3737863" y="0"/>
                </a:lnTo>
                <a:moveTo>
                  <a:pt x="3791869" y="0"/>
                </a:moveTo>
                <a:lnTo>
                  <a:pt x="3845874" y="0"/>
                </a:lnTo>
                <a:lnTo>
                  <a:pt x="3845874" y="13501"/>
                </a:lnTo>
                <a:lnTo>
                  <a:pt x="3791869" y="13501"/>
                </a:lnTo>
                <a:lnTo>
                  <a:pt x="3791869" y="0"/>
                </a:lnTo>
                <a:moveTo>
                  <a:pt x="3886378" y="0"/>
                </a:moveTo>
                <a:lnTo>
                  <a:pt x="3899880" y="0"/>
                </a:lnTo>
                <a:lnTo>
                  <a:pt x="3899880" y="13501"/>
                </a:lnTo>
                <a:lnTo>
                  <a:pt x="3886378" y="13501"/>
                </a:lnTo>
                <a:lnTo>
                  <a:pt x="3886378" y="0"/>
                </a:lnTo>
                <a:moveTo>
                  <a:pt x="3940384" y="0"/>
                </a:moveTo>
                <a:lnTo>
                  <a:pt x="3994390" y="0"/>
                </a:lnTo>
                <a:lnTo>
                  <a:pt x="3994390" y="13501"/>
                </a:lnTo>
                <a:lnTo>
                  <a:pt x="3940384" y="13501"/>
                </a:lnTo>
                <a:lnTo>
                  <a:pt x="3940384" y="0"/>
                </a:lnTo>
                <a:moveTo>
                  <a:pt x="4034894" y="0"/>
                </a:moveTo>
                <a:lnTo>
                  <a:pt x="4048395" y="0"/>
                </a:lnTo>
                <a:lnTo>
                  <a:pt x="4048395" y="13501"/>
                </a:lnTo>
                <a:lnTo>
                  <a:pt x="4034894" y="13501"/>
                </a:lnTo>
                <a:lnTo>
                  <a:pt x="4034894" y="0"/>
                </a:lnTo>
                <a:moveTo>
                  <a:pt x="4088900" y="0"/>
                </a:moveTo>
                <a:lnTo>
                  <a:pt x="4142905" y="0"/>
                </a:lnTo>
                <a:lnTo>
                  <a:pt x="4142905" y="13501"/>
                </a:lnTo>
                <a:lnTo>
                  <a:pt x="4088900" y="13501"/>
                </a:lnTo>
                <a:lnTo>
                  <a:pt x="4088900" y="0"/>
                </a:lnTo>
                <a:moveTo>
                  <a:pt x="4183410" y="0"/>
                </a:moveTo>
                <a:lnTo>
                  <a:pt x="4196911" y="0"/>
                </a:lnTo>
                <a:lnTo>
                  <a:pt x="4196911" y="13501"/>
                </a:lnTo>
                <a:lnTo>
                  <a:pt x="4183410" y="13501"/>
                </a:lnTo>
                <a:lnTo>
                  <a:pt x="4183410" y="0"/>
                </a:lnTo>
                <a:moveTo>
                  <a:pt x="4237415" y="0"/>
                </a:moveTo>
                <a:lnTo>
                  <a:pt x="4291421" y="0"/>
                </a:lnTo>
                <a:lnTo>
                  <a:pt x="4291421" y="13501"/>
                </a:lnTo>
                <a:lnTo>
                  <a:pt x="4237415" y="13501"/>
                </a:lnTo>
                <a:lnTo>
                  <a:pt x="4237415" y="0"/>
                </a:lnTo>
                <a:moveTo>
                  <a:pt x="4331925" y="0"/>
                </a:moveTo>
                <a:lnTo>
                  <a:pt x="4345426" y="0"/>
                </a:lnTo>
                <a:lnTo>
                  <a:pt x="4345426" y="13501"/>
                </a:lnTo>
                <a:lnTo>
                  <a:pt x="4331925" y="13501"/>
                </a:lnTo>
                <a:lnTo>
                  <a:pt x="4331925" y="0"/>
                </a:lnTo>
                <a:moveTo>
                  <a:pt x="4385930" y="0"/>
                </a:moveTo>
                <a:lnTo>
                  <a:pt x="4439936" y="0"/>
                </a:lnTo>
                <a:lnTo>
                  <a:pt x="4439936" y="13501"/>
                </a:lnTo>
                <a:lnTo>
                  <a:pt x="4385930" y="13501"/>
                </a:lnTo>
                <a:lnTo>
                  <a:pt x="4385930" y="0"/>
                </a:lnTo>
                <a:moveTo>
                  <a:pt x="4480440" y="0"/>
                </a:moveTo>
                <a:lnTo>
                  <a:pt x="4493941" y="0"/>
                </a:lnTo>
                <a:lnTo>
                  <a:pt x="4493941" y="13501"/>
                </a:lnTo>
                <a:lnTo>
                  <a:pt x="4480440" y="13501"/>
                </a:lnTo>
                <a:lnTo>
                  <a:pt x="4480440" y="0"/>
                </a:lnTo>
                <a:moveTo>
                  <a:pt x="4534446" y="0"/>
                </a:moveTo>
                <a:lnTo>
                  <a:pt x="4588451" y="0"/>
                </a:lnTo>
                <a:lnTo>
                  <a:pt x="4588451" y="13501"/>
                </a:lnTo>
                <a:lnTo>
                  <a:pt x="4534446" y="13501"/>
                </a:lnTo>
                <a:lnTo>
                  <a:pt x="4534446" y="0"/>
                </a:lnTo>
                <a:moveTo>
                  <a:pt x="4628956" y="0"/>
                </a:moveTo>
                <a:lnTo>
                  <a:pt x="4642457" y="0"/>
                </a:lnTo>
                <a:lnTo>
                  <a:pt x="4642457" y="13501"/>
                </a:lnTo>
                <a:lnTo>
                  <a:pt x="4628956" y="13501"/>
                </a:lnTo>
                <a:lnTo>
                  <a:pt x="4628956" y="0"/>
                </a:lnTo>
                <a:moveTo>
                  <a:pt x="4682961" y="0"/>
                </a:moveTo>
                <a:lnTo>
                  <a:pt x="4736967" y="0"/>
                </a:lnTo>
                <a:lnTo>
                  <a:pt x="4736967" y="13501"/>
                </a:lnTo>
                <a:lnTo>
                  <a:pt x="4682961" y="13501"/>
                </a:lnTo>
                <a:lnTo>
                  <a:pt x="4682961" y="0"/>
                </a:lnTo>
                <a:moveTo>
                  <a:pt x="4777471" y="0"/>
                </a:moveTo>
                <a:lnTo>
                  <a:pt x="4790973" y="0"/>
                </a:lnTo>
                <a:lnTo>
                  <a:pt x="4790973" y="13501"/>
                </a:lnTo>
                <a:lnTo>
                  <a:pt x="4777471" y="13501"/>
                </a:lnTo>
                <a:lnTo>
                  <a:pt x="4777471" y="0"/>
                </a:lnTo>
                <a:moveTo>
                  <a:pt x="4831477" y="0"/>
                </a:moveTo>
                <a:lnTo>
                  <a:pt x="4885482" y="0"/>
                </a:lnTo>
                <a:lnTo>
                  <a:pt x="4885482" y="13501"/>
                </a:lnTo>
                <a:lnTo>
                  <a:pt x="4831477" y="13501"/>
                </a:lnTo>
                <a:lnTo>
                  <a:pt x="4831477" y="0"/>
                </a:lnTo>
                <a:moveTo>
                  <a:pt x="4925986" y="0"/>
                </a:moveTo>
                <a:lnTo>
                  <a:pt x="4939488" y="0"/>
                </a:lnTo>
                <a:lnTo>
                  <a:pt x="4939488" y="13501"/>
                </a:lnTo>
                <a:lnTo>
                  <a:pt x="4925986" y="13501"/>
                </a:lnTo>
                <a:lnTo>
                  <a:pt x="4925986" y="0"/>
                </a:lnTo>
                <a:moveTo>
                  <a:pt x="4979992" y="0"/>
                </a:moveTo>
                <a:lnTo>
                  <a:pt x="5033997" y="0"/>
                </a:lnTo>
                <a:lnTo>
                  <a:pt x="5033997" y="13501"/>
                </a:lnTo>
                <a:lnTo>
                  <a:pt x="4979992" y="13501"/>
                </a:lnTo>
                <a:lnTo>
                  <a:pt x="4979992" y="0"/>
                </a:lnTo>
                <a:moveTo>
                  <a:pt x="5074502" y="0"/>
                </a:moveTo>
                <a:lnTo>
                  <a:pt x="5088004" y="0"/>
                </a:lnTo>
                <a:lnTo>
                  <a:pt x="5088004" y="13501"/>
                </a:lnTo>
                <a:lnTo>
                  <a:pt x="5074502" y="13501"/>
                </a:lnTo>
                <a:lnTo>
                  <a:pt x="5074502" y="0"/>
                </a:lnTo>
                <a:moveTo>
                  <a:pt x="5128507" y="0"/>
                </a:moveTo>
                <a:lnTo>
                  <a:pt x="5182514" y="0"/>
                </a:lnTo>
                <a:lnTo>
                  <a:pt x="5182514" y="13501"/>
                </a:lnTo>
                <a:lnTo>
                  <a:pt x="5128507" y="13501"/>
                </a:lnTo>
                <a:lnTo>
                  <a:pt x="5128507" y="0"/>
                </a:lnTo>
                <a:moveTo>
                  <a:pt x="5223017" y="0"/>
                </a:moveTo>
                <a:lnTo>
                  <a:pt x="5236519" y="0"/>
                </a:lnTo>
                <a:lnTo>
                  <a:pt x="5236519" y="13501"/>
                </a:lnTo>
                <a:lnTo>
                  <a:pt x="5223017" y="13501"/>
                </a:lnTo>
                <a:lnTo>
                  <a:pt x="5223017" y="0"/>
                </a:lnTo>
                <a:moveTo>
                  <a:pt x="5277023" y="0"/>
                </a:moveTo>
                <a:lnTo>
                  <a:pt x="5331029" y="0"/>
                </a:lnTo>
                <a:lnTo>
                  <a:pt x="5331029" y="13501"/>
                </a:lnTo>
                <a:lnTo>
                  <a:pt x="5277023" y="13501"/>
                </a:lnTo>
                <a:lnTo>
                  <a:pt x="5277023" y="0"/>
                </a:lnTo>
                <a:moveTo>
                  <a:pt x="5371533" y="0"/>
                </a:moveTo>
                <a:lnTo>
                  <a:pt x="5385034" y="0"/>
                </a:lnTo>
                <a:lnTo>
                  <a:pt x="5385034" y="13501"/>
                </a:lnTo>
                <a:lnTo>
                  <a:pt x="5371533" y="13501"/>
                </a:lnTo>
                <a:lnTo>
                  <a:pt x="5371533" y="0"/>
                </a:lnTo>
                <a:moveTo>
                  <a:pt x="5425539" y="0"/>
                </a:moveTo>
                <a:lnTo>
                  <a:pt x="5479544" y="0"/>
                </a:lnTo>
                <a:lnTo>
                  <a:pt x="5479544" y="13501"/>
                </a:lnTo>
                <a:lnTo>
                  <a:pt x="5425539" y="13501"/>
                </a:lnTo>
                <a:lnTo>
                  <a:pt x="5425539" y="0"/>
                </a:lnTo>
                <a:moveTo>
                  <a:pt x="5520048" y="0"/>
                </a:moveTo>
                <a:lnTo>
                  <a:pt x="5533550" y="0"/>
                </a:lnTo>
                <a:lnTo>
                  <a:pt x="5533550" y="13501"/>
                </a:lnTo>
                <a:lnTo>
                  <a:pt x="5520048" y="13501"/>
                </a:lnTo>
                <a:lnTo>
                  <a:pt x="5520048" y="0"/>
                </a:lnTo>
                <a:moveTo>
                  <a:pt x="5574054" y="0"/>
                </a:moveTo>
                <a:lnTo>
                  <a:pt x="5628060" y="0"/>
                </a:lnTo>
                <a:lnTo>
                  <a:pt x="5628060" y="13501"/>
                </a:lnTo>
                <a:lnTo>
                  <a:pt x="5574054" y="13501"/>
                </a:lnTo>
                <a:lnTo>
                  <a:pt x="5574054" y="0"/>
                </a:lnTo>
                <a:moveTo>
                  <a:pt x="5668563" y="0"/>
                </a:moveTo>
                <a:lnTo>
                  <a:pt x="5682065" y="0"/>
                </a:lnTo>
                <a:lnTo>
                  <a:pt x="5682065" y="13501"/>
                </a:lnTo>
                <a:lnTo>
                  <a:pt x="5668563" y="13501"/>
                </a:lnTo>
                <a:lnTo>
                  <a:pt x="5668563" y="0"/>
                </a:lnTo>
                <a:moveTo>
                  <a:pt x="5722570" y="0"/>
                </a:moveTo>
                <a:lnTo>
                  <a:pt x="5776575" y="0"/>
                </a:lnTo>
                <a:lnTo>
                  <a:pt x="5776575" y="13501"/>
                </a:lnTo>
                <a:lnTo>
                  <a:pt x="5722570" y="13501"/>
                </a:lnTo>
                <a:lnTo>
                  <a:pt x="5722570" y="0"/>
                </a:lnTo>
                <a:moveTo>
                  <a:pt x="5817079" y="0"/>
                </a:moveTo>
                <a:lnTo>
                  <a:pt x="5830580" y="0"/>
                </a:lnTo>
                <a:lnTo>
                  <a:pt x="5830580" y="13501"/>
                </a:lnTo>
                <a:lnTo>
                  <a:pt x="5817079" y="13501"/>
                </a:lnTo>
                <a:lnTo>
                  <a:pt x="5817079" y="0"/>
                </a:lnTo>
                <a:moveTo>
                  <a:pt x="5871085" y="0"/>
                </a:moveTo>
                <a:lnTo>
                  <a:pt x="5925090" y="0"/>
                </a:lnTo>
                <a:lnTo>
                  <a:pt x="5925090" y="13501"/>
                </a:lnTo>
                <a:lnTo>
                  <a:pt x="5871085" y="13501"/>
                </a:lnTo>
                <a:lnTo>
                  <a:pt x="5871085" y="0"/>
                </a:lnTo>
                <a:moveTo>
                  <a:pt x="5965595" y="0"/>
                </a:moveTo>
                <a:lnTo>
                  <a:pt x="5979096" y="0"/>
                </a:lnTo>
                <a:lnTo>
                  <a:pt x="5979096" y="13501"/>
                </a:lnTo>
                <a:lnTo>
                  <a:pt x="5965595" y="13501"/>
                </a:lnTo>
                <a:lnTo>
                  <a:pt x="5965595" y="0"/>
                </a:lnTo>
                <a:moveTo>
                  <a:pt x="6019600" y="0"/>
                </a:moveTo>
                <a:lnTo>
                  <a:pt x="6073606" y="0"/>
                </a:lnTo>
                <a:lnTo>
                  <a:pt x="6073606" y="13501"/>
                </a:lnTo>
                <a:lnTo>
                  <a:pt x="6019600" y="13501"/>
                </a:lnTo>
                <a:lnTo>
                  <a:pt x="6019600" y="0"/>
                </a:lnTo>
                <a:moveTo>
                  <a:pt x="6114110" y="0"/>
                </a:moveTo>
                <a:lnTo>
                  <a:pt x="6127611" y="0"/>
                </a:lnTo>
                <a:lnTo>
                  <a:pt x="6127611" y="13501"/>
                </a:lnTo>
                <a:lnTo>
                  <a:pt x="6114110" y="13501"/>
                </a:lnTo>
                <a:lnTo>
                  <a:pt x="6114110" y="0"/>
                </a:lnTo>
                <a:moveTo>
                  <a:pt x="6168116" y="0"/>
                </a:moveTo>
                <a:lnTo>
                  <a:pt x="6222121" y="0"/>
                </a:lnTo>
                <a:lnTo>
                  <a:pt x="6222121" y="13501"/>
                </a:lnTo>
                <a:lnTo>
                  <a:pt x="6168116" y="13501"/>
                </a:lnTo>
                <a:lnTo>
                  <a:pt x="6168116" y="0"/>
                </a:lnTo>
                <a:moveTo>
                  <a:pt x="6262626" y="0"/>
                </a:moveTo>
                <a:lnTo>
                  <a:pt x="6276126" y="0"/>
                </a:lnTo>
                <a:lnTo>
                  <a:pt x="6276126" y="13501"/>
                </a:lnTo>
                <a:lnTo>
                  <a:pt x="6262626" y="13501"/>
                </a:lnTo>
                <a:lnTo>
                  <a:pt x="6262626" y="0"/>
                </a:lnTo>
                <a:moveTo>
                  <a:pt x="6316631" y="0"/>
                </a:moveTo>
                <a:lnTo>
                  <a:pt x="6370636" y="0"/>
                </a:lnTo>
                <a:lnTo>
                  <a:pt x="6370636" y="13501"/>
                </a:lnTo>
                <a:lnTo>
                  <a:pt x="6316631" y="13501"/>
                </a:lnTo>
                <a:lnTo>
                  <a:pt x="6316631" y="0"/>
                </a:lnTo>
                <a:moveTo>
                  <a:pt x="6411141" y="0"/>
                </a:moveTo>
                <a:lnTo>
                  <a:pt x="6424642" y="0"/>
                </a:lnTo>
                <a:lnTo>
                  <a:pt x="6424642" y="13501"/>
                </a:lnTo>
                <a:lnTo>
                  <a:pt x="6411141" y="13501"/>
                </a:lnTo>
                <a:lnTo>
                  <a:pt x="6411141" y="0"/>
                </a:lnTo>
                <a:moveTo>
                  <a:pt x="6465146" y="0"/>
                </a:moveTo>
                <a:lnTo>
                  <a:pt x="6519152" y="0"/>
                </a:lnTo>
                <a:lnTo>
                  <a:pt x="6519152" y="13501"/>
                </a:lnTo>
                <a:lnTo>
                  <a:pt x="6465146" y="13501"/>
                </a:lnTo>
                <a:lnTo>
                  <a:pt x="6465146" y="0"/>
                </a:lnTo>
                <a:moveTo>
                  <a:pt x="6559656" y="0"/>
                </a:moveTo>
                <a:lnTo>
                  <a:pt x="6573157" y="0"/>
                </a:lnTo>
                <a:lnTo>
                  <a:pt x="6573157" y="13501"/>
                </a:lnTo>
                <a:lnTo>
                  <a:pt x="6559656" y="13501"/>
                </a:lnTo>
                <a:lnTo>
                  <a:pt x="6559656" y="0"/>
                </a:lnTo>
                <a:moveTo>
                  <a:pt x="6613662" y="0"/>
                </a:moveTo>
                <a:lnTo>
                  <a:pt x="6667667" y="0"/>
                </a:lnTo>
                <a:lnTo>
                  <a:pt x="6667667" y="13501"/>
                </a:lnTo>
                <a:lnTo>
                  <a:pt x="6613662" y="13501"/>
                </a:lnTo>
                <a:lnTo>
                  <a:pt x="6613662" y="0"/>
                </a:lnTo>
                <a:moveTo>
                  <a:pt x="6708172" y="0"/>
                </a:moveTo>
                <a:lnTo>
                  <a:pt x="6721673" y="0"/>
                </a:lnTo>
                <a:lnTo>
                  <a:pt x="6721673" y="13501"/>
                </a:lnTo>
                <a:lnTo>
                  <a:pt x="6708172" y="13501"/>
                </a:lnTo>
                <a:lnTo>
                  <a:pt x="6708172" y="0"/>
                </a:lnTo>
                <a:moveTo>
                  <a:pt x="6762177" y="0"/>
                </a:moveTo>
                <a:lnTo>
                  <a:pt x="6816182" y="0"/>
                </a:lnTo>
                <a:lnTo>
                  <a:pt x="6816182" y="13501"/>
                </a:lnTo>
                <a:lnTo>
                  <a:pt x="6762177" y="13501"/>
                </a:lnTo>
                <a:lnTo>
                  <a:pt x="6762177" y="0"/>
                </a:lnTo>
                <a:moveTo>
                  <a:pt x="6856687" y="0"/>
                </a:moveTo>
                <a:lnTo>
                  <a:pt x="6870189" y="0"/>
                </a:lnTo>
                <a:lnTo>
                  <a:pt x="6870189" y="13501"/>
                </a:lnTo>
                <a:lnTo>
                  <a:pt x="6856687" y="13501"/>
                </a:lnTo>
                <a:lnTo>
                  <a:pt x="6856687" y="0"/>
                </a:lnTo>
                <a:moveTo>
                  <a:pt x="6910692" y="0"/>
                </a:moveTo>
                <a:lnTo>
                  <a:pt x="6964699" y="0"/>
                </a:lnTo>
                <a:lnTo>
                  <a:pt x="6964699" y="13501"/>
                </a:lnTo>
                <a:lnTo>
                  <a:pt x="6910692" y="13501"/>
                </a:lnTo>
                <a:lnTo>
                  <a:pt x="6910692" y="0"/>
                </a:lnTo>
                <a:moveTo>
                  <a:pt x="7005202" y="0"/>
                </a:moveTo>
                <a:lnTo>
                  <a:pt x="7018704" y="0"/>
                </a:lnTo>
                <a:lnTo>
                  <a:pt x="7018704" y="13501"/>
                </a:lnTo>
                <a:lnTo>
                  <a:pt x="7005202" y="13501"/>
                </a:lnTo>
                <a:lnTo>
                  <a:pt x="7005202" y="0"/>
                </a:lnTo>
                <a:moveTo>
                  <a:pt x="7059208" y="0"/>
                </a:moveTo>
                <a:lnTo>
                  <a:pt x="7113214" y="0"/>
                </a:lnTo>
                <a:lnTo>
                  <a:pt x="7113214" y="13501"/>
                </a:lnTo>
                <a:lnTo>
                  <a:pt x="7059208" y="13501"/>
                </a:lnTo>
                <a:lnTo>
                  <a:pt x="7059208" y="0"/>
                </a:lnTo>
                <a:moveTo>
                  <a:pt x="7153718" y="0"/>
                </a:moveTo>
                <a:lnTo>
                  <a:pt x="7167219" y="0"/>
                </a:lnTo>
                <a:lnTo>
                  <a:pt x="7167219" y="13501"/>
                </a:lnTo>
                <a:lnTo>
                  <a:pt x="7153718" y="13501"/>
                </a:lnTo>
                <a:lnTo>
                  <a:pt x="7153718" y="0"/>
                </a:lnTo>
                <a:moveTo>
                  <a:pt x="7207723" y="0"/>
                </a:moveTo>
                <a:lnTo>
                  <a:pt x="7261728" y="0"/>
                </a:lnTo>
                <a:lnTo>
                  <a:pt x="7261728" y="13501"/>
                </a:lnTo>
                <a:lnTo>
                  <a:pt x="7207723" y="13501"/>
                </a:lnTo>
                <a:lnTo>
                  <a:pt x="7207723" y="0"/>
                </a:lnTo>
                <a:moveTo>
                  <a:pt x="7302233" y="0"/>
                </a:moveTo>
                <a:lnTo>
                  <a:pt x="7315735" y="0"/>
                </a:lnTo>
                <a:lnTo>
                  <a:pt x="7315735" y="13501"/>
                </a:lnTo>
                <a:lnTo>
                  <a:pt x="7302233" y="13501"/>
                </a:lnTo>
                <a:lnTo>
                  <a:pt x="7302233" y="0"/>
                </a:lnTo>
                <a:moveTo>
                  <a:pt x="7356238" y="0"/>
                </a:moveTo>
                <a:lnTo>
                  <a:pt x="7410245" y="0"/>
                </a:lnTo>
                <a:lnTo>
                  <a:pt x="7410245" y="13501"/>
                </a:lnTo>
                <a:lnTo>
                  <a:pt x="7356238" y="13501"/>
                </a:lnTo>
                <a:lnTo>
                  <a:pt x="7356238" y="0"/>
                </a:lnTo>
                <a:moveTo>
                  <a:pt x="7450748" y="0"/>
                </a:moveTo>
                <a:lnTo>
                  <a:pt x="7464250" y="0"/>
                </a:lnTo>
                <a:lnTo>
                  <a:pt x="7464250" y="13501"/>
                </a:lnTo>
                <a:lnTo>
                  <a:pt x="7450748" y="13501"/>
                </a:lnTo>
                <a:lnTo>
                  <a:pt x="7450748" y="0"/>
                </a:lnTo>
                <a:moveTo>
                  <a:pt x="7504754" y="0"/>
                </a:moveTo>
                <a:lnTo>
                  <a:pt x="7558760" y="0"/>
                </a:lnTo>
                <a:lnTo>
                  <a:pt x="7558760" y="13501"/>
                </a:lnTo>
                <a:lnTo>
                  <a:pt x="7504754" y="13501"/>
                </a:lnTo>
                <a:lnTo>
                  <a:pt x="7504754" y="0"/>
                </a:lnTo>
                <a:moveTo>
                  <a:pt x="7599264" y="0"/>
                </a:moveTo>
                <a:lnTo>
                  <a:pt x="7612765" y="0"/>
                </a:lnTo>
                <a:lnTo>
                  <a:pt x="7612765" y="13501"/>
                </a:lnTo>
                <a:lnTo>
                  <a:pt x="7599264" y="13501"/>
                </a:lnTo>
                <a:lnTo>
                  <a:pt x="7599264" y="0"/>
                </a:lnTo>
                <a:moveTo>
                  <a:pt x="7653269" y="0"/>
                </a:moveTo>
                <a:lnTo>
                  <a:pt x="7707275" y="0"/>
                </a:lnTo>
                <a:lnTo>
                  <a:pt x="7707275" y="13501"/>
                </a:lnTo>
                <a:lnTo>
                  <a:pt x="7653269" y="13501"/>
                </a:lnTo>
                <a:lnTo>
                  <a:pt x="7653269" y="0"/>
                </a:lnTo>
                <a:moveTo>
                  <a:pt x="7747779" y="0"/>
                </a:moveTo>
                <a:lnTo>
                  <a:pt x="7761281" y="0"/>
                </a:lnTo>
                <a:lnTo>
                  <a:pt x="7761281" y="13501"/>
                </a:lnTo>
                <a:lnTo>
                  <a:pt x="7747779" y="13501"/>
                </a:lnTo>
                <a:lnTo>
                  <a:pt x="7747779" y="0"/>
                </a:lnTo>
                <a:moveTo>
                  <a:pt x="7801785" y="0"/>
                </a:moveTo>
                <a:lnTo>
                  <a:pt x="7855791" y="0"/>
                </a:lnTo>
                <a:lnTo>
                  <a:pt x="7855791" y="13501"/>
                </a:lnTo>
                <a:lnTo>
                  <a:pt x="7801785" y="13501"/>
                </a:lnTo>
                <a:lnTo>
                  <a:pt x="7801785" y="0"/>
                </a:lnTo>
                <a:moveTo>
                  <a:pt x="7896294" y="0"/>
                </a:moveTo>
                <a:lnTo>
                  <a:pt x="7909796" y="0"/>
                </a:lnTo>
                <a:lnTo>
                  <a:pt x="7909796" y="13501"/>
                </a:lnTo>
                <a:lnTo>
                  <a:pt x="7896294" y="13501"/>
                </a:lnTo>
                <a:lnTo>
                  <a:pt x="7896294" y="0"/>
                </a:lnTo>
                <a:moveTo>
                  <a:pt x="7950301" y="0"/>
                </a:moveTo>
                <a:lnTo>
                  <a:pt x="8004306" y="0"/>
                </a:lnTo>
                <a:lnTo>
                  <a:pt x="8004306" y="13501"/>
                </a:lnTo>
                <a:lnTo>
                  <a:pt x="7950301" y="13501"/>
                </a:lnTo>
                <a:lnTo>
                  <a:pt x="7950301" y="0"/>
                </a:lnTo>
                <a:moveTo>
                  <a:pt x="8044810" y="0"/>
                </a:moveTo>
                <a:lnTo>
                  <a:pt x="8058312" y="0"/>
                </a:lnTo>
                <a:lnTo>
                  <a:pt x="8058312" y="13501"/>
                </a:lnTo>
                <a:lnTo>
                  <a:pt x="8044810" y="13501"/>
                </a:lnTo>
                <a:lnTo>
                  <a:pt x="8044810" y="0"/>
                </a:lnTo>
                <a:moveTo>
                  <a:pt x="8098816" y="0"/>
                </a:moveTo>
                <a:lnTo>
                  <a:pt x="8152821" y="0"/>
                </a:lnTo>
                <a:lnTo>
                  <a:pt x="8152821" y="13501"/>
                </a:lnTo>
                <a:lnTo>
                  <a:pt x="8098816" y="13501"/>
                </a:lnTo>
                <a:lnTo>
                  <a:pt x="8098816" y="0"/>
                </a:lnTo>
                <a:moveTo>
                  <a:pt x="8193326" y="0"/>
                </a:moveTo>
                <a:lnTo>
                  <a:pt x="8206827" y="0"/>
                </a:lnTo>
                <a:lnTo>
                  <a:pt x="8206827" y="13501"/>
                </a:lnTo>
                <a:lnTo>
                  <a:pt x="8193326" y="13501"/>
                </a:lnTo>
                <a:lnTo>
                  <a:pt x="8193326" y="0"/>
                </a:lnTo>
                <a:moveTo>
                  <a:pt x="8247331" y="0"/>
                </a:moveTo>
                <a:lnTo>
                  <a:pt x="8301337" y="0"/>
                </a:lnTo>
                <a:lnTo>
                  <a:pt x="8301337" y="13501"/>
                </a:lnTo>
                <a:lnTo>
                  <a:pt x="8247331" y="13501"/>
                </a:lnTo>
                <a:lnTo>
                  <a:pt x="8247331" y="0"/>
                </a:lnTo>
                <a:moveTo>
                  <a:pt x="8341841" y="0"/>
                </a:moveTo>
                <a:lnTo>
                  <a:pt x="8355342" y="0"/>
                </a:lnTo>
                <a:lnTo>
                  <a:pt x="8355342" y="13501"/>
                </a:lnTo>
                <a:lnTo>
                  <a:pt x="8341841" y="13501"/>
                </a:lnTo>
                <a:lnTo>
                  <a:pt x="8341841" y="0"/>
                </a:lnTo>
                <a:moveTo>
                  <a:pt x="8395847" y="0"/>
                </a:moveTo>
                <a:lnTo>
                  <a:pt x="8449852" y="0"/>
                </a:lnTo>
                <a:lnTo>
                  <a:pt x="8449852" y="13501"/>
                </a:lnTo>
                <a:lnTo>
                  <a:pt x="8395847" y="13501"/>
                </a:lnTo>
                <a:lnTo>
                  <a:pt x="8395847" y="0"/>
                </a:lnTo>
                <a:moveTo>
                  <a:pt x="8490357" y="0"/>
                </a:moveTo>
                <a:lnTo>
                  <a:pt x="8503858" y="0"/>
                </a:lnTo>
                <a:lnTo>
                  <a:pt x="8503858" y="13501"/>
                </a:lnTo>
                <a:lnTo>
                  <a:pt x="8490357" y="13501"/>
                </a:lnTo>
                <a:lnTo>
                  <a:pt x="8490357" y="0"/>
                </a:lnTo>
                <a:moveTo>
                  <a:pt x="8544362" y="0"/>
                </a:moveTo>
                <a:lnTo>
                  <a:pt x="8598368" y="0"/>
                </a:lnTo>
                <a:lnTo>
                  <a:pt x="8598368" y="13501"/>
                </a:lnTo>
                <a:lnTo>
                  <a:pt x="8544362" y="13501"/>
                </a:lnTo>
                <a:lnTo>
                  <a:pt x="8544362" y="0"/>
                </a:lnTo>
                <a:moveTo>
                  <a:pt x="8638872" y="0"/>
                </a:moveTo>
                <a:lnTo>
                  <a:pt x="8652373" y="0"/>
                </a:lnTo>
                <a:lnTo>
                  <a:pt x="8652373" y="13501"/>
                </a:lnTo>
                <a:lnTo>
                  <a:pt x="8638872" y="13501"/>
                </a:lnTo>
                <a:lnTo>
                  <a:pt x="8638872" y="0"/>
                </a:lnTo>
                <a:moveTo>
                  <a:pt x="8692877" y="0"/>
                </a:moveTo>
                <a:lnTo>
                  <a:pt x="8746883" y="0"/>
                </a:lnTo>
                <a:lnTo>
                  <a:pt x="8746883" y="13501"/>
                </a:lnTo>
                <a:lnTo>
                  <a:pt x="8692877" y="13501"/>
                </a:lnTo>
                <a:lnTo>
                  <a:pt x="8692877" y="0"/>
                </a:lnTo>
                <a:moveTo>
                  <a:pt x="8787387" y="0"/>
                </a:moveTo>
                <a:lnTo>
                  <a:pt x="8800888" y="0"/>
                </a:lnTo>
                <a:lnTo>
                  <a:pt x="8800888" y="13501"/>
                </a:lnTo>
                <a:lnTo>
                  <a:pt x="8787387" y="13501"/>
                </a:lnTo>
                <a:lnTo>
                  <a:pt x="8787387" y="0"/>
                </a:lnTo>
                <a:moveTo>
                  <a:pt x="8841393" y="0"/>
                </a:moveTo>
                <a:lnTo>
                  <a:pt x="8895398" y="0"/>
                </a:lnTo>
                <a:lnTo>
                  <a:pt x="8895398" y="13501"/>
                </a:lnTo>
                <a:lnTo>
                  <a:pt x="8841393" y="13501"/>
                </a:lnTo>
                <a:lnTo>
                  <a:pt x="8841393" y="0"/>
                </a:lnTo>
                <a:moveTo>
                  <a:pt x="8935903" y="0"/>
                </a:moveTo>
                <a:lnTo>
                  <a:pt x="8949405" y="0"/>
                </a:lnTo>
                <a:lnTo>
                  <a:pt x="8949405" y="13501"/>
                </a:lnTo>
                <a:lnTo>
                  <a:pt x="8935903" y="13501"/>
                </a:lnTo>
                <a:lnTo>
                  <a:pt x="8935903" y="0"/>
                </a:lnTo>
                <a:moveTo>
                  <a:pt x="8989908" y="0"/>
                </a:moveTo>
                <a:lnTo>
                  <a:pt x="9043914" y="0"/>
                </a:lnTo>
                <a:lnTo>
                  <a:pt x="9043914" y="13501"/>
                </a:lnTo>
                <a:lnTo>
                  <a:pt x="8989908" y="13501"/>
                </a:lnTo>
                <a:lnTo>
                  <a:pt x="8989908" y="0"/>
                </a:lnTo>
                <a:moveTo>
                  <a:pt x="9084418" y="0"/>
                </a:moveTo>
                <a:lnTo>
                  <a:pt x="9097920" y="0"/>
                </a:lnTo>
                <a:lnTo>
                  <a:pt x="9097920" y="13501"/>
                </a:lnTo>
                <a:lnTo>
                  <a:pt x="9084418" y="13501"/>
                </a:lnTo>
                <a:lnTo>
                  <a:pt x="9084418" y="0"/>
                </a:lnTo>
                <a:moveTo>
                  <a:pt x="9138424" y="0"/>
                </a:moveTo>
                <a:lnTo>
                  <a:pt x="9192429" y="0"/>
                </a:lnTo>
                <a:lnTo>
                  <a:pt x="9192429" y="13501"/>
                </a:lnTo>
                <a:lnTo>
                  <a:pt x="9138424" y="13501"/>
                </a:lnTo>
                <a:lnTo>
                  <a:pt x="9138424" y="0"/>
                </a:lnTo>
                <a:moveTo>
                  <a:pt x="9232933" y="0"/>
                </a:moveTo>
                <a:lnTo>
                  <a:pt x="9246435" y="0"/>
                </a:lnTo>
                <a:lnTo>
                  <a:pt x="9246435" y="13501"/>
                </a:lnTo>
                <a:lnTo>
                  <a:pt x="9232933" y="13501"/>
                </a:lnTo>
                <a:lnTo>
                  <a:pt x="9232933" y="0"/>
                </a:lnTo>
                <a:moveTo>
                  <a:pt x="9286939" y="0"/>
                </a:moveTo>
                <a:lnTo>
                  <a:pt x="9340945" y="0"/>
                </a:lnTo>
                <a:lnTo>
                  <a:pt x="9340945" y="13501"/>
                </a:lnTo>
                <a:lnTo>
                  <a:pt x="9286939" y="13501"/>
                </a:lnTo>
                <a:lnTo>
                  <a:pt x="9286939" y="0"/>
                </a:lnTo>
                <a:moveTo>
                  <a:pt x="9381449" y="0"/>
                </a:moveTo>
                <a:lnTo>
                  <a:pt x="9394951" y="0"/>
                </a:lnTo>
                <a:lnTo>
                  <a:pt x="9394951" y="13501"/>
                </a:lnTo>
                <a:lnTo>
                  <a:pt x="9381449" y="13501"/>
                </a:lnTo>
                <a:lnTo>
                  <a:pt x="9381449" y="0"/>
                </a:lnTo>
                <a:moveTo>
                  <a:pt x="9435454" y="0"/>
                </a:moveTo>
                <a:lnTo>
                  <a:pt x="9489461" y="0"/>
                </a:lnTo>
                <a:lnTo>
                  <a:pt x="9489461" y="13501"/>
                </a:lnTo>
                <a:lnTo>
                  <a:pt x="9435454" y="13501"/>
                </a:lnTo>
                <a:lnTo>
                  <a:pt x="9435454" y="0"/>
                </a:lnTo>
                <a:moveTo>
                  <a:pt x="9529964" y="0"/>
                </a:moveTo>
                <a:lnTo>
                  <a:pt x="9543466" y="0"/>
                </a:lnTo>
                <a:lnTo>
                  <a:pt x="9543466" y="13501"/>
                </a:lnTo>
                <a:lnTo>
                  <a:pt x="9529964" y="13501"/>
                </a:lnTo>
                <a:lnTo>
                  <a:pt x="9529964" y="0"/>
                </a:lnTo>
                <a:moveTo>
                  <a:pt x="9583970" y="0"/>
                </a:moveTo>
                <a:lnTo>
                  <a:pt x="9637976" y="0"/>
                </a:lnTo>
                <a:lnTo>
                  <a:pt x="9637976" y="13501"/>
                </a:lnTo>
                <a:lnTo>
                  <a:pt x="9583970" y="13501"/>
                </a:lnTo>
                <a:lnTo>
                  <a:pt x="9583970" y="0"/>
                </a:lnTo>
                <a:moveTo>
                  <a:pt x="9678480" y="0"/>
                </a:moveTo>
                <a:lnTo>
                  <a:pt x="9691981" y="0"/>
                </a:lnTo>
                <a:lnTo>
                  <a:pt x="9691981" y="13501"/>
                </a:lnTo>
                <a:lnTo>
                  <a:pt x="9678480" y="13501"/>
                </a:lnTo>
                <a:lnTo>
                  <a:pt x="9678480" y="0"/>
                </a:lnTo>
                <a:moveTo>
                  <a:pt x="9732486" y="0"/>
                </a:moveTo>
                <a:lnTo>
                  <a:pt x="9786491" y="0"/>
                </a:lnTo>
                <a:lnTo>
                  <a:pt x="9786491" y="13501"/>
                </a:lnTo>
                <a:lnTo>
                  <a:pt x="9732486" y="13501"/>
                </a:lnTo>
                <a:lnTo>
                  <a:pt x="9732486" y="0"/>
                </a:lnTo>
                <a:moveTo>
                  <a:pt x="9826995" y="0"/>
                </a:moveTo>
                <a:lnTo>
                  <a:pt x="9840497" y="0"/>
                </a:lnTo>
                <a:lnTo>
                  <a:pt x="9840497" y="13501"/>
                </a:lnTo>
                <a:lnTo>
                  <a:pt x="9826995" y="13501"/>
                </a:lnTo>
                <a:lnTo>
                  <a:pt x="9826995" y="0"/>
                </a:lnTo>
                <a:moveTo>
                  <a:pt x="9881001" y="0"/>
                </a:moveTo>
                <a:lnTo>
                  <a:pt x="9935007" y="0"/>
                </a:lnTo>
                <a:lnTo>
                  <a:pt x="9935007" y="13501"/>
                </a:lnTo>
                <a:lnTo>
                  <a:pt x="9881001" y="13501"/>
                </a:lnTo>
                <a:lnTo>
                  <a:pt x="9881001" y="0"/>
                </a:lnTo>
                <a:moveTo>
                  <a:pt x="9975511" y="0"/>
                </a:moveTo>
                <a:lnTo>
                  <a:pt x="9989012" y="0"/>
                </a:lnTo>
                <a:lnTo>
                  <a:pt x="9989012" y="13501"/>
                </a:lnTo>
                <a:lnTo>
                  <a:pt x="9975511" y="13501"/>
                </a:lnTo>
                <a:lnTo>
                  <a:pt x="9975511" y="0"/>
                </a:lnTo>
                <a:moveTo>
                  <a:pt x="10029517" y="0"/>
                </a:moveTo>
                <a:lnTo>
                  <a:pt x="10083522" y="0"/>
                </a:lnTo>
                <a:lnTo>
                  <a:pt x="10083522" y="13501"/>
                </a:lnTo>
                <a:lnTo>
                  <a:pt x="10029517" y="13501"/>
                </a:lnTo>
                <a:lnTo>
                  <a:pt x="10029517" y="0"/>
                </a:lnTo>
                <a:moveTo>
                  <a:pt x="10124026" y="0"/>
                </a:moveTo>
                <a:lnTo>
                  <a:pt x="10137527" y="0"/>
                </a:lnTo>
                <a:lnTo>
                  <a:pt x="10137527" y="13501"/>
                </a:lnTo>
                <a:lnTo>
                  <a:pt x="10124026" y="13501"/>
                </a:lnTo>
                <a:lnTo>
                  <a:pt x="10124026" y="0"/>
                </a:lnTo>
                <a:moveTo>
                  <a:pt x="10178032" y="0"/>
                </a:moveTo>
                <a:lnTo>
                  <a:pt x="10232037" y="0"/>
                </a:lnTo>
                <a:lnTo>
                  <a:pt x="10232037" y="13501"/>
                </a:lnTo>
                <a:lnTo>
                  <a:pt x="10178032" y="13501"/>
                </a:lnTo>
                <a:lnTo>
                  <a:pt x="10178032" y="0"/>
                </a:lnTo>
                <a:moveTo>
                  <a:pt x="10272542" y="0"/>
                </a:moveTo>
                <a:lnTo>
                  <a:pt x="10286043" y="0"/>
                </a:lnTo>
                <a:lnTo>
                  <a:pt x="10286043" y="13501"/>
                </a:lnTo>
                <a:lnTo>
                  <a:pt x="10272542" y="13501"/>
                </a:lnTo>
                <a:lnTo>
                  <a:pt x="10272542" y="0"/>
                </a:lnTo>
                <a:moveTo>
                  <a:pt x="10326547" y="0"/>
                </a:moveTo>
                <a:lnTo>
                  <a:pt x="10380553" y="0"/>
                </a:lnTo>
                <a:lnTo>
                  <a:pt x="10380553" y="13501"/>
                </a:lnTo>
                <a:lnTo>
                  <a:pt x="10326547" y="13501"/>
                </a:lnTo>
                <a:lnTo>
                  <a:pt x="10326547" y="0"/>
                </a:lnTo>
                <a:moveTo>
                  <a:pt x="10421057" y="0"/>
                </a:moveTo>
                <a:lnTo>
                  <a:pt x="10434558" y="0"/>
                </a:lnTo>
                <a:lnTo>
                  <a:pt x="10434558" y="13501"/>
                </a:lnTo>
                <a:lnTo>
                  <a:pt x="10421057" y="13501"/>
                </a:lnTo>
                <a:lnTo>
                  <a:pt x="10421057" y="0"/>
                </a:lnTo>
                <a:moveTo>
                  <a:pt x="10475063" y="0"/>
                </a:moveTo>
                <a:lnTo>
                  <a:pt x="10529068" y="0"/>
                </a:lnTo>
                <a:lnTo>
                  <a:pt x="10529068" y="13501"/>
                </a:lnTo>
                <a:lnTo>
                  <a:pt x="10475063" y="13501"/>
                </a:lnTo>
                <a:lnTo>
                  <a:pt x="10475063" y="0"/>
                </a:lnTo>
                <a:moveTo>
                  <a:pt x="10569573" y="0"/>
                </a:moveTo>
                <a:lnTo>
                  <a:pt x="10583073" y="0"/>
                </a:lnTo>
                <a:lnTo>
                  <a:pt x="10583073" y="13501"/>
                </a:lnTo>
                <a:lnTo>
                  <a:pt x="10569573" y="13501"/>
                </a:lnTo>
                <a:lnTo>
                  <a:pt x="10569573" y="0"/>
                </a:lnTo>
                <a:moveTo>
                  <a:pt x="10623578" y="0"/>
                </a:moveTo>
                <a:lnTo>
                  <a:pt x="10677583" y="0"/>
                </a:lnTo>
                <a:lnTo>
                  <a:pt x="10677583" y="13501"/>
                </a:lnTo>
                <a:lnTo>
                  <a:pt x="10623578" y="13501"/>
                </a:lnTo>
                <a:lnTo>
                  <a:pt x="10623578" y="0"/>
                </a:lnTo>
                <a:moveTo>
                  <a:pt x="10718088" y="0"/>
                </a:moveTo>
                <a:lnTo>
                  <a:pt x="10731589" y="0"/>
                </a:lnTo>
                <a:lnTo>
                  <a:pt x="10731589" y="13501"/>
                </a:lnTo>
                <a:lnTo>
                  <a:pt x="10718088" y="13501"/>
                </a:lnTo>
                <a:lnTo>
                  <a:pt x="10718088" y="0"/>
                </a:lnTo>
                <a:moveTo>
                  <a:pt x="10772093" y="0"/>
                </a:moveTo>
                <a:lnTo>
                  <a:pt x="10826099" y="0"/>
                </a:lnTo>
                <a:lnTo>
                  <a:pt x="10826099" y="13501"/>
                </a:lnTo>
                <a:lnTo>
                  <a:pt x="10772093" y="13501"/>
                </a:lnTo>
                <a:lnTo>
                  <a:pt x="10772093" y="0"/>
                </a:lnTo>
                <a:moveTo>
                  <a:pt x="10866603" y="0"/>
                </a:moveTo>
                <a:lnTo>
                  <a:pt x="10880105" y="0"/>
                </a:lnTo>
                <a:lnTo>
                  <a:pt x="10880105" y="13501"/>
                </a:lnTo>
                <a:lnTo>
                  <a:pt x="10866603" y="13501"/>
                </a:lnTo>
                <a:lnTo>
                  <a:pt x="10866603" y="0"/>
                </a:lnTo>
                <a:moveTo>
                  <a:pt x="10920609" y="0"/>
                </a:moveTo>
                <a:lnTo>
                  <a:pt x="10974614" y="0"/>
                </a:lnTo>
                <a:lnTo>
                  <a:pt x="10974614" y="13501"/>
                </a:lnTo>
                <a:lnTo>
                  <a:pt x="10920609" y="13501"/>
                </a:lnTo>
                <a:lnTo>
                  <a:pt x="10920609" y="0"/>
                </a:lnTo>
                <a:moveTo>
                  <a:pt x="11015119" y="0"/>
                </a:moveTo>
                <a:lnTo>
                  <a:pt x="11028620" y="0"/>
                </a:lnTo>
                <a:lnTo>
                  <a:pt x="11028620" y="13501"/>
                </a:lnTo>
                <a:lnTo>
                  <a:pt x="11015119" y="13501"/>
                </a:lnTo>
                <a:lnTo>
                  <a:pt x="11015119" y="0"/>
                </a:lnTo>
                <a:moveTo>
                  <a:pt x="11069124" y="0"/>
                </a:moveTo>
                <a:lnTo>
                  <a:pt x="11123130" y="0"/>
                </a:lnTo>
                <a:lnTo>
                  <a:pt x="11123130" y="13501"/>
                </a:lnTo>
                <a:lnTo>
                  <a:pt x="11069124" y="13501"/>
                </a:lnTo>
                <a:lnTo>
                  <a:pt x="11069124" y="0"/>
                </a:lnTo>
                <a:moveTo>
                  <a:pt x="11163634" y="0"/>
                </a:moveTo>
                <a:lnTo>
                  <a:pt x="11177136" y="0"/>
                </a:lnTo>
                <a:lnTo>
                  <a:pt x="11177136" y="13501"/>
                </a:lnTo>
                <a:lnTo>
                  <a:pt x="11163634" y="13501"/>
                </a:lnTo>
                <a:lnTo>
                  <a:pt x="11163634" y="0"/>
                </a:lnTo>
                <a:moveTo>
                  <a:pt x="11217639" y="0"/>
                </a:moveTo>
                <a:lnTo>
                  <a:pt x="11271646" y="0"/>
                </a:lnTo>
                <a:lnTo>
                  <a:pt x="11271646" y="13501"/>
                </a:lnTo>
                <a:lnTo>
                  <a:pt x="11217639" y="13501"/>
                </a:lnTo>
                <a:lnTo>
                  <a:pt x="11217639" y="0"/>
                </a:lnTo>
                <a:moveTo>
                  <a:pt x="11312149" y="0"/>
                </a:moveTo>
                <a:lnTo>
                  <a:pt x="11325651" y="0"/>
                </a:lnTo>
                <a:lnTo>
                  <a:pt x="11325651" y="13501"/>
                </a:lnTo>
                <a:lnTo>
                  <a:pt x="11312149" y="13501"/>
                </a:lnTo>
                <a:lnTo>
                  <a:pt x="11312149" y="0"/>
                </a:lnTo>
                <a:moveTo>
                  <a:pt x="11366155" y="0"/>
                </a:moveTo>
                <a:lnTo>
                  <a:pt x="11420161" y="0"/>
                </a:lnTo>
                <a:lnTo>
                  <a:pt x="11420161" y="13501"/>
                </a:lnTo>
                <a:lnTo>
                  <a:pt x="11366155" y="13501"/>
                </a:lnTo>
                <a:lnTo>
                  <a:pt x="11366155" y="0"/>
                </a:lnTo>
                <a:moveTo>
                  <a:pt x="11460665" y="0"/>
                </a:moveTo>
                <a:lnTo>
                  <a:pt x="11474166" y="0"/>
                </a:lnTo>
                <a:lnTo>
                  <a:pt x="11474166" y="13501"/>
                </a:lnTo>
                <a:lnTo>
                  <a:pt x="11460665" y="13501"/>
                </a:lnTo>
                <a:lnTo>
                  <a:pt x="11460665" y="0"/>
                </a:lnTo>
                <a:moveTo>
                  <a:pt x="11514671" y="0"/>
                </a:moveTo>
                <a:lnTo>
                  <a:pt x="11568676" y="0"/>
                </a:lnTo>
                <a:lnTo>
                  <a:pt x="11568676" y="13501"/>
                </a:lnTo>
                <a:lnTo>
                  <a:pt x="11514671" y="13501"/>
                </a:lnTo>
                <a:lnTo>
                  <a:pt x="11514671" y="0"/>
                </a:lnTo>
                <a:moveTo>
                  <a:pt x="11609180" y="0"/>
                </a:moveTo>
                <a:lnTo>
                  <a:pt x="11622682" y="0"/>
                </a:lnTo>
                <a:lnTo>
                  <a:pt x="11622682" y="13501"/>
                </a:lnTo>
                <a:lnTo>
                  <a:pt x="11609180" y="13501"/>
                </a:lnTo>
                <a:lnTo>
                  <a:pt x="11609180" y="0"/>
                </a:lnTo>
                <a:moveTo>
                  <a:pt x="11663186" y="0"/>
                </a:moveTo>
                <a:lnTo>
                  <a:pt x="11717192" y="0"/>
                </a:lnTo>
                <a:lnTo>
                  <a:pt x="11717192" y="13501"/>
                </a:lnTo>
                <a:lnTo>
                  <a:pt x="11663186" y="13501"/>
                </a:lnTo>
                <a:lnTo>
                  <a:pt x="11663186" y="0"/>
                </a:lnTo>
                <a:moveTo>
                  <a:pt x="11757695" y="0"/>
                </a:moveTo>
                <a:lnTo>
                  <a:pt x="11771197" y="0"/>
                </a:lnTo>
                <a:lnTo>
                  <a:pt x="11771197" y="13501"/>
                </a:lnTo>
                <a:lnTo>
                  <a:pt x="11757695" y="13501"/>
                </a:lnTo>
                <a:lnTo>
                  <a:pt x="11757695" y="0"/>
                </a:lnTo>
                <a:moveTo>
                  <a:pt x="11811702" y="0"/>
                </a:moveTo>
                <a:lnTo>
                  <a:pt x="11865707" y="0"/>
                </a:lnTo>
                <a:lnTo>
                  <a:pt x="11865707" y="13501"/>
                </a:lnTo>
                <a:lnTo>
                  <a:pt x="11811702" y="13501"/>
                </a:lnTo>
                <a:lnTo>
                  <a:pt x="11811702" y="0"/>
                </a:lnTo>
                <a:moveTo>
                  <a:pt x="11906212" y="0"/>
                </a:moveTo>
                <a:lnTo>
                  <a:pt x="11919712" y="0"/>
                </a:lnTo>
                <a:lnTo>
                  <a:pt x="11919712" y="13501"/>
                </a:lnTo>
                <a:lnTo>
                  <a:pt x="11906212" y="13501"/>
                </a:lnTo>
                <a:lnTo>
                  <a:pt x="11906212" y="0"/>
                </a:lnTo>
                <a:moveTo>
                  <a:pt x="11960217" y="0"/>
                </a:moveTo>
                <a:lnTo>
                  <a:pt x="12014222" y="0"/>
                </a:lnTo>
                <a:lnTo>
                  <a:pt x="12014222" y="13501"/>
                </a:lnTo>
                <a:lnTo>
                  <a:pt x="11960217" y="13501"/>
                </a:lnTo>
                <a:lnTo>
                  <a:pt x="11960217" y="0"/>
                </a:lnTo>
                <a:moveTo>
                  <a:pt x="12054727" y="0"/>
                </a:moveTo>
                <a:lnTo>
                  <a:pt x="12068228" y="0"/>
                </a:lnTo>
                <a:lnTo>
                  <a:pt x="12068228" y="13501"/>
                </a:lnTo>
                <a:lnTo>
                  <a:pt x="12054727" y="13501"/>
                </a:lnTo>
                <a:lnTo>
                  <a:pt x="12054727" y="0"/>
                </a:lnTo>
                <a:moveTo>
                  <a:pt x="12108732" y="0"/>
                </a:moveTo>
                <a:lnTo>
                  <a:pt x="12162738" y="0"/>
                </a:lnTo>
                <a:lnTo>
                  <a:pt x="12162738" y="13501"/>
                </a:lnTo>
                <a:lnTo>
                  <a:pt x="12108732" y="13501"/>
                </a:lnTo>
                <a:lnTo>
                  <a:pt x="12108732" y="0"/>
                </a:lnTo>
                <a:moveTo>
                  <a:pt x="12203242" y="0"/>
                </a:moveTo>
                <a:lnTo>
                  <a:pt x="12216743" y="0"/>
                </a:lnTo>
                <a:lnTo>
                  <a:pt x="12216743" y="13501"/>
                </a:lnTo>
                <a:lnTo>
                  <a:pt x="12203242" y="13501"/>
                </a:lnTo>
                <a:lnTo>
                  <a:pt x="12203242" y="0"/>
                </a:lnTo>
                <a:moveTo>
                  <a:pt x="12257248" y="0"/>
                </a:moveTo>
                <a:lnTo>
                  <a:pt x="12311253" y="0"/>
                </a:lnTo>
                <a:lnTo>
                  <a:pt x="12311253" y="13501"/>
                </a:lnTo>
                <a:lnTo>
                  <a:pt x="12257248" y="13501"/>
                </a:lnTo>
                <a:lnTo>
                  <a:pt x="12257248" y="0"/>
                </a:lnTo>
                <a:moveTo>
                  <a:pt x="12351758" y="0"/>
                </a:moveTo>
                <a:lnTo>
                  <a:pt x="12365259" y="0"/>
                </a:lnTo>
                <a:lnTo>
                  <a:pt x="12365259" y="13501"/>
                </a:lnTo>
                <a:lnTo>
                  <a:pt x="12351758" y="13501"/>
                </a:lnTo>
                <a:lnTo>
                  <a:pt x="12351758" y="0"/>
                </a:lnTo>
                <a:moveTo>
                  <a:pt x="12405763" y="0"/>
                </a:moveTo>
                <a:lnTo>
                  <a:pt x="12459768" y="0"/>
                </a:lnTo>
                <a:lnTo>
                  <a:pt x="12459768" y="13501"/>
                </a:lnTo>
                <a:lnTo>
                  <a:pt x="12405763" y="13501"/>
                </a:lnTo>
                <a:lnTo>
                  <a:pt x="12405763" y="0"/>
                </a:lnTo>
                <a:moveTo>
                  <a:pt x="12500273" y="0"/>
                </a:moveTo>
                <a:lnTo>
                  <a:pt x="12513774" y="0"/>
                </a:lnTo>
                <a:lnTo>
                  <a:pt x="12513774" y="13501"/>
                </a:lnTo>
                <a:lnTo>
                  <a:pt x="12500273" y="13501"/>
                </a:lnTo>
                <a:lnTo>
                  <a:pt x="12500273" y="0"/>
                </a:lnTo>
                <a:moveTo>
                  <a:pt x="12554278" y="0"/>
                </a:moveTo>
                <a:lnTo>
                  <a:pt x="12608284" y="0"/>
                </a:lnTo>
                <a:lnTo>
                  <a:pt x="12608284" y="13501"/>
                </a:lnTo>
                <a:lnTo>
                  <a:pt x="12554278" y="13501"/>
                </a:lnTo>
                <a:lnTo>
                  <a:pt x="12554278" y="0"/>
                </a:lnTo>
                <a:moveTo>
                  <a:pt x="12648788" y="0"/>
                </a:moveTo>
                <a:lnTo>
                  <a:pt x="12662291" y="0"/>
                </a:lnTo>
                <a:lnTo>
                  <a:pt x="12662291" y="13501"/>
                </a:lnTo>
                <a:lnTo>
                  <a:pt x="12648788" y="13501"/>
                </a:lnTo>
                <a:lnTo>
                  <a:pt x="12648788" y="0"/>
                </a:lnTo>
                <a:moveTo>
                  <a:pt x="12702794" y="0"/>
                </a:moveTo>
                <a:lnTo>
                  <a:pt x="12756799" y="0"/>
                </a:lnTo>
                <a:lnTo>
                  <a:pt x="12756799" y="13501"/>
                </a:lnTo>
                <a:lnTo>
                  <a:pt x="12702794" y="13501"/>
                </a:lnTo>
                <a:lnTo>
                  <a:pt x="12702794" y="0"/>
                </a:lnTo>
                <a:moveTo>
                  <a:pt x="12770302" y="40504"/>
                </a:moveTo>
                <a:lnTo>
                  <a:pt x="12770302" y="54006"/>
                </a:lnTo>
                <a:lnTo>
                  <a:pt x="12756799" y="54006"/>
                </a:lnTo>
                <a:lnTo>
                  <a:pt x="12756799" y="40504"/>
                </a:lnTo>
                <a:lnTo>
                  <a:pt x="12770302" y="40504"/>
                </a:lnTo>
                <a:moveTo>
                  <a:pt x="12770302" y="94510"/>
                </a:moveTo>
                <a:lnTo>
                  <a:pt x="12770302" y="148516"/>
                </a:lnTo>
                <a:lnTo>
                  <a:pt x="12756799" y="148516"/>
                </a:lnTo>
                <a:lnTo>
                  <a:pt x="12756799" y="94510"/>
                </a:lnTo>
                <a:lnTo>
                  <a:pt x="12770302" y="94510"/>
                </a:lnTo>
                <a:moveTo>
                  <a:pt x="12770302" y="189020"/>
                </a:moveTo>
                <a:lnTo>
                  <a:pt x="12770302" y="202521"/>
                </a:lnTo>
                <a:lnTo>
                  <a:pt x="12756799" y="202521"/>
                </a:lnTo>
                <a:lnTo>
                  <a:pt x="12756799" y="189020"/>
                </a:lnTo>
                <a:lnTo>
                  <a:pt x="12770302" y="189020"/>
                </a:lnTo>
                <a:moveTo>
                  <a:pt x="12770302" y="243025"/>
                </a:moveTo>
                <a:lnTo>
                  <a:pt x="12770302" y="297031"/>
                </a:lnTo>
                <a:lnTo>
                  <a:pt x="12756799" y="297031"/>
                </a:lnTo>
                <a:lnTo>
                  <a:pt x="12756799" y="243025"/>
                </a:lnTo>
                <a:lnTo>
                  <a:pt x="12770302" y="243025"/>
                </a:lnTo>
                <a:moveTo>
                  <a:pt x="12770302" y="337535"/>
                </a:moveTo>
                <a:lnTo>
                  <a:pt x="12770302" y="351037"/>
                </a:lnTo>
                <a:lnTo>
                  <a:pt x="12756799" y="351037"/>
                </a:lnTo>
                <a:lnTo>
                  <a:pt x="12756799" y="337535"/>
                </a:lnTo>
                <a:lnTo>
                  <a:pt x="12770302" y="337535"/>
                </a:lnTo>
                <a:moveTo>
                  <a:pt x="12770302" y="391541"/>
                </a:moveTo>
                <a:lnTo>
                  <a:pt x="12770302" y="445546"/>
                </a:lnTo>
                <a:lnTo>
                  <a:pt x="12756799" y="445546"/>
                </a:lnTo>
                <a:lnTo>
                  <a:pt x="12756799" y="391541"/>
                </a:lnTo>
                <a:lnTo>
                  <a:pt x="12770302" y="391541"/>
                </a:lnTo>
                <a:moveTo>
                  <a:pt x="12770302" y="486051"/>
                </a:moveTo>
                <a:lnTo>
                  <a:pt x="12770302" y="499552"/>
                </a:lnTo>
                <a:lnTo>
                  <a:pt x="12756799" y="499552"/>
                </a:lnTo>
                <a:lnTo>
                  <a:pt x="12756799" y="486051"/>
                </a:lnTo>
                <a:lnTo>
                  <a:pt x="12770302" y="486051"/>
                </a:lnTo>
                <a:moveTo>
                  <a:pt x="12770302" y="540056"/>
                </a:moveTo>
                <a:lnTo>
                  <a:pt x="12770302" y="594062"/>
                </a:lnTo>
                <a:lnTo>
                  <a:pt x="12756799" y="594062"/>
                </a:lnTo>
                <a:lnTo>
                  <a:pt x="12756799" y="540056"/>
                </a:lnTo>
                <a:lnTo>
                  <a:pt x="12770302" y="540056"/>
                </a:lnTo>
                <a:moveTo>
                  <a:pt x="12770302" y="634566"/>
                </a:moveTo>
                <a:lnTo>
                  <a:pt x="12770302" y="648067"/>
                </a:lnTo>
                <a:lnTo>
                  <a:pt x="12756799" y="648067"/>
                </a:lnTo>
                <a:lnTo>
                  <a:pt x="12756799" y="634566"/>
                </a:lnTo>
                <a:lnTo>
                  <a:pt x="12770302" y="634566"/>
                </a:lnTo>
                <a:moveTo>
                  <a:pt x="12770302" y="688572"/>
                </a:moveTo>
                <a:lnTo>
                  <a:pt x="12770302" y="742577"/>
                </a:lnTo>
                <a:lnTo>
                  <a:pt x="12756799" y="742577"/>
                </a:lnTo>
                <a:lnTo>
                  <a:pt x="12756799" y="688572"/>
                </a:lnTo>
                <a:lnTo>
                  <a:pt x="12770302" y="688572"/>
                </a:lnTo>
                <a:moveTo>
                  <a:pt x="12770302" y="783081"/>
                </a:moveTo>
                <a:lnTo>
                  <a:pt x="12770302" y="796583"/>
                </a:lnTo>
                <a:lnTo>
                  <a:pt x="12756799" y="796583"/>
                </a:lnTo>
                <a:lnTo>
                  <a:pt x="12756799" y="783081"/>
                </a:lnTo>
                <a:lnTo>
                  <a:pt x="12770302" y="783081"/>
                </a:lnTo>
                <a:moveTo>
                  <a:pt x="12770302" y="837087"/>
                </a:moveTo>
                <a:lnTo>
                  <a:pt x="12770302" y="891093"/>
                </a:lnTo>
                <a:lnTo>
                  <a:pt x="12756799" y="891093"/>
                </a:lnTo>
                <a:lnTo>
                  <a:pt x="12756799" y="837087"/>
                </a:lnTo>
                <a:lnTo>
                  <a:pt x="12770302" y="837087"/>
                </a:lnTo>
                <a:moveTo>
                  <a:pt x="12770302" y="931597"/>
                </a:moveTo>
                <a:lnTo>
                  <a:pt x="12770302" y="945098"/>
                </a:lnTo>
                <a:lnTo>
                  <a:pt x="12756799" y="945098"/>
                </a:lnTo>
                <a:lnTo>
                  <a:pt x="12756799" y="931597"/>
                </a:lnTo>
                <a:lnTo>
                  <a:pt x="12770302" y="931597"/>
                </a:lnTo>
                <a:moveTo>
                  <a:pt x="12770302" y="985602"/>
                </a:moveTo>
                <a:lnTo>
                  <a:pt x="12770302" y="1039608"/>
                </a:lnTo>
                <a:lnTo>
                  <a:pt x="12756799" y="1039608"/>
                </a:lnTo>
                <a:lnTo>
                  <a:pt x="12756799" y="985602"/>
                </a:lnTo>
                <a:lnTo>
                  <a:pt x="12770302" y="985602"/>
                </a:lnTo>
                <a:moveTo>
                  <a:pt x="12770302" y="1080112"/>
                </a:moveTo>
                <a:lnTo>
                  <a:pt x="12770302" y="1093614"/>
                </a:lnTo>
                <a:lnTo>
                  <a:pt x="12756799" y="1093614"/>
                </a:lnTo>
                <a:lnTo>
                  <a:pt x="12756799" y="1080112"/>
                </a:lnTo>
                <a:lnTo>
                  <a:pt x="12770302" y="1080112"/>
                </a:lnTo>
                <a:moveTo>
                  <a:pt x="12770302" y="1134118"/>
                </a:moveTo>
                <a:lnTo>
                  <a:pt x="12770302" y="1188123"/>
                </a:lnTo>
                <a:lnTo>
                  <a:pt x="12756799" y="1188123"/>
                </a:lnTo>
                <a:lnTo>
                  <a:pt x="12756799" y="1134118"/>
                </a:lnTo>
                <a:lnTo>
                  <a:pt x="12770302" y="1134118"/>
                </a:lnTo>
                <a:moveTo>
                  <a:pt x="12770302" y="1228628"/>
                </a:moveTo>
                <a:lnTo>
                  <a:pt x="12770302" y="1242129"/>
                </a:lnTo>
                <a:lnTo>
                  <a:pt x="12756799" y="1242129"/>
                </a:lnTo>
                <a:lnTo>
                  <a:pt x="12756799" y="1228628"/>
                </a:lnTo>
                <a:lnTo>
                  <a:pt x="12770302" y="1228628"/>
                </a:lnTo>
                <a:moveTo>
                  <a:pt x="12770302" y="1282633"/>
                </a:moveTo>
                <a:lnTo>
                  <a:pt x="12770302" y="1336639"/>
                </a:lnTo>
                <a:lnTo>
                  <a:pt x="12756799" y="1336639"/>
                </a:lnTo>
                <a:lnTo>
                  <a:pt x="12756799" y="1282633"/>
                </a:lnTo>
                <a:lnTo>
                  <a:pt x="12770302" y="1282633"/>
                </a:lnTo>
                <a:moveTo>
                  <a:pt x="12770302" y="1377143"/>
                </a:moveTo>
                <a:lnTo>
                  <a:pt x="12770302" y="1390644"/>
                </a:lnTo>
                <a:lnTo>
                  <a:pt x="12756799" y="1390644"/>
                </a:lnTo>
                <a:lnTo>
                  <a:pt x="12756799" y="1377143"/>
                </a:lnTo>
                <a:lnTo>
                  <a:pt x="12770302" y="1377143"/>
                </a:lnTo>
                <a:moveTo>
                  <a:pt x="12770302" y="1431149"/>
                </a:moveTo>
                <a:lnTo>
                  <a:pt x="12770302" y="1485154"/>
                </a:lnTo>
                <a:lnTo>
                  <a:pt x="12756799" y="1485154"/>
                </a:lnTo>
                <a:lnTo>
                  <a:pt x="12756799" y="1431149"/>
                </a:lnTo>
                <a:lnTo>
                  <a:pt x="12770302" y="1431149"/>
                </a:lnTo>
                <a:moveTo>
                  <a:pt x="12770302" y="1525658"/>
                </a:moveTo>
                <a:lnTo>
                  <a:pt x="12770302" y="1539160"/>
                </a:lnTo>
                <a:lnTo>
                  <a:pt x="12756799" y="1539160"/>
                </a:lnTo>
                <a:lnTo>
                  <a:pt x="12756799" y="1525658"/>
                </a:lnTo>
                <a:lnTo>
                  <a:pt x="12770302" y="1525658"/>
                </a:lnTo>
                <a:moveTo>
                  <a:pt x="12770302" y="1579664"/>
                </a:moveTo>
                <a:lnTo>
                  <a:pt x="12770302" y="1633670"/>
                </a:lnTo>
                <a:lnTo>
                  <a:pt x="12756799" y="1633670"/>
                </a:lnTo>
                <a:lnTo>
                  <a:pt x="12756799" y="1579664"/>
                </a:lnTo>
                <a:lnTo>
                  <a:pt x="12770302" y="1579664"/>
                </a:lnTo>
                <a:moveTo>
                  <a:pt x="12770302" y="1674174"/>
                </a:moveTo>
                <a:lnTo>
                  <a:pt x="12770302" y="1687675"/>
                </a:lnTo>
                <a:lnTo>
                  <a:pt x="12756799" y="1687675"/>
                </a:lnTo>
                <a:lnTo>
                  <a:pt x="12756799" y="1674174"/>
                </a:lnTo>
                <a:lnTo>
                  <a:pt x="12770302" y="1674174"/>
                </a:lnTo>
                <a:moveTo>
                  <a:pt x="12770302" y="1728179"/>
                </a:moveTo>
                <a:lnTo>
                  <a:pt x="12770302" y="1782185"/>
                </a:lnTo>
                <a:lnTo>
                  <a:pt x="12756799" y="1782185"/>
                </a:lnTo>
                <a:lnTo>
                  <a:pt x="12756799" y="1728179"/>
                </a:lnTo>
                <a:lnTo>
                  <a:pt x="12770302" y="1728179"/>
                </a:lnTo>
                <a:moveTo>
                  <a:pt x="12770302" y="1822689"/>
                </a:moveTo>
                <a:lnTo>
                  <a:pt x="12770302" y="1836191"/>
                </a:lnTo>
                <a:lnTo>
                  <a:pt x="12756799" y="1836191"/>
                </a:lnTo>
                <a:lnTo>
                  <a:pt x="12756799" y="1822689"/>
                </a:lnTo>
                <a:lnTo>
                  <a:pt x="12770302" y="1822689"/>
                </a:lnTo>
                <a:moveTo>
                  <a:pt x="12770302" y="1876695"/>
                </a:moveTo>
                <a:lnTo>
                  <a:pt x="12770302" y="1930700"/>
                </a:lnTo>
                <a:lnTo>
                  <a:pt x="12756799" y="1930700"/>
                </a:lnTo>
                <a:lnTo>
                  <a:pt x="12756799" y="1876695"/>
                </a:lnTo>
                <a:lnTo>
                  <a:pt x="12770302" y="1876695"/>
                </a:lnTo>
                <a:moveTo>
                  <a:pt x="12770302" y="1971205"/>
                </a:moveTo>
                <a:lnTo>
                  <a:pt x="12770302" y="1984706"/>
                </a:lnTo>
                <a:lnTo>
                  <a:pt x="12756799" y="1984706"/>
                </a:lnTo>
                <a:lnTo>
                  <a:pt x="12756799" y="1971205"/>
                </a:lnTo>
                <a:lnTo>
                  <a:pt x="12770302" y="1971205"/>
                </a:lnTo>
                <a:moveTo>
                  <a:pt x="12770302" y="2025210"/>
                </a:moveTo>
                <a:lnTo>
                  <a:pt x="12770302" y="2079216"/>
                </a:lnTo>
                <a:lnTo>
                  <a:pt x="12756799" y="2079216"/>
                </a:lnTo>
                <a:lnTo>
                  <a:pt x="12756799" y="2025210"/>
                </a:lnTo>
                <a:lnTo>
                  <a:pt x="12770302" y="2025210"/>
                </a:lnTo>
                <a:moveTo>
                  <a:pt x="12770302" y="2119720"/>
                </a:moveTo>
                <a:lnTo>
                  <a:pt x="12770302" y="2133222"/>
                </a:lnTo>
                <a:lnTo>
                  <a:pt x="12756799" y="2133222"/>
                </a:lnTo>
                <a:lnTo>
                  <a:pt x="12756799" y="2119720"/>
                </a:lnTo>
                <a:lnTo>
                  <a:pt x="12770302" y="2119720"/>
                </a:lnTo>
                <a:moveTo>
                  <a:pt x="12752074" y="2169000"/>
                </a:moveTo>
                <a:lnTo>
                  <a:pt x="12698069" y="2169000"/>
                </a:lnTo>
                <a:lnTo>
                  <a:pt x="12698069" y="2155499"/>
                </a:lnTo>
                <a:lnTo>
                  <a:pt x="12752074" y="2155499"/>
                </a:lnTo>
                <a:lnTo>
                  <a:pt x="12752074" y="2169000"/>
                </a:lnTo>
                <a:moveTo>
                  <a:pt x="12657565" y="2169000"/>
                </a:moveTo>
                <a:lnTo>
                  <a:pt x="12644064" y="2169000"/>
                </a:lnTo>
                <a:lnTo>
                  <a:pt x="12644064" y="2155499"/>
                </a:lnTo>
                <a:lnTo>
                  <a:pt x="12657565" y="2155499"/>
                </a:lnTo>
                <a:lnTo>
                  <a:pt x="12657565" y="2169000"/>
                </a:lnTo>
                <a:moveTo>
                  <a:pt x="12603559" y="2169000"/>
                </a:moveTo>
                <a:lnTo>
                  <a:pt x="12549554" y="2169000"/>
                </a:lnTo>
                <a:lnTo>
                  <a:pt x="12549554" y="2155499"/>
                </a:lnTo>
                <a:lnTo>
                  <a:pt x="12603559" y="2155499"/>
                </a:lnTo>
                <a:lnTo>
                  <a:pt x="12603559" y="2169000"/>
                </a:lnTo>
                <a:moveTo>
                  <a:pt x="12509049" y="2169000"/>
                </a:moveTo>
                <a:lnTo>
                  <a:pt x="12495548" y="2169000"/>
                </a:lnTo>
                <a:lnTo>
                  <a:pt x="12495548" y="2155499"/>
                </a:lnTo>
                <a:lnTo>
                  <a:pt x="12509049" y="2155499"/>
                </a:lnTo>
                <a:lnTo>
                  <a:pt x="12509049" y="2169000"/>
                </a:lnTo>
                <a:moveTo>
                  <a:pt x="12455044" y="2169000"/>
                </a:moveTo>
                <a:lnTo>
                  <a:pt x="12401038" y="2169000"/>
                </a:lnTo>
                <a:lnTo>
                  <a:pt x="12401038" y="2155499"/>
                </a:lnTo>
                <a:lnTo>
                  <a:pt x="12455044" y="2155499"/>
                </a:lnTo>
                <a:lnTo>
                  <a:pt x="12455044" y="2169000"/>
                </a:lnTo>
                <a:moveTo>
                  <a:pt x="12360534" y="2169000"/>
                </a:moveTo>
                <a:lnTo>
                  <a:pt x="12347033" y="2169000"/>
                </a:lnTo>
                <a:lnTo>
                  <a:pt x="12347033" y="2155499"/>
                </a:lnTo>
                <a:lnTo>
                  <a:pt x="12360534" y="2155499"/>
                </a:lnTo>
                <a:lnTo>
                  <a:pt x="12360534" y="2169000"/>
                </a:lnTo>
                <a:moveTo>
                  <a:pt x="12306528" y="2169000"/>
                </a:moveTo>
                <a:lnTo>
                  <a:pt x="12252522" y="2169000"/>
                </a:lnTo>
                <a:lnTo>
                  <a:pt x="12252522" y="2155499"/>
                </a:lnTo>
                <a:lnTo>
                  <a:pt x="12306528" y="2155499"/>
                </a:lnTo>
                <a:lnTo>
                  <a:pt x="12306528" y="2169000"/>
                </a:lnTo>
                <a:moveTo>
                  <a:pt x="12212018" y="2169000"/>
                </a:moveTo>
                <a:lnTo>
                  <a:pt x="12198517" y="2169000"/>
                </a:lnTo>
                <a:lnTo>
                  <a:pt x="12198517" y="2155499"/>
                </a:lnTo>
                <a:lnTo>
                  <a:pt x="12212018" y="2155499"/>
                </a:lnTo>
                <a:lnTo>
                  <a:pt x="12212018" y="2169000"/>
                </a:lnTo>
                <a:moveTo>
                  <a:pt x="12158013" y="2169000"/>
                </a:moveTo>
                <a:lnTo>
                  <a:pt x="12104007" y="2169000"/>
                </a:lnTo>
                <a:lnTo>
                  <a:pt x="12104007" y="2155499"/>
                </a:lnTo>
                <a:lnTo>
                  <a:pt x="12158013" y="2155499"/>
                </a:lnTo>
                <a:lnTo>
                  <a:pt x="12158013" y="2169000"/>
                </a:lnTo>
                <a:moveTo>
                  <a:pt x="12063503" y="2169000"/>
                </a:moveTo>
                <a:lnTo>
                  <a:pt x="12050001" y="2169000"/>
                </a:lnTo>
                <a:lnTo>
                  <a:pt x="12050001" y="2155499"/>
                </a:lnTo>
                <a:lnTo>
                  <a:pt x="12063503" y="2155499"/>
                </a:lnTo>
                <a:lnTo>
                  <a:pt x="12063503" y="2169000"/>
                </a:lnTo>
                <a:moveTo>
                  <a:pt x="12009497" y="2169000"/>
                </a:moveTo>
                <a:lnTo>
                  <a:pt x="11955491" y="2169000"/>
                </a:lnTo>
                <a:lnTo>
                  <a:pt x="11955491" y="2155499"/>
                </a:lnTo>
                <a:lnTo>
                  <a:pt x="12009497" y="2155499"/>
                </a:lnTo>
                <a:lnTo>
                  <a:pt x="12009497" y="2169000"/>
                </a:lnTo>
                <a:moveTo>
                  <a:pt x="11914988" y="2169000"/>
                </a:moveTo>
                <a:lnTo>
                  <a:pt x="11901486" y="2169000"/>
                </a:lnTo>
                <a:lnTo>
                  <a:pt x="11901486" y="2155499"/>
                </a:lnTo>
                <a:lnTo>
                  <a:pt x="11914988" y="2155499"/>
                </a:lnTo>
                <a:lnTo>
                  <a:pt x="11914988" y="2169000"/>
                </a:lnTo>
                <a:moveTo>
                  <a:pt x="11860981" y="2169000"/>
                </a:moveTo>
                <a:lnTo>
                  <a:pt x="11806976" y="2169000"/>
                </a:lnTo>
                <a:lnTo>
                  <a:pt x="11806976" y="2155499"/>
                </a:lnTo>
                <a:lnTo>
                  <a:pt x="11860981" y="2155499"/>
                </a:lnTo>
                <a:lnTo>
                  <a:pt x="11860981" y="2169000"/>
                </a:lnTo>
                <a:moveTo>
                  <a:pt x="11766472" y="2169000"/>
                </a:moveTo>
                <a:lnTo>
                  <a:pt x="11752971" y="2169000"/>
                </a:lnTo>
                <a:lnTo>
                  <a:pt x="11752971" y="2155499"/>
                </a:lnTo>
                <a:lnTo>
                  <a:pt x="11766472" y="2155499"/>
                </a:lnTo>
                <a:lnTo>
                  <a:pt x="11766472" y="2169000"/>
                </a:lnTo>
                <a:moveTo>
                  <a:pt x="11712466" y="2169000"/>
                </a:moveTo>
                <a:lnTo>
                  <a:pt x="11658461" y="2169000"/>
                </a:lnTo>
                <a:lnTo>
                  <a:pt x="11658461" y="2155499"/>
                </a:lnTo>
                <a:lnTo>
                  <a:pt x="11712466" y="2155499"/>
                </a:lnTo>
                <a:lnTo>
                  <a:pt x="11712466" y="2169000"/>
                </a:lnTo>
                <a:moveTo>
                  <a:pt x="11617956" y="2169000"/>
                </a:moveTo>
                <a:lnTo>
                  <a:pt x="11604455" y="2169000"/>
                </a:lnTo>
                <a:lnTo>
                  <a:pt x="11604455" y="2155499"/>
                </a:lnTo>
                <a:lnTo>
                  <a:pt x="11617956" y="2155499"/>
                </a:lnTo>
                <a:lnTo>
                  <a:pt x="11617956" y="2169000"/>
                </a:lnTo>
                <a:moveTo>
                  <a:pt x="11563951" y="2169000"/>
                </a:moveTo>
                <a:lnTo>
                  <a:pt x="11509945" y="2169000"/>
                </a:lnTo>
                <a:lnTo>
                  <a:pt x="11509945" y="2155499"/>
                </a:lnTo>
                <a:lnTo>
                  <a:pt x="11563951" y="2155499"/>
                </a:lnTo>
                <a:lnTo>
                  <a:pt x="11563951" y="2169000"/>
                </a:lnTo>
                <a:moveTo>
                  <a:pt x="11469441" y="2169000"/>
                </a:moveTo>
                <a:lnTo>
                  <a:pt x="11455940" y="2169000"/>
                </a:lnTo>
                <a:lnTo>
                  <a:pt x="11455940" y="2155499"/>
                </a:lnTo>
                <a:lnTo>
                  <a:pt x="11469441" y="2155499"/>
                </a:lnTo>
                <a:lnTo>
                  <a:pt x="11469441" y="2169000"/>
                </a:lnTo>
                <a:moveTo>
                  <a:pt x="11415435" y="2169000"/>
                </a:moveTo>
                <a:lnTo>
                  <a:pt x="11361430" y="2169000"/>
                </a:lnTo>
                <a:lnTo>
                  <a:pt x="11361430" y="2155499"/>
                </a:lnTo>
                <a:lnTo>
                  <a:pt x="11415435" y="2155499"/>
                </a:lnTo>
                <a:lnTo>
                  <a:pt x="11415435" y="2169000"/>
                </a:lnTo>
                <a:moveTo>
                  <a:pt x="11320925" y="2169000"/>
                </a:moveTo>
                <a:lnTo>
                  <a:pt x="11307425" y="2169000"/>
                </a:lnTo>
                <a:lnTo>
                  <a:pt x="11307425" y="2155499"/>
                </a:lnTo>
                <a:lnTo>
                  <a:pt x="11320925" y="2155499"/>
                </a:lnTo>
                <a:lnTo>
                  <a:pt x="11320925" y="2169000"/>
                </a:lnTo>
                <a:moveTo>
                  <a:pt x="11266920" y="2169000"/>
                </a:moveTo>
                <a:lnTo>
                  <a:pt x="11212915" y="2169000"/>
                </a:lnTo>
                <a:lnTo>
                  <a:pt x="11212915" y="2155499"/>
                </a:lnTo>
                <a:lnTo>
                  <a:pt x="11266920" y="2155499"/>
                </a:lnTo>
                <a:lnTo>
                  <a:pt x="11266920" y="2169000"/>
                </a:lnTo>
                <a:moveTo>
                  <a:pt x="11172410" y="2169000"/>
                </a:moveTo>
                <a:lnTo>
                  <a:pt x="11158909" y="2169000"/>
                </a:lnTo>
                <a:lnTo>
                  <a:pt x="11158909" y="2155499"/>
                </a:lnTo>
                <a:lnTo>
                  <a:pt x="11172410" y="2155499"/>
                </a:lnTo>
                <a:lnTo>
                  <a:pt x="11172410" y="2169000"/>
                </a:lnTo>
                <a:moveTo>
                  <a:pt x="11118405" y="2169000"/>
                </a:moveTo>
                <a:lnTo>
                  <a:pt x="11064399" y="2169000"/>
                </a:lnTo>
                <a:lnTo>
                  <a:pt x="11064399" y="2155499"/>
                </a:lnTo>
                <a:lnTo>
                  <a:pt x="11118405" y="2155499"/>
                </a:lnTo>
                <a:lnTo>
                  <a:pt x="11118405" y="2169000"/>
                </a:lnTo>
                <a:moveTo>
                  <a:pt x="11023895" y="2169000"/>
                </a:moveTo>
                <a:lnTo>
                  <a:pt x="11010394" y="2169000"/>
                </a:lnTo>
                <a:lnTo>
                  <a:pt x="11010394" y="2155499"/>
                </a:lnTo>
                <a:lnTo>
                  <a:pt x="11023895" y="2155499"/>
                </a:lnTo>
                <a:lnTo>
                  <a:pt x="11023895" y="2169000"/>
                </a:lnTo>
                <a:moveTo>
                  <a:pt x="10969889" y="2169000"/>
                </a:moveTo>
                <a:lnTo>
                  <a:pt x="10915884" y="2169000"/>
                </a:lnTo>
                <a:lnTo>
                  <a:pt x="10915884" y="2155499"/>
                </a:lnTo>
                <a:lnTo>
                  <a:pt x="10969889" y="2155499"/>
                </a:lnTo>
                <a:lnTo>
                  <a:pt x="10969889" y="2169000"/>
                </a:lnTo>
                <a:moveTo>
                  <a:pt x="10875379" y="2169000"/>
                </a:moveTo>
                <a:lnTo>
                  <a:pt x="10861878" y="2169000"/>
                </a:lnTo>
                <a:lnTo>
                  <a:pt x="10861878" y="2155499"/>
                </a:lnTo>
                <a:lnTo>
                  <a:pt x="10875379" y="2155499"/>
                </a:lnTo>
                <a:lnTo>
                  <a:pt x="10875379" y="2169000"/>
                </a:lnTo>
                <a:moveTo>
                  <a:pt x="10821374" y="2169000"/>
                </a:moveTo>
                <a:lnTo>
                  <a:pt x="10767369" y="2169000"/>
                </a:lnTo>
                <a:lnTo>
                  <a:pt x="10767369" y="2155499"/>
                </a:lnTo>
                <a:lnTo>
                  <a:pt x="10821374" y="2155499"/>
                </a:lnTo>
                <a:lnTo>
                  <a:pt x="10821374" y="2169000"/>
                </a:lnTo>
                <a:moveTo>
                  <a:pt x="10726864" y="2169000"/>
                </a:moveTo>
                <a:lnTo>
                  <a:pt x="10713362" y="2169000"/>
                </a:lnTo>
                <a:lnTo>
                  <a:pt x="10713362" y="2155499"/>
                </a:lnTo>
                <a:lnTo>
                  <a:pt x="10726864" y="2155499"/>
                </a:lnTo>
                <a:lnTo>
                  <a:pt x="10726864" y="2169000"/>
                </a:lnTo>
                <a:moveTo>
                  <a:pt x="10672859" y="2169000"/>
                </a:moveTo>
                <a:lnTo>
                  <a:pt x="10618853" y="2169000"/>
                </a:lnTo>
                <a:lnTo>
                  <a:pt x="10618853" y="2155499"/>
                </a:lnTo>
                <a:lnTo>
                  <a:pt x="10672859" y="2155499"/>
                </a:lnTo>
                <a:lnTo>
                  <a:pt x="10672859" y="2169000"/>
                </a:lnTo>
                <a:moveTo>
                  <a:pt x="10578349" y="2169000"/>
                </a:moveTo>
                <a:lnTo>
                  <a:pt x="10564847" y="2169000"/>
                </a:lnTo>
                <a:lnTo>
                  <a:pt x="10564847" y="2155499"/>
                </a:lnTo>
                <a:lnTo>
                  <a:pt x="10578349" y="2155499"/>
                </a:lnTo>
                <a:lnTo>
                  <a:pt x="10578349" y="2169000"/>
                </a:lnTo>
                <a:moveTo>
                  <a:pt x="10524343" y="2169000"/>
                </a:moveTo>
                <a:lnTo>
                  <a:pt x="10470337" y="2169000"/>
                </a:lnTo>
                <a:lnTo>
                  <a:pt x="10470337" y="2155499"/>
                </a:lnTo>
                <a:lnTo>
                  <a:pt x="10524343" y="2155499"/>
                </a:lnTo>
                <a:lnTo>
                  <a:pt x="10524343" y="2169000"/>
                </a:lnTo>
                <a:moveTo>
                  <a:pt x="10429833" y="2169000"/>
                </a:moveTo>
                <a:lnTo>
                  <a:pt x="10416332" y="2169000"/>
                </a:lnTo>
                <a:lnTo>
                  <a:pt x="10416332" y="2155499"/>
                </a:lnTo>
                <a:lnTo>
                  <a:pt x="10429833" y="2155499"/>
                </a:lnTo>
                <a:lnTo>
                  <a:pt x="10429833" y="2169000"/>
                </a:lnTo>
                <a:moveTo>
                  <a:pt x="10375828" y="2169000"/>
                </a:moveTo>
                <a:lnTo>
                  <a:pt x="10321822" y="2169000"/>
                </a:lnTo>
                <a:lnTo>
                  <a:pt x="10321822" y="2155499"/>
                </a:lnTo>
                <a:lnTo>
                  <a:pt x="10375828" y="2155499"/>
                </a:lnTo>
                <a:lnTo>
                  <a:pt x="10375828" y="2169000"/>
                </a:lnTo>
                <a:moveTo>
                  <a:pt x="10281318" y="2169000"/>
                </a:moveTo>
                <a:lnTo>
                  <a:pt x="10267816" y="2169000"/>
                </a:lnTo>
                <a:lnTo>
                  <a:pt x="10267816" y="2155499"/>
                </a:lnTo>
                <a:lnTo>
                  <a:pt x="10281318" y="2155499"/>
                </a:lnTo>
                <a:lnTo>
                  <a:pt x="10281318" y="2169000"/>
                </a:lnTo>
                <a:moveTo>
                  <a:pt x="10227313" y="2169000"/>
                </a:moveTo>
                <a:lnTo>
                  <a:pt x="10173306" y="2169000"/>
                </a:lnTo>
                <a:lnTo>
                  <a:pt x="10173306" y="2155499"/>
                </a:lnTo>
                <a:lnTo>
                  <a:pt x="10227313" y="2155499"/>
                </a:lnTo>
                <a:lnTo>
                  <a:pt x="10227313" y="2169000"/>
                </a:lnTo>
                <a:moveTo>
                  <a:pt x="10132803" y="2169000"/>
                </a:moveTo>
                <a:lnTo>
                  <a:pt x="10119301" y="2169000"/>
                </a:lnTo>
                <a:lnTo>
                  <a:pt x="10119301" y="2155499"/>
                </a:lnTo>
                <a:lnTo>
                  <a:pt x="10132803" y="2155499"/>
                </a:lnTo>
                <a:lnTo>
                  <a:pt x="10132803" y="2169000"/>
                </a:lnTo>
                <a:moveTo>
                  <a:pt x="10078796" y="2169000"/>
                </a:moveTo>
                <a:lnTo>
                  <a:pt x="10024791" y="2169000"/>
                </a:lnTo>
                <a:lnTo>
                  <a:pt x="10024791" y="2155499"/>
                </a:lnTo>
                <a:lnTo>
                  <a:pt x="10078796" y="2155499"/>
                </a:lnTo>
                <a:lnTo>
                  <a:pt x="10078796" y="2169000"/>
                </a:lnTo>
                <a:moveTo>
                  <a:pt x="9984287" y="2169000"/>
                </a:moveTo>
                <a:lnTo>
                  <a:pt x="9970786" y="2169000"/>
                </a:lnTo>
                <a:lnTo>
                  <a:pt x="9970786" y="2155499"/>
                </a:lnTo>
                <a:lnTo>
                  <a:pt x="9984287" y="2155499"/>
                </a:lnTo>
                <a:lnTo>
                  <a:pt x="9984287" y="2169000"/>
                </a:lnTo>
                <a:moveTo>
                  <a:pt x="9930281" y="2169000"/>
                </a:moveTo>
                <a:lnTo>
                  <a:pt x="9876276" y="2169000"/>
                </a:lnTo>
                <a:lnTo>
                  <a:pt x="9876276" y="2155499"/>
                </a:lnTo>
                <a:lnTo>
                  <a:pt x="9930281" y="2155499"/>
                </a:lnTo>
                <a:lnTo>
                  <a:pt x="9930281" y="2169000"/>
                </a:lnTo>
                <a:moveTo>
                  <a:pt x="9835771" y="2169000"/>
                </a:moveTo>
                <a:lnTo>
                  <a:pt x="9822270" y="2169000"/>
                </a:lnTo>
                <a:lnTo>
                  <a:pt x="9822270" y="2155499"/>
                </a:lnTo>
                <a:lnTo>
                  <a:pt x="9835771" y="2155499"/>
                </a:lnTo>
                <a:lnTo>
                  <a:pt x="9835771" y="2169000"/>
                </a:lnTo>
                <a:moveTo>
                  <a:pt x="9781766" y="2169000"/>
                </a:moveTo>
                <a:lnTo>
                  <a:pt x="9727760" y="2169000"/>
                </a:lnTo>
                <a:lnTo>
                  <a:pt x="9727760" y="2155499"/>
                </a:lnTo>
                <a:lnTo>
                  <a:pt x="9781766" y="2155499"/>
                </a:lnTo>
                <a:lnTo>
                  <a:pt x="9781766" y="2169000"/>
                </a:lnTo>
                <a:moveTo>
                  <a:pt x="9687256" y="2169000"/>
                </a:moveTo>
                <a:lnTo>
                  <a:pt x="9673755" y="2169000"/>
                </a:lnTo>
                <a:lnTo>
                  <a:pt x="9673755" y="2155499"/>
                </a:lnTo>
                <a:lnTo>
                  <a:pt x="9687256" y="2155499"/>
                </a:lnTo>
                <a:lnTo>
                  <a:pt x="9687256" y="2169000"/>
                </a:lnTo>
                <a:moveTo>
                  <a:pt x="9633250" y="2169000"/>
                </a:moveTo>
                <a:lnTo>
                  <a:pt x="9579245" y="2169000"/>
                </a:lnTo>
                <a:lnTo>
                  <a:pt x="9579245" y="2155499"/>
                </a:lnTo>
                <a:lnTo>
                  <a:pt x="9633250" y="2155499"/>
                </a:lnTo>
                <a:lnTo>
                  <a:pt x="9633250" y="2169000"/>
                </a:lnTo>
                <a:moveTo>
                  <a:pt x="9538740" y="2169000"/>
                </a:moveTo>
                <a:lnTo>
                  <a:pt x="9525239" y="2169000"/>
                </a:lnTo>
                <a:lnTo>
                  <a:pt x="9525239" y="2155499"/>
                </a:lnTo>
                <a:lnTo>
                  <a:pt x="9538740" y="2155499"/>
                </a:lnTo>
                <a:lnTo>
                  <a:pt x="9538740" y="2169000"/>
                </a:lnTo>
                <a:moveTo>
                  <a:pt x="9484735" y="2169000"/>
                </a:moveTo>
                <a:lnTo>
                  <a:pt x="9430730" y="2169000"/>
                </a:lnTo>
                <a:lnTo>
                  <a:pt x="9430730" y="2155499"/>
                </a:lnTo>
                <a:lnTo>
                  <a:pt x="9484735" y="2155499"/>
                </a:lnTo>
                <a:lnTo>
                  <a:pt x="9484735" y="2169000"/>
                </a:lnTo>
                <a:moveTo>
                  <a:pt x="9390225" y="2169000"/>
                </a:moveTo>
                <a:lnTo>
                  <a:pt x="9376724" y="2169000"/>
                </a:lnTo>
                <a:lnTo>
                  <a:pt x="9376724" y="2155499"/>
                </a:lnTo>
                <a:lnTo>
                  <a:pt x="9390225" y="2155499"/>
                </a:lnTo>
                <a:lnTo>
                  <a:pt x="9390225" y="2169000"/>
                </a:lnTo>
                <a:moveTo>
                  <a:pt x="9336220" y="2169000"/>
                </a:moveTo>
                <a:lnTo>
                  <a:pt x="9282214" y="2169000"/>
                </a:lnTo>
                <a:lnTo>
                  <a:pt x="9282214" y="2155499"/>
                </a:lnTo>
                <a:lnTo>
                  <a:pt x="9336220" y="2155499"/>
                </a:lnTo>
                <a:lnTo>
                  <a:pt x="9336220" y="2169000"/>
                </a:lnTo>
                <a:moveTo>
                  <a:pt x="9241710" y="2169000"/>
                </a:moveTo>
                <a:lnTo>
                  <a:pt x="9228209" y="2169000"/>
                </a:lnTo>
                <a:lnTo>
                  <a:pt x="9228209" y="2155499"/>
                </a:lnTo>
                <a:lnTo>
                  <a:pt x="9241710" y="2155499"/>
                </a:lnTo>
                <a:lnTo>
                  <a:pt x="9241710" y="2169000"/>
                </a:lnTo>
                <a:moveTo>
                  <a:pt x="9187704" y="2169000"/>
                </a:moveTo>
                <a:lnTo>
                  <a:pt x="9133699" y="2169000"/>
                </a:lnTo>
                <a:lnTo>
                  <a:pt x="9133699" y="2155499"/>
                </a:lnTo>
                <a:lnTo>
                  <a:pt x="9187704" y="2155499"/>
                </a:lnTo>
                <a:lnTo>
                  <a:pt x="9187704" y="2169000"/>
                </a:lnTo>
                <a:moveTo>
                  <a:pt x="9093194" y="2169000"/>
                </a:moveTo>
                <a:lnTo>
                  <a:pt x="9079693" y="2169000"/>
                </a:lnTo>
                <a:lnTo>
                  <a:pt x="9079693" y="2155499"/>
                </a:lnTo>
                <a:lnTo>
                  <a:pt x="9093194" y="2155499"/>
                </a:lnTo>
                <a:lnTo>
                  <a:pt x="9093194" y="2169000"/>
                </a:lnTo>
                <a:moveTo>
                  <a:pt x="9039189" y="2169000"/>
                </a:moveTo>
                <a:lnTo>
                  <a:pt x="8985183" y="2169000"/>
                </a:lnTo>
                <a:lnTo>
                  <a:pt x="8985183" y="2155499"/>
                </a:lnTo>
                <a:lnTo>
                  <a:pt x="9039189" y="2155499"/>
                </a:lnTo>
                <a:lnTo>
                  <a:pt x="9039189" y="2169000"/>
                </a:lnTo>
                <a:moveTo>
                  <a:pt x="8944679" y="2169000"/>
                </a:moveTo>
                <a:lnTo>
                  <a:pt x="8931177" y="2169000"/>
                </a:lnTo>
                <a:lnTo>
                  <a:pt x="8931177" y="2155499"/>
                </a:lnTo>
                <a:lnTo>
                  <a:pt x="8944679" y="2155499"/>
                </a:lnTo>
                <a:lnTo>
                  <a:pt x="8944679" y="2169000"/>
                </a:lnTo>
                <a:moveTo>
                  <a:pt x="8890674" y="2169000"/>
                </a:moveTo>
                <a:lnTo>
                  <a:pt x="8836668" y="2169000"/>
                </a:lnTo>
                <a:lnTo>
                  <a:pt x="8836668" y="2155499"/>
                </a:lnTo>
                <a:lnTo>
                  <a:pt x="8890674" y="2155499"/>
                </a:lnTo>
                <a:lnTo>
                  <a:pt x="8890674" y="2169000"/>
                </a:lnTo>
                <a:moveTo>
                  <a:pt x="8796164" y="2169000"/>
                </a:moveTo>
                <a:lnTo>
                  <a:pt x="8782662" y="2169000"/>
                </a:lnTo>
                <a:lnTo>
                  <a:pt x="8782662" y="2155499"/>
                </a:lnTo>
                <a:lnTo>
                  <a:pt x="8796164" y="2155499"/>
                </a:lnTo>
                <a:lnTo>
                  <a:pt x="8796164" y="2169000"/>
                </a:lnTo>
                <a:moveTo>
                  <a:pt x="8742158" y="2169000"/>
                </a:moveTo>
                <a:lnTo>
                  <a:pt x="8688153" y="2169000"/>
                </a:lnTo>
                <a:lnTo>
                  <a:pt x="8688153" y="2155499"/>
                </a:lnTo>
                <a:lnTo>
                  <a:pt x="8742158" y="2155499"/>
                </a:lnTo>
                <a:lnTo>
                  <a:pt x="8742158" y="2169000"/>
                </a:lnTo>
                <a:moveTo>
                  <a:pt x="8647648" y="2169000"/>
                </a:moveTo>
                <a:lnTo>
                  <a:pt x="8634146" y="2169000"/>
                </a:lnTo>
                <a:lnTo>
                  <a:pt x="8634146" y="2155499"/>
                </a:lnTo>
                <a:lnTo>
                  <a:pt x="8647648" y="2155499"/>
                </a:lnTo>
                <a:lnTo>
                  <a:pt x="8647648" y="2169000"/>
                </a:lnTo>
                <a:moveTo>
                  <a:pt x="8593643" y="2169000"/>
                </a:moveTo>
                <a:lnTo>
                  <a:pt x="8539637" y="2169000"/>
                </a:lnTo>
                <a:lnTo>
                  <a:pt x="8539637" y="2155499"/>
                </a:lnTo>
                <a:lnTo>
                  <a:pt x="8593643" y="2155499"/>
                </a:lnTo>
                <a:lnTo>
                  <a:pt x="8593643" y="2169000"/>
                </a:lnTo>
                <a:moveTo>
                  <a:pt x="8499133" y="2169000"/>
                </a:moveTo>
                <a:lnTo>
                  <a:pt x="8485631" y="2169000"/>
                </a:lnTo>
                <a:lnTo>
                  <a:pt x="8485631" y="2155499"/>
                </a:lnTo>
                <a:lnTo>
                  <a:pt x="8499133" y="2155499"/>
                </a:lnTo>
                <a:lnTo>
                  <a:pt x="8499133" y="2169000"/>
                </a:lnTo>
                <a:moveTo>
                  <a:pt x="8445127" y="2169000"/>
                </a:moveTo>
                <a:lnTo>
                  <a:pt x="8391121" y="2169000"/>
                </a:lnTo>
                <a:lnTo>
                  <a:pt x="8391121" y="2155499"/>
                </a:lnTo>
                <a:lnTo>
                  <a:pt x="8445127" y="2155499"/>
                </a:lnTo>
                <a:lnTo>
                  <a:pt x="8445127" y="2169000"/>
                </a:lnTo>
                <a:moveTo>
                  <a:pt x="8350618" y="2169000"/>
                </a:moveTo>
                <a:lnTo>
                  <a:pt x="8337116" y="2169000"/>
                </a:lnTo>
                <a:lnTo>
                  <a:pt x="8337116" y="2155499"/>
                </a:lnTo>
                <a:lnTo>
                  <a:pt x="8350618" y="2155499"/>
                </a:lnTo>
                <a:lnTo>
                  <a:pt x="8350618" y="2169000"/>
                </a:lnTo>
                <a:moveTo>
                  <a:pt x="8296611" y="2169000"/>
                </a:moveTo>
                <a:lnTo>
                  <a:pt x="8242606" y="2169000"/>
                </a:lnTo>
                <a:lnTo>
                  <a:pt x="8242606" y="2155499"/>
                </a:lnTo>
                <a:lnTo>
                  <a:pt x="8296611" y="2155499"/>
                </a:lnTo>
                <a:lnTo>
                  <a:pt x="8296611" y="2169000"/>
                </a:lnTo>
                <a:moveTo>
                  <a:pt x="8202102" y="2169000"/>
                </a:moveTo>
                <a:lnTo>
                  <a:pt x="8188600" y="2169000"/>
                </a:lnTo>
                <a:lnTo>
                  <a:pt x="8188600" y="2155499"/>
                </a:lnTo>
                <a:lnTo>
                  <a:pt x="8202102" y="2155499"/>
                </a:lnTo>
                <a:lnTo>
                  <a:pt x="8202102" y="2169000"/>
                </a:lnTo>
                <a:moveTo>
                  <a:pt x="8148096" y="2169000"/>
                </a:moveTo>
                <a:lnTo>
                  <a:pt x="8094090" y="2169000"/>
                </a:lnTo>
                <a:lnTo>
                  <a:pt x="8094090" y="2155499"/>
                </a:lnTo>
                <a:lnTo>
                  <a:pt x="8148096" y="2155499"/>
                </a:lnTo>
                <a:lnTo>
                  <a:pt x="8148096" y="2169000"/>
                </a:lnTo>
                <a:moveTo>
                  <a:pt x="8053587" y="2169000"/>
                </a:moveTo>
                <a:lnTo>
                  <a:pt x="8040085" y="2169000"/>
                </a:lnTo>
                <a:lnTo>
                  <a:pt x="8040085" y="2155499"/>
                </a:lnTo>
                <a:lnTo>
                  <a:pt x="8053587" y="2155499"/>
                </a:lnTo>
                <a:lnTo>
                  <a:pt x="8053587" y="2169000"/>
                </a:lnTo>
                <a:moveTo>
                  <a:pt x="7999581" y="2169000"/>
                </a:moveTo>
                <a:lnTo>
                  <a:pt x="7945575" y="2169000"/>
                </a:lnTo>
                <a:lnTo>
                  <a:pt x="7945575" y="2155499"/>
                </a:lnTo>
                <a:lnTo>
                  <a:pt x="7999581" y="2155499"/>
                </a:lnTo>
                <a:lnTo>
                  <a:pt x="7999581" y="2169000"/>
                </a:lnTo>
                <a:moveTo>
                  <a:pt x="7905071" y="2169000"/>
                </a:moveTo>
                <a:lnTo>
                  <a:pt x="7891570" y="2169000"/>
                </a:lnTo>
                <a:lnTo>
                  <a:pt x="7891570" y="2155499"/>
                </a:lnTo>
                <a:lnTo>
                  <a:pt x="7905071" y="2155499"/>
                </a:lnTo>
                <a:lnTo>
                  <a:pt x="7905071" y="2169000"/>
                </a:lnTo>
                <a:moveTo>
                  <a:pt x="7851065" y="2169000"/>
                </a:moveTo>
                <a:lnTo>
                  <a:pt x="7797060" y="2169000"/>
                </a:lnTo>
                <a:lnTo>
                  <a:pt x="7797060" y="2155499"/>
                </a:lnTo>
                <a:lnTo>
                  <a:pt x="7851065" y="2155499"/>
                </a:lnTo>
                <a:lnTo>
                  <a:pt x="7851065" y="2169000"/>
                </a:lnTo>
                <a:moveTo>
                  <a:pt x="7756555" y="2169000"/>
                </a:moveTo>
                <a:lnTo>
                  <a:pt x="7743054" y="2169000"/>
                </a:lnTo>
                <a:lnTo>
                  <a:pt x="7743054" y="2155499"/>
                </a:lnTo>
                <a:lnTo>
                  <a:pt x="7756555" y="2155499"/>
                </a:lnTo>
                <a:lnTo>
                  <a:pt x="7756555" y="2169000"/>
                </a:lnTo>
                <a:moveTo>
                  <a:pt x="7702550" y="2169000"/>
                </a:moveTo>
                <a:lnTo>
                  <a:pt x="7648544" y="2169000"/>
                </a:lnTo>
                <a:lnTo>
                  <a:pt x="7648544" y="2155499"/>
                </a:lnTo>
                <a:lnTo>
                  <a:pt x="7702550" y="2155499"/>
                </a:lnTo>
                <a:lnTo>
                  <a:pt x="7702550" y="2169000"/>
                </a:lnTo>
                <a:moveTo>
                  <a:pt x="7608040" y="2169000"/>
                </a:moveTo>
                <a:lnTo>
                  <a:pt x="7594539" y="2169000"/>
                </a:lnTo>
                <a:lnTo>
                  <a:pt x="7594539" y="2155499"/>
                </a:lnTo>
                <a:lnTo>
                  <a:pt x="7608040" y="2155499"/>
                </a:lnTo>
                <a:lnTo>
                  <a:pt x="7608040" y="2169000"/>
                </a:lnTo>
                <a:moveTo>
                  <a:pt x="7554034" y="2169000"/>
                </a:moveTo>
                <a:lnTo>
                  <a:pt x="7500029" y="2169000"/>
                </a:lnTo>
                <a:lnTo>
                  <a:pt x="7500029" y="2155499"/>
                </a:lnTo>
                <a:lnTo>
                  <a:pt x="7554034" y="2155499"/>
                </a:lnTo>
                <a:lnTo>
                  <a:pt x="7554034" y="2169000"/>
                </a:lnTo>
                <a:moveTo>
                  <a:pt x="7459525" y="2169000"/>
                </a:moveTo>
                <a:lnTo>
                  <a:pt x="7446024" y="2169000"/>
                </a:lnTo>
                <a:lnTo>
                  <a:pt x="7446024" y="2155499"/>
                </a:lnTo>
                <a:lnTo>
                  <a:pt x="7459525" y="2155499"/>
                </a:lnTo>
                <a:lnTo>
                  <a:pt x="7459525" y="2169000"/>
                </a:lnTo>
                <a:moveTo>
                  <a:pt x="7405519" y="2169000"/>
                </a:moveTo>
                <a:lnTo>
                  <a:pt x="7351514" y="2169000"/>
                </a:lnTo>
                <a:lnTo>
                  <a:pt x="7351514" y="2155499"/>
                </a:lnTo>
                <a:lnTo>
                  <a:pt x="7405519" y="2155499"/>
                </a:lnTo>
                <a:lnTo>
                  <a:pt x="7405519" y="2169000"/>
                </a:lnTo>
                <a:moveTo>
                  <a:pt x="7311009" y="2169000"/>
                </a:moveTo>
                <a:lnTo>
                  <a:pt x="7297508" y="2169000"/>
                </a:lnTo>
                <a:lnTo>
                  <a:pt x="7297508" y="2155499"/>
                </a:lnTo>
                <a:lnTo>
                  <a:pt x="7311009" y="2155499"/>
                </a:lnTo>
                <a:lnTo>
                  <a:pt x="7311009" y="2169000"/>
                </a:lnTo>
                <a:moveTo>
                  <a:pt x="7257004" y="2169000"/>
                </a:moveTo>
                <a:lnTo>
                  <a:pt x="7202998" y="2169000"/>
                </a:lnTo>
                <a:lnTo>
                  <a:pt x="7202998" y="2155499"/>
                </a:lnTo>
                <a:lnTo>
                  <a:pt x="7257004" y="2155499"/>
                </a:lnTo>
                <a:lnTo>
                  <a:pt x="7257004" y="2169000"/>
                </a:lnTo>
                <a:moveTo>
                  <a:pt x="7162494" y="2169000"/>
                </a:moveTo>
                <a:lnTo>
                  <a:pt x="7148993" y="2169000"/>
                </a:lnTo>
                <a:lnTo>
                  <a:pt x="7148993" y="2155499"/>
                </a:lnTo>
                <a:lnTo>
                  <a:pt x="7162494" y="2155499"/>
                </a:lnTo>
                <a:lnTo>
                  <a:pt x="7162494" y="2169000"/>
                </a:lnTo>
                <a:moveTo>
                  <a:pt x="7108488" y="2169000"/>
                </a:moveTo>
                <a:lnTo>
                  <a:pt x="7054483" y="2169000"/>
                </a:lnTo>
                <a:lnTo>
                  <a:pt x="7054483" y="2155499"/>
                </a:lnTo>
                <a:lnTo>
                  <a:pt x="7108488" y="2155499"/>
                </a:lnTo>
                <a:lnTo>
                  <a:pt x="7108488" y="2169000"/>
                </a:lnTo>
                <a:moveTo>
                  <a:pt x="7013978" y="2169000"/>
                </a:moveTo>
                <a:lnTo>
                  <a:pt x="7000478" y="2169000"/>
                </a:lnTo>
                <a:lnTo>
                  <a:pt x="7000478" y="2155499"/>
                </a:lnTo>
                <a:lnTo>
                  <a:pt x="7013978" y="2155499"/>
                </a:lnTo>
                <a:lnTo>
                  <a:pt x="7013978" y="2169000"/>
                </a:lnTo>
                <a:moveTo>
                  <a:pt x="6959973" y="2169000"/>
                </a:moveTo>
                <a:lnTo>
                  <a:pt x="6905968" y="2169000"/>
                </a:lnTo>
                <a:lnTo>
                  <a:pt x="6905968" y="2155499"/>
                </a:lnTo>
                <a:lnTo>
                  <a:pt x="6959973" y="2155499"/>
                </a:lnTo>
                <a:lnTo>
                  <a:pt x="6959973" y="2169000"/>
                </a:lnTo>
                <a:moveTo>
                  <a:pt x="6865463" y="2169000"/>
                </a:moveTo>
                <a:lnTo>
                  <a:pt x="6851962" y="2169000"/>
                </a:lnTo>
                <a:lnTo>
                  <a:pt x="6851962" y="2155499"/>
                </a:lnTo>
                <a:lnTo>
                  <a:pt x="6865463" y="2155499"/>
                </a:lnTo>
                <a:lnTo>
                  <a:pt x="6865463" y="2169000"/>
                </a:lnTo>
                <a:moveTo>
                  <a:pt x="6811458" y="2169000"/>
                </a:moveTo>
                <a:lnTo>
                  <a:pt x="6757451" y="2169000"/>
                </a:lnTo>
                <a:lnTo>
                  <a:pt x="6757451" y="2155499"/>
                </a:lnTo>
                <a:lnTo>
                  <a:pt x="6811458" y="2155499"/>
                </a:lnTo>
                <a:lnTo>
                  <a:pt x="6811458" y="2169000"/>
                </a:lnTo>
                <a:moveTo>
                  <a:pt x="6716948" y="2169000"/>
                </a:moveTo>
                <a:lnTo>
                  <a:pt x="6703446" y="2169000"/>
                </a:lnTo>
                <a:lnTo>
                  <a:pt x="6703446" y="2155499"/>
                </a:lnTo>
                <a:lnTo>
                  <a:pt x="6716948" y="2155499"/>
                </a:lnTo>
                <a:lnTo>
                  <a:pt x="6716948" y="2169000"/>
                </a:lnTo>
                <a:moveTo>
                  <a:pt x="6662941" y="2169000"/>
                </a:moveTo>
                <a:lnTo>
                  <a:pt x="6608936" y="2169000"/>
                </a:lnTo>
                <a:lnTo>
                  <a:pt x="6608936" y="2155499"/>
                </a:lnTo>
                <a:lnTo>
                  <a:pt x="6662941" y="2155499"/>
                </a:lnTo>
                <a:lnTo>
                  <a:pt x="6662941" y="2169000"/>
                </a:lnTo>
                <a:moveTo>
                  <a:pt x="6568432" y="2169000"/>
                </a:moveTo>
                <a:lnTo>
                  <a:pt x="6554931" y="2169000"/>
                </a:lnTo>
                <a:lnTo>
                  <a:pt x="6554931" y="2155499"/>
                </a:lnTo>
                <a:lnTo>
                  <a:pt x="6568432" y="2155499"/>
                </a:lnTo>
                <a:lnTo>
                  <a:pt x="6568432" y="2169000"/>
                </a:lnTo>
                <a:moveTo>
                  <a:pt x="6514426" y="2169000"/>
                </a:moveTo>
                <a:lnTo>
                  <a:pt x="6460421" y="2169000"/>
                </a:lnTo>
                <a:lnTo>
                  <a:pt x="6460421" y="2155499"/>
                </a:lnTo>
                <a:lnTo>
                  <a:pt x="6514426" y="2155499"/>
                </a:lnTo>
                <a:lnTo>
                  <a:pt x="6514426" y="2169000"/>
                </a:lnTo>
                <a:moveTo>
                  <a:pt x="6419916" y="2169000"/>
                </a:moveTo>
                <a:lnTo>
                  <a:pt x="6406415" y="2169000"/>
                </a:lnTo>
                <a:lnTo>
                  <a:pt x="6406415" y="2155499"/>
                </a:lnTo>
                <a:lnTo>
                  <a:pt x="6419916" y="2155499"/>
                </a:lnTo>
                <a:lnTo>
                  <a:pt x="6419916" y="2169000"/>
                </a:lnTo>
                <a:moveTo>
                  <a:pt x="6365911" y="2169000"/>
                </a:moveTo>
                <a:lnTo>
                  <a:pt x="6311905" y="2169000"/>
                </a:lnTo>
                <a:lnTo>
                  <a:pt x="6311905" y="2155499"/>
                </a:lnTo>
                <a:lnTo>
                  <a:pt x="6365911" y="2155499"/>
                </a:lnTo>
                <a:lnTo>
                  <a:pt x="6365911" y="2169000"/>
                </a:lnTo>
                <a:moveTo>
                  <a:pt x="6271401" y="2169000"/>
                </a:moveTo>
                <a:lnTo>
                  <a:pt x="6257900" y="2169000"/>
                </a:lnTo>
                <a:lnTo>
                  <a:pt x="6257900" y="2155499"/>
                </a:lnTo>
                <a:lnTo>
                  <a:pt x="6271401" y="2155499"/>
                </a:lnTo>
                <a:lnTo>
                  <a:pt x="6271401" y="2169000"/>
                </a:lnTo>
                <a:moveTo>
                  <a:pt x="6217395" y="2169000"/>
                </a:moveTo>
                <a:lnTo>
                  <a:pt x="6163390" y="2169000"/>
                </a:lnTo>
                <a:lnTo>
                  <a:pt x="6163390" y="2155499"/>
                </a:lnTo>
                <a:lnTo>
                  <a:pt x="6217395" y="2155499"/>
                </a:lnTo>
                <a:lnTo>
                  <a:pt x="6217395" y="2169000"/>
                </a:lnTo>
                <a:moveTo>
                  <a:pt x="6122885" y="2169000"/>
                </a:moveTo>
                <a:lnTo>
                  <a:pt x="6109385" y="2169000"/>
                </a:lnTo>
                <a:lnTo>
                  <a:pt x="6109385" y="2155499"/>
                </a:lnTo>
                <a:lnTo>
                  <a:pt x="6122885" y="2155499"/>
                </a:lnTo>
                <a:lnTo>
                  <a:pt x="6122885" y="2169000"/>
                </a:lnTo>
                <a:moveTo>
                  <a:pt x="6068880" y="2169000"/>
                </a:moveTo>
                <a:lnTo>
                  <a:pt x="6014875" y="2169000"/>
                </a:lnTo>
                <a:lnTo>
                  <a:pt x="6014875" y="2155499"/>
                </a:lnTo>
                <a:lnTo>
                  <a:pt x="6068880" y="2155499"/>
                </a:lnTo>
                <a:lnTo>
                  <a:pt x="6068880" y="2169000"/>
                </a:lnTo>
                <a:moveTo>
                  <a:pt x="5974370" y="2169000"/>
                </a:moveTo>
                <a:lnTo>
                  <a:pt x="5960869" y="2169000"/>
                </a:lnTo>
                <a:lnTo>
                  <a:pt x="5960869" y="2155499"/>
                </a:lnTo>
                <a:lnTo>
                  <a:pt x="5974370" y="2155499"/>
                </a:lnTo>
                <a:lnTo>
                  <a:pt x="5974370" y="2169000"/>
                </a:lnTo>
                <a:moveTo>
                  <a:pt x="5920365" y="2169000"/>
                </a:moveTo>
                <a:lnTo>
                  <a:pt x="5866359" y="2169000"/>
                </a:lnTo>
                <a:lnTo>
                  <a:pt x="5866359" y="2155499"/>
                </a:lnTo>
                <a:lnTo>
                  <a:pt x="5920365" y="2155499"/>
                </a:lnTo>
                <a:lnTo>
                  <a:pt x="5920365" y="2169000"/>
                </a:lnTo>
                <a:moveTo>
                  <a:pt x="5825855" y="2169000"/>
                </a:moveTo>
                <a:lnTo>
                  <a:pt x="5812354" y="2169000"/>
                </a:lnTo>
                <a:lnTo>
                  <a:pt x="5812354" y="2155499"/>
                </a:lnTo>
                <a:lnTo>
                  <a:pt x="5825855" y="2155499"/>
                </a:lnTo>
                <a:lnTo>
                  <a:pt x="5825855" y="2169000"/>
                </a:lnTo>
                <a:moveTo>
                  <a:pt x="5771849" y="2169000"/>
                </a:moveTo>
                <a:lnTo>
                  <a:pt x="5717844" y="2169000"/>
                </a:lnTo>
                <a:lnTo>
                  <a:pt x="5717844" y="2155499"/>
                </a:lnTo>
                <a:lnTo>
                  <a:pt x="5771849" y="2155499"/>
                </a:lnTo>
                <a:lnTo>
                  <a:pt x="5771849" y="2169000"/>
                </a:lnTo>
                <a:moveTo>
                  <a:pt x="5677339" y="2169000"/>
                </a:moveTo>
                <a:lnTo>
                  <a:pt x="5663838" y="2169000"/>
                </a:lnTo>
                <a:lnTo>
                  <a:pt x="5663838" y="2155499"/>
                </a:lnTo>
                <a:lnTo>
                  <a:pt x="5677339" y="2155499"/>
                </a:lnTo>
                <a:lnTo>
                  <a:pt x="5677339" y="2169000"/>
                </a:lnTo>
                <a:moveTo>
                  <a:pt x="5623334" y="2169000"/>
                </a:moveTo>
                <a:lnTo>
                  <a:pt x="5569329" y="2169000"/>
                </a:lnTo>
                <a:lnTo>
                  <a:pt x="5569329" y="2155499"/>
                </a:lnTo>
                <a:lnTo>
                  <a:pt x="5623334" y="2155499"/>
                </a:lnTo>
                <a:lnTo>
                  <a:pt x="5623334" y="2169000"/>
                </a:lnTo>
                <a:moveTo>
                  <a:pt x="5528824" y="2169000"/>
                </a:moveTo>
                <a:lnTo>
                  <a:pt x="5515322" y="2169000"/>
                </a:lnTo>
                <a:lnTo>
                  <a:pt x="5515322" y="2155499"/>
                </a:lnTo>
                <a:lnTo>
                  <a:pt x="5528824" y="2155499"/>
                </a:lnTo>
                <a:lnTo>
                  <a:pt x="5528824" y="2169000"/>
                </a:lnTo>
                <a:moveTo>
                  <a:pt x="5474819" y="2169000"/>
                </a:moveTo>
                <a:lnTo>
                  <a:pt x="5420813" y="2169000"/>
                </a:lnTo>
                <a:lnTo>
                  <a:pt x="5420813" y="2155499"/>
                </a:lnTo>
                <a:lnTo>
                  <a:pt x="5474819" y="2155499"/>
                </a:lnTo>
                <a:lnTo>
                  <a:pt x="5474819" y="2169000"/>
                </a:lnTo>
                <a:moveTo>
                  <a:pt x="5380309" y="2169000"/>
                </a:moveTo>
                <a:lnTo>
                  <a:pt x="5366807" y="2169000"/>
                </a:lnTo>
                <a:lnTo>
                  <a:pt x="5366807" y="2155499"/>
                </a:lnTo>
                <a:lnTo>
                  <a:pt x="5380309" y="2155499"/>
                </a:lnTo>
                <a:lnTo>
                  <a:pt x="5380309" y="2169000"/>
                </a:lnTo>
                <a:moveTo>
                  <a:pt x="5326303" y="2169000"/>
                </a:moveTo>
                <a:lnTo>
                  <a:pt x="5272297" y="2169000"/>
                </a:lnTo>
                <a:lnTo>
                  <a:pt x="5272297" y="2155499"/>
                </a:lnTo>
                <a:lnTo>
                  <a:pt x="5326303" y="2155499"/>
                </a:lnTo>
                <a:lnTo>
                  <a:pt x="5326303" y="2169000"/>
                </a:lnTo>
                <a:moveTo>
                  <a:pt x="5231793" y="2169000"/>
                </a:moveTo>
                <a:lnTo>
                  <a:pt x="5218292" y="2169000"/>
                </a:lnTo>
                <a:lnTo>
                  <a:pt x="5218292" y="2155499"/>
                </a:lnTo>
                <a:lnTo>
                  <a:pt x="5231793" y="2155499"/>
                </a:lnTo>
                <a:lnTo>
                  <a:pt x="5231793" y="2169000"/>
                </a:lnTo>
                <a:moveTo>
                  <a:pt x="5177788" y="2169000"/>
                </a:moveTo>
                <a:lnTo>
                  <a:pt x="5123782" y="2169000"/>
                </a:lnTo>
                <a:lnTo>
                  <a:pt x="5123782" y="2155499"/>
                </a:lnTo>
                <a:lnTo>
                  <a:pt x="5177788" y="2155499"/>
                </a:lnTo>
                <a:lnTo>
                  <a:pt x="5177788" y="2169000"/>
                </a:lnTo>
                <a:moveTo>
                  <a:pt x="5083278" y="2169000"/>
                </a:moveTo>
                <a:lnTo>
                  <a:pt x="5069776" y="2169000"/>
                </a:lnTo>
                <a:lnTo>
                  <a:pt x="5069776" y="2155499"/>
                </a:lnTo>
                <a:lnTo>
                  <a:pt x="5083278" y="2155499"/>
                </a:lnTo>
                <a:lnTo>
                  <a:pt x="5083278" y="2169000"/>
                </a:lnTo>
                <a:moveTo>
                  <a:pt x="5029272" y="2169000"/>
                </a:moveTo>
                <a:lnTo>
                  <a:pt x="4975266" y="2169000"/>
                </a:lnTo>
                <a:lnTo>
                  <a:pt x="4975266" y="2155499"/>
                </a:lnTo>
                <a:lnTo>
                  <a:pt x="5029272" y="2155499"/>
                </a:lnTo>
                <a:lnTo>
                  <a:pt x="5029272" y="2169000"/>
                </a:lnTo>
                <a:moveTo>
                  <a:pt x="4934763" y="2169000"/>
                </a:moveTo>
                <a:lnTo>
                  <a:pt x="4921261" y="2169000"/>
                </a:lnTo>
                <a:lnTo>
                  <a:pt x="4921261" y="2155499"/>
                </a:lnTo>
                <a:lnTo>
                  <a:pt x="4934763" y="2155499"/>
                </a:lnTo>
                <a:lnTo>
                  <a:pt x="4934763" y="2169000"/>
                </a:lnTo>
                <a:moveTo>
                  <a:pt x="4880756" y="2169000"/>
                </a:moveTo>
                <a:lnTo>
                  <a:pt x="4826751" y="2169000"/>
                </a:lnTo>
                <a:lnTo>
                  <a:pt x="4826751" y="2155499"/>
                </a:lnTo>
                <a:lnTo>
                  <a:pt x="4880756" y="2155499"/>
                </a:lnTo>
                <a:lnTo>
                  <a:pt x="4880756" y="2169000"/>
                </a:lnTo>
                <a:moveTo>
                  <a:pt x="4786247" y="2169000"/>
                </a:moveTo>
                <a:lnTo>
                  <a:pt x="4772746" y="2169000"/>
                </a:lnTo>
                <a:lnTo>
                  <a:pt x="4772746" y="2155499"/>
                </a:lnTo>
                <a:lnTo>
                  <a:pt x="4786247" y="2155499"/>
                </a:lnTo>
                <a:lnTo>
                  <a:pt x="4786247" y="2169000"/>
                </a:lnTo>
                <a:moveTo>
                  <a:pt x="4732241" y="2169000"/>
                </a:moveTo>
                <a:lnTo>
                  <a:pt x="4678236" y="2169000"/>
                </a:lnTo>
                <a:lnTo>
                  <a:pt x="4678236" y="2155499"/>
                </a:lnTo>
                <a:lnTo>
                  <a:pt x="4732241" y="2155499"/>
                </a:lnTo>
                <a:lnTo>
                  <a:pt x="4732241" y="2169000"/>
                </a:lnTo>
                <a:moveTo>
                  <a:pt x="4637731" y="2169000"/>
                </a:moveTo>
                <a:lnTo>
                  <a:pt x="4624230" y="2169000"/>
                </a:lnTo>
                <a:lnTo>
                  <a:pt x="4624230" y="2155499"/>
                </a:lnTo>
                <a:lnTo>
                  <a:pt x="4637731" y="2155499"/>
                </a:lnTo>
                <a:lnTo>
                  <a:pt x="4637731" y="2169000"/>
                </a:lnTo>
                <a:moveTo>
                  <a:pt x="4583726" y="2169000"/>
                </a:moveTo>
                <a:lnTo>
                  <a:pt x="4529720" y="2169000"/>
                </a:lnTo>
                <a:lnTo>
                  <a:pt x="4529720" y="2155499"/>
                </a:lnTo>
                <a:lnTo>
                  <a:pt x="4583726" y="2155499"/>
                </a:lnTo>
                <a:lnTo>
                  <a:pt x="4583726" y="2169000"/>
                </a:lnTo>
                <a:moveTo>
                  <a:pt x="4489216" y="2169000"/>
                </a:moveTo>
                <a:lnTo>
                  <a:pt x="4475715" y="2169000"/>
                </a:lnTo>
                <a:lnTo>
                  <a:pt x="4475715" y="2155499"/>
                </a:lnTo>
                <a:lnTo>
                  <a:pt x="4489216" y="2155499"/>
                </a:lnTo>
                <a:lnTo>
                  <a:pt x="4489216" y="2169000"/>
                </a:lnTo>
                <a:moveTo>
                  <a:pt x="4435210" y="2169000"/>
                </a:moveTo>
                <a:lnTo>
                  <a:pt x="4381205" y="2169000"/>
                </a:lnTo>
                <a:lnTo>
                  <a:pt x="4381205" y="2155499"/>
                </a:lnTo>
                <a:lnTo>
                  <a:pt x="4435210" y="2155499"/>
                </a:lnTo>
                <a:lnTo>
                  <a:pt x="4435210" y="2169000"/>
                </a:lnTo>
                <a:moveTo>
                  <a:pt x="4340700" y="2169000"/>
                </a:moveTo>
                <a:lnTo>
                  <a:pt x="4327199" y="2169000"/>
                </a:lnTo>
                <a:lnTo>
                  <a:pt x="4327199" y="2155499"/>
                </a:lnTo>
                <a:lnTo>
                  <a:pt x="4340700" y="2155499"/>
                </a:lnTo>
                <a:lnTo>
                  <a:pt x="4340700" y="2169000"/>
                </a:lnTo>
                <a:moveTo>
                  <a:pt x="4286695" y="2169000"/>
                </a:moveTo>
                <a:lnTo>
                  <a:pt x="4232690" y="2169000"/>
                </a:lnTo>
                <a:lnTo>
                  <a:pt x="4232690" y="2155499"/>
                </a:lnTo>
                <a:lnTo>
                  <a:pt x="4286695" y="2155499"/>
                </a:lnTo>
                <a:lnTo>
                  <a:pt x="4286695" y="2169000"/>
                </a:lnTo>
                <a:moveTo>
                  <a:pt x="4192185" y="2169000"/>
                </a:moveTo>
                <a:lnTo>
                  <a:pt x="4178684" y="2169000"/>
                </a:lnTo>
                <a:lnTo>
                  <a:pt x="4178684" y="2155499"/>
                </a:lnTo>
                <a:lnTo>
                  <a:pt x="4192185" y="2155499"/>
                </a:lnTo>
                <a:lnTo>
                  <a:pt x="4192185" y="2169000"/>
                </a:lnTo>
                <a:moveTo>
                  <a:pt x="4138180" y="2169000"/>
                </a:moveTo>
                <a:lnTo>
                  <a:pt x="4084174" y="2169000"/>
                </a:lnTo>
                <a:lnTo>
                  <a:pt x="4084174" y="2155499"/>
                </a:lnTo>
                <a:lnTo>
                  <a:pt x="4138180" y="2155499"/>
                </a:lnTo>
                <a:lnTo>
                  <a:pt x="4138180" y="2169000"/>
                </a:lnTo>
                <a:moveTo>
                  <a:pt x="4043670" y="2169000"/>
                </a:moveTo>
                <a:lnTo>
                  <a:pt x="4030169" y="2169000"/>
                </a:lnTo>
                <a:lnTo>
                  <a:pt x="4030169" y="2155499"/>
                </a:lnTo>
                <a:lnTo>
                  <a:pt x="4043670" y="2155499"/>
                </a:lnTo>
                <a:lnTo>
                  <a:pt x="4043670" y="2169000"/>
                </a:lnTo>
                <a:moveTo>
                  <a:pt x="3989664" y="2169000"/>
                </a:moveTo>
                <a:lnTo>
                  <a:pt x="3935659" y="2169000"/>
                </a:lnTo>
                <a:lnTo>
                  <a:pt x="3935659" y="2155499"/>
                </a:lnTo>
                <a:lnTo>
                  <a:pt x="3989664" y="2155499"/>
                </a:lnTo>
                <a:lnTo>
                  <a:pt x="3989664" y="2169000"/>
                </a:lnTo>
                <a:moveTo>
                  <a:pt x="3895154" y="2169000"/>
                </a:moveTo>
                <a:lnTo>
                  <a:pt x="3881653" y="2169000"/>
                </a:lnTo>
                <a:lnTo>
                  <a:pt x="3881653" y="2155499"/>
                </a:lnTo>
                <a:lnTo>
                  <a:pt x="3895154" y="2155499"/>
                </a:lnTo>
                <a:lnTo>
                  <a:pt x="3895154" y="2169000"/>
                </a:lnTo>
                <a:moveTo>
                  <a:pt x="3841149" y="2169000"/>
                </a:moveTo>
                <a:lnTo>
                  <a:pt x="3787143" y="2169000"/>
                </a:lnTo>
                <a:lnTo>
                  <a:pt x="3787143" y="2155499"/>
                </a:lnTo>
                <a:lnTo>
                  <a:pt x="3841149" y="2155499"/>
                </a:lnTo>
                <a:lnTo>
                  <a:pt x="3841149" y="2169000"/>
                </a:lnTo>
                <a:moveTo>
                  <a:pt x="3746639" y="2169000"/>
                </a:moveTo>
                <a:lnTo>
                  <a:pt x="3733137" y="2169000"/>
                </a:lnTo>
                <a:lnTo>
                  <a:pt x="3733137" y="2155499"/>
                </a:lnTo>
                <a:lnTo>
                  <a:pt x="3746639" y="2155499"/>
                </a:lnTo>
                <a:lnTo>
                  <a:pt x="3746639" y="2169000"/>
                </a:lnTo>
                <a:moveTo>
                  <a:pt x="3692634" y="2169000"/>
                </a:moveTo>
                <a:lnTo>
                  <a:pt x="3638628" y="2169000"/>
                </a:lnTo>
                <a:lnTo>
                  <a:pt x="3638628" y="2155499"/>
                </a:lnTo>
                <a:lnTo>
                  <a:pt x="3692634" y="2155499"/>
                </a:lnTo>
                <a:lnTo>
                  <a:pt x="3692634" y="2169000"/>
                </a:lnTo>
                <a:moveTo>
                  <a:pt x="3598124" y="2169000"/>
                </a:moveTo>
                <a:lnTo>
                  <a:pt x="3584622" y="2169000"/>
                </a:lnTo>
                <a:lnTo>
                  <a:pt x="3584622" y="2155499"/>
                </a:lnTo>
                <a:lnTo>
                  <a:pt x="3598124" y="2155499"/>
                </a:lnTo>
                <a:lnTo>
                  <a:pt x="3598124" y="2169000"/>
                </a:lnTo>
                <a:moveTo>
                  <a:pt x="3544118" y="2169000"/>
                </a:moveTo>
                <a:lnTo>
                  <a:pt x="3490112" y="2169000"/>
                </a:lnTo>
                <a:lnTo>
                  <a:pt x="3490112" y="2155499"/>
                </a:lnTo>
                <a:lnTo>
                  <a:pt x="3544118" y="2155499"/>
                </a:lnTo>
                <a:lnTo>
                  <a:pt x="3544118" y="2169000"/>
                </a:lnTo>
                <a:moveTo>
                  <a:pt x="3449608" y="2169000"/>
                </a:moveTo>
                <a:lnTo>
                  <a:pt x="3436106" y="2169000"/>
                </a:lnTo>
                <a:lnTo>
                  <a:pt x="3436106" y="2155499"/>
                </a:lnTo>
                <a:lnTo>
                  <a:pt x="3449608" y="2155499"/>
                </a:lnTo>
                <a:lnTo>
                  <a:pt x="3449608" y="2169000"/>
                </a:lnTo>
                <a:moveTo>
                  <a:pt x="3395602" y="2169000"/>
                </a:moveTo>
                <a:lnTo>
                  <a:pt x="3341597" y="2169000"/>
                </a:lnTo>
                <a:lnTo>
                  <a:pt x="3341597" y="2155499"/>
                </a:lnTo>
                <a:lnTo>
                  <a:pt x="3395602" y="2155499"/>
                </a:lnTo>
                <a:lnTo>
                  <a:pt x="3395602" y="2169000"/>
                </a:lnTo>
                <a:moveTo>
                  <a:pt x="3301093" y="2169000"/>
                </a:moveTo>
                <a:lnTo>
                  <a:pt x="3287591" y="2169000"/>
                </a:lnTo>
                <a:lnTo>
                  <a:pt x="3287591" y="2155499"/>
                </a:lnTo>
                <a:lnTo>
                  <a:pt x="3301093" y="2155499"/>
                </a:lnTo>
                <a:lnTo>
                  <a:pt x="3301093" y="2169000"/>
                </a:lnTo>
                <a:moveTo>
                  <a:pt x="3247087" y="2169000"/>
                </a:moveTo>
                <a:lnTo>
                  <a:pt x="3193081" y="2169000"/>
                </a:lnTo>
                <a:lnTo>
                  <a:pt x="3193081" y="2155499"/>
                </a:lnTo>
                <a:lnTo>
                  <a:pt x="3247087" y="2155499"/>
                </a:lnTo>
                <a:lnTo>
                  <a:pt x="3247087" y="2169000"/>
                </a:lnTo>
                <a:moveTo>
                  <a:pt x="3152578" y="2169000"/>
                </a:moveTo>
                <a:lnTo>
                  <a:pt x="3139076" y="2169000"/>
                </a:lnTo>
                <a:lnTo>
                  <a:pt x="3139076" y="2155499"/>
                </a:lnTo>
                <a:lnTo>
                  <a:pt x="3152578" y="2155499"/>
                </a:lnTo>
                <a:lnTo>
                  <a:pt x="3152578" y="2169000"/>
                </a:lnTo>
                <a:moveTo>
                  <a:pt x="3098572" y="2169000"/>
                </a:moveTo>
                <a:lnTo>
                  <a:pt x="3044566" y="2169000"/>
                </a:lnTo>
                <a:lnTo>
                  <a:pt x="3044566" y="2155499"/>
                </a:lnTo>
                <a:lnTo>
                  <a:pt x="3098572" y="2155499"/>
                </a:lnTo>
                <a:lnTo>
                  <a:pt x="3098572" y="2169000"/>
                </a:lnTo>
                <a:moveTo>
                  <a:pt x="3004062" y="2169000"/>
                </a:moveTo>
                <a:lnTo>
                  <a:pt x="2990560" y="2169000"/>
                </a:lnTo>
                <a:lnTo>
                  <a:pt x="2990560" y="2155499"/>
                </a:lnTo>
                <a:lnTo>
                  <a:pt x="3004062" y="2155499"/>
                </a:lnTo>
                <a:lnTo>
                  <a:pt x="3004062" y="2169000"/>
                </a:lnTo>
                <a:moveTo>
                  <a:pt x="2950056" y="2169000"/>
                </a:moveTo>
                <a:lnTo>
                  <a:pt x="2896050" y="2169000"/>
                </a:lnTo>
                <a:lnTo>
                  <a:pt x="2896050" y="2155499"/>
                </a:lnTo>
                <a:lnTo>
                  <a:pt x="2950056" y="2155499"/>
                </a:lnTo>
                <a:lnTo>
                  <a:pt x="2950056" y="2169000"/>
                </a:lnTo>
                <a:moveTo>
                  <a:pt x="2855546" y="2169000"/>
                </a:moveTo>
                <a:lnTo>
                  <a:pt x="2842045" y="2169000"/>
                </a:lnTo>
                <a:lnTo>
                  <a:pt x="2842045" y="2155499"/>
                </a:lnTo>
                <a:lnTo>
                  <a:pt x="2855546" y="2155499"/>
                </a:lnTo>
                <a:lnTo>
                  <a:pt x="2855546" y="2169000"/>
                </a:lnTo>
                <a:moveTo>
                  <a:pt x="2801541" y="2169000"/>
                </a:moveTo>
                <a:lnTo>
                  <a:pt x="2747535" y="2169000"/>
                </a:lnTo>
                <a:lnTo>
                  <a:pt x="2747535" y="2155499"/>
                </a:lnTo>
                <a:lnTo>
                  <a:pt x="2801541" y="2155499"/>
                </a:lnTo>
                <a:lnTo>
                  <a:pt x="2801541" y="2169000"/>
                </a:lnTo>
                <a:moveTo>
                  <a:pt x="2707031" y="2169000"/>
                </a:moveTo>
                <a:lnTo>
                  <a:pt x="2693530" y="2169000"/>
                </a:lnTo>
                <a:lnTo>
                  <a:pt x="2693530" y="2155499"/>
                </a:lnTo>
                <a:lnTo>
                  <a:pt x="2707031" y="2155499"/>
                </a:lnTo>
                <a:lnTo>
                  <a:pt x="2707031" y="2169000"/>
                </a:lnTo>
                <a:moveTo>
                  <a:pt x="2653025" y="2169000"/>
                </a:moveTo>
                <a:lnTo>
                  <a:pt x="2599020" y="2169000"/>
                </a:lnTo>
                <a:lnTo>
                  <a:pt x="2599020" y="2155499"/>
                </a:lnTo>
                <a:lnTo>
                  <a:pt x="2653025" y="2155499"/>
                </a:lnTo>
                <a:lnTo>
                  <a:pt x="2653025" y="2169000"/>
                </a:lnTo>
                <a:moveTo>
                  <a:pt x="2558515" y="2169000"/>
                </a:moveTo>
                <a:lnTo>
                  <a:pt x="2545014" y="2169000"/>
                </a:lnTo>
                <a:lnTo>
                  <a:pt x="2545014" y="2155499"/>
                </a:lnTo>
                <a:lnTo>
                  <a:pt x="2558515" y="2155499"/>
                </a:lnTo>
                <a:lnTo>
                  <a:pt x="2558515" y="2169000"/>
                </a:lnTo>
                <a:moveTo>
                  <a:pt x="2504510" y="2169000"/>
                </a:moveTo>
                <a:lnTo>
                  <a:pt x="2450504" y="2169000"/>
                </a:lnTo>
                <a:lnTo>
                  <a:pt x="2450504" y="2155499"/>
                </a:lnTo>
                <a:lnTo>
                  <a:pt x="2504510" y="2155499"/>
                </a:lnTo>
                <a:lnTo>
                  <a:pt x="2504510" y="2169000"/>
                </a:lnTo>
                <a:moveTo>
                  <a:pt x="2410000" y="2169000"/>
                </a:moveTo>
                <a:lnTo>
                  <a:pt x="2396499" y="2169000"/>
                </a:lnTo>
                <a:lnTo>
                  <a:pt x="2396499" y="2155499"/>
                </a:lnTo>
                <a:lnTo>
                  <a:pt x="2410000" y="2155499"/>
                </a:lnTo>
                <a:lnTo>
                  <a:pt x="2410000" y="2169000"/>
                </a:lnTo>
                <a:moveTo>
                  <a:pt x="2355994" y="2169000"/>
                </a:moveTo>
                <a:lnTo>
                  <a:pt x="2301989" y="2169000"/>
                </a:lnTo>
                <a:lnTo>
                  <a:pt x="2301989" y="2155499"/>
                </a:lnTo>
                <a:lnTo>
                  <a:pt x="2355994" y="2155499"/>
                </a:lnTo>
                <a:lnTo>
                  <a:pt x="2355994" y="2169000"/>
                </a:lnTo>
                <a:moveTo>
                  <a:pt x="2261485" y="2169000"/>
                </a:moveTo>
                <a:lnTo>
                  <a:pt x="2247984" y="2169000"/>
                </a:lnTo>
                <a:lnTo>
                  <a:pt x="2247984" y="2155499"/>
                </a:lnTo>
                <a:lnTo>
                  <a:pt x="2261485" y="2155499"/>
                </a:lnTo>
                <a:lnTo>
                  <a:pt x="2261485" y="2169000"/>
                </a:lnTo>
                <a:moveTo>
                  <a:pt x="2207479" y="2169000"/>
                </a:moveTo>
                <a:lnTo>
                  <a:pt x="2153474" y="2169000"/>
                </a:lnTo>
                <a:lnTo>
                  <a:pt x="2153474" y="2155499"/>
                </a:lnTo>
                <a:lnTo>
                  <a:pt x="2207479" y="2155499"/>
                </a:lnTo>
                <a:lnTo>
                  <a:pt x="2207479" y="2169000"/>
                </a:lnTo>
                <a:moveTo>
                  <a:pt x="2112969" y="2169000"/>
                </a:moveTo>
                <a:lnTo>
                  <a:pt x="2099468" y="2169000"/>
                </a:lnTo>
                <a:lnTo>
                  <a:pt x="2099468" y="2155499"/>
                </a:lnTo>
                <a:lnTo>
                  <a:pt x="2112969" y="2155499"/>
                </a:lnTo>
                <a:lnTo>
                  <a:pt x="2112969" y="2169000"/>
                </a:lnTo>
                <a:moveTo>
                  <a:pt x="2058964" y="2169000"/>
                </a:moveTo>
                <a:lnTo>
                  <a:pt x="2004958" y="2169000"/>
                </a:lnTo>
                <a:lnTo>
                  <a:pt x="2004958" y="2155499"/>
                </a:lnTo>
                <a:lnTo>
                  <a:pt x="2058964" y="2155499"/>
                </a:lnTo>
                <a:lnTo>
                  <a:pt x="2058964" y="2169000"/>
                </a:lnTo>
                <a:moveTo>
                  <a:pt x="1964454" y="2169000"/>
                </a:moveTo>
                <a:lnTo>
                  <a:pt x="1950953" y="2169000"/>
                </a:lnTo>
                <a:lnTo>
                  <a:pt x="1950953" y="2155499"/>
                </a:lnTo>
                <a:lnTo>
                  <a:pt x="1964454" y="2155499"/>
                </a:lnTo>
                <a:lnTo>
                  <a:pt x="1964454" y="2169000"/>
                </a:lnTo>
                <a:moveTo>
                  <a:pt x="1910448" y="2169000"/>
                </a:moveTo>
                <a:lnTo>
                  <a:pt x="1856443" y="2169000"/>
                </a:lnTo>
                <a:lnTo>
                  <a:pt x="1856443" y="2155499"/>
                </a:lnTo>
                <a:lnTo>
                  <a:pt x="1910448" y="2155499"/>
                </a:lnTo>
                <a:lnTo>
                  <a:pt x="1910448" y="2169000"/>
                </a:lnTo>
                <a:moveTo>
                  <a:pt x="1815939" y="2169000"/>
                </a:moveTo>
                <a:lnTo>
                  <a:pt x="1802437" y="2169000"/>
                </a:lnTo>
                <a:lnTo>
                  <a:pt x="1802437" y="2155499"/>
                </a:lnTo>
                <a:lnTo>
                  <a:pt x="1815939" y="2155499"/>
                </a:lnTo>
                <a:lnTo>
                  <a:pt x="1815939" y="2169000"/>
                </a:lnTo>
                <a:moveTo>
                  <a:pt x="1761933" y="2169000"/>
                </a:moveTo>
                <a:lnTo>
                  <a:pt x="1707927" y="2169000"/>
                </a:lnTo>
                <a:lnTo>
                  <a:pt x="1707927" y="2155499"/>
                </a:lnTo>
                <a:lnTo>
                  <a:pt x="1761933" y="2155499"/>
                </a:lnTo>
                <a:lnTo>
                  <a:pt x="1761933" y="2169000"/>
                </a:lnTo>
                <a:moveTo>
                  <a:pt x="1667423" y="2169000"/>
                </a:moveTo>
                <a:lnTo>
                  <a:pt x="1653921" y="2169000"/>
                </a:lnTo>
                <a:lnTo>
                  <a:pt x="1653921" y="2155499"/>
                </a:lnTo>
                <a:lnTo>
                  <a:pt x="1667423" y="2155499"/>
                </a:lnTo>
                <a:lnTo>
                  <a:pt x="1667423" y="2169000"/>
                </a:lnTo>
                <a:moveTo>
                  <a:pt x="1613418" y="2169000"/>
                </a:moveTo>
                <a:lnTo>
                  <a:pt x="1559412" y="2169000"/>
                </a:lnTo>
                <a:lnTo>
                  <a:pt x="1559412" y="2155499"/>
                </a:lnTo>
                <a:lnTo>
                  <a:pt x="1613418" y="2155499"/>
                </a:lnTo>
                <a:lnTo>
                  <a:pt x="1613418" y="2169000"/>
                </a:lnTo>
                <a:moveTo>
                  <a:pt x="1518908" y="2169000"/>
                </a:moveTo>
                <a:lnTo>
                  <a:pt x="1505406" y="2169000"/>
                </a:lnTo>
                <a:lnTo>
                  <a:pt x="1505406" y="2155499"/>
                </a:lnTo>
                <a:lnTo>
                  <a:pt x="1518908" y="2155499"/>
                </a:lnTo>
                <a:lnTo>
                  <a:pt x="1518908" y="2169000"/>
                </a:lnTo>
                <a:moveTo>
                  <a:pt x="1464902" y="2169000"/>
                </a:moveTo>
                <a:lnTo>
                  <a:pt x="1410897" y="2169000"/>
                </a:lnTo>
                <a:lnTo>
                  <a:pt x="1410897" y="2155499"/>
                </a:lnTo>
                <a:lnTo>
                  <a:pt x="1464902" y="2155499"/>
                </a:lnTo>
                <a:lnTo>
                  <a:pt x="1464902" y="2169000"/>
                </a:lnTo>
                <a:moveTo>
                  <a:pt x="1370392" y="2169000"/>
                </a:moveTo>
                <a:lnTo>
                  <a:pt x="1356891" y="2169000"/>
                </a:lnTo>
                <a:lnTo>
                  <a:pt x="1356891" y="2155499"/>
                </a:lnTo>
                <a:lnTo>
                  <a:pt x="1370392" y="2155499"/>
                </a:lnTo>
                <a:lnTo>
                  <a:pt x="1370392" y="2169000"/>
                </a:lnTo>
                <a:moveTo>
                  <a:pt x="1316387" y="2169000"/>
                </a:moveTo>
                <a:lnTo>
                  <a:pt x="1262381" y="2169000"/>
                </a:lnTo>
                <a:lnTo>
                  <a:pt x="1262381" y="2155499"/>
                </a:lnTo>
                <a:lnTo>
                  <a:pt x="1316387" y="2155499"/>
                </a:lnTo>
                <a:lnTo>
                  <a:pt x="1316387" y="2169000"/>
                </a:lnTo>
                <a:moveTo>
                  <a:pt x="1221877" y="2169000"/>
                </a:moveTo>
                <a:lnTo>
                  <a:pt x="1208375" y="2169000"/>
                </a:lnTo>
                <a:lnTo>
                  <a:pt x="1208375" y="2155499"/>
                </a:lnTo>
                <a:lnTo>
                  <a:pt x="1221877" y="2155499"/>
                </a:lnTo>
                <a:lnTo>
                  <a:pt x="1221877" y="2169000"/>
                </a:lnTo>
                <a:moveTo>
                  <a:pt x="1167871" y="2169000"/>
                </a:moveTo>
                <a:lnTo>
                  <a:pt x="1113866" y="2169000"/>
                </a:lnTo>
                <a:lnTo>
                  <a:pt x="1113866" y="2155499"/>
                </a:lnTo>
                <a:lnTo>
                  <a:pt x="1167871" y="2155499"/>
                </a:lnTo>
                <a:lnTo>
                  <a:pt x="1167871" y="2169000"/>
                </a:lnTo>
                <a:moveTo>
                  <a:pt x="1073361" y="2169000"/>
                </a:moveTo>
                <a:lnTo>
                  <a:pt x="1059860" y="2169000"/>
                </a:lnTo>
                <a:lnTo>
                  <a:pt x="1059860" y="2155499"/>
                </a:lnTo>
                <a:lnTo>
                  <a:pt x="1073361" y="2155499"/>
                </a:lnTo>
                <a:lnTo>
                  <a:pt x="1073361" y="2169000"/>
                </a:lnTo>
                <a:moveTo>
                  <a:pt x="1019356" y="2169000"/>
                </a:moveTo>
                <a:lnTo>
                  <a:pt x="965350" y="2169000"/>
                </a:lnTo>
                <a:lnTo>
                  <a:pt x="965350" y="2155499"/>
                </a:lnTo>
                <a:lnTo>
                  <a:pt x="1019356" y="2155499"/>
                </a:lnTo>
                <a:lnTo>
                  <a:pt x="1019356" y="2169000"/>
                </a:lnTo>
                <a:moveTo>
                  <a:pt x="924846" y="2169000"/>
                </a:moveTo>
                <a:lnTo>
                  <a:pt x="911345" y="2169000"/>
                </a:lnTo>
                <a:lnTo>
                  <a:pt x="911345" y="2155499"/>
                </a:lnTo>
                <a:lnTo>
                  <a:pt x="924846" y="2155499"/>
                </a:lnTo>
                <a:lnTo>
                  <a:pt x="924846" y="2169000"/>
                </a:lnTo>
                <a:moveTo>
                  <a:pt x="870841" y="2169000"/>
                </a:moveTo>
                <a:lnTo>
                  <a:pt x="816835" y="2169000"/>
                </a:lnTo>
                <a:lnTo>
                  <a:pt x="816835" y="2155499"/>
                </a:lnTo>
                <a:lnTo>
                  <a:pt x="870841" y="2155499"/>
                </a:lnTo>
                <a:lnTo>
                  <a:pt x="870841" y="2169000"/>
                </a:lnTo>
                <a:moveTo>
                  <a:pt x="776331" y="2169000"/>
                </a:moveTo>
                <a:lnTo>
                  <a:pt x="762829" y="2169000"/>
                </a:lnTo>
                <a:lnTo>
                  <a:pt x="762829" y="2155499"/>
                </a:lnTo>
                <a:lnTo>
                  <a:pt x="776331" y="2155499"/>
                </a:lnTo>
                <a:lnTo>
                  <a:pt x="776331" y="2169000"/>
                </a:lnTo>
                <a:moveTo>
                  <a:pt x="722325" y="2169000"/>
                </a:moveTo>
                <a:lnTo>
                  <a:pt x="668319" y="2169000"/>
                </a:lnTo>
                <a:lnTo>
                  <a:pt x="668319" y="2155499"/>
                </a:lnTo>
                <a:lnTo>
                  <a:pt x="722325" y="2155499"/>
                </a:lnTo>
                <a:lnTo>
                  <a:pt x="722325" y="2169000"/>
                </a:lnTo>
                <a:moveTo>
                  <a:pt x="627815" y="2169000"/>
                </a:moveTo>
                <a:lnTo>
                  <a:pt x="614314" y="2169000"/>
                </a:lnTo>
                <a:lnTo>
                  <a:pt x="614314" y="2155499"/>
                </a:lnTo>
                <a:lnTo>
                  <a:pt x="627815" y="2155499"/>
                </a:lnTo>
                <a:lnTo>
                  <a:pt x="627815" y="2169000"/>
                </a:lnTo>
                <a:moveTo>
                  <a:pt x="573810" y="2169000"/>
                </a:moveTo>
                <a:lnTo>
                  <a:pt x="519804" y="2169000"/>
                </a:lnTo>
                <a:lnTo>
                  <a:pt x="519804" y="2155499"/>
                </a:lnTo>
                <a:lnTo>
                  <a:pt x="573810" y="2155499"/>
                </a:lnTo>
                <a:lnTo>
                  <a:pt x="573810" y="2169000"/>
                </a:lnTo>
                <a:moveTo>
                  <a:pt x="479300" y="2169000"/>
                </a:moveTo>
                <a:lnTo>
                  <a:pt x="465798" y="2169000"/>
                </a:lnTo>
                <a:lnTo>
                  <a:pt x="465798" y="2155499"/>
                </a:lnTo>
                <a:lnTo>
                  <a:pt x="479300" y="2155499"/>
                </a:lnTo>
                <a:lnTo>
                  <a:pt x="479300" y="2169000"/>
                </a:lnTo>
                <a:moveTo>
                  <a:pt x="425294" y="2169000"/>
                </a:moveTo>
                <a:lnTo>
                  <a:pt x="371289" y="2169000"/>
                </a:lnTo>
                <a:lnTo>
                  <a:pt x="371289" y="2155499"/>
                </a:lnTo>
                <a:lnTo>
                  <a:pt x="425294" y="2155499"/>
                </a:lnTo>
                <a:lnTo>
                  <a:pt x="425294" y="2169000"/>
                </a:lnTo>
                <a:moveTo>
                  <a:pt x="330784" y="2169000"/>
                </a:moveTo>
                <a:lnTo>
                  <a:pt x="317283" y="2169000"/>
                </a:lnTo>
                <a:lnTo>
                  <a:pt x="317283" y="2155499"/>
                </a:lnTo>
                <a:lnTo>
                  <a:pt x="330784" y="2155499"/>
                </a:lnTo>
                <a:lnTo>
                  <a:pt x="330784" y="2169000"/>
                </a:lnTo>
                <a:moveTo>
                  <a:pt x="276779" y="2169000"/>
                </a:moveTo>
                <a:lnTo>
                  <a:pt x="222773" y="2169000"/>
                </a:lnTo>
                <a:lnTo>
                  <a:pt x="222773" y="2155499"/>
                </a:lnTo>
                <a:lnTo>
                  <a:pt x="276779" y="2155499"/>
                </a:lnTo>
                <a:lnTo>
                  <a:pt x="276779" y="2169000"/>
                </a:lnTo>
                <a:moveTo>
                  <a:pt x="182269" y="2169000"/>
                </a:moveTo>
                <a:lnTo>
                  <a:pt x="168767" y="2169000"/>
                </a:lnTo>
                <a:lnTo>
                  <a:pt x="168767" y="2155499"/>
                </a:lnTo>
                <a:lnTo>
                  <a:pt x="182269" y="2155499"/>
                </a:lnTo>
                <a:lnTo>
                  <a:pt x="182269" y="2169000"/>
                </a:lnTo>
                <a:moveTo>
                  <a:pt x="128263" y="2169000"/>
                </a:moveTo>
                <a:lnTo>
                  <a:pt x="74258" y="2169000"/>
                </a:lnTo>
                <a:lnTo>
                  <a:pt x="74258" y="2155499"/>
                </a:lnTo>
                <a:lnTo>
                  <a:pt x="128263" y="2155499"/>
                </a:lnTo>
                <a:lnTo>
                  <a:pt x="128263" y="2169000"/>
                </a:lnTo>
                <a:moveTo>
                  <a:pt x="33753" y="2169000"/>
                </a:moveTo>
                <a:lnTo>
                  <a:pt x="20252" y="2169000"/>
                </a:lnTo>
                <a:lnTo>
                  <a:pt x="20252" y="2155499"/>
                </a:lnTo>
                <a:lnTo>
                  <a:pt x="33753" y="2155499"/>
                </a:lnTo>
                <a:lnTo>
                  <a:pt x="33753" y="21690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25A21418-5A60-4D4F-BA38-BA3623C3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965" y="3587721"/>
            <a:ext cx="13501" cy="167417"/>
          </a:xfrm>
          <a:custGeom xmlns:a="http://schemas.openxmlformats.org/drawingml/2006/main">
            <a:pathLst>
              <a:path w="13501" h="167417">
                <a:moveTo>
                  <a:pt x="13501" y="0"/>
                </a:moveTo>
                <a:lnTo>
                  <a:pt x="13501" y="167417"/>
                </a:lnTo>
                <a:lnTo>
                  <a:pt x="0" y="167417"/>
                </a:lnTo>
                <a:lnTo>
                  <a:pt x="0" y="0"/>
                </a:lnTo>
                <a:lnTo>
                  <a:pt x="1350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ACB36-0BC8-4ADE-B7E7-76B0998161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50050135b4557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609" y="2550894"/>
            <a:ext cx="2548228" cy="1226440"/>
          </a:xfrm>
          <a:prstGeom xmlns:a="http://schemas.openxmlformats.org/drawingml/2006/main" prst="rect">
            <a:avLst/>
          </a:prstGeom>
        </p:spPr>
      </p:pic>
      <p:sp>
        <p:nvSpPr>
          <p:cNvPr id="7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AB995B10-F01C-44E3-9191-EDB3448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609" y="2550894"/>
            <a:ext cx="2548228" cy="122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4A111-E9E3-4E33-A868-C66CD05D0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9bf4665a84fd3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8634" y="2977538"/>
            <a:ext cx="2980273" cy="1336477"/>
          </a:xfrm>
          <a:prstGeom xmlns:a="http://schemas.openxmlformats.org/drawingml/2006/main" prst="rect">
            <a:avLst/>
          </a:prstGeom>
        </p:spPr>
      </p:pic>
      <p:sp>
        <p:nvSpPr>
          <p:cNvPr id="9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973F9602-DB78-4DED-A189-DDBB5F25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634" y="2977538"/>
            <a:ext cx="2980273" cy="133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F574D-7341-45E0-8173-4F42773D9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19aadba1443d1"/>
          <a:srcRect xmlns:a="http://schemas.openxmlformats.org/drawingml/2006/main" l="0" t="3464" r="0" b="3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8448" y="2811390"/>
            <a:ext cx="1075792" cy="1001264"/>
          </a:xfrm>
          <a:prstGeom xmlns:a="http://schemas.openxmlformats.org/drawingml/2006/main" prst="rect">
            <a:avLst/>
          </a:prstGeom>
        </p:spPr>
      </p:pic>
      <p:sp>
        <p:nvSpPr>
          <p:cNvPr id="11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D42A90D6-4B5C-4EA9-9546-7D9CF0AB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8448" y="2811390"/>
            <a:ext cx="1075792" cy="1001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5BE6BF03-2876-4D88-BD67-6D2636F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514" y="2619325"/>
            <a:ext cx="238469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ε - </a:t>
            </a:r>
          </a:p>
        </p:txBody>
      </p:sp>
      <p:sp>
        <p:nvSpPr>
          <p:cNvPr id="1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91466FE1-DC5A-4100-B581-0A1F12C1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813" y="2619325"/>
            <a:ext cx="1238267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Task Execution</a:t>
            </a:r>
          </a:p>
        </p:txBody>
      </p:sp>
      <p:sp>
        <p:nvSpPr>
          <p:cNvPr id="1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EEA49151-10EA-47B1-B6D4-00CB7C3F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5152" y="3947863"/>
            <a:ext cx="1433362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Task Generation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E0A1E-FA98-4058-BEB4-082D8DC2CB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22f909dee437f"/>
          <a:srcRect xmlns:a="http://schemas.openxmlformats.org/drawingml/2006/main" l="487" t="0" r="4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9049" y="3692357"/>
            <a:ext cx="2148073" cy="379390"/>
          </a:xfrm>
          <a:prstGeom xmlns:a="http://schemas.openxmlformats.org/drawingml/2006/main" prst="rect">
            <a:avLst/>
          </a:prstGeom>
        </p:spPr>
      </p:pic>
      <p:sp>
        <p:nvSpPr>
          <p:cNvPr id="16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80D6AF5C-4863-4465-BCDE-4BF1322E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049" y="3692357"/>
            <a:ext cx="2148073" cy="37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8E406-C77C-46D7-8856-052A48155C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990a283ca41c8"/>
          <a:srcRect xmlns:a="http://schemas.openxmlformats.org/drawingml/2006/main" l="108" t="0" r="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5336" y="2757803"/>
            <a:ext cx="761317" cy="922659"/>
          </a:xfrm>
          <a:prstGeom xmlns:a="http://schemas.openxmlformats.org/drawingml/2006/main" prst="rect">
            <a:avLst/>
          </a:prstGeom>
        </p:spPr>
      </p:pic>
      <p:sp>
        <p:nvSpPr>
          <p:cNvPr id="18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4513BA5E-846B-462C-8127-F295454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336" y="2757803"/>
            <a:ext cx="761317" cy="922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pdf-path-14">
            <a:extLst xmlns:a="http://schemas.openxmlformats.org/drawingml/2006/main">
              <a:ext uri="{FF2B5EF4-FFF2-40B4-BE49-F238E27FC236}">
                <a16:creationId xmlns:a16="http://schemas.microsoft.com/office/drawing/2014/main" id="{B21859A6-9DBD-42B2-919D-1AFDC15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94" y="6821306"/>
            <a:ext cx="12227545" cy="13502"/>
          </a:xfrm>
          <a:custGeom xmlns:a="http://schemas.openxmlformats.org/drawingml/2006/main">
            <a:pathLst>
              <a:path w="12227545" h="13502">
                <a:moveTo>
                  <a:pt x="0" y="0"/>
                </a:moveTo>
                <a:lnTo>
                  <a:pt x="54006" y="0"/>
                </a:lnTo>
                <a:lnTo>
                  <a:pt x="54006" y="13502"/>
                </a:lnTo>
                <a:lnTo>
                  <a:pt x="0" y="13502"/>
                </a:lnTo>
                <a:lnTo>
                  <a:pt x="0" y="0"/>
                </a:lnTo>
                <a:moveTo>
                  <a:pt x="94510" y="0"/>
                </a:moveTo>
                <a:lnTo>
                  <a:pt x="148515" y="0"/>
                </a:lnTo>
                <a:lnTo>
                  <a:pt x="148515" y="13502"/>
                </a:lnTo>
                <a:lnTo>
                  <a:pt x="94510" y="13502"/>
                </a:lnTo>
                <a:lnTo>
                  <a:pt x="94510" y="0"/>
                </a:lnTo>
                <a:moveTo>
                  <a:pt x="189020" y="0"/>
                </a:moveTo>
                <a:lnTo>
                  <a:pt x="243025" y="0"/>
                </a:lnTo>
                <a:lnTo>
                  <a:pt x="243025" y="13502"/>
                </a:lnTo>
                <a:lnTo>
                  <a:pt x="189020" y="13502"/>
                </a:lnTo>
                <a:lnTo>
                  <a:pt x="189020" y="0"/>
                </a:lnTo>
                <a:moveTo>
                  <a:pt x="283529" y="0"/>
                </a:moveTo>
                <a:lnTo>
                  <a:pt x="337535" y="0"/>
                </a:lnTo>
                <a:lnTo>
                  <a:pt x="337535" y="13502"/>
                </a:lnTo>
                <a:lnTo>
                  <a:pt x="283529" y="13502"/>
                </a:lnTo>
                <a:lnTo>
                  <a:pt x="283529" y="0"/>
                </a:lnTo>
                <a:moveTo>
                  <a:pt x="378039" y="0"/>
                </a:moveTo>
                <a:lnTo>
                  <a:pt x="432045" y="0"/>
                </a:lnTo>
                <a:lnTo>
                  <a:pt x="432045" y="13502"/>
                </a:lnTo>
                <a:lnTo>
                  <a:pt x="378039" y="13502"/>
                </a:lnTo>
                <a:lnTo>
                  <a:pt x="378039" y="0"/>
                </a:lnTo>
                <a:moveTo>
                  <a:pt x="472549" y="0"/>
                </a:moveTo>
                <a:lnTo>
                  <a:pt x="526555" y="0"/>
                </a:lnTo>
                <a:lnTo>
                  <a:pt x="526555" y="13502"/>
                </a:lnTo>
                <a:lnTo>
                  <a:pt x="472549" y="13502"/>
                </a:lnTo>
                <a:lnTo>
                  <a:pt x="472549" y="0"/>
                </a:lnTo>
                <a:moveTo>
                  <a:pt x="567059" y="0"/>
                </a:moveTo>
                <a:lnTo>
                  <a:pt x="621064" y="0"/>
                </a:lnTo>
                <a:lnTo>
                  <a:pt x="621064" y="13502"/>
                </a:lnTo>
                <a:lnTo>
                  <a:pt x="567059" y="13502"/>
                </a:lnTo>
                <a:lnTo>
                  <a:pt x="567059" y="0"/>
                </a:lnTo>
                <a:moveTo>
                  <a:pt x="661569" y="0"/>
                </a:moveTo>
                <a:lnTo>
                  <a:pt x="715574" y="0"/>
                </a:lnTo>
                <a:lnTo>
                  <a:pt x="715574" y="13502"/>
                </a:lnTo>
                <a:lnTo>
                  <a:pt x="661569" y="13502"/>
                </a:lnTo>
                <a:lnTo>
                  <a:pt x="661569" y="0"/>
                </a:lnTo>
                <a:moveTo>
                  <a:pt x="756078" y="0"/>
                </a:moveTo>
                <a:lnTo>
                  <a:pt x="810084" y="0"/>
                </a:lnTo>
                <a:lnTo>
                  <a:pt x="810084" y="13502"/>
                </a:lnTo>
                <a:lnTo>
                  <a:pt x="756078" y="13502"/>
                </a:lnTo>
                <a:lnTo>
                  <a:pt x="756078" y="0"/>
                </a:lnTo>
                <a:moveTo>
                  <a:pt x="850588" y="0"/>
                </a:moveTo>
                <a:lnTo>
                  <a:pt x="904594" y="0"/>
                </a:lnTo>
                <a:lnTo>
                  <a:pt x="904594" y="13502"/>
                </a:lnTo>
                <a:lnTo>
                  <a:pt x="850588" y="13502"/>
                </a:lnTo>
                <a:lnTo>
                  <a:pt x="850588" y="0"/>
                </a:lnTo>
                <a:moveTo>
                  <a:pt x="945098" y="0"/>
                </a:moveTo>
                <a:lnTo>
                  <a:pt x="999104" y="0"/>
                </a:lnTo>
                <a:lnTo>
                  <a:pt x="999104" y="13502"/>
                </a:lnTo>
                <a:lnTo>
                  <a:pt x="945098" y="13502"/>
                </a:lnTo>
                <a:lnTo>
                  <a:pt x="945098" y="0"/>
                </a:lnTo>
                <a:moveTo>
                  <a:pt x="1039608" y="0"/>
                </a:moveTo>
                <a:lnTo>
                  <a:pt x="1093614" y="0"/>
                </a:lnTo>
                <a:lnTo>
                  <a:pt x="1093614" y="13502"/>
                </a:lnTo>
                <a:lnTo>
                  <a:pt x="1039608" y="13502"/>
                </a:lnTo>
                <a:lnTo>
                  <a:pt x="1039608" y="0"/>
                </a:lnTo>
                <a:moveTo>
                  <a:pt x="1134118" y="0"/>
                </a:moveTo>
                <a:lnTo>
                  <a:pt x="1188123" y="0"/>
                </a:lnTo>
                <a:lnTo>
                  <a:pt x="1188123" y="13502"/>
                </a:lnTo>
                <a:lnTo>
                  <a:pt x="1134118" y="13502"/>
                </a:lnTo>
                <a:lnTo>
                  <a:pt x="1134118" y="0"/>
                </a:lnTo>
                <a:moveTo>
                  <a:pt x="1228628" y="0"/>
                </a:moveTo>
                <a:lnTo>
                  <a:pt x="1282633" y="0"/>
                </a:lnTo>
                <a:lnTo>
                  <a:pt x="1282633" y="13502"/>
                </a:lnTo>
                <a:lnTo>
                  <a:pt x="1228628" y="13502"/>
                </a:lnTo>
                <a:lnTo>
                  <a:pt x="1228628" y="0"/>
                </a:lnTo>
                <a:moveTo>
                  <a:pt x="1323137" y="0"/>
                </a:moveTo>
                <a:lnTo>
                  <a:pt x="1377143" y="0"/>
                </a:lnTo>
                <a:lnTo>
                  <a:pt x="1377143" y="13502"/>
                </a:lnTo>
                <a:lnTo>
                  <a:pt x="1323137" y="13502"/>
                </a:lnTo>
                <a:lnTo>
                  <a:pt x="1323137" y="0"/>
                </a:lnTo>
                <a:moveTo>
                  <a:pt x="1417647" y="0"/>
                </a:moveTo>
                <a:lnTo>
                  <a:pt x="1471653" y="0"/>
                </a:lnTo>
                <a:lnTo>
                  <a:pt x="1471653" y="13502"/>
                </a:lnTo>
                <a:lnTo>
                  <a:pt x="1417647" y="13502"/>
                </a:lnTo>
                <a:lnTo>
                  <a:pt x="1417647" y="0"/>
                </a:lnTo>
                <a:moveTo>
                  <a:pt x="1512157" y="0"/>
                </a:moveTo>
                <a:lnTo>
                  <a:pt x="1566163" y="0"/>
                </a:lnTo>
                <a:lnTo>
                  <a:pt x="1566163" y="13502"/>
                </a:lnTo>
                <a:lnTo>
                  <a:pt x="1512157" y="13502"/>
                </a:lnTo>
                <a:lnTo>
                  <a:pt x="1512157" y="0"/>
                </a:lnTo>
                <a:moveTo>
                  <a:pt x="1606667" y="0"/>
                </a:moveTo>
                <a:lnTo>
                  <a:pt x="1660673" y="0"/>
                </a:lnTo>
                <a:lnTo>
                  <a:pt x="1660673" y="13502"/>
                </a:lnTo>
                <a:lnTo>
                  <a:pt x="1606667" y="13502"/>
                </a:lnTo>
                <a:lnTo>
                  <a:pt x="1606667" y="0"/>
                </a:lnTo>
                <a:moveTo>
                  <a:pt x="1701177" y="0"/>
                </a:moveTo>
                <a:lnTo>
                  <a:pt x="1755183" y="0"/>
                </a:lnTo>
                <a:lnTo>
                  <a:pt x="1755183" y="13502"/>
                </a:lnTo>
                <a:lnTo>
                  <a:pt x="1701177" y="13502"/>
                </a:lnTo>
                <a:lnTo>
                  <a:pt x="1701177" y="0"/>
                </a:lnTo>
                <a:moveTo>
                  <a:pt x="1795686" y="0"/>
                </a:moveTo>
                <a:lnTo>
                  <a:pt x="1849692" y="0"/>
                </a:lnTo>
                <a:lnTo>
                  <a:pt x="1849692" y="13502"/>
                </a:lnTo>
                <a:lnTo>
                  <a:pt x="1795686" y="13502"/>
                </a:lnTo>
                <a:lnTo>
                  <a:pt x="1795686" y="0"/>
                </a:lnTo>
                <a:moveTo>
                  <a:pt x="1890196" y="0"/>
                </a:moveTo>
                <a:lnTo>
                  <a:pt x="1944202" y="0"/>
                </a:lnTo>
                <a:lnTo>
                  <a:pt x="1944202" y="13502"/>
                </a:lnTo>
                <a:lnTo>
                  <a:pt x="1890196" y="13502"/>
                </a:lnTo>
                <a:lnTo>
                  <a:pt x="1890196" y="0"/>
                </a:lnTo>
                <a:moveTo>
                  <a:pt x="1984706" y="0"/>
                </a:moveTo>
                <a:lnTo>
                  <a:pt x="2038712" y="0"/>
                </a:lnTo>
                <a:lnTo>
                  <a:pt x="2038712" y="13502"/>
                </a:lnTo>
                <a:lnTo>
                  <a:pt x="1984706" y="13502"/>
                </a:lnTo>
                <a:lnTo>
                  <a:pt x="1984706" y="0"/>
                </a:lnTo>
                <a:moveTo>
                  <a:pt x="2079216" y="0"/>
                </a:moveTo>
                <a:lnTo>
                  <a:pt x="2133221" y="0"/>
                </a:lnTo>
                <a:lnTo>
                  <a:pt x="2133221" y="13502"/>
                </a:lnTo>
                <a:lnTo>
                  <a:pt x="2079216" y="13502"/>
                </a:lnTo>
                <a:lnTo>
                  <a:pt x="2079216" y="0"/>
                </a:lnTo>
                <a:moveTo>
                  <a:pt x="2173726" y="0"/>
                </a:moveTo>
                <a:lnTo>
                  <a:pt x="2227731" y="0"/>
                </a:lnTo>
                <a:lnTo>
                  <a:pt x="2227731" y="13502"/>
                </a:lnTo>
                <a:lnTo>
                  <a:pt x="2173726" y="13502"/>
                </a:lnTo>
                <a:lnTo>
                  <a:pt x="2173726" y="0"/>
                </a:lnTo>
                <a:moveTo>
                  <a:pt x="2268236" y="0"/>
                </a:moveTo>
                <a:lnTo>
                  <a:pt x="2322241" y="0"/>
                </a:lnTo>
                <a:lnTo>
                  <a:pt x="2322241" y="13502"/>
                </a:lnTo>
                <a:lnTo>
                  <a:pt x="2268236" y="13502"/>
                </a:lnTo>
                <a:lnTo>
                  <a:pt x="2268236" y="0"/>
                </a:lnTo>
                <a:moveTo>
                  <a:pt x="2362745" y="0"/>
                </a:moveTo>
                <a:lnTo>
                  <a:pt x="2416751" y="0"/>
                </a:lnTo>
                <a:lnTo>
                  <a:pt x="2416751" y="13502"/>
                </a:lnTo>
                <a:lnTo>
                  <a:pt x="2362745" y="13502"/>
                </a:lnTo>
                <a:lnTo>
                  <a:pt x="2362745" y="0"/>
                </a:lnTo>
                <a:moveTo>
                  <a:pt x="2457255" y="0"/>
                </a:moveTo>
                <a:lnTo>
                  <a:pt x="2511261" y="0"/>
                </a:lnTo>
                <a:lnTo>
                  <a:pt x="2511261" y="13502"/>
                </a:lnTo>
                <a:lnTo>
                  <a:pt x="2457255" y="13502"/>
                </a:lnTo>
                <a:lnTo>
                  <a:pt x="2457255" y="0"/>
                </a:lnTo>
                <a:moveTo>
                  <a:pt x="2551765" y="0"/>
                </a:moveTo>
                <a:lnTo>
                  <a:pt x="2605771" y="0"/>
                </a:lnTo>
                <a:lnTo>
                  <a:pt x="2605771" y="13502"/>
                </a:lnTo>
                <a:lnTo>
                  <a:pt x="2551765" y="13502"/>
                </a:lnTo>
                <a:lnTo>
                  <a:pt x="2551765" y="0"/>
                </a:lnTo>
                <a:moveTo>
                  <a:pt x="2646275" y="0"/>
                </a:moveTo>
                <a:lnTo>
                  <a:pt x="2700281" y="0"/>
                </a:lnTo>
                <a:lnTo>
                  <a:pt x="2700281" y="13502"/>
                </a:lnTo>
                <a:lnTo>
                  <a:pt x="2646275" y="13502"/>
                </a:lnTo>
                <a:lnTo>
                  <a:pt x="2646275" y="0"/>
                </a:lnTo>
                <a:moveTo>
                  <a:pt x="2740785" y="0"/>
                </a:moveTo>
                <a:lnTo>
                  <a:pt x="2794790" y="0"/>
                </a:lnTo>
                <a:lnTo>
                  <a:pt x="2794790" y="13502"/>
                </a:lnTo>
                <a:lnTo>
                  <a:pt x="2740785" y="13502"/>
                </a:lnTo>
                <a:lnTo>
                  <a:pt x="2740785" y="0"/>
                </a:lnTo>
                <a:moveTo>
                  <a:pt x="2835295" y="0"/>
                </a:moveTo>
                <a:lnTo>
                  <a:pt x="2889300" y="0"/>
                </a:lnTo>
                <a:lnTo>
                  <a:pt x="2889300" y="13502"/>
                </a:lnTo>
                <a:lnTo>
                  <a:pt x="2835295" y="13502"/>
                </a:lnTo>
                <a:lnTo>
                  <a:pt x="2835295" y="0"/>
                </a:lnTo>
                <a:moveTo>
                  <a:pt x="2929805" y="0"/>
                </a:moveTo>
                <a:lnTo>
                  <a:pt x="2983810" y="0"/>
                </a:lnTo>
                <a:lnTo>
                  <a:pt x="2983810" y="13502"/>
                </a:lnTo>
                <a:lnTo>
                  <a:pt x="2929805" y="13502"/>
                </a:lnTo>
                <a:lnTo>
                  <a:pt x="2929805" y="0"/>
                </a:lnTo>
                <a:moveTo>
                  <a:pt x="3024314" y="0"/>
                </a:moveTo>
                <a:lnTo>
                  <a:pt x="3078320" y="0"/>
                </a:lnTo>
                <a:lnTo>
                  <a:pt x="3078320" y="13502"/>
                </a:lnTo>
                <a:lnTo>
                  <a:pt x="3024314" y="13502"/>
                </a:lnTo>
                <a:lnTo>
                  <a:pt x="3024314" y="0"/>
                </a:lnTo>
                <a:moveTo>
                  <a:pt x="3118824" y="0"/>
                </a:moveTo>
                <a:lnTo>
                  <a:pt x="3172830" y="0"/>
                </a:lnTo>
                <a:lnTo>
                  <a:pt x="3172830" y="13502"/>
                </a:lnTo>
                <a:lnTo>
                  <a:pt x="3118824" y="13502"/>
                </a:lnTo>
                <a:lnTo>
                  <a:pt x="3118824" y="0"/>
                </a:lnTo>
                <a:moveTo>
                  <a:pt x="3213333" y="0"/>
                </a:moveTo>
                <a:lnTo>
                  <a:pt x="3267340" y="0"/>
                </a:lnTo>
                <a:lnTo>
                  <a:pt x="3267340" y="13502"/>
                </a:lnTo>
                <a:lnTo>
                  <a:pt x="3213333" y="13502"/>
                </a:lnTo>
                <a:lnTo>
                  <a:pt x="3213333" y="0"/>
                </a:lnTo>
                <a:moveTo>
                  <a:pt x="3307843" y="0"/>
                </a:moveTo>
                <a:lnTo>
                  <a:pt x="3361849" y="0"/>
                </a:lnTo>
                <a:lnTo>
                  <a:pt x="3361849" y="13502"/>
                </a:lnTo>
                <a:lnTo>
                  <a:pt x="3307843" y="13502"/>
                </a:lnTo>
                <a:lnTo>
                  <a:pt x="3307843" y="0"/>
                </a:lnTo>
                <a:moveTo>
                  <a:pt x="3402353" y="0"/>
                </a:moveTo>
                <a:lnTo>
                  <a:pt x="3456359" y="0"/>
                </a:lnTo>
                <a:lnTo>
                  <a:pt x="3456359" y="13502"/>
                </a:lnTo>
                <a:lnTo>
                  <a:pt x="3402353" y="13502"/>
                </a:lnTo>
                <a:lnTo>
                  <a:pt x="3402353" y="0"/>
                </a:lnTo>
                <a:moveTo>
                  <a:pt x="3496863" y="0"/>
                </a:moveTo>
                <a:lnTo>
                  <a:pt x="3550869" y="0"/>
                </a:lnTo>
                <a:lnTo>
                  <a:pt x="3550869" y="13502"/>
                </a:lnTo>
                <a:lnTo>
                  <a:pt x="3496863" y="13502"/>
                </a:lnTo>
                <a:lnTo>
                  <a:pt x="3496863" y="0"/>
                </a:lnTo>
                <a:moveTo>
                  <a:pt x="3591373" y="0"/>
                </a:moveTo>
                <a:lnTo>
                  <a:pt x="3645379" y="0"/>
                </a:lnTo>
                <a:lnTo>
                  <a:pt x="3645379" y="13502"/>
                </a:lnTo>
                <a:lnTo>
                  <a:pt x="3591373" y="13502"/>
                </a:lnTo>
                <a:lnTo>
                  <a:pt x="3591373" y="0"/>
                </a:lnTo>
                <a:moveTo>
                  <a:pt x="3685883" y="0"/>
                </a:moveTo>
                <a:lnTo>
                  <a:pt x="3739889" y="0"/>
                </a:lnTo>
                <a:lnTo>
                  <a:pt x="3739889" y="13502"/>
                </a:lnTo>
                <a:lnTo>
                  <a:pt x="3685883" y="13502"/>
                </a:lnTo>
                <a:lnTo>
                  <a:pt x="3685883" y="0"/>
                </a:lnTo>
                <a:moveTo>
                  <a:pt x="3780393" y="0"/>
                </a:moveTo>
                <a:lnTo>
                  <a:pt x="3834398" y="0"/>
                </a:lnTo>
                <a:lnTo>
                  <a:pt x="3834398" y="13502"/>
                </a:lnTo>
                <a:lnTo>
                  <a:pt x="3780393" y="13502"/>
                </a:lnTo>
                <a:lnTo>
                  <a:pt x="3780393" y="0"/>
                </a:lnTo>
                <a:moveTo>
                  <a:pt x="3874902" y="0"/>
                </a:moveTo>
                <a:lnTo>
                  <a:pt x="3928908" y="0"/>
                </a:lnTo>
                <a:lnTo>
                  <a:pt x="3928908" y="13502"/>
                </a:lnTo>
                <a:lnTo>
                  <a:pt x="3874902" y="13502"/>
                </a:lnTo>
                <a:lnTo>
                  <a:pt x="3874902" y="0"/>
                </a:lnTo>
                <a:moveTo>
                  <a:pt x="3969412" y="0"/>
                </a:moveTo>
                <a:lnTo>
                  <a:pt x="4023418" y="0"/>
                </a:lnTo>
                <a:lnTo>
                  <a:pt x="4023418" y="13502"/>
                </a:lnTo>
                <a:lnTo>
                  <a:pt x="3969412" y="13502"/>
                </a:lnTo>
                <a:lnTo>
                  <a:pt x="3969412" y="0"/>
                </a:lnTo>
                <a:moveTo>
                  <a:pt x="4063922" y="0"/>
                </a:moveTo>
                <a:lnTo>
                  <a:pt x="4117927" y="0"/>
                </a:lnTo>
                <a:lnTo>
                  <a:pt x="4117927" y="13502"/>
                </a:lnTo>
                <a:lnTo>
                  <a:pt x="4063922" y="13502"/>
                </a:lnTo>
                <a:lnTo>
                  <a:pt x="4063922" y="0"/>
                </a:lnTo>
                <a:moveTo>
                  <a:pt x="4158432" y="0"/>
                </a:moveTo>
                <a:lnTo>
                  <a:pt x="4212437" y="0"/>
                </a:lnTo>
                <a:lnTo>
                  <a:pt x="4212437" y="13502"/>
                </a:lnTo>
                <a:lnTo>
                  <a:pt x="4158432" y="13502"/>
                </a:lnTo>
                <a:lnTo>
                  <a:pt x="4158432" y="0"/>
                </a:lnTo>
                <a:moveTo>
                  <a:pt x="4252942" y="0"/>
                </a:moveTo>
                <a:lnTo>
                  <a:pt x="4306947" y="0"/>
                </a:lnTo>
                <a:lnTo>
                  <a:pt x="4306947" y="13502"/>
                </a:lnTo>
                <a:lnTo>
                  <a:pt x="4252942" y="13502"/>
                </a:lnTo>
                <a:lnTo>
                  <a:pt x="4252942" y="0"/>
                </a:lnTo>
                <a:moveTo>
                  <a:pt x="4347452" y="0"/>
                </a:moveTo>
                <a:lnTo>
                  <a:pt x="4401457" y="0"/>
                </a:lnTo>
                <a:lnTo>
                  <a:pt x="4401457" y="13502"/>
                </a:lnTo>
                <a:lnTo>
                  <a:pt x="4347452" y="13502"/>
                </a:lnTo>
                <a:lnTo>
                  <a:pt x="4347452" y="0"/>
                </a:lnTo>
                <a:moveTo>
                  <a:pt x="4441962" y="0"/>
                </a:moveTo>
                <a:lnTo>
                  <a:pt x="4495967" y="0"/>
                </a:lnTo>
                <a:lnTo>
                  <a:pt x="4495967" y="13502"/>
                </a:lnTo>
                <a:lnTo>
                  <a:pt x="4441962" y="13502"/>
                </a:lnTo>
                <a:lnTo>
                  <a:pt x="4441962" y="0"/>
                </a:lnTo>
                <a:moveTo>
                  <a:pt x="4536472" y="0"/>
                </a:moveTo>
                <a:lnTo>
                  <a:pt x="4590477" y="0"/>
                </a:lnTo>
                <a:lnTo>
                  <a:pt x="4590477" y="13502"/>
                </a:lnTo>
                <a:lnTo>
                  <a:pt x="4536472" y="13502"/>
                </a:lnTo>
                <a:lnTo>
                  <a:pt x="4536472" y="0"/>
                </a:lnTo>
                <a:moveTo>
                  <a:pt x="4630981" y="0"/>
                </a:moveTo>
                <a:lnTo>
                  <a:pt x="4684987" y="0"/>
                </a:lnTo>
                <a:lnTo>
                  <a:pt x="4684987" y="13502"/>
                </a:lnTo>
                <a:lnTo>
                  <a:pt x="4630981" y="13502"/>
                </a:lnTo>
                <a:lnTo>
                  <a:pt x="4630981" y="0"/>
                </a:lnTo>
                <a:moveTo>
                  <a:pt x="4725491" y="0"/>
                </a:moveTo>
                <a:lnTo>
                  <a:pt x="4779497" y="0"/>
                </a:lnTo>
                <a:lnTo>
                  <a:pt x="4779497" y="13502"/>
                </a:lnTo>
                <a:lnTo>
                  <a:pt x="4725491" y="13502"/>
                </a:lnTo>
                <a:lnTo>
                  <a:pt x="4725491" y="0"/>
                </a:lnTo>
                <a:moveTo>
                  <a:pt x="4820000" y="0"/>
                </a:moveTo>
                <a:lnTo>
                  <a:pt x="4874006" y="0"/>
                </a:lnTo>
                <a:lnTo>
                  <a:pt x="4874006" y="13502"/>
                </a:lnTo>
                <a:lnTo>
                  <a:pt x="4820000" y="13502"/>
                </a:lnTo>
                <a:lnTo>
                  <a:pt x="4820000" y="0"/>
                </a:lnTo>
                <a:moveTo>
                  <a:pt x="4914510" y="0"/>
                </a:moveTo>
                <a:lnTo>
                  <a:pt x="4968516" y="0"/>
                </a:lnTo>
                <a:lnTo>
                  <a:pt x="4968516" y="13502"/>
                </a:lnTo>
                <a:lnTo>
                  <a:pt x="4914510" y="13502"/>
                </a:lnTo>
                <a:lnTo>
                  <a:pt x="4914510" y="0"/>
                </a:lnTo>
                <a:moveTo>
                  <a:pt x="5009020" y="0"/>
                </a:moveTo>
                <a:lnTo>
                  <a:pt x="5063026" y="0"/>
                </a:lnTo>
                <a:lnTo>
                  <a:pt x="5063026" y="13502"/>
                </a:lnTo>
                <a:lnTo>
                  <a:pt x="5009020" y="13502"/>
                </a:lnTo>
                <a:lnTo>
                  <a:pt x="5009020" y="0"/>
                </a:lnTo>
                <a:moveTo>
                  <a:pt x="5103530" y="0"/>
                </a:moveTo>
                <a:lnTo>
                  <a:pt x="5157536" y="0"/>
                </a:lnTo>
                <a:lnTo>
                  <a:pt x="5157536" y="13502"/>
                </a:lnTo>
                <a:lnTo>
                  <a:pt x="5103530" y="13502"/>
                </a:lnTo>
                <a:lnTo>
                  <a:pt x="5103530" y="0"/>
                </a:lnTo>
                <a:moveTo>
                  <a:pt x="5198040" y="0"/>
                </a:moveTo>
                <a:lnTo>
                  <a:pt x="5252046" y="0"/>
                </a:lnTo>
                <a:lnTo>
                  <a:pt x="5252046" y="13502"/>
                </a:lnTo>
                <a:lnTo>
                  <a:pt x="5198040" y="13502"/>
                </a:lnTo>
                <a:lnTo>
                  <a:pt x="5198040" y="0"/>
                </a:lnTo>
                <a:moveTo>
                  <a:pt x="5292550" y="0"/>
                </a:moveTo>
                <a:lnTo>
                  <a:pt x="5346556" y="0"/>
                </a:lnTo>
                <a:lnTo>
                  <a:pt x="5346556" y="13502"/>
                </a:lnTo>
                <a:lnTo>
                  <a:pt x="5292550" y="13502"/>
                </a:lnTo>
                <a:lnTo>
                  <a:pt x="5292550" y="0"/>
                </a:lnTo>
                <a:moveTo>
                  <a:pt x="5387059" y="0"/>
                </a:moveTo>
                <a:lnTo>
                  <a:pt x="5441065" y="0"/>
                </a:lnTo>
                <a:lnTo>
                  <a:pt x="5441065" y="13502"/>
                </a:lnTo>
                <a:lnTo>
                  <a:pt x="5387059" y="13502"/>
                </a:lnTo>
                <a:lnTo>
                  <a:pt x="5387059" y="0"/>
                </a:lnTo>
                <a:moveTo>
                  <a:pt x="5481569" y="0"/>
                </a:moveTo>
                <a:lnTo>
                  <a:pt x="5535575" y="0"/>
                </a:lnTo>
                <a:lnTo>
                  <a:pt x="5535575" y="13502"/>
                </a:lnTo>
                <a:lnTo>
                  <a:pt x="5481569" y="13502"/>
                </a:lnTo>
                <a:lnTo>
                  <a:pt x="5481569" y="0"/>
                </a:lnTo>
                <a:moveTo>
                  <a:pt x="5576079" y="0"/>
                </a:moveTo>
                <a:lnTo>
                  <a:pt x="5630084" y="0"/>
                </a:lnTo>
                <a:lnTo>
                  <a:pt x="5630084" y="13502"/>
                </a:lnTo>
                <a:lnTo>
                  <a:pt x="5576079" y="13502"/>
                </a:lnTo>
                <a:lnTo>
                  <a:pt x="5576079" y="0"/>
                </a:lnTo>
                <a:moveTo>
                  <a:pt x="5670589" y="0"/>
                </a:moveTo>
                <a:lnTo>
                  <a:pt x="5724594" y="0"/>
                </a:lnTo>
                <a:lnTo>
                  <a:pt x="5724594" y="13502"/>
                </a:lnTo>
                <a:lnTo>
                  <a:pt x="5670589" y="13502"/>
                </a:lnTo>
                <a:lnTo>
                  <a:pt x="5670589" y="0"/>
                </a:lnTo>
                <a:moveTo>
                  <a:pt x="5765099" y="0"/>
                </a:moveTo>
                <a:lnTo>
                  <a:pt x="5819104" y="0"/>
                </a:lnTo>
                <a:lnTo>
                  <a:pt x="5819104" y="13502"/>
                </a:lnTo>
                <a:lnTo>
                  <a:pt x="5765099" y="13502"/>
                </a:lnTo>
                <a:lnTo>
                  <a:pt x="5765099" y="0"/>
                </a:lnTo>
                <a:moveTo>
                  <a:pt x="5859609" y="0"/>
                </a:moveTo>
                <a:lnTo>
                  <a:pt x="5913614" y="0"/>
                </a:lnTo>
                <a:lnTo>
                  <a:pt x="5913614" y="13502"/>
                </a:lnTo>
                <a:lnTo>
                  <a:pt x="5859609" y="13502"/>
                </a:lnTo>
                <a:lnTo>
                  <a:pt x="5859609" y="0"/>
                </a:lnTo>
                <a:moveTo>
                  <a:pt x="5954119" y="0"/>
                </a:moveTo>
                <a:lnTo>
                  <a:pt x="6008124" y="0"/>
                </a:lnTo>
                <a:lnTo>
                  <a:pt x="6008124" y="13502"/>
                </a:lnTo>
                <a:lnTo>
                  <a:pt x="5954119" y="13502"/>
                </a:lnTo>
                <a:lnTo>
                  <a:pt x="5954119" y="0"/>
                </a:lnTo>
                <a:moveTo>
                  <a:pt x="6048628" y="0"/>
                </a:moveTo>
                <a:lnTo>
                  <a:pt x="6102634" y="0"/>
                </a:lnTo>
                <a:lnTo>
                  <a:pt x="6102634" y="13502"/>
                </a:lnTo>
                <a:lnTo>
                  <a:pt x="6048628" y="13502"/>
                </a:lnTo>
                <a:lnTo>
                  <a:pt x="6048628" y="0"/>
                </a:lnTo>
                <a:moveTo>
                  <a:pt x="6143138" y="0"/>
                </a:moveTo>
                <a:lnTo>
                  <a:pt x="6197144" y="0"/>
                </a:lnTo>
                <a:lnTo>
                  <a:pt x="6197144" y="13502"/>
                </a:lnTo>
                <a:lnTo>
                  <a:pt x="6143138" y="13502"/>
                </a:lnTo>
                <a:lnTo>
                  <a:pt x="6143138" y="0"/>
                </a:lnTo>
                <a:moveTo>
                  <a:pt x="6237648" y="0"/>
                </a:moveTo>
                <a:lnTo>
                  <a:pt x="6291653" y="0"/>
                </a:lnTo>
                <a:lnTo>
                  <a:pt x="6291653" y="13502"/>
                </a:lnTo>
                <a:lnTo>
                  <a:pt x="6237648" y="13502"/>
                </a:lnTo>
                <a:lnTo>
                  <a:pt x="6237648" y="0"/>
                </a:lnTo>
                <a:moveTo>
                  <a:pt x="6332158" y="0"/>
                </a:moveTo>
                <a:lnTo>
                  <a:pt x="6386163" y="0"/>
                </a:lnTo>
                <a:lnTo>
                  <a:pt x="6386163" y="13502"/>
                </a:lnTo>
                <a:lnTo>
                  <a:pt x="6332158" y="13502"/>
                </a:lnTo>
                <a:lnTo>
                  <a:pt x="6332158" y="0"/>
                </a:lnTo>
                <a:moveTo>
                  <a:pt x="6426668" y="0"/>
                </a:moveTo>
                <a:lnTo>
                  <a:pt x="6480673" y="0"/>
                </a:lnTo>
                <a:lnTo>
                  <a:pt x="6480673" y="13502"/>
                </a:lnTo>
                <a:lnTo>
                  <a:pt x="6426668" y="13502"/>
                </a:lnTo>
                <a:lnTo>
                  <a:pt x="6426668" y="0"/>
                </a:lnTo>
                <a:moveTo>
                  <a:pt x="6521177" y="0"/>
                </a:moveTo>
                <a:lnTo>
                  <a:pt x="6575183" y="0"/>
                </a:lnTo>
                <a:lnTo>
                  <a:pt x="6575183" y="13502"/>
                </a:lnTo>
                <a:lnTo>
                  <a:pt x="6521177" y="13502"/>
                </a:lnTo>
                <a:lnTo>
                  <a:pt x="6521177" y="0"/>
                </a:lnTo>
                <a:moveTo>
                  <a:pt x="6615687" y="0"/>
                </a:moveTo>
                <a:lnTo>
                  <a:pt x="6669692" y="0"/>
                </a:lnTo>
                <a:lnTo>
                  <a:pt x="6669692" y="13502"/>
                </a:lnTo>
                <a:lnTo>
                  <a:pt x="6615687" y="13502"/>
                </a:lnTo>
                <a:lnTo>
                  <a:pt x="6615687" y="0"/>
                </a:lnTo>
                <a:moveTo>
                  <a:pt x="6710196" y="0"/>
                </a:moveTo>
                <a:lnTo>
                  <a:pt x="6764202" y="0"/>
                </a:lnTo>
                <a:lnTo>
                  <a:pt x="6764202" y="13502"/>
                </a:lnTo>
                <a:lnTo>
                  <a:pt x="6710196" y="13502"/>
                </a:lnTo>
                <a:lnTo>
                  <a:pt x="6710196" y="0"/>
                </a:lnTo>
                <a:moveTo>
                  <a:pt x="6804706" y="0"/>
                </a:moveTo>
                <a:lnTo>
                  <a:pt x="6858712" y="0"/>
                </a:lnTo>
                <a:lnTo>
                  <a:pt x="6858712" y="13502"/>
                </a:lnTo>
                <a:lnTo>
                  <a:pt x="6804706" y="13502"/>
                </a:lnTo>
                <a:lnTo>
                  <a:pt x="6804706" y="0"/>
                </a:lnTo>
                <a:moveTo>
                  <a:pt x="6899216" y="0"/>
                </a:moveTo>
                <a:lnTo>
                  <a:pt x="6953222" y="0"/>
                </a:lnTo>
                <a:lnTo>
                  <a:pt x="6953222" y="13502"/>
                </a:lnTo>
                <a:lnTo>
                  <a:pt x="6899216" y="13502"/>
                </a:lnTo>
                <a:lnTo>
                  <a:pt x="6899216" y="0"/>
                </a:lnTo>
                <a:moveTo>
                  <a:pt x="6993725" y="0"/>
                </a:moveTo>
                <a:lnTo>
                  <a:pt x="7047732" y="0"/>
                </a:lnTo>
                <a:lnTo>
                  <a:pt x="7047732" y="13502"/>
                </a:lnTo>
                <a:lnTo>
                  <a:pt x="6993725" y="13502"/>
                </a:lnTo>
                <a:lnTo>
                  <a:pt x="6993725" y="0"/>
                </a:lnTo>
                <a:moveTo>
                  <a:pt x="7088235" y="0"/>
                </a:moveTo>
                <a:lnTo>
                  <a:pt x="7142242" y="0"/>
                </a:lnTo>
                <a:lnTo>
                  <a:pt x="7142242" y="13502"/>
                </a:lnTo>
                <a:lnTo>
                  <a:pt x="7088235" y="13502"/>
                </a:lnTo>
                <a:lnTo>
                  <a:pt x="7088235" y="0"/>
                </a:lnTo>
                <a:moveTo>
                  <a:pt x="7182745" y="0"/>
                </a:moveTo>
                <a:lnTo>
                  <a:pt x="7236751" y="0"/>
                </a:lnTo>
                <a:lnTo>
                  <a:pt x="7236751" y="13502"/>
                </a:lnTo>
                <a:lnTo>
                  <a:pt x="7182745" y="13502"/>
                </a:lnTo>
                <a:lnTo>
                  <a:pt x="7182745" y="0"/>
                </a:lnTo>
                <a:moveTo>
                  <a:pt x="7277255" y="0"/>
                </a:moveTo>
                <a:lnTo>
                  <a:pt x="7331261" y="0"/>
                </a:lnTo>
                <a:lnTo>
                  <a:pt x="7331261" y="13502"/>
                </a:lnTo>
                <a:lnTo>
                  <a:pt x="7277255" y="13502"/>
                </a:lnTo>
                <a:lnTo>
                  <a:pt x="7277255" y="0"/>
                </a:lnTo>
                <a:moveTo>
                  <a:pt x="7371765" y="0"/>
                </a:moveTo>
                <a:lnTo>
                  <a:pt x="7425771" y="0"/>
                </a:lnTo>
                <a:lnTo>
                  <a:pt x="7425771" y="13502"/>
                </a:lnTo>
                <a:lnTo>
                  <a:pt x="7371765" y="13502"/>
                </a:lnTo>
                <a:lnTo>
                  <a:pt x="7371765" y="0"/>
                </a:lnTo>
                <a:moveTo>
                  <a:pt x="7466275" y="0"/>
                </a:moveTo>
                <a:lnTo>
                  <a:pt x="7520280" y="0"/>
                </a:lnTo>
                <a:lnTo>
                  <a:pt x="7520280" y="13502"/>
                </a:lnTo>
                <a:lnTo>
                  <a:pt x="7466275" y="13502"/>
                </a:lnTo>
                <a:lnTo>
                  <a:pt x="7466275" y="0"/>
                </a:lnTo>
                <a:moveTo>
                  <a:pt x="7560785" y="0"/>
                </a:moveTo>
                <a:lnTo>
                  <a:pt x="7614790" y="0"/>
                </a:lnTo>
                <a:lnTo>
                  <a:pt x="7614790" y="13502"/>
                </a:lnTo>
                <a:lnTo>
                  <a:pt x="7560785" y="13502"/>
                </a:lnTo>
                <a:lnTo>
                  <a:pt x="7560785" y="0"/>
                </a:lnTo>
                <a:moveTo>
                  <a:pt x="7655295" y="0"/>
                </a:moveTo>
                <a:lnTo>
                  <a:pt x="7709300" y="0"/>
                </a:lnTo>
                <a:lnTo>
                  <a:pt x="7709300" y="13502"/>
                </a:lnTo>
                <a:lnTo>
                  <a:pt x="7655295" y="13502"/>
                </a:lnTo>
                <a:lnTo>
                  <a:pt x="7655295" y="0"/>
                </a:lnTo>
                <a:moveTo>
                  <a:pt x="7749804" y="0"/>
                </a:moveTo>
                <a:lnTo>
                  <a:pt x="7803810" y="0"/>
                </a:lnTo>
                <a:lnTo>
                  <a:pt x="7803810" y="13502"/>
                </a:lnTo>
                <a:lnTo>
                  <a:pt x="7749804" y="13502"/>
                </a:lnTo>
                <a:lnTo>
                  <a:pt x="7749804" y="0"/>
                </a:lnTo>
                <a:moveTo>
                  <a:pt x="7844314" y="0"/>
                </a:moveTo>
                <a:lnTo>
                  <a:pt x="7898319" y="0"/>
                </a:lnTo>
                <a:lnTo>
                  <a:pt x="7898319" y="13502"/>
                </a:lnTo>
                <a:lnTo>
                  <a:pt x="7844314" y="13502"/>
                </a:lnTo>
                <a:lnTo>
                  <a:pt x="7844314" y="0"/>
                </a:lnTo>
                <a:moveTo>
                  <a:pt x="7938824" y="0"/>
                </a:moveTo>
                <a:lnTo>
                  <a:pt x="7992829" y="0"/>
                </a:lnTo>
                <a:lnTo>
                  <a:pt x="7992829" y="13502"/>
                </a:lnTo>
                <a:lnTo>
                  <a:pt x="7938824" y="13502"/>
                </a:lnTo>
                <a:lnTo>
                  <a:pt x="7938824" y="0"/>
                </a:lnTo>
                <a:moveTo>
                  <a:pt x="8033334" y="0"/>
                </a:moveTo>
                <a:lnTo>
                  <a:pt x="8087339" y="0"/>
                </a:lnTo>
                <a:lnTo>
                  <a:pt x="8087339" y="13502"/>
                </a:lnTo>
                <a:lnTo>
                  <a:pt x="8033334" y="13502"/>
                </a:lnTo>
                <a:lnTo>
                  <a:pt x="8033334" y="0"/>
                </a:lnTo>
                <a:moveTo>
                  <a:pt x="8127844" y="0"/>
                </a:moveTo>
                <a:lnTo>
                  <a:pt x="8181849" y="0"/>
                </a:lnTo>
                <a:lnTo>
                  <a:pt x="8181849" y="13502"/>
                </a:lnTo>
                <a:lnTo>
                  <a:pt x="8127844" y="13502"/>
                </a:lnTo>
                <a:lnTo>
                  <a:pt x="8127844" y="0"/>
                </a:lnTo>
                <a:moveTo>
                  <a:pt x="8222354" y="0"/>
                </a:moveTo>
                <a:lnTo>
                  <a:pt x="8276359" y="0"/>
                </a:lnTo>
                <a:lnTo>
                  <a:pt x="8276359" y="13502"/>
                </a:lnTo>
                <a:lnTo>
                  <a:pt x="8222354" y="13502"/>
                </a:lnTo>
                <a:lnTo>
                  <a:pt x="8222354" y="0"/>
                </a:lnTo>
                <a:moveTo>
                  <a:pt x="8316863" y="0"/>
                </a:moveTo>
                <a:lnTo>
                  <a:pt x="8370869" y="0"/>
                </a:lnTo>
                <a:lnTo>
                  <a:pt x="8370869" y="13502"/>
                </a:lnTo>
                <a:lnTo>
                  <a:pt x="8316863" y="13502"/>
                </a:lnTo>
                <a:lnTo>
                  <a:pt x="8316863" y="0"/>
                </a:lnTo>
                <a:moveTo>
                  <a:pt x="8411373" y="0"/>
                </a:moveTo>
                <a:lnTo>
                  <a:pt x="8465379" y="0"/>
                </a:lnTo>
                <a:lnTo>
                  <a:pt x="8465379" y="13502"/>
                </a:lnTo>
                <a:lnTo>
                  <a:pt x="8411373" y="13502"/>
                </a:lnTo>
                <a:lnTo>
                  <a:pt x="8411373" y="0"/>
                </a:lnTo>
                <a:moveTo>
                  <a:pt x="8505882" y="0"/>
                </a:moveTo>
                <a:lnTo>
                  <a:pt x="8559889" y="0"/>
                </a:lnTo>
                <a:lnTo>
                  <a:pt x="8559889" y="13502"/>
                </a:lnTo>
                <a:lnTo>
                  <a:pt x="8505882" y="13502"/>
                </a:lnTo>
                <a:lnTo>
                  <a:pt x="8505882" y="0"/>
                </a:lnTo>
                <a:moveTo>
                  <a:pt x="8600392" y="0"/>
                </a:moveTo>
                <a:lnTo>
                  <a:pt x="8654398" y="0"/>
                </a:lnTo>
                <a:lnTo>
                  <a:pt x="8654398" y="13502"/>
                </a:lnTo>
                <a:lnTo>
                  <a:pt x="8600392" y="13502"/>
                </a:lnTo>
                <a:lnTo>
                  <a:pt x="8600392" y="0"/>
                </a:lnTo>
                <a:moveTo>
                  <a:pt x="8694902" y="0"/>
                </a:moveTo>
                <a:lnTo>
                  <a:pt x="8748908" y="0"/>
                </a:lnTo>
                <a:lnTo>
                  <a:pt x="8748908" y="13502"/>
                </a:lnTo>
                <a:lnTo>
                  <a:pt x="8694902" y="13502"/>
                </a:lnTo>
                <a:lnTo>
                  <a:pt x="8694902" y="0"/>
                </a:lnTo>
                <a:moveTo>
                  <a:pt x="8789412" y="0"/>
                </a:moveTo>
                <a:lnTo>
                  <a:pt x="8843418" y="0"/>
                </a:lnTo>
                <a:lnTo>
                  <a:pt x="8843418" y="13502"/>
                </a:lnTo>
                <a:lnTo>
                  <a:pt x="8789412" y="13502"/>
                </a:lnTo>
                <a:lnTo>
                  <a:pt x="8789412" y="0"/>
                </a:lnTo>
                <a:moveTo>
                  <a:pt x="8883922" y="0"/>
                </a:moveTo>
                <a:lnTo>
                  <a:pt x="8937928" y="0"/>
                </a:lnTo>
                <a:lnTo>
                  <a:pt x="8937928" y="13502"/>
                </a:lnTo>
                <a:lnTo>
                  <a:pt x="8883922" y="13502"/>
                </a:lnTo>
                <a:lnTo>
                  <a:pt x="8883922" y="0"/>
                </a:lnTo>
                <a:moveTo>
                  <a:pt x="8978432" y="0"/>
                </a:moveTo>
                <a:lnTo>
                  <a:pt x="9032438" y="0"/>
                </a:lnTo>
                <a:lnTo>
                  <a:pt x="9032438" y="13502"/>
                </a:lnTo>
                <a:lnTo>
                  <a:pt x="8978432" y="13502"/>
                </a:lnTo>
                <a:lnTo>
                  <a:pt x="8978432" y="0"/>
                </a:lnTo>
                <a:moveTo>
                  <a:pt x="9072942" y="0"/>
                </a:moveTo>
                <a:lnTo>
                  <a:pt x="9126947" y="0"/>
                </a:lnTo>
                <a:lnTo>
                  <a:pt x="9126947" y="13502"/>
                </a:lnTo>
                <a:lnTo>
                  <a:pt x="9072942" y="13502"/>
                </a:lnTo>
                <a:lnTo>
                  <a:pt x="9072942" y="0"/>
                </a:lnTo>
                <a:moveTo>
                  <a:pt x="9167451" y="0"/>
                </a:moveTo>
                <a:lnTo>
                  <a:pt x="9221457" y="0"/>
                </a:lnTo>
                <a:lnTo>
                  <a:pt x="9221457" y="13502"/>
                </a:lnTo>
                <a:lnTo>
                  <a:pt x="9167451" y="13502"/>
                </a:lnTo>
                <a:lnTo>
                  <a:pt x="9167451" y="0"/>
                </a:lnTo>
                <a:moveTo>
                  <a:pt x="9261961" y="0"/>
                </a:moveTo>
                <a:lnTo>
                  <a:pt x="9315967" y="0"/>
                </a:lnTo>
                <a:lnTo>
                  <a:pt x="9315967" y="13502"/>
                </a:lnTo>
                <a:lnTo>
                  <a:pt x="9261961" y="13502"/>
                </a:lnTo>
                <a:lnTo>
                  <a:pt x="9261961" y="0"/>
                </a:lnTo>
                <a:moveTo>
                  <a:pt x="9356471" y="0"/>
                </a:moveTo>
                <a:lnTo>
                  <a:pt x="9410476" y="0"/>
                </a:lnTo>
                <a:lnTo>
                  <a:pt x="9410476" y="13502"/>
                </a:lnTo>
                <a:lnTo>
                  <a:pt x="9356471" y="13502"/>
                </a:lnTo>
                <a:lnTo>
                  <a:pt x="9356471" y="0"/>
                </a:lnTo>
                <a:moveTo>
                  <a:pt x="9450981" y="0"/>
                </a:moveTo>
                <a:lnTo>
                  <a:pt x="9504986" y="0"/>
                </a:lnTo>
                <a:lnTo>
                  <a:pt x="9504986" y="13502"/>
                </a:lnTo>
                <a:lnTo>
                  <a:pt x="9450981" y="13502"/>
                </a:lnTo>
                <a:lnTo>
                  <a:pt x="9450981" y="0"/>
                </a:lnTo>
                <a:moveTo>
                  <a:pt x="9545491" y="0"/>
                </a:moveTo>
                <a:lnTo>
                  <a:pt x="9599496" y="0"/>
                </a:lnTo>
                <a:lnTo>
                  <a:pt x="9599496" y="13502"/>
                </a:lnTo>
                <a:lnTo>
                  <a:pt x="9545491" y="13502"/>
                </a:lnTo>
                <a:lnTo>
                  <a:pt x="9545491" y="0"/>
                </a:lnTo>
                <a:moveTo>
                  <a:pt x="9640001" y="0"/>
                </a:moveTo>
                <a:lnTo>
                  <a:pt x="9694006" y="0"/>
                </a:lnTo>
                <a:lnTo>
                  <a:pt x="9694006" y="13502"/>
                </a:lnTo>
                <a:lnTo>
                  <a:pt x="9640001" y="13502"/>
                </a:lnTo>
                <a:lnTo>
                  <a:pt x="9640001" y="0"/>
                </a:lnTo>
                <a:moveTo>
                  <a:pt x="9734511" y="0"/>
                </a:moveTo>
                <a:lnTo>
                  <a:pt x="9788516" y="0"/>
                </a:lnTo>
                <a:lnTo>
                  <a:pt x="9788516" y="13502"/>
                </a:lnTo>
                <a:lnTo>
                  <a:pt x="9734511" y="13502"/>
                </a:lnTo>
                <a:lnTo>
                  <a:pt x="9734511" y="0"/>
                </a:lnTo>
                <a:moveTo>
                  <a:pt x="9829021" y="0"/>
                </a:moveTo>
                <a:lnTo>
                  <a:pt x="9883026" y="0"/>
                </a:lnTo>
                <a:lnTo>
                  <a:pt x="9883026" y="13502"/>
                </a:lnTo>
                <a:lnTo>
                  <a:pt x="9829021" y="13502"/>
                </a:lnTo>
                <a:lnTo>
                  <a:pt x="9829021" y="0"/>
                </a:lnTo>
                <a:moveTo>
                  <a:pt x="9923530" y="0"/>
                </a:moveTo>
                <a:lnTo>
                  <a:pt x="9977536" y="0"/>
                </a:lnTo>
                <a:lnTo>
                  <a:pt x="9977536" y="13502"/>
                </a:lnTo>
                <a:lnTo>
                  <a:pt x="9923530" y="13502"/>
                </a:lnTo>
                <a:lnTo>
                  <a:pt x="9923530" y="0"/>
                </a:lnTo>
                <a:moveTo>
                  <a:pt x="10018040" y="0"/>
                </a:moveTo>
                <a:lnTo>
                  <a:pt x="10072045" y="0"/>
                </a:lnTo>
                <a:lnTo>
                  <a:pt x="10072045" y="13502"/>
                </a:lnTo>
                <a:lnTo>
                  <a:pt x="10018040" y="13502"/>
                </a:lnTo>
                <a:lnTo>
                  <a:pt x="10018040" y="0"/>
                </a:lnTo>
                <a:moveTo>
                  <a:pt x="10112550" y="0"/>
                </a:moveTo>
                <a:lnTo>
                  <a:pt x="10166555" y="0"/>
                </a:lnTo>
                <a:lnTo>
                  <a:pt x="10166555" y="13502"/>
                </a:lnTo>
                <a:lnTo>
                  <a:pt x="10112550" y="13502"/>
                </a:lnTo>
                <a:lnTo>
                  <a:pt x="10112550" y="0"/>
                </a:lnTo>
                <a:moveTo>
                  <a:pt x="10207059" y="0"/>
                </a:moveTo>
                <a:lnTo>
                  <a:pt x="10261065" y="0"/>
                </a:lnTo>
                <a:lnTo>
                  <a:pt x="10261065" y="13502"/>
                </a:lnTo>
                <a:lnTo>
                  <a:pt x="10207059" y="13502"/>
                </a:lnTo>
                <a:lnTo>
                  <a:pt x="10207059" y="0"/>
                </a:lnTo>
                <a:moveTo>
                  <a:pt x="10301569" y="0"/>
                </a:moveTo>
                <a:lnTo>
                  <a:pt x="10355575" y="0"/>
                </a:lnTo>
                <a:lnTo>
                  <a:pt x="10355575" y="13502"/>
                </a:lnTo>
                <a:lnTo>
                  <a:pt x="10301569" y="13502"/>
                </a:lnTo>
                <a:lnTo>
                  <a:pt x="10301569" y="0"/>
                </a:lnTo>
                <a:moveTo>
                  <a:pt x="10396079" y="0"/>
                </a:moveTo>
                <a:lnTo>
                  <a:pt x="10450085" y="0"/>
                </a:lnTo>
                <a:lnTo>
                  <a:pt x="10450085" y="13502"/>
                </a:lnTo>
                <a:lnTo>
                  <a:pt x="10396079" y="13502"/>
                </a:lnTo>
                <a:lnTo>
                  <a:pt x="10396079" y="0"/>
                </a:lnTo>
                <a:moveTo>
                  <a:pt x="10490589" y="0"/>
                </a:moveTo>
                <a:lnTo>
                  <a:pt x="10544595" y="0"/>
                </a:lnTo>
                <a:lnTo>
                  <a:pt x="10544595" y="13502"/>
                </a:lnTo>
                <a:lnTo>
                  <a:pt x="10490589" y="13502"/>
                </a:lnTo>
                <a:lnTo>
                  <a:pt x="10490589" y="0"/>
                </a:lnTo>
                <a:moveTo>
                  <a:pt x="10585098" y="0"/>
                </a:moveTo>
                <a:lnTo>
                  <a:pt x="10639105" y="0"/>
                </a:lnTo>
                <a:lnTo>
                  <a:pt x="10639105" y="13502"/>
                </a:lnTo>
                <a:lnTo>
                  <a:pt x="10585098" y="13502"/>
                </a:lnTo>
                <a:lnTo>
                  <a:pt x="10585098" y="0"/>
                </a:lnTo>
                <a:moveTo>
                  <a:pt x="10679608" y="0"/>
                </a:moveTo>
                <a:lnTo>
                  <a:pt x="10733615" y="0"/>
                </a:lnTo>
                <a:lnTo>
                  <a:pt x="10733615" y="13502"/>
                </a:lnTo>
                <a:lnTo>
                  <a:pt x="10679608" y="13502"/>
                </a:lnTo>
                <a:lnTo>
                  <a:pt x="10679608" y="0"/>
                </a:lnTo>
                <a:moveTo>
                  <a:pt x="10774118" y="0"/>
                </a:moveTo>
                <a:lnTo>
                  <a:pt x="10828124" y="0"/>
                </a:lnTo>
                <a:lnTo>
                  <a:pt x="10828124" y="13502"/>
                </a:lnTo>
                <a:lnTo>
                  <a:pt x="10774118" y="13502"/>
                </a:lnTo>
                <a:lnTo>
                  <a:pt x="10774118" y="0"/>
                </a:lnTo>
                <a:moveTo>
                  <a:pt x="10868628" y="0"/>
                </a:moveTo>
                <a:lnTo>
                  <a:pt x="10922634" y="0"/>
                </a:lnTo>
                <a:lnTo>
                  <a:pt x="10922634" y="13502"/>
                </a:lnTo>
                <a:lnTo>
                  <a:pt x="10868628" y="13502"/>
                </a:lnTo>
                <a:lnTo>
                  <a:pt x="10868628" y="0"/>
                </a:lnTo>
                <a:moveTo>
                  <a:pt x="10963138" y="0"/>
                </a:moveTo>
                <a:lnTo>
                  <a:pt x="11017143" y="0"/>
                </a:lnTo>
                <a:lnTo>
                  <a:pt x="11017143" y="13502"/>
                </a:lnTo>
                <a:lnTo>
                  <a:pt x="10963138" y="13502"/>
                </a:lnTo>
                <a:lnTo>
                  <a:pt x="10963138" y="0"/>
                </a:lnTo>
                <a:moveTo>
                  <a:pt x="11057648" y="0"/>
                </a:moveTo>
                <a:lnTo>
                  <a:pt x="11111653" y="0"/>
                </a:lnTo>
                <a:lnTo>
                  <a:pt x="11111653" y="13502"/>
                </a:lnTo>
                <a:lnTo>
                  <a:pt x="11057648" y="13502"/>
                </a:lnTo>
                <a:lnTo>
                  <a:pt x="11057648" y="0"/>
                </a:lnTo>
                <a:moveTo>
                  <a:pt x="11152158" y="0"/>
                </a:moveTo>
                <a:lnTo>
                  <a:pt x="11206163" y="0"/>
                </a:lnTo>
                <a:lnTo>
                  <a:pt x="11206163" y="13502"/>
                </a:lnTo>
                <a:lnTo>
                  <a:pt x="11152158" y="13502"/>
                </a:lnTo>
                <a:lnTo>
                  <a:pt x="11152158" y="0"/>
                </a:lnTo>
                <a:moveTo>
                  <a:pt x="11246668" y="0"/>
                </a:moveTo>
                <a:lnTo>
                  <a:pt x="11300673" y="0"/>
                </a:lnTo>
                <a:lnTo>
                  <a:pt x="11300673" y="13502"/>
                </a:lnTo>
                <a:lnTo>
                  <a:pt x="11246668" y="13502"/>
                </a:lnTo>
                <a:lnTo>
                  <a:pt x="11246668" y="0"/>
                </a:lnTo>
                <a:moveTo>
                  <a:pt x="11341177" y="0"/>
                </a:moveTo>
                <a:lnTo>
                  <a:pt x="11395183" y="0"/>
                </a:lnTo>
                <a:lnTo>
                  <a:pt x="11395183" y="13502"/>
                </a:lnTo>
                <a:lnTo>
                  <a:pt x="11341177" y="13502"/>
                </a:lnTo>
                <a:lnTo>
                  <a:pt x="11341177" y="0"/>
                </a:lnTo>
                <a:moveTo>
                  <a:pt x="11435687" y="0"/>
                </a:moveTo>
                <a:lnTo>
                  <a:pt x="11489692" y="0"/>
                </a:lnTo>
                <a:lnTo>
                  <a:pt x="11489692" y="13502"/>
                </a:lnTo>
                <a:lnTo>
                  <a:pt x="11435687" y="13502"/>
                </a:lnTo>
                <a:lnTo>
                  <a:pt x="11435687" y="0"/>
                </a:lnTo>
                <a:moveTo>
                  <a:pt x="11530197" y="0"/>
                </a:moveTo>
                <a:lnTo>
                  <a:pt x="11584202" y="0"/>
                </a:lnTo>
                <a:lnTo>
                  <a:pt x="11584202" y="13502"/>
                </a:lnTo>
                <a:lnTo>
                  <a:pt x="11530197" y="13502"/>
                </a:lnTo>
                <a:lnTo>
                  <a:pt x="11530197" y="0"/>
                </a:lnTo>
                <a:moveTo>
                  <a:pt x="11624707" y="0"/>
                </a:moveTo>
                <a:lnTo>
                  <a:pt x="11678712" y="0"/>
                </a:lnTo>
                <a:lnTo>
                  <a:pt x="11678712" y="13502"/>
                </a:lnTo>
                <a:lnTo>
                  <a:pt x="11624707" y="13502"/>
                </a:lnTo>
                <a:lnTo>
                  <a:pt x="11624707" y="0"/>
                </a:lnTo>
                <a:moveTo>
                  <a:pt x="11719217" y="0"/>
                </a:moveTo>
                <a:lnTo>
                  <a:pt x="11773222" y="0"/>
                </a:lnTo>
                <a:lnTo>
                  <a:pt x="11773222" y="13502"/>
                </a:lnTo>
                <a:lnTo>
                  <a:pt x="11719217" y="13502"/>
                </a:lnTo>
                <a:lnTo>
                  <a:pt x="11719217" y="0"/>
                </a:lnTo>
                <a:moveTo>
                  <a:pt x="11813727" y="0"/>
                </a:moveTo>
                <a:lnTo>
                  <a:pt x="11867732" y="0"/>
                </a:lnTo>
                <a:lnTo>
                  <a:pt x="11867732" y="13502"/>
                </a:lnTo>
                <a:lnTo>
                  <a:pt x="11813727" y="13502"/>
                </a:lnTo>
                <a:lnTo>
                  <a:pt x="11813727" y="0"/>
                </a:lnTo>
                <a:moveTo>
                  <a:pt x="11908236" y="0"/>
                </a:moveTo>
                <a:lnTo>
                  <a:pt x="11962243" y="0"/>
                </a:lnTo>
                <a:lnTo>
                  <a:pt x="11962243" y="13502"/>
                </a:lnTo>
                <a:lnTo>
                  <a:pt x="11908236" y="13502"/>
                </a:lnTo>
                <a:lnTo>
                  <a:pt x="11908236" y="0"/>
                </a:lnTo>
                <a:moveTo>
                  <a:pt x="12002745" y="0"/>
                </a:moveTo>
                <a:lnTo>
                  <a:pt x="12056753" y="0"/>
                </a:lnTo>
                <a:lnTo>
                  <a:pt x="12056753" y="13502"/>
                </a:lnTo>
                <a:lnTo>
                  <a:pt x="12002745" y="13502"/>
                </a:lnTo>
                <a:lnTo>
                  <a:pt x="12002745" y="0"/>
                </a:lnTo>
                <a:moveTo>
                  <a:pt x="12097255" y="0"/>
                </a:moveTo>
                <a:lnTo>
                  <a:pt x="12151263" y="0"/>
                </a:lnTo>
                <a:lnTo>
                  <a:pt x="12151263" y="13502"/>
                </a:lnTo>
                <a:lnTo>
                  <a:pt x="12097255" y="13502"/>
                </a:lnTo>
                <a:lnTo>
                  <a:pt x="12097255" y="0"/>
                </a:lnTo>
                <a:moveTo>
                  <a:pt x="12191765" y="0"/>
                </a:moveTo>
                <a:lnTo>
                  <a:pt x="12227545" y="0"/>
                </a:lnTo>
                <a:lnTo>
                  <a:pt x="12227545" y="13502"/>
                </a:lnTo>
                <a:lnTo>
                  <a:pt x="12191765" y="13502"/>
                </a:lnTo>
                <a:lnTo>
                  <a:pt x="12191765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8ED591A4-E0F9-4449-AA9E-83BF4E4A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77" y="4539224"/>
            <a:ext cx="2594482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Agent–Environment Interaction</a:t>
            </a:r>
          </a:p>
        </p:txBody>
      </p:sp>
      <p:sp>
        <p:nvSpPr>
          <p:cNvPr id="21" name="pdf-path-16">
            <a:extLst xmlns:a="http://schemas.openxmlformats.org/drawingml/2006/main">
              <a:ext uri="{FF2B5EF4-FFF2-40B4-BE49-F238E27FC236}">
                <a16:creationId xmlns:a16="http://schemas.microsoft.com/office/drawing/2014/main" id="{BA1BB72F-33C9-4F7C-AF30-B96673E3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499" y="4014365"/>
            <a:ext cx="241756" cy="14851"/>
          </a:xfrm>
          <a:custGeom xmlns:a="http://schemas.openxmlformats.org/drawingml/2006/main">
            <a:pathLst>
              <a:path w="241756" h="14851">
                <a:moveTo>
                  <a:pt x="81" y="0"/>
                </a:moveTo>
                <a:lnTo>
                  <a:pt x="241756" y="1350"/>
                </a:lnTo>
                <a:lnTo>
                  <a:pt x="241675" y="14851"/>
                </a:lnTo>
                <a:lnTo>
                  <a:pt x="0" y="13501"/>
                </a:lnTo>
                <a:lnTo>
                  <a:pt x="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17">
            <a:extLst xmlns:a="http://schemas.openxmlformats.org/drawingml/2006/main">
              <a:ext uri="{FF2B5EF4-FFF2-40B4-BE49-F238E27FC236}">
                <a16:creationId xmlns:a16="http://schemas.microsoft.com/office/drawing/2014/main" id="{E78A0A37-03BE-49BF-A5FE-34FEE4D7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83" y="3754126"/>
            <a:ext cx="1150995" cy="641317"/>
          </a:xfrm>
          <a:custGeom xmlns:a="http://schemas.openxmlformats.org/drawingml/2006/main">
            <a:pathLst>
              <a:path w="1150995" h="641317">
                <a:moveTo>
                  <a:pt x="0" y="528796"/>
                </a:moveTo>
                <a:lnTo>
                  <a:pt x="0" y="461289"/>
                </a:lnTo>
                <a:lnTo>
                  <a:pt x="16877" y="461289"/>
                </a:lnTo>
                <a:lnTo>
                  <a:pt x="16877" y="528796"/>
                </a:lnTo>
                <a:lnTo>
                  <a:pt x="0" y="528796"/>
                </a:lnTo>
                <a:moveTo>
                  <a:pt x="0" y="410659"/>
                </a:moveTo>
                <a:lnTo>
                  <a:pt x="0" y="343152"/>
                </a:lnTo>
                <a:lnTo>
                  <a:pt x="16877" y="343152"/>
                </a:lnTo>
                <a:lnTo>
                  <a:pt x="16877" y="410659"/>
                </a:lnTo>
                <a:lnTo>
                  <a:pt x="0" y="410659"/>
                </a:lnTo>
                <a:moveTo>
                  <a:pt x="0" y="292521"/>
                </a:moveTo>
                <a:lnTo>
                  <a:pt x="0" y="225014"/>
                </a:lnTo>
                <a:lnTo>
                  <a:pt x="16877" y="225014"/>
                </a:lnTo>
                <a:lnTo>
                  <a:pt x="16877" y="292521"/>
                </a:lnTo>
                <a:lnTo>
                  <a:pt x="0" y="292521"/>
                </a:lnTo>
                <a:moveTo>
                  <a:pt x="0" y="174384"/>
                </a:moveTo>
                <a:lnTo>
                  <a:pt x="0" y="112507"/>
                </a:lnTo>
                <a:lnTo>
                  <a:pt x="0" y="112305"/>
                </a:lnTo>
                <a:lnTo>
                  <a:pt x="135" y="106945"/>
                </a:lnTo>
                <a:lnTo>
                  <a:pt x="162" y="106512"/>
                </a:lnTo>
                <a:lnTo>
                  <a:pt x="175" y="106242"/>
                </a:lnTo>
                <a:lnTo>
                  <a:pt x="17012" y="107525"/>
                </a:lnTo>
                <a:lnTo>
                  <a:pt x="16985" y="107795"/>
                </a:lnTo>
                <a:lnTo>
                  <a:pt x="17012" y="107377"/>
                </a:lnTo>
                <a:lnTo>
                  <a:pt x="16877" y="112723"/>
                </a:lnTo>
                <a:lnTo>
                  <a:pt x="16877" y="112507"/>
                </a:lnTo>
                <a:lnTo>
                  <a:pt x="16877" y="174384"/>
                </a:lnTo>
                <a:lnTo>
                  <a:pt x="0" y="174384"/>
                </a:lnTo>
                <a:moveTo>
                  <a:pt x="15959" y="54748"/>
                </a:moveTo>
                <a:lnTo>
                  <a:pt x="16188" y="54343"/>
                </a:lnTo>
                <a:lnTo>
                  <a:pt x="16404" y="53992"/>
                </a:lnTo>
                <a:lnTo>
                  <a:pt x="19105" y="49766"/>
                </a:lnTo>
                <a:lnTo>
                  <a:pt x="19334" y="49429"/>
                </a:lnTo>
                <a:lnTo>
                  <a:pt x="22237" y="45351"/>
                </a:lnTo>
                <a:lnTo>
                  <a:pt x="22480" y="45027"/>
                </a:lnTo>
                <a:lnTo>
                  <a:pt x="25572" y="41098"/>
                </a:lnTo>
                <a:lnTo>
                  <a:pt x="25828" y="40788"/>
                </a:lnTo>
                <a:lnTo>
                  <a:pt x="29096" y="37008"/>
                </a:lnTo>
                <a:lnTo>
                  <a:pt x="29366" y="36710"/>
                </a:lnTo>
                <a:lnTo>
                  <a:pt x="32809" y="33092"/>
                </a:lnTo>
                <a:lnTo>
                  <a:pt x="33092" y="32808"/>
                </a:lnTo>
                <a:lnTo>
                  <a:pt x="36710" y="29366"/>
                </a:lnTo>
                <a:lnTo>
                  <a:pt x="37007" y="29096"/>
                </a:lnTo>
                <a:lnTo>
                  <a:pt x="40788" y="25828"/>
                </a:lnTo>
                <a:lnTo>
                  <a:pt x="41098" y="25572"/>
                </a:lnTo>
                <a:lnTo>
                  <a:pt x="45027" y="22480"/>
                </a:lnTo>
                <a:lnTo>
                  <a:pt x="45351" y="22237"/>
                </a:lnTo>
                <a:lnTo>
                  <a:pt x="49429" y="19334"/>
                </a:lnTo>
                <a:lnTo>
                  <a:pt x="49766" y="19104"/>
                </a:lnTo>
                <a:lnTo>
                  <a:pt x="53992" y="16404"/>
                </a:lnTo>
                <a:lnTo>
                  <a:pt x="54343" y="16188"/>
                </a:lnTo>
                <a:lnTo>
                  <a:pt x="58704" y="13690"/>
                </a:lnTo>
                <a:lnTo>
                  <a:pt x="59055" y="13488"/>
                </a:lnTo>
                <a:lnTo>
                  <a:pt x="63551" y="11193"/>
                </a:lnTo>
                <a:lnTo>
                  <a:pt x="63916" y="11017"/>
                </a:lnTo>
                <a:lnTo>
                  <a:pt x="68533" y="8924"/>
                </a:lnTo>
                <a:lnTo>
                  <a:pt x="68911" y="8762"/>
                </a:lnTo>
                <a:lnTo>
                  <a:pt x="70653" y="8074"/>
                </a:lnTo>
                <a:lnTo>
                  <a:pt x="76850" y="23776"/>
                </a:lnTo>
                <a:lnTo>
                  <a:pt x="75095" y="24465"/>
                </a:lnTo>
                <a:lnTo>
                  <a:pt x="75473" y="24302"/>
                </a:lnTo>
                <a:lnTo>
                  <a:pt x="70869" y="26395"/>
                </a:lnTo>
                <a:lnTo>
                  <a:pt x="71233" y="26206"/>
                </a:lnTo>
                <a:lnTo>
                  <a:pt x="66751" y="28515"/>
                </a:lnTo>
                <a:lnTo>
                  <a:pt x="67115" y="28313"/>
                </a:lnTo>
                <a:lnTo>
                  <a:pt x="62755" y="30824"/>
                </a:lnTo>
                <a:lnTo>
                  <a:pt x="63106" y="30608"/>
                </a:lnTo>
                <a:lnTo>
                  <a:pt x="58880" y="33322"/>
                </a:lnTo>
                <a:lnTo>
                  <a:pt x="59217" y="33092"/>
                </a:lnTo>
                <a:lnTo>
                  <a:pt x="55140" y="35995"/>
                </a:lnTo>
                <a:lnTo>
                  <a:pt x="55464" y="35751"/>
                </a:lnTo>
                <a:lnTo>
                  <a:pt x="51521" y="38843"/>
                </a:lnTo>
                <a:lnTo>
                  <a:pt x="51832" y="38587"/>
                </a:lnTo>
                <a:lnTo>
                  <a:pt x="48065" y="41854"/>
                </a:lnTo>
                <a:lnTo>
                  <a:pt x="48362" y="41584"/>
                </a:lnTo>
                <a:lnTo>
                  <a:pt x="44744" y="45027"/>
                </a:lnTo>
                <a:lnTo>
                  <a:pt x="45027" y="44744"/>
                </a:lnTo>
                <a:lnTo>
                  <a:pt x="41584" y="48362"/>
                </a:lnTo>
                <a:lnTo>
                  <a:pt x="41854" y="48065"/>
                </a:lnTo>
                <a:lnTo>
                  <a:pt x="38587" y="51832"/>
                </a:lnTo>
                <a:lnTo>
                  <a:pt x="38844" y="51521"/>
                </a:lnTo>
                <a:lnTo>
                  <a:pt x="35752" y="55464"/>
                </a:lnTo>
                <a:lnTo>
                  <a:pt x="35995" y="55140"/>
                </a:lnTo>
                <a:lnTo>
                  <a:pt x="33092" y="59217"/>
                </a:lnTo>
                <a:lnTo>
                  <a:pt x="33322" y="58880"/>
                </a:lnTo>
                <a:lnTo>
                  <a:pt x="30608" y="63106"/>
                </a:lnTo>
                <a:lnTo>
                  <a:pt x="30824" y="62755"/>
                </a:lnTo>
                <a:lnTo>
                  <a:pt x="30581" y="63159"/>
                </a:lnTo>
                <a:lnTo>
                  <a:pt x="15959" y="54748"/>
                </a:lnTo>
                <a:moveTo>
                  <a:pt x="123430" y="0"/>
                </a:moveTo>
                <a:lnTo>
                  <a:pt x="190937" y="0"/>
                </a:lnTo>
                <a:lnTo>
                  <a:pt x="190937" y="16877"/>
                </a:lnTo>
                <a:lnTo>
                  <a:pt x="123430" y="16877"/>
                </a:lnTo>
                <a:lnTo>
                  <a:pt x="123430" y="0"/>
                </a:lnTo>
                <a:moveTo>
                  <a:pt x="241567" y="0"/>
                </a:moveTo>
                <a:lnTo>
                  <a:pt x="309074" y="0"/>
                </a:lnTo>
                <a:lnTo>
                  <a:pt x="309074" y="16877"/>
                </a:lnTo>
                <a:lnTo>
                  <a:pt x="241567" y="16877"/>
                </a:lnTo>
                <a:lnTo>
                  <a:pt x="241567" y="0"/>
                </a:lnTo>
                <a:moveTo>
                  <a:pt x="359704" y="0"/>
                </a:moveTo>
                <a:lnTo>
                  <a:pt x="427211" y="0"/>
                </a:lnTo>
                <a:lnTo>
                  <a:pt x="427211" y="16877"/>
                </a:lnTo>
                <a:lnTo>
                  <a:pt x="359704" y="16877"/>
                </a:lnTo>
                <a:lnTo>
                  <a:pt x="359704" y="0"/>
                </a:lnTo>
                <a:moveTo>
                  <a:pt x="477842" y="0"/>
                </a:moveTo>
                <a:lnTo>
                  <a:pt x="545349" y="0"/>
                </a:lnTo>
                <a:lnTo>
                  <a:pt x="545349" y="16877"/>
                </a:lnTo>
                <a:lnTo>
                  <a:pt x="477842" y="16877"/>
                </a:lnTo>
                <a:lnTo>
                  <a:pt x="477842" y="0"/>
                </a:lnTo>
                <a:moveTo>
                  <a:pt x="595979" y="0"/>
                </a:moveTo>
                <a:lnTo>
                  <a:pt x="663486" y="0"/>
                </a:lnTo>
                <a:lnTo>
                  <a:pt x="663486" y="16877"/>
                </a:lnTo>
                <a:lnTo>
                  <a:pt x="595979" y="16877"/>
                </a:lnTo>
                <a:lnTo>
                  <a:pt x="595979" y="0"/>
                </a:lnTo>
                <a:moveTo>
                  <a:pt x="714116" y="0"/>
                </a:moveTo>
                <a:lnTo>
                  <a:pt x="781623" y="0"/>
                </a:lnTo>
                <a:lnTo>
                  <a:pt x="781623" y="16877"/>
                </a:lnTo>
                <a:lnTo>
                  <a:pt x="714116" y="16877"/>
                </a:lnTo>
                <a:lnTo>
                  <a:pt x="714116" y="0"/>
                </a:lnTo>
                <a:moveTo>
                  <a:pt x="832253" y="0"/>
                </a:moveTo>
                <a:lnTo>
                  <a:pt x="899761" y="0"/>
                </a:lnTo>
                <a:lnTo>
                  <a:pt x="899761" y="16877"/>
                </a:lnTo>
                <a:lnTo>
                  <a:pt x="832253" y="16877"/>
                </a:lnTo>
                <a:lnTo>
                  <a:pt x="832253" y="0"/>
                </a:lnTo>
                <a:moveTo>
                  <a:pt x="950391" y="0"/>
                </a:moveTo>
                <a:lnTo>
                  <a:pt x="1017898" y="0"/>
                </a:lnTo>
                <a:lnTo>
                  <a:pt x="1017898" y="16877"/>
                </a:lnTo>
                <a:lnTo>
                  <a:pt x="950391" y="16877"/>
                </a:lnTo>
                <a:lnTo>
                  <a:pt x="950391" y="0"/>
                </a:lnTo>
                <a:moveTo>
                  <a:pt x="1070405" y="4617"/>
                </a:moveTo>
                <a:lnTo>
                  <a:pt x="1071741" y="4995"/>
                </a:lnTo>
                <a:lnTo>
                  <a:pt x="1072133" y="5117"/>
                </a:lnTo>
                <a:lnTo>
                  <a:pt x="1076967" y="6764"/>
                </a:lnTo>
                <a:lnTo>
                  <a:pt x="1077358" y="6899"/>
                </a:lnTo>
                <a:lnTo>
                  <a:pt x="1082083" y="8762"/>
                </a:lnTo>
                <a:lnTo>
                  <a:pt x="1082461" y="8924"/>
                </a:lnTo>
                <a:lnTo>
                  <a:pt x="1087079" y="11017"/>
                </a:lnTo>
                <a:lnTo>
                  <a:pt x="1087444" y="11193"/>
                </a:lnTo>
                <a:lnTo>
                  <a:pt x="1091939" y="13488"/>
                </a:lnTo>
                <a:lnTo>
                  <a:pt x="1092290" y="13690"/>
                </a:lnTo>
                <a:lnTo>
                  <a:pt x="1096652" y="16188"/>
                </a:lnTo>
                <a:lnTo>
                  <a:pt x="1097003" y="16404"/>
                </a:lnTo>
                <a:lnTo>
                  <a:pt x="1101228" y="19104"/>
                </a:lnTo>
                <a:lnTo>
                  <a:pt x="1101566" y="19334"/>
                </a:lnTo>
                <a:lnTo>
                  <a:pt x="1105643" y="22237"/>
                </a:lnTo>
                <a:lnTo>
                  <a:pt x="1105968" y="22480"/>
                </a:lnTo>
                <a:lnTo>
                  <a:pt x="1109896" y="25572"/>
                </a:lnTo>
                <a:lnTo>
                  <a:pt x="1110207" y="25828"/>
                </a:lnTo>
                <a:lnTo>
                  <a:pt x="1113987" y="29096"/>
                </a:lnTo>
                <a:lnTo>
                  <a:pt x="1114284" y="29366"/>
                </a:lnTo>
                <a:lnTo>
                  <a:pt x="1117903" y="32808"/>
                </a:lnTo>
                <a:lnTo>
                  <a:pt x="1118186" y="33092"/>
                </a:lnTo>
                <a:lnTo>
                  <a:pt x="1121629" y="36710"/>
                </a:lnTo>
                <a:lnTo>
                  <a:pt x="1121899" y="37008"/>
                </a:lnTo>
                <a:lnTo>
                  <a:pt x="1125166" y="40788"/>
                </a:lnTo>
                <a:lnTo>
                  <a:pt x="1125423" y="41098"/>
                </a:lnTo>
                <a:lnTo>
                  <a:pt x="1128515" y="45027"/>
                </a:lnTo>
                <a:lnTo>
                  <a:pt x="1128758" y="45351"/>
                </a:lnTo>
                <a:lnTo>
                  <a:pt x="1129230" y="46013"/>
                </a:lnTo>
                <a:lnTo>
                  <a:pt x="1115472" y="55801"/>
                </a:lnTo>
                <a:lnTo>
                  <a:pt x="1115000" y="55140"/>
                </a:lnTo>
                <a:lnTo>
                  <a:pt x="1115243" y="55464"/>
                </a:lnTo>
                <a:lnTo>
                  <a:pt x="1112151" y="51521"/>
                </a:lnTo>
                <a:lnTo>
                  <a:pt x="1112408" y="51832"/>
                </a:lnTo>
                <a:lnTo>
                  <a:pt x="1109140" y="48065"/>
                </a:lnTo>
                <a:lnTo>
                  <a:pt x="1109410" y="48362"/>
                </a:lnTo>
                <a:lnTo>
                  <a:pt x="1105968" y="44744"/>
                </a:lnTo>
                <a:lnTo>
                  <a:pt x="1106251" y="45027"/>
                </a:lnTo>
                <a:lnTo>
                  <a:pt x="1102633" y="41584"/>
                </a:lnTo>
                <a:lnTo>
                  <a:pt x="1102930" y="41854"/>
                </a:lnTo>
                <a:lnTo>
                  <a:pt x="1099163" y="38587"/>
                </a:lnTo>
                <a:lnTo>
                  <a:pt x="1099473" y="38843"/>
                </a:lnTo>
                <a:lnTo>
                  <a:pt x="1095531" y="35751"/>
                </a:lnTo>
                <a:lnTo>
                  <a:pt x="1095855" y="35995"/>
                </a:lnTo>
                <a:lnTo>
                  <a:pt x="1091777" y="33092"/>
                </a:lnTo>
                <a:lnTo>
                  <a:pt x="1092115" y="33322"/>
                </a:lnTo>
                <a:lnTo>
                  <a:pt x="1087889" y="30608"/>
                </a:lnTo>
                <a:lnTo>
                  <a:pt x="1088240" y="30824"/>
                </a:lnTo>
                <a:lnTo>
                  <a:pt x="1083879" y="28313"/>
                </a:lnTo>
                <a:lnTo>
                  <a:pt x="1084244" y="28515"/>
                </a:lnTo>
                <a:lnTo>
                  <a:pt x="1079761" y="26206"/>
                </a:lnTo>
                <a:lnTo>
                  <a:pt x="1080126" y="26395"/>
                </a:lnTo>
                <a:lnTo>
                  <a:pt x="1075522" y="24302"/>
                </a:lnTo>
                <a:lnTo>
                  <a:pt x="1075900" y="24465"/>
                </a:lnTo>
                <a:lnTo>
                  <a:pt x="1071174" y="22601"/>
                </a:lnTo>
                <a:lnTo>
                  <a:pt x="1071566" y="22750"/>
                </a:lnTo>
                <a:lnTo>
                  <a:pt x="1066719" y="21116"/>
                </a:lnTo>
                <a:lnTo>
                  <a:pt x="1067124" y="21238"/>
                </a:lnTo>
                <a:lnTo>
                  <a:pt x="1065801" y="20860"/>
                </a:lnTo>
                <a:lnTo>
                  <a:pt x="1070405" y="4617"/>
                </a:lnTo>
                <a:moveTo>
                  <a:pt x="1149806" y="96198"/>
                </a:moveTo>
                <a:lnTo>
                  <a:pt x="1150387" y="100815"/>
                </a:lnTo>
                <a:lnTo>
                  <a:pt x="1150428" y="101233"/>
                </a:lnTo>
                <a:lnTo>
                  <a:pt x="1150833" y="106512"/>
                </a:lnTo>
                <a:lnTo>
                  <a:pt x="1150860" y="106945"/>
                </a:lnTo>
                <a:lnTo>
                  <a:pt x="1150995" y="112305"/>
                </a:lnTo>
                <a:lnTo>
                  <a:pt x="1150995" y="112507"/>
                </a:lnTo>
                <a:lnTo>
                  <a:pt x="1150995" y="164717"/>
                </a:lnTo>
                <a:lnTo>
                  <a:pt x="1134118" y="164717"/>
                </a:lnTo>
                <a:lnTo>
                  <a:pt x="1134118" y="112507"/>
                </a:lnTo>
                <a:lnTo>
                  <a:pt x="1134118" y="112723"/>
                </a:lnTo>
                <a:lnTo>
                  <a:pt x="1133983" y="107377"/>
                </a:lnTo>
                <a:lnTo>
                  <a:pt x="1134010" y="107795"/>
                </a:lnTo>
                <a:lnTo>
                  <a:pt x="1133605" y="102516"/>
                </a:lnTo>
                <a:lnTo>
                  <a:pt x="1133645" y="102935"/>
                </a:lnTo>
                <a:lnTo>
                  <a:pt x="1133065" y="98317"/>
                </a:lnTo>
                <a:lnTo>
                  <a:pt x="1149806" y="96198"/>
                </a:lnTo>
                <a:moveTo>
                  <a:pt x="1150995" y="215347"/>
                </a:moveTo>
                <a:lnTo>
                  <a:pt x="1150995" y="282854"/>
                </a:lnTo>
                <a:lnTo>
                  <a:pt x="1134118" y="282854"/>
                </a:lnTo>
                <a:lnTo>
                  <a:pt x="1134118" y="215347"/>
                </a:lnTo>
                <a:lnTo>
                  <a:pt x="1150995" y="215347"/>
                </a:lnTo>
                <a:moveTo>
                  <a:pt x="1150995" y="333485"/>
                </a:moveTo>
                <a:lnTo>
                  <a:pt x="1150995" y="400991"/>
                </a:lnTo>
                <a:lnTo>
                  <a:pt x="1134118" y="400991"/>
                </a:lnTo>
                <a:lnTo>
                  <a:pt x="1134118" y="333485"/>
                </a:lnTo>
                <a:lnTo>
                  <a:pt x="1150995" y="333485"/>
                </a:lnTo>
                <a:moveTo>
                  <a:pt x="1150995" y="451622"/>
                </a:moveTo>
                <a:lnTo>
                  <a:pt x="1150995" y="519129"/>
                </a:lnTo>
                <a:lnTo>
                  <a:pt x="1134118" y="519129"/>
                </a:lnTo>
                <a:lnTo>
                  <a:pt x="1134118" y="451622"/>
                </a:lnTo>
                <a:lnTo>
                  <a:pt x="1150995" y="451622"/>
                </a:lnTo>
                <a:moveTo>
                  <a:pt x="1142462" y="571798"/>
                </a:moveTo>
                <a:lnTo>
                  <a:pt x="1142232" y="572406"/>
                </a:lnTo>
                <a:lnTo>
                  <a:pt x="1142070" y="572783"/>
                </a:lnTo>
                <a:lnTo>
                  <a:pt x="1139978" y="577401"/>
                </a:lnTo>
                <a:lnTo>
                  <a:pt x="1139802" y="577766"/>
                </a:lnTo>
                <a:lnTo>
                  <a:pt x="1137507" y="582261"/>
                </a:lnTo>
                <a:lnTo>
                  <a:pt x="1137304" y="582612"/>
                </a:lnTo>
                <a:lnTo>
                  <a:pt x="1134806" y="586973"/>
                </a:lnTo>
                <a:lnTo>
                  <a:pt x="1134590" y="587324"/>
                </a:lnTo>
                <a:lnTo>
                  <a:pt x="1131890" y="591550"/>
                </a:lnTo>
                <a:lnTo>
                  <a:pt x="1131661" y="591888"/>
                </a:lnTo>
                <a:lnTo>
                  <a:pt x="1128758" y="595966"/>
                </a:lnTo>
                <a:lnTo>
                  <a:pt x="1128515" y="596289"/>
                </a:lnTo>
                <a:lnTo>
                  <a:pt x="1125423" y="600218"/>
                </a:lnTo>
                <a:lnTo>
                  <a:pt x="1125166" y="600528"/>
                </a:lnTo>
                <a:lnTo>
                  <a:pt x="1121899" y="604310"/>
                </a:lnTo>
                <a:lnTo>
                  <a:pt x="1121629" y="604606"/>
                </a:lnTo>
                <a:lnTo>
                  <a:pt x="1118186" y="608225"/>
                </a:lnTo>
                <a:lnTo>
                  <a:pt x="1117903" y="608508"/>
                </a:lnTo>
                <a:lnTo>
                  <a:pt x="1114284" y="611951"/>
                </a:lnTo>
                <a:lnTo>
                  <a:pt x="1113987" y="612221"/>
                </a:lnTo>
                <a:lnTo>
                  <a:pt x="1110207" y="615488"/>
                </a:lnTo>
                <a:lnTo>
                  <a:pt x="1109896" y="615745"/>
                </a:lnTo>
                <a:lnTo>
                  <a:pt x="1105968" y="618837"/>
                </a:lnTo>
                <a:lnTo>
                  <a:pt x="1105643" y="619080"/>
                </a:lnTo>
                <a:lnTo>
                  <a:pt x="1101566" y="621983"/>
                </a:lnTo>
                <a:lnTo>
                  <a:pt x="1101228" y="622212"/>
                </a:lnTo>
                <a:lnTo>
                  <a:pt x="1097003" y="624912"/>
                </a:lnTo>
                <a:lnTo>
                  <a:pt x="1096652" y="625129"/>
                </a:lnTo>
                <a:lnTo>
                  <a:pt x="1095180" y="625979"/>
                </a:lnTo>
                <a:lnTo>
                  <a:pt x="1086768" y="611343"/>
                </a:lnTo>
                <a:lnTo>
                  <a:pt x="1088240" y="610493"/>
                </a:lnTo>
                <a:lnTo>
                  <a:pt x="1087889" y="610709"/>
                </a:lnTo>
                <a:lnTo>
                  <a:pt x="1092115" y="607995"/>
                </a:lnTo>
                <a:lnTo>
                  <a:pt x="1091777" y="608225"/>
                </a:lnTo>
                <a:lnTo>
                  <a:pt x="1095855" y="605322"/>
                </a:lnTo>
                <a:lnTo>
                  <a:pt x="1095531" y="605565"/>
                </a:lnTo>
                <a:lnTo>
                  <a:pt x="1099473" y="602473"/>
                </a:lnTo>
                <a:lnTo>
                  <a:pt x="1099163" y="602730"/>
                </a:lnTo>
                <a:lnTo>
                  <a:pt x="1102930" y="599462"/>
                </a:lnTo>
                <a:lnTo>
                  <a:pt x="1102633" y="599732"/>
                </a:lnTo>
                <a:lnTo>
                  <a:pt x="1106251" y="596289"/>
                </a:lnTo>
                <a:lnTo>
                  <a:pt x="1105968" y="596573"/>
                </a:lnTo>
                <a:lnTo>
                  <a:pt x="1109410" y="592955"/>
                </a:lnTo>
                <a:lnTo>
                  <a:pt x="1109140" y="593252"/>
                </a:lnTo>
                <a:lnTo>
                  <a:pt x="1112408" y="589485"/>
                </a:lnTo>
                <a:lnTo>
                  <a:pt x="1112151" y="589795"/>
                </a:lnTo>
                <a:lnTo>
                  <a:pt x="1115243" y="585853"/>
                </a:lnTo>
                <a:lnTo>
                  <a:pt x="1115000" y="586177"/>
                </a:lnTo>
                <a:lnTo>
                  <a:pt x="1117903" y="582099"/>
                </a:lnTo>
                <a:lnTo>
                  <a:pt x="1117673" y="582437"/>
                </a:lnTo>
                <a:lnTo>
                  <a:pt x="1120387" y="578211"/>
                </a:lnTo>
                <a:lnTo>
                  <a:pt x="1120171" y="578562"/>
                </a:lnTo>
                <a:lnTo>
                  <a:pt x="1122682" y="574201"/>
                </a:lnTo>
                <a:lnTo>
                  <a:pt x="1122480" y="574566"/>
                </a:lnTo>
                <a:lnTo>
                  <a:pt x="1124788" y="570083"/>
                </a:lnTo>
                <a:lnTo>
                  <a:pt x="1124599" y="570447"/>
                </a:lnTo>
                <a:lnTo>
                  <a:pt x="1126692" y="565844"/>
                </a:lnTo>
                <a:lnTo>
                  <a:pt x="1126530" y="566222"/>
                </a:lnTo>
                <a:lnTo>
                  <a:pt x="1126760" y="565614"/>
                </a:lnTo>
                <a:lnTo>
                  <a:pt x="1142462" y="571798"/>
                </a:lnTo>
                <a:moveTo>
                  <a:pt x="1043091" y="641208"/>
                </a:moveTo>
                <a:lnTo>
                  <a:pt x="1038690" y="641317"/>
                </a:lnTo>
                <a:lnTo>
                  <a:pt x="1038487" y="641317"/>
                </a:lnTo>
                <a:lnTo>
                  <a:pt x="975368" y="641317"/>
                </a:lnTo>
                <a:lnTo>
                  <a:pt x="975368" y="624440"/>
                </a:lnTo>
                <a:lnTo>
                  <a:pt x="1038487" y="624440"/>
                </a:lnTo>
                <a:lnTo>
                  <a:pt x="1038272" y="624440"/>
                </a:lnTo>
                <a:lnTo>
                  <a:pt x="1042673" y="624332"/>
                </a:lnTo>
                <a:lnTo>
                  <a:pt x="1043091" y="641208"/>
                </a:lnTo>
                <a:moveTo>
                  <a:pt x="924738" y="641317"/>
                </a:moveTo>
                <a:lnTo>
                  <a:pt x="857231" y="641317"/>
                </a:lnTo>
                <a:lnTo>
                  <a:pt x="857231" y="624440"/>
                </a:lnTo>
                <a:lnTo>
                  <a:pt x="924738" y="624440"/>
                </a:lnTo>
                <a:lnTo>
                  <a:pt x="924738" y="641317"/>
                </a:lnTo>
                <a:moveTo>
                  <a:pt x="806601" y="641317"/>
                </a:moveTo>
                <a:lnTo>
                  <a:pt x="739094" y="641317"/>
                </a:lnTo>
                <a:lnTo>
                  <a:pt x="739094" y="624440"/>
                </a:lnTo>
                <a:lnTo>
                  <a:pt x="806601" y="624440"/>
                </a:lnTo>
                <a:lnTo>
                  <a:pt x="806601" y="641317"/>
                </a:lnTo>
                <a:moveTo>
                  <a:pt x="688464" y="641317"/>
                </a:moveTo>
                <a:lnTo>
                  <a:pt x="620956" y="641317"/>
                </a:lnTo>
                <a:lnTo>
                  <a:pt x="620956" y="624440"/>
                </a:lnTo>
                <a:lnTo>
                  <a:pt x="688464" y="624440"/>
                </a:lnTo>
                <a:lnTo>
                  <a:pt x="688464" y="641317"/>
                </a:lnTo>
                <a:moveTo>
                  <a:pt x="570326" y="641317"/>
                </a:moveTo>
                <a:lnTo>
                  <a:pt x="502819" y="641317"/>
                </a:lnTo>
                <a:lnTo>
                  <a:pt x="502819" y="624440"/>
                </a:lnTo>
                <a:lnTo>
                  <a:pt x="570326" y="624440"/>
                </a:lnTo>
                <a:lnTo>
                  <a:pt x="570326" y="641317"/>
                </a:lnTo>
                <a:moveTo>
                  <a:pt x="452189" y="641317"/>
                </a:moveTo>
                <a:lnTo>
                  <a:pt x="384682" y="641317"/>
                </a:lnTo>
                <a:lnTo>
                  <a:pt x="384682" y="624440"/>
                </a:lnTo>
                <a:lnTo>
                  <a:pt x="452189" y="624440"/>
                </a:lnTo>
                <a:lnTo>
                  <a:pt x="452189" y="641317"/>
                </a:lnTo>
                <a:moveTo>
                  <a:pt x="334052" y="641317"/>
                </a:moveTo>
                <a:lnTo>
                  <a:pt x="266545" y="641317"/>
                </a:lnTo>
                <a:lnTo>
                  <a:pt x="266545" y="624440"/>
                </a:lnTo>
                <a:lnTo>
                  <a:pt x="334052" y="624440"/>
                </a:lnTo>
                <a:lnTo>
                  <a:pt x="334052" y="641317"/>
                </a:lnTo>
                <a:moveTo>
                  <a:pt x="215914" y="641317"/>
                </a:moveTo>
                <a:lnTo>
                  <a:pt x="148407" y="641317"/>
                </a:lnTo>
                <a:lnTo>
                  <a:pt x="148407" y="624440"/>
                </a:lnTo>
                <a:lnTo>
                  <a:pt x="215914" y="624440"/>
                </a:lnTo>
                <a:lnTo>
                  <a:pt x="215914" y="641317"/>
                </a:lnTo>
                <a:moveTo>
                  <a:pt x="96765" y="640196"/>
                </a:moveTo>
                <a:lnTo>
                  <a:pt x="95603" y="640047"/>
                </a:lnTo>
                <a:lnTo>
                  <a:pt x="95185" y="639980"/>
                </a:lnTo>
                <a:lnTo>
                  <a:pt x="90054" y="639075"/>
                </a:lnTo>
                <a:lnTo>
                  <a:pt x="89636" y="638981"/>
                </a:lnTo>
                <a:lnTo>
                  <a:pt x="84600" y="637820"/>
                </a:lnTo>
                <a:lnTo>
                  <a:pt x="84195" y="637725"/>
                </a:lnTo>
                <a:lnTo>
                  <a:pt x="79253" y="636321"/>
                </a:lnTo>
                <a:lnTo>
                  <a:pt x="78862" y="636186"/>
                </a:lnTo>
                <a:lnTo>
                  <a:pt x="74028" y="634552"/>
                </a:lnTo>
                <a:lnTo>
                  <a:pt x="73637" y="634417"/>
                </a:lnTo>
                <a:lnTo>
                  <a:pt x="68911" y="632554"/>
                </a:lnTo>
                <a:lnTo>
                  <a:pt x="68533" y="632392"/>
                </a:lnTo>
                <a:lnTo>
                  <a:pt x="63916" y="630299"/>
                </a:lnTo>
                <a:lnTo>
                  <a:pt x="63551" y="630124"/>
                </a:lnTo>
                <a:lnTo>
                  <a:pt x="59055" y="627829"/>
                </a:lnTo>
                <a:lnTo>
                  <a:pt x="58704" y="627626"/>
                </a:lnTo>
                <a:lnTo>
                  <a:pt x="54343" y="625129"/>
                </a:lnTo>
                <a:lnTo>
                  <a:pt x="53992" y="624912"/>
                </a:lnTo>
                <a:lnTo>
                  <a:pt x="49766" y="622212"/>
                </a:lnTo>
                <a:lnTo>
                  <a:pt x="49429" y="621983"/>
                </a:lnTo>
                <a:lnTo>
                  <a:pt x="45351" y="619080"/>
                </a:lnTo>
                <a:lnTo>
                  <a:pt x="45027" y="618837"/>
                </a:lnTo>
                <a:lnTo>
                  <a:pt x="41098" y="615745"/>
                </a:lnTo>
                <a:lnTo>
                  <a:pt x="40788" y="615488"/>
                </a:lnTo>
                <a:lnTo>
                  <a:pt x="37007" y="612221"/>
                </a:lnTo>
                <a:lnTo>
                  <a:pt x="36710" y="611951"/>
                </a:lnTo>
                <a:lnTo>
                  <a:pt x="33092" y="608508"/>
                </a:lnTo>
                <a:lnTo>
                  <a:pt x="32809" y="608225"/>
                </a:lnTo>
                <a:lnTo>
                  <a:pt x="32471" y="607860"/>
                </a:lnTo>
                <a:lnTo>
                  <a:pt x="44690" y="596208"/>
                </a:lnTo>
                <a:lnTo>
                  <a:pt x="45027" y="596573"/>
                </a:lnTo>
                <a:lnTo>
                  <a:pt x="44744" y="596289"/>
                </a:lnTo>
                <a:lnTo>
                  <a:pt x="48362" y="599732"/>
                </a:lnTo>
                <a:lnTo>
                  <a:pt x="48065" y="599462"/>
                </a:lnTo>
                <a:lnTo>
                  <a:pt x="51832" y="602730"/>
                </a:lnTo>
                <a:lnTo>
                  <a:pt x="51521" y="602473"/>
                </a:lnTo>
                <a:lnTo>
                  <a:pt x="55464" y="605565"/>
                </a:lnTo>
                <a:lnTo>
                  <a:pt x="55140" y="605322"/>
                </a:lnTo>
                <a:lnTo>
                  <a:pt x="59217" y="608225"/>
                </a:lnTo>
                <a:lnTo>
                  <a:pt x="58880" y="607995"/>
                </a:lnTo>
                <a:lnTo>
                  <a:pt x="63106" y="610709"/>
                </a:lnTo>
                <a:lnTo>
                  <a:pt x="62755" y="610493"/>
                </a:lnTo>
                <a:lnTo>
                  <a:pt x="67115" y="613004"/>
                </a:lnTo>
                <a:lnTo>
                  <a:pt x="66751" y="612802"/>
                </a:lnTo>
                <a:lnTo>
                  <a:pt x="71233" y="615110"/>
                </a:lnTo>
                <a:lnTo>
                  <a:pt x="70869" y="614921"/>
                </a:lnTo>
                <a:lnTo>
                  <a:pt x="75473" y="617014"/>
                </a:lnTo>
                <a:lnTo>
                  <a:pt x="75095" y="616852"/>
                </a:lnTo>
                <a:lnTo>
                  <a:pt x="79820" y="618715"/>
                </a:lnTo>
                <a:lnTo>
                  <a:pt x="79429" y="618567"/>
                </a:lnTo>
                <a:lnTo>
                  <a:pt x="84276" y="620200"/>
                </a:lnTo>
                <a:lnTo>
                  <a:pt x="83871" y="620079"/>
                </a:lnTo>
                <a:lnTo>
                  <a:pt x="88812" y="621483"/>
                </a:lnTo>
                <a:lnTo>
                  <a:pt x="88407" y="621375"/>
                </a:lnTo>
                <a:lnTo>
                  <a:pt x="93443" y="622536"/>
                </a:lnTo>
                <a:lnTo>
                  <a:pt x="93025" y="622455"/>
                </a:lnTo>
                <a:lnTo>
                  <a:pt x="98142" y="623373"/>
                </a:lnTo>
                <a:lnTo>
                  <a:pt x="97723" y="623306"/>
                </a:lnTo>
                <a:lnTo>
                  <a:pt x="98898" y="623454"/>
                </a:lnTo>
                <a:lnTo>
                  <a:pt x="96765" y="640196"/>
                </a:lnTo>
                <a:moveTo>
                  <a:pt x="4780" y="561294"/>
                </a:moveTo>
                <a:lnTo>
                  <a:pt x="3591" y="557122"/>
                </a:lnTo>
                <a:lnTo>
                  <a:pt x="3497" y="556717"/>
                </a:lnTo>
                <a:lnTo>
                  <a:pt x="2336" y="551681"/>
                </a:lnTo>
                <a:lnTo>
                  <a:pt x="2241" y="551262"/>
                </a:lnTo>
                <a:lnTo>
                  <a:pt x="1337" y="546131"/>
                </a:lnTo>
                <a:lnTo>
                  <a:pt x="1269" y="545713"/>
                </a:lnTo>
                <a:lnTo>
                  <a:pt x="608" y="540502"/>
                </a:lnTo>
                <a:lnTo>
                  <a:pt x="567" y="540083"/>
                </a:lnTo>
                <a:lnTo>
                  <a:pt x="162" y="534804"/>
                </a:lnTo>
                <a:lnTo>
                  <a:pt x="135" y="534372"/>
                </a:lnTo>
                <a:lnTo>
                  <a:pt x="0" y="529012"/>
                </a:lnTo>
                <a:lnTo>
                  <a:pt x="16877" y="528593"/>
                </a:lnTo>
                <a:lnTo>
                  <a:pt x="17012" y="533940"/>
                </a:lnTo>
                <a:lnTo>
                  <a:pt x="16985" y="533521"/>
                </a:lnTo>
                <a:lnTo>
                  <a:pt x="17390" y="538800"/>
                </a:lnTo>
                <a:lnTo>
                  <a:pt x="17349" y="538382"/>
                </a:lnTo>
                <a:lnTo>
                  <a:pt x="18011" y="543593"/>
                </a:lnTo>
                <a:lnTo>
                  <a:pt x="17944" y="543175"/>
                </a:lnTo>
                <a:lnTo>
                  <a:pt x="18862" y="548292"/>
                </a:lnTo>
                <a:lnTo>
                  <a:pt x="18780" y="547873"/>
                </a:lnTo>
                <a:lnTo>
                  <a:pt x="19942" y="552909"/>
                </a:lnTo>
                <a:lnTo>
                  <a:pt x="19834" y="552504"/>
                </a:lnTo>
                <a:lnTo>
                  <a:pt x="21022" y="556676"/>
                </a:lnTo>
                <a:lnTo>
                  <a:pt x="4780" y="561294"/>
                </a:lnTo>
              </a:path>
            </a:pathLst>
          </a:custGeom>
          <a:solidFill xmlns:a="http://schemas.openxmlformats.org/drawingml/2006/main">
            <a:srgbClr val="9FB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F69663D1-8B14-4D23-8349-BD7D187B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35" y="3784573"/>
            <a:ext cx="851886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recorder</a:t>
            </a:r>
          </a:p>
        </p:txBody>
      </p:sp>
      <p:sp>
        <p:nvSpPr>
          <p:cNvPr id="24" name="pdf-path-19">
            <a:extLst xmlns:a="http://schemas.openxmlformats.org/drawingml/2006/main">
              <a:ext uri="{FF2B5EF4-FFF2-40B4-BE49-F238E27FC236}">
                <a16:creationId xmlns:a16="http://schemas.microsoft.com/office/drawing/2014/main" id="{71487D8F-361C-4ED5-943B-C384E536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2373" y="2420187"/>
            <a:ext cx="1272508" cy="622415"/>
          </a:xfrm>
          <a:custGeom xmlns:a="http://schemas.openxmlformats.org/drawingml/2006/main">
            <a:pathLst>
              <a:path w="1272508" h="622415">
                <a:moveTo>
                  <a:pt x="0" y="510799"/>
                </a:moveTo>
                <a:lnTo>
                  <a:pt x="0" y="416289"/>
                </a:lnTo>
                <a:lnTo>
                  <a:pt x="23627" y="416289"/>
                </a:lnTo>
                <a:lnTo>
                  <a:pt x="23627" y="510799"/>
                </a:lnTo>
                <a:lnTo>
                  <a:pt x="0" y="510799"/>
                </a:lnTo>
                <a:moveTo>
                  <a:pt x="0" y="345407"/>
                </a:moveTo>
                <a:lnTo>
                  <a:pt x="0" y="250897"/>
                </a:lnTo>
                <a:lnTo>
                  <a:pt x="23627" y="250897"/>
                </a:lnTo>
                <a:lnTo>
                  <a:pt x="23627" y="345407"/>
                </a:lnTo>
                <a:lnTo>
                  <a:pt x="0" y="345407"/>
                </a:lnTo>
                <a:moveTo>
                  <a:pt x="0" y="180014"/>
                </a:moveTo>
                <a:lnTo>
                  <a:pt x="0" y="111617"/>
                </a:lnTo>
                <a:lnTo>
                  <a:pt x="0" y="111319"/>
                </a:lnTo>
                <a:lnTo>
                  <a:pt x="135" y="106175"/>
                </a:lnTo>
                <a:lnTo>
                  <a:pt x="162" y="105581"/>
                </a:lnTo>
                <a:lnTo>
                  <a:pt x="554" y="100518"/>
                </a:lnTo>
                <a:lnTo>
                  <a:pt x="608" y="99924"/>
                </a:lnTo>
                <a:lnTo>
                  <a:pt x="1243" y="94929"/>
                </a:lnTo>
                <a:lnTo>
                  <a:pt x="1337" y="94335"/>
                </a:lnTo>
                <a:lnTo>
                  <a:pt x="2214" y="89420"/>
                </a:lnTo>
                <a:lnTo>
                  <a:pt x="2336" y="88839"/>
                </a:lnTo>
                <a:lnTo>
                  <a:pt x="3443" y="84019"/>
                </a:lnTo>
                <a:lnTo>
                  <a:pt x="3591" y="83439"/>
                </a:lnTo>
                <a:lnTo>
                  <a:pt x="3834" y="82575"/>
                </a:lnTo>
                <a:lnTo>
                  <a:pt x="26571" y="89028"/>
                </a:lnTo>
                <a:lnTo>
                  <a:pt x="26315" y="89906"/>
                </a:lnTo>
                <a:lnTo>
                  <a:pt x="26463" y="89326"/>
                </a:lnTo>
                <a:lnTo>
                  <a:pt x="25355" y="94159"/>
                </a:lnTo>
                <a:lnTo>
                  <a:pt x="25477" y="93579"/>
                </a:lnTo>
                <a:lnTo>
                  <a:pt x="24599" y="98493"/>
                </a:lnTo>
                <a:lnTo>
                  <a:pt x="24680" y="97899"/>
                </a:lnTo>
                <a:lnTo>
                  <a:pt x="24046" y="102895"/>
                </a:lnTo>
                <a:lnTo>
                  <a:pt x="24114" y="102301"/>
                </a:lnTo>
                <a:lnTo>
                  <a:pt x="23722" y="107377"/>
                </a:lnTo>
                <a:lnTo>
                  <a:pt x="23749" y="106783"/>
                </a:lnTo>
                <a:lnTo>
                  <a:pt x="23627" y="111913"/>
                </a:lnTo>
                <a:lnTo>
                  <a:pt x="23627" y="111617"/>
                </a:lnTo>
                <a:lnTo>
                  <a:pt x="23627" y="180014"/>
                </a:lnTo>
                <a:lnTo>
                  <a:pt x="0" y="180014"/>
                </a:lnTo>
                <a:moveTo>
                  <a:pt x="48497" y="19564"/>
                </a:moveTo>
                <a:lnTo>
                  <a:pt x="48970" y="19226"/>
                </a:lnTo>
                <a:lnTo>
                  <a:pt x="49442" y="18915"/>
                </a:lnTo>
                <a:lnTo>
                  <a:pt x="53493" y="16323"/>
                </a:lnTo>
                <a:lnTo>
                  <a:pt x="53978" y="16026"/>
                </a:lnTo>
                <a:lnTo>
                  <a:pt x="58151" y="13623"/>
                </a:lnTo>
                <a:lnTo>
                  <a:pt x="58664" y="13340"/>
                </a:lnTo>
                <a:lnTo>
                  <a:pt x="62957" y="11139"/>
                </a:lnTo>
                <a:lnTo>
                  <a:pt x="63484" y="10896"/>
                </a:lnTo>
                <a:lnTo>
                  <a:pt x="67899" y="8898"/>
                </a:lnTo>
                <a:lnTo>
                  <a:pt x="68439" y="8668"/>
                </a:lnTo>
                <a:lnTo>
                  <a:pt x="72962" y="6886"/>
                </a:lnTo>
                <a:lnTo>
                  <a:pt x="73516" y="6683"/>
                </a:lnTo>
                <a:lnTo>
                  <a:pt x="78146" y="5104"/>
                </a:lnTo>
                <a:lnTo>
                  <a:pt x="78713" y="4942"/>
                </a:lnTo>
                <a:lnTo>
                  <a:pt x="83439" y="3592"/>
                </a:lnTo>
                <a:lnTo>
                  <a:pt x="84019" y="3443"/>
                </a:lnTo>
                <a:lnTo>
                  <a:pt x="88839" y="2336"/>
                </a:lnTo>
                <a:lnTo>
                  <a:pt x="89420" y="2214"/>
                </a:lnTo>
                <a:lnTo>
                  <a:pt x="94335" y="1337"/>
                </a:lnTo>
                <a:lnTo>
                  <a:pt x="94929" y="1243"/>
                </a:lnTo>
                <a:lnTo>
                  <a:pt x="99924" y="608"/>
                </a:lnTo>
                <a:lnTo>
                  <a:pt x="100518" y="554"/>
                </a:lnTo>
                <a:lnTo>
                  <a:pt x="105581" y="162"/>
                </a:lnTo>
                <a:lnTo>
                  <a:pt x="106175" y="135"/>
                </a:lnTo>
                <a:lnTo>
                  <a:pt x="111319" y="0"/>
                </a:lnTo>
                <a:lnTo>
                  <a:pt x="111616" y="0"/>
                </a:lnTo>
                <a:lnTo>
                  <a:pt x="146341" y="0"/>
                </a:lnTo>
                <a:lnTo>
                  <a:pt x="146341" y="23628"/>
                </a:lnTo>
                <a:lnTo>
                  <a:pt x="111616" y="23628"/>
                </a:lnTo>
                <a:lnTo>
                  <a:pt x="111913" y="23628"/>
                </a:lnTo>
                <a:lnTo>
                  <a:pt x="106783" y="23749"/>
                </a:lnTo>
                <a:lnTo>
                  <a:pt x="107377" y="23722"/>
                </a:lnTo>
                <a:lnTo>
                  <a:pt x="102300" y="24114"/>
                </a:lnTo>
                <a:lnTo>
                  <a:pt x="102895" y="24046"/>
                </a:lnTo>
                <a:lnTo>
                  <a:pt x="97899" y="24680"/>
                </a:lnTo>
                <a:lnTo>
                  <a:pt x="98493" y="24600"/>
                </a:lnTo>
                <a:lnTo>
                  <a:pt x="93579" y="25478"/>
                </a:lnTo>
                <a:lnTo>
                  <a:pt x="94159" y="25356"/>
                </a:lnTo>
                <a:lnTo>
                  <a:pt x="89325" y="26463"/>
                </a:lnTo>
                <a:lnTo>
                  <a:pt x="89892" y="26315"/>
                </a:lnTo>
                <a:lnTo>
                  <a:pt x="85167" y="27665"/>
                </a:lnTo>
                <a:lnTo>
                  <a:pt x="85721" y="27489"/>
                </a:lnTo>
                <a:lnTo>
                  <a:pt x="81090" y="29055"/>
                </a:lnTo>
                <a:lnTo>
                  <a:pt x="81629" y="28866"/>
                </a:lnTo>
                <a:lnTo>
                  <a:pt x="77107" y="30649"/>
                </a:lnTo>
                <a:lnTo>
                  <a:pt x="77633" y="30419"/>
                </a:lnTo>
                <a:lnTo>
                  <a:pt x="73218" y="32417"/>
                </a:lnTo>
                <a:lnTo>
                  <a:pt x="73731" y="32174"/>
                </a:lnTo>
                <a:lnTo>
                  <a:pt x="69424" y="34375"/>
                </a:lnTo>
                <a:lnTo>
                  <a:pt x="69937" y="34105"/>
                </a:lnTo>
                <a:lnTo>
                  <a:pt x="65752" y="36508"/>
                </a:lnTo>
                <a:lnTo>
                  <a:pt x="66238" y="36211"/>
                </a:lnTo>
                <a:lnTo>
                  <a:pt x="62187" y="38803"/>
                </a:lnTo>
                <a:lnTo>
                  <a:pt x="62660" y="38479"/>
                </a:lnTo>
                <a:lnTo>
                  <a:pt x="62187" y="38817"/>
                </a:lnTo>
                <a:lnTo>
                  <a:pt x="48497" y="19564"/>
                </a:lnTo>
                <a:moveTo>
                  <a:pt x="217224" y="0"/>
                </a:moveTo>
                <a:lnTo>
                  <a:pt x="311734" y="0"/>
                </a:lnTo>
                <a:lnTo>
                  <a:pt x="311734" y="23628"/>
                </a:lnTo>
                <a:lnTo>
                  <a:pt x="217224" y="23628"/>
                </a:lnTo>
                <a:lnTo>
                  <a:pt x="217224" y="0"/>
                </a:lnTo>
                <a:moveTo>
                  <a:pt x="382616" y="0"/>
                </a:moveTo>
                <a:lnTo>
                  <a:pt x="477126" y="0"/>
                </a:lnTo>
                <a:lnTo>
                  <a:pt x="477126" y="23628"/>
                </a:lnTo>
                <a:lnTo>
                  <a:pt x="382616" y="23628"/>
                </a:lnTo>
                <a:lnTo>
                  <a:pt x="382616" y="0"/>
                </a:lnTo>
                <a:moveTo>
                  <a:pt x="548008" y="0"/>
                </a:moveTo>
                <a:lnTo>
                  <a:pt x="642518" y="0"/>
                </a:lnTo>
                <a:lnTo>
                  <a:pt x="642518" y="23628"/>
                </a:lnTo>
                <a:lnTo>
                  <a:pt x="548008" y="23628"/>
                </a:lnTo>
                <a:lnTo>
                  <a:pt x="548008" y="0"/>
                </a:lnTo>
                <a:moveTo>
                  <a:pt x="713401" y="0"/>
                </a:moveTo>
                <a:lnTo>
                  <a:pt x="807910" y="0"/>
                </a:lnTo>
                <a:lnTo>
                  <a:pt x="807910" y="23628"/>
                </a:lnTo>
                <a:lnTo>
                  <a:pt x="713401" y="23628"/>
                </a:lnTo>
                <a:lnTo>
                  <a:pt x="713401" y="0"/>
                </a:lnTo>
                <a:moveTo>
                  <a:pt x="878793" y="0"/>
                </a:moveTo>
                <a:lnTo>
                  <a:pt x="973303" y="0"/>
                </a:lnTo>
                <a:lnTo>
                  <a:pt x="973303" y="23628"/>
                </a:lnTo>
                <a:lnTo>
                  <a:pt x="878793" y="23628"/>
                </a:lnTo>
                <a:lnTo>
                  <a:pt x="878793" y="0"/>
                </a:lnTo>
                <a:moveTo>
                  <a:pt x="1044185" y="0"/>
                </a:moveTo>
                <a:lnTo>
                  <a:pt x="1138695" y="0"/>
                </a:lnTo>
                <a:lnTo>
                  <a:pt x="1138695" y="23628"/>
                </a:lnTo>
                <a:lnTo>
                  <a:pt x="1044185" y="23628"/>
                </a:lnTo>
                <a:lnTo>
                  <a:pt x="1044185" y="0"/>
                </a:lnTo>
                <a:moveTo>
                  <a:pt x="1213047" y="12935"/>
                </a:moveTo>
                <a:lnTo>
                  <a:pt x="1213844" y="13340"/>
                </a:lnTo>
                <a:lnTo>
                  <a:pt x="1214356" y="13623"/>
                </a:lnTo>
                <a:lnTo>
                  <a:pt x="1218529" y="16026"/>
                </a:lnTo>
                <a:lnTo>
                  <a:pt x="1219015" y="16323"/>
                </a:lnTo>
                <a:lnTo>
                  <a:pt x="1223065" y="18915"/>
                </a:lnTo>
                <a:lnTo>
                  <a:pt x="1223537" y="19226"/>
                </a:lnTo>
                <a:lnTo>
                  <a:pt x="1227453" y="22008"/>
                </a:lnTo>
                <a:lnTo>
                  <a:pt x="1227899" y="22345"/>
                </a:lnTo>
                <a:lnTo>
                  <a:pt x="1231679" y="25315"/>
                </a:lnTo>
                <a:lnTo>
                  <a:pt x="1232111" y="25680"/>
                </a:lnTo>
                <a:lnTo>
                  <a:pt x="1235729" y="28812"/>
                </a:lnTo>
                <a:lnTo>
                  <a:pt x="1236148" y="29190"/>
                </a:lnTo>
                <a:lnTo>
                  <a:pt x="1239618" y="32498"/>
                </a:lnTo>
                <a:lnTo>
                  <a:pt x="1240009" y="32890"/>
                </a:lnTo>
                <a:lnTo>
                  <a:pt x="1243318" y="36360"/>
                </a:lnTo>
                <a:lnTo>
                  <a:pt x="1243695" y="36778"/>
                </a:lnTo>
                <a:lnTo>
                  <a:pt x="1246828" y="40396"/>
                </a:lnTo>
                <a:lnTo>
                  <a:pt x="1247192" y="40828"/>
                </a:lnTo>
                <a:lnTo>
                  <a:pt x="1250148" y="44609"/>
                </a:lnTo>
                <a:lnTo>
                  <a:pt x="1250500" y="45054"/>
                </a:lnTo>
                <a:lnTo>
                  <a:pt x="1253281" y="48970"/>
                </a:lnTo>
                <a:lnTo>
                  <a:pt x="1253592" y="49442"/>
                </a:lnTo>
                <a:lnTo>
                  <a:pt x="1256184" y="53493"/>
                </a:lnTo>
                <a:lnTo>
                  <a:pt x="1256481" y="53979"/>
                </a:lnTo>
                <a:lnTo>
                  <a:pt x="1258884" y="58151"/>
                </a:lnTo>
                <a:lnTo>
                  <a:pt x="1259168" y="58664"/>
                </a:lnTo>
                <a:lnTo>
                  <a:pt x="1261368" y="62957"/>
                </a:lnTo>
                <a:lnTo>
                  <a:pt x="1261611" y="63484"/>
                </a:lnTo>
                <a:lnTo>
                  <a:pt x="1263610" y="67899"/>
                </a:lnTo>
                <a:lnTo>
                  <a:pt x="1263839" y="68439"/>
                </a:lnTo>
                <a:lnTo>
                  <a:pt x="1265621" y="72962"/>
                </a:lnTo>
                <a:lnTo>
                  <a:pt x="1265824" y="73516"/>
                </a:lnTo>
                <a:lnTo>
                  <a:pt x="1267390" y="78146"/>
                </a:lnTo>
                <a:lnTo>
                  <a:pt x="1267566" y="78713"/>
                </a:lnTo>
                <a:lnTo>
                  <a:pt x="1268916" y="83439"/>
                </a:lnTo>
                <a:lnTo>
                  <a:pt x="1269065" y="84019"/>
                </a:lnTo>
                <a:lnTo>
                  <a:pt x="1270171" y="88839"/>
                </a:lnTo>
                <a:lnTo>
                  <a:pt x="1270293" y="89420"/>
                </a:lnTo>
                <a:lnTo>
                  <a:pt x="1271171" y="94335"/>
                </a:lnTo>
                <a:lnTo>
                  <a:pt x="1271265" y="94929"/>
                </a:lnTo>
                <a:lnTo>
                  <a:pt x="1271468" y="96589"/>
                </a:lnTo>
                <a:lnTo>
                  <a:pt x="1248029" y="99573"/>
                </a:lnTo>
                <a:lnTo>
                  <a:pt x="1247827" y="97899"/>
                </a:lnTo>
                <a:lnTo>
                  <a:pt x="1247908" y="98493"/>
                </a:lnTo>
                <a:lnTo>
                  <a:pt x="1247030" y="93579"/>
                </a:lnTo>
                <a:lnTo>
                  <a:pt x="1247152" y="94159"/>
                </a:lnTo>
                <a:lnTo>
                  <a:pt x="1246045" y="89326"/>
                </a:lnTo>
                <a:lnTo>
                  <a:pt x="1246193" y="89906"/>
                </a:lnTo>
                <a:lnTo>
                  <a:pt x="1244843" y="85167"/>
                </a:lnTo>
                <a:lnTo>
                  <a:pt x="1245018" y="85721"/>
                </a:lnTo>
                <a:lnTo>
                  <a:pt x="1243452" y="81090"/>
                </a:lnTo>
                <a:lnTo>
                  <a:pt x="1243641" y="81630"/>
                </a:lnTo>
                <a:lnTo>
                  <a:pt x="1241859" y="77107"/>
                </a:lnTo>
                <a:lnTo>
                  <a:pt x="1242089" y="77633"/>
                </a:lnTo>
                <a:lnTo>
                  <a:pt x="1240090" y="73218"/>
                </a:lnTo>
                <a:lnTo>
                  <a:pt x="1240334" y="73731"/>
                </a:lnTo>
                <a:lnTo>
                  <a:pt x="1238133" y="69425"/>
                </a:lnTo>
                <a:lnTo>
                  <a:pt x="1238403" y="69938"/>
                </a:lnTo>
                <a:lnTo>
                  <a:pt x="1236000" y="65752"/>
                </a:lnTo>
                <a:lnTo>
                  <a:pt x="1236296" y="66238"/>
                </a:lnTo>
                <a:lnTo>
                  <a:pt x="1233704" y="62188"/>
                </a:lnTo>
                <a:lnTo>
                  <a:pt x="1234015" y="62660"/>
                </a:lnTo>
                <a:lnTo>
                  <a:pt x="1231233" y="58745"/>
                </a:lnTo>
                <a:lnTo>
                  <a:pt x="1231570" y="59204"/>
                </a:lnTo>
                <a:lnTo>
                  <a:pt x="1228614" y="55437"/>
                </a:lnTo>
                <a:lnTo>
                  <a:pt x="1228979" y="55869"/>
                </a:lnTo>
                <a:lnTo>
                  <a:pt x="1225832" y="52251"/>
                </a:lnTo>
                <a:lnTo>
                  <a:pt x="1226211" y="52669"/>
                </a:lnTo>
                <a:lnTo>
                  <a:pt x="1222916" y="49200"/>
                </a:lnTo>
                <a:lnTo>
                  <a:pt x="1223308" y="49591"/>
                </a:lnTo>
                <a:lnTo>
                  <a:pt x="1219838" y="46297"/>
                </a:lnTo>
                <a:lnTo>
                  <a:pt x="1220257" y="46675"/>
                </a:lnTo>
                <a:lnTo>
                  <a:pt x="1216639" y="43529"/>
                </a:lnTo>
                <a:lnTo>
                  <a:pt x="1217071" y="43893"/>
                </a:lnTo>
                <a:lnTo>
                  <a:pt x="1213304" y="40923"/>
                </a:lnTo>
                <a:lnTo>
                  <a:pt x="1213763" y="41274"/>
                </a:lnTo>
                <a:lnTo>
                  <a:pt x="1209847" y="38479"/>
                </a:lnTo>
                <a:lnTo>
                  <a:pt x="1210320" y="38803"/>
                </a:lnTo>
                <a:lnTo>
                  <a:pt x="1206269" y="36211"/>
                </a:lnTo>
                <a:lnTo>
                  <a:pt x="1206756" y="36508"/>
                </a:lnTo>
                <a:lnTo>
                  <a:pt x="1202570" y="34105"/>
                </a:lnTo>
                <a:lnTo>
                  <a:pt x="1203083" y="34375"/>
                </a:lnTo>
                <a:lnTo>
                  <a:pt x="1202286" y="33970"/>
                </a:lnTo>
                <a:lnTo>
                  <a:pt x="1213047" y="12935"/>
                </a:lnTo>
                <a:moveTo>
                  <a:pt x="1272508" y="168916"/>
                </a:moveTo>
                <a:lnTo>
                  <a:pt x="1272508" y="263426"/>
                </a:lnTo>
                <a:lnTo>
                  <a:pt x="1248880" y="263426"/>
                </a:lnTo>
                <a:lnTo>
                  <a:pt x="1248880" y="168916"/>
                </a:lnTo>
                <a:lnTo>
                  <a:pt x="1272508" y="168916"/>
                </a:lnTo>
                <a:moveTo>
                  <a:pt x="1272508" y="334309"/>
                </a:moveTo>
                <a:lnTo>
                  <a:pt x="1272508" y="428818"/>
                </a:lnTo>
                <a:lnTo>
                  <a:pt x="1248880" y="428818"/>
                </a:lnTo>
                <a:lnTo>
                  <a:pt x="1248880" y="334309"/>
                </a:lnTo>
                <a:lnTo>
                  <a:pt x="1272508" y="334309"/>
                </a:lnTo>
                <a:moveTo>
                  <a:pt x="1272508" y="499701"/>
                </a:moveTo>
                <a:lnTo>
                  <a:pt x="1272508" y="510799"/>
                </a:lnTo>
                <a:lnTo>
                  <a:pt x="1272508" y="511096"/>
                </a:lnTo>
                <a:lnTo>
                  <a:pt x="1272372" y="516240"/>
                </a:lnTo>
                <a:lnTo>
                  <a:pt x="1272345" y="516834"/>
                </a:lnTo>
                <a:lnTo>
                  <a:pt x="1271954" y="521897"/>
                </a:lnTo>
                <a:lnTo>
                  <a:pt x="1271900" y="522491"/>
                </a:lnTo>
                <a:lnTo>
                  <a:pt x="1271265" y="527486"/>
                </a:lnTo>
                <a:lnTo>
                  <a:pt x="1271171" y="528081"/>
                </a:lnTo>
                <a:lnTo>
                  <a:pt x="1270293" y="532995"/>
                </a:lnTo>
                <a:lnTo>
                  <a:pt x="1270171" y="533576"/>
                </a:lnTo>
                <a:lnTo>
                  <a:pt x="1269065" y="538396"/>
                </a:lnTo>
                <a:lnTo>
                  <a:pt x="1268916" y="538976"/>
                </a:lnTo>
                <a:lnTo>
                  <a:pt x="1267566" y="543702"/>
                </a:lnTo>
                <a:lnTo>
                  <a:pt x="1267390" y="544269"/>
                </a:lnTo>
                <a:lnTo>
                  <a:pt x="1265824" y="548899"/>
                </a:lnTo>
                <a:lnTo>
                  <a:pt x="1265621" y="549453"/>
                </a:lnTo>
                <a:lnTo>
                  <a:pt x="1263839" y="553976"/>
                </a:lnTo>
                <a:lnTo>
                  <a:pt x="1263610" y="554516"/>
                </a:lnTo>
                <a:lnTo>
                  <a:pt x="1261611" y="558931"/>
                </a:lnTo>
                <a:lnTo>
                  <a:pt x="1261368" y="559458"/>
                </a:lnTo>
                <a:lnTo>
                  <a:pt x="1259168" y="563751"/>
                </a:lnTo>
                <a:lnTo>
                  <a:pt x="1258884" y="564264"/>
                </a:lnTo>
                <a:lnTo>
                  <a:pt x="1256481" y="568437"/>
                </a:lnTo>
                <a:lnTo>
                  <a:pt x="1256184" y="568922"/>
                </a:lnTo>
                <a:lnTo>
                  <a:pt x="1253592" y="572973"/>
                </a:lnTo>
                <a:lnTo>
                  <a:pt x="1253281" y="573446"/>
                </a:lnTo>
                <a:lnTo>
                  <a:pt x="1250500" y="577361"/>
                </a:lnTo>
                <a:lnTo>
                  <a:pt x="1250148" y="577806"/>
                </a:lnTo>
                <a:lnTo>
                  <a:pt x="1247192" y="581587"/>
                </a:lnTo>
                <a:lnTo>
                  <a:pt x="1246828" y="582019"/>
                </a:lnTo>
                <a:lnTo>
                  <a:pt x="1243695" y="585637"/>
                </a:lnTo>
                <a:lnTo>
                  <a:pt x="1243318" y="586056"/>
                </a:lnTo>
                <a:lnTo>
                  <a:pt x="1240009" y="589525"/>
                </a:lnTo>
                <a:lnTo>
                  <a:pt x="1239618" y="589917"/>
                </a:lnTo>
                <a:lnTo>
                  <a:pt x="1236148" y="593225"/>
                </a:lnTo>
                <a:lnTo>
                  <a:pt x="1235729" y="593603"/>
                </a:lnTo>
                <a:lnTo>
                  <a:pt x="1235554" y="593765"/>
                </a:lnTo>
                <a:lnTo>
                  <a:pt x="1220081" y="575902"/>
                </a:lnTo>
                <a:lnTo>
                  <a:pt x="1220054" y="575930"/>
                </a:lnTo>
                <a:lnTo>
                  <a:pt x="1220257" y="575741"/>
                </a:lnTo>
                <a:lnTo>
                  <a:pt x="1219838" y="576118"/>
                </a:lnTo>
                <a:lnTo>
                  <a:pt x="1223308" y="572824"/>
                </a:lnTo>
                <a:lnTo>
                  <a:pt x="1222916" y="573216"/>
                </a:lnTo>
                <a:lnTo>
                  <a:pt x="1226211" y="569746"/>
                </a:lnTo>
                <a:lnTo>
                  <a:pt x="1225832" y="570164"/>
                </a:lnTo>
                <a:lnTo>
                  <a:pt x="1228979" y="566546"/>
                </a:lnTo>
                <a:lnTo>
                  <a:pt x="1228614" y="566978"/>
                </a:lnTo>
                <a:lnTo>
                  <a:pt x="1231570" y="563211"/>
                </a:lnTo>
                <a:lnTo>
                  <a:pt x="1231233" y="563670"/>
                </a:lnTo>
                <a:lnTo>
                  <a:pt x="1234015" y="559754"/>
                </a:lnTo>
                <a:lnTo>
                  <a:pt x="1233704" y="560227"/>
                </a:lnTo>
                <a:lnTo>
                  <a:pt x="1236296" y="556177"/>
                </a:lnTo>
                <a:lnTo>
                  <a:pt x="1236000" y="556663"/>
                </a:lnTo>
                <a:lnTo>
                  <a:pt x="1238403" y="552478"/>
                </a:lnTo>
                <a:lnTo>
                  <a:pt x="1238133" y="552991"/>
                </a:lnTo>
                <a:lnTo>
                  <a:pt x="1240334" y="548684"/>
                </a:lnTo>
                <a:lnTo>
                  <a:pt x="1240090" y="549197"/>
                </a:lnTo>
                <a:lnTo>
                  <a:pt x="1242089" y="544782"/>
                </a:lnTo>
                <a:lnTo>
                  <a:pt x="1241859" y="545308"/>
                </a:lnTo>
                <a:lnTo>
                  <a:pt x="1243641" y="540785"/>
                </a:lnTo>
                <a:lnTo>
                  <a:pt x="1243452" y="541326"/>
                </a:lnTo>
                <a:lnTo>
                  <a:pt x="1245018" y="536694"/>
                </a:lnTo>
                <a:lnTo>
                  <a:pt x="1244843" y="537248"/>
                </a:lnTo>
                <a:lnTo>
                  <a:pt x="1246193" y="532509"/>
                </a:lnTo>
                <a:lnTo>
                  <a:pt x="1246045" y="533090"/>
                </a:lnTo>
                <a:lnTo>
                  <a:pt x="1247152" y="528256"/>
                </a:lnTo>
                <a:lnTo>
                  <a:pt x="1247030" y="528837"/>
                </a:lnTo>
                <a:lnTo>
                  <a:pt x="1247908" y="523922"/>
                </a:lnTo>
                <a:lnTo>
                  <a:pt x="1247827" y="524516"/>
                </a:lnTo>
                <a:lnTo>
                  <a:pt x="1248461" y="519521"/>
                </a:lnTo>
                <a:lnTo>
                  <a:pt x="1248394" y="520115"/>
                </a:lnTo>
                <a:lnTo>
                  <a:pt x="1248785" y="515038"/>
                </a:lnTo>
                <a:lnTo>
                  <a:pt x="1248758" y="515632"/>
                </a:lnTo>
                <a:lnTo>
                  <a:pt x="1248880" y="510502"/>
                </a:lnTo>
                <a:lnTo>
                  <a:pt x="1248880" y="510799"/>
                </a:lnTo>
                <a:lnTo>
                  <a:pt x="1248880" y="499701"/>
                </a:lnTo>
                <a:lnTo>
                  <a:pt x="1272508" y="499701"/>
                </a:lnTo>
                <a:moveTo>
                  <a:pt x="1163673" y="622347"/>
                </a:moveTo>
                <a:lnTo>
                  <a:pt x="1161188" y="622415"/>
                </a:lnTo>
                <a:lnTo>
                  <a:pt x="1160891" y="622415"/>
                </a:lnTo>
                <a:lnTo>
                  <a:pt x="1068865" y="622415"/>
                </a:lnTo>
                <a:lnTo>
                  <a:pt x="1068865" y="598787"/>
                </a:lnTo>
                <a:lnTo>
                  <a:pt x="1160891" y="598787"/>
                </a:lnTo>
                <a:lnTo>
                  <a:pt x="1160594" y="598787"/>
                </a:lnTo>
                <a:lnTo>
                  <a:pt x="1163078" y="598733"/>
                </a:lnTo>
                <a:lnTo>
                  <a:pt x="1163673" y="622347"/>
                </a:lnTo>
                <a:moveTo>
                  <a:pt x="997983" y="622415"/>
                </a:moveTo>
                <a:lnTo>
                  <a:pt x="903473" y="622415"/>
                </a:lnTo>
                <a:lnTo>
                  <a:pt x="903473" y="598787"/>
                </a:lnTo>
                <a:lnTo>
                  <a:pt x="997983" y="598787"/>
                </a:lnTo>
                <a:lnTo>
                  <a:pt x="997983" y="622415"/>
                </a:lnTo>
                <a:moveTo>
                  <a:pt x="832591" y="622415"/>
                </a:moveTo>
                <a:lnTo>
                  <a:pt x="738081" y="622415"/>
                </a:lnTo>
                <a:lnTo>
                  <a:pt x="738081" y="598787"/>
                </a:lnTo>
                <a:lnTo>
                  <a:pt x="832591" y="598787"/>
                </a:lnTo>
                <a:lnTo>
                  <a:pt x="832591" y="622415"/>
                </a:lnTo>
                <a:moveTo>
                  <a:pt x="667199" y="622415"/>
                </a:moveTo>
                <a:lnTo>
                  <a:pt x="572689" y="622415"/>
                </a:lnTo>
                <a:lnTo>
                  <a:pt x="572689" y="598787"/>
                </a:lnTo>
                <a:lnTo>
                  <a:pt x="667199" y="598787"/>
                </a:lnTo>
                <a:lnTo>
                  <a:pt x="667199" y="622415"/>
                </a:lnTo>
                <a:moveTo>
                  <a:pt x="501807" y="622415"/>
                </a:moveTo>
                <a:lnTo>
                  <a:pt x="407297" y="622415"/>
                </a:lnTo>
                <a:lnTo>
                  <a:pt x="407297" y="598787"/>
                </a:lnTo>
                <a:lnTo>
                  <a:pt x="501807" y="598787"/>
                </a:lnTo>
                <a:lnTo>
                  <a:pt x="501807" y="622415"/>
                </a:lnTo>
                <a:moveTo>
                  <a:pt x="336415" y="622415"/>
                </a:moveTo>
                <a:lnTo>
                  <a:pt x="241905" y="622415"/>
                </a:lnTo>
                <a:lnTo>
                  <a:pt x="241905" y="598787"/>
                </a:lnTo>
                <a:lnTo>
                  <a:pt x="336415" y="598787"/>
                </a:lnTo>
                <a:lnTo>
                  <a:pt x="336415" y="622415"/>
                </a:lnTo>
                <a:moveTo>
                  <a:pt x="171022" y="622415"/>
                </a:moveTo>
                <a:lnTo>
                  <a:pt x="111616" y="622415"/>
                </a:lnTo>
                <a:lnTo>
                  <a:pt x="111319" y="622415"/>
                </a:lnTo>
                <a:lnTo>
                  <a:pt x="106175" y="622280"/>
                </a:lnTo>
                <a:lnTo>
                  <a:pt x="105581" y="622253"/>
                </a:lnTo>
                <a:lnTo>
                  <a:pt x="100518" y="621861"/>
                </a:lnTo>
                <a:lnTo>
                  <a:pt x="99924" y="621807"/>
                </a:lnTo>
                <a:lnTo>
                  <a:pt x="94929" y="621173"/>
                </a:lnTo>
                <a:lnTo>
                  <a:pt x="94335" y="621078"/>
                </a:lnTo>
                <a:lnTo>
                  <a:pt x="89420" y="620201"/>
                </a:lnTo>
                <a:lnTo>
                  <a:pt x="88839" y="620079"/>
                </a:lnTo>
                <a:lnTo>
                  <a:pt x="84019" y="618972"/>
                </a:lnTo>
                <a:lnTo>
                  <a:pt x="83439" y="618823"/>
                </a:lnTo>
                <a:lnTo>
                  <a:pt x="78713" y="617474"/>
                </a:lnTo>
                <a:lnTo>
                  <a:pt x="78146" y="617311"/>
                </a:lnTo>
                <a:lnTo>
                  <a:pt x="73516" y="615732"/>
                </a:lnTo>
                <a:lnTo>
                  <a:pt x="72962" y="615529"/>
                </a:lnTo>
                <a:lnTo>
                  <a:pt x="72894" y="615502"/>
                </a:lnTo>
                <a:lnTo>
                  <a:pt x="81549" y="593522"/>
                </a:lnTo>
                <a:lnTo>
                  <a:pt x="81360" y="593454"/>
                </a:lnTo>
                <a:lnTo>
                  <a:pt x="81629" y="593549"/>
                </a:lnTo>
                <a:lnTo>
                  <a:pt x="81090" y="593360"/>
                </a:lnTo>
                <a:lnTo>
                  <a:pt x="85721" y="594926"/>
                </a:lnTo>
                <a:lnTo>
                  <a:pt x="85167" y="594750"/>
                </a:lnTo>
                <a:lnTo>
                  <a:pt x="89892" y="596101"/>
                </a:lnTo>
                <a:lnTo>
                  <a:pt x="89325" y="595952"/>
                </a:lnTo>
                <a:lnTo>
                  <a:pt x="94159" y="597059"/>
                </a:lnTo>
                <a:lnTo>
                  <a:pt x="93579" y="596938"/>
                </a:lnTo>
                <a:lnTo>
                  <a:pt x="98493" y="597816"/>
                </a:lnTo>
                <a:lnTo>
                  <a:pt x="97899" y="597734"/>
                </a:lnTo>
                <a:lnTo>
                  <a:pt x="102895" y="598369"/>
                </a:lnTo>
                <a:lnTo>
                  <a:pt x="102300" y="598301"/>
                </a:lnTo>
                <a:lnTo>
                  <a:pt x="107377" y="598693"/>
                </a:lnTo>
                <a:lnTo>
                  <a:pt x="106783" y="598666"/>
                </a:lnTo>
                <a:lnTo>
                  <a:pt x="111913" y="598787"/>
                </a:lnTo>
                <a:lnTo>
                  <a:pt x="111616" y="598787"/>
                </a:lnTo>
                <a:lnTo>
                  <a:pt x="171022" y="598787"/>
                </a:lnTo>
                <a:lnTo>
                  <a:pt x="171022" y="622415"/>
                </a:lnTo>
                <a:moveTo>
                  <a:pt x="14217" y="565304"/>
                </a:moveTo>
                <a:lnTo>
                  <a:pt x="13623" y="564264"/>
                </a:lnTo>
                <a:lnTo>
                  <a:pt x="13340" y="563751"/>
                </a:lnTo>
                <a:lnTo>
                  <a:pt x="11139" y="559458"/>
                </a:lnTo>
                <a:lnTo>
                  <a:pt x="10896" y="558931"/>
                </a:lnTo>
                <a:lnTo>
                  <a:pt x="8897" y="554516"/>
                </a:lnTo>
                <a:lnTo>
                  <a:pt x="8668" y="553976"/>
                </a:lnTo>
                <a:lnTo>
                  <a:pt x="6873" y="549453"/>
                </a:lnTo>
                <a:lnTo>
                  <a:pt x="6683" y="548899"/>
                </a:lnTo>
                <a:lnTo>
                  <a:pt x="5103" y="544269"/>
                </a:lnTo>
                <a:lnTo>
                  <a:pt x="4942" y="543702"/>
                </a:lnTo>
                <a:lnTo>
                  <a:pt x="3591" y="538976"/>
                </a:lnTo>
                <a:lnTo>
                  <a:pt x="3443" y="538396"/>
                </a:lnTo>
                <a:lnTo>
                  <a:pt x="2336" y="533576"/>
                </a:lnTo>
                <a:lnTo>
                  <a:pt x="2214" y="532995"/>
                </a:lnTo>
                <a:lnTo>
                  <a:pt x="1337" y="528081"/>
                </a:lnTo>
                <a:lnTo>
                  <a:pt x="1243" y="527486"/>
                </a:lnTo>
                <a:lnTo>
                  <a:pt x="608" y="522491"/>
                </a:lnTo>
                <a:lnTo>
                  <a:pt x="554" y="521897"/>
                </a:lnTo>
                <a:lnTo>
                  <a:pt x="162" y="516834"/>
                </a:lnTo>
                <a:lnTo>
                  <a:pt x="135" y="516240"/>
                </a:lnTo>
                <a:lnTo>
                  <a:pt x="0" y="511096"/>
                </a:lnTo>
                <a:lnTo>
                  <a:pt x="23627" y="510502"/>
                </a:lnTo>
                <a:lnTo>
                  <a:pt x="23749" y="515632"/>
                </a:lnTo>
                <a:lnTo>
                  <a:pt x="23722" y="515038"/>
                </a:lnTo>
                <a:lnTo>
                  <a:pt x="24114" y="520115"/>
                </a:lnTo>
                <a:lnTo>
                  <a:pt x="24046" y="519521"/>
                </a:lnTo>
                <a:lnTo>
                  <a:pt x="24680" y="524516"/>
                </a:lnTo>
                <a:lnTo>
                  <a:pt x="24599" y="523922"/>
                </a:lnTo>
                <a:lnTo>
                  <a:pt x="25477" y="528837"/>
                </a:lnTo>
                <a:lnTo>
                  <a:pt x="25355" y="528256"/>
                </a:lnTo>
                <a:lnTo>
                  <a:pt x="26463" y="533090"/>
                </a:lnTo>
                <a:lnTo>
                  <a:pt x="26315" y="532509"/>
                </a:lnTo>
                <a:lnTo>
                  <a:pt x="27665" y="537248"/>
                </a:lnTo>
                <a:lnTo>
                  <a:pt x="27489" y="536694"/>
                </a:lnTo>
                <a:lnTo>
                  <a:pt x="29055" y="541326"/>
                </a:lnTo>
                <a:lnTo>
                  <a:pt x="28866" y="540785"/>
                </a:lnTo>
                <a:lnTo>
                  <a:pt x="30648" y="545308"/>
                </a:lnTo>
                <a:lnTo>
                  <a:pt x="30418" y="544782"/>
                </a:lnTo>
                <a:lnTo>
                  <a:pt x="32417" y="549197"/>
                </a:lnTo>
                <a:lnTo>
                  <a:pt x="32174" y="548684"/>
                </a:lnTo>
                <a:lnTo>
                  <a:pt x="34375" y="552991"/>
                </a:lnTo>
                <a:lnTo>
                  <a:pt x="34105" y="552478"/>
                </a:lnTo>
                <a:lnTo>
                  <a:pt x="34698" y="553531"/>
                </a:lnTo>
                <a:lnTo>
                  <a:pt x="14217" y="565304"/>
                </a:lnTo>
              </a:path>
            </a:pathLst>
          </a:custGeom>
          <a:solidFill xmlns:a="http://schemas.openxmlformats.org/drawingml/2006/main">
            <a:srgbClr val="DBB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70B253AC-2B73-4896-BA09-3C4FA1ED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7672" y="2465486"/>
            <a:ext cx="617637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filter</a:t>
            </a:r>
          </a:p>
        </p:txBody>
      </p:sp>
      <p:sp>
        <p:nvSpPr>
          <p:cNvPr id="26" name="pdf-path-21">
            <a:extLst xmlns:a="http://schemas.openxmlformats.org/drawingml/2006/main">
              <a:ext uri="{FF2B5EF4-FFF2-40B4-BE49-F238E27FC236}">
                <a16:creationId xmlns:a16="http://schemas.microsoft.com/office/drawing/2014/main" id="{5BA923FC-9432-411E-A088-61927753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167" y="2698654"/>
            <a:ext cx="535830" cy="14852"/>
          </a:xfrm>
          <a:custGeom xmlns:a="http://schemas.openxmlformats.org/drawingml/2006/main">
            <a:pathLst>
              <a:path w="535830" h="14852">
                <a:moveTo>
                  <a:pt x="27" y="0"/>
                </a:moveTo>
                <a:lnTo>
                  <a:pt x="535830" y="1350"/>
                </a:lnTo>
                <a:lnTo>
                  <a:pt x="535803" y="14852"/>
                </a:lnTo>
                <a:lnTo>
                  <a:pt x="0" y="13501"/>
                </a:lnTo>
                <a:lnTo>
                  <a:pt x="2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748FC-DED3-4829-8309-C7DF0AACA9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b463f3de94d60"/>
          <a:srcRect xmlns:a="http://schemas.openxmlformats.org/drawingml/2006/main" l="3430" t="0" r="3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8243" y="6886113"/>
            <a:ext cx="332135" cy="319174"/>
          </a:xfrm>
          <a:prstGeom xmlns:a="http://schemas.openxmlformats.org/drawingml/2006/main" prst="rect">
            <a:avLst/>
          </a:prstGeom>
        </p:spPr>
      </p:pic>
      <p:sp>
        <p:nvSpPr>
          <p:cNvPr id="28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969F894B-2823-4474-9F04-6220CCA8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243" y="6886113"/>
            <a:ext cx="332135" cy="319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3094F309-A20F-44F7-AEE1-BB662C5E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9629" y="7230826"/>
            <a:ext cx="249815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RGB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5787E-7395-4CA2-B105-D80A11289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002eb4ae34b0a"/>
          <a:srcRect xmlns:a="http://schemas.openxmlformats.org/drawingml/2006/main" l="0" t="347" r="0" b="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95658" y="6918517"/>
            <a:ext cx="312693" cy="281910"/>
          </a:xfrm>
          <a:prstGeom xmlns:a="http://schemas.openxmlformats.org/drawingml/2006/main" prst="rect">
            <a:avLst/>
          </a:prstGeom>
        </p:spPr>
      </p:pic>
      <p:sp>
        <p:nvSpPr>
          <p:cNvPr id="31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4C4084EE-9D31-4DBA-965D-1EF3A894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5658" y="6918517"/>
            <a:ext cx="312693" cy="28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CDBBCF06-7EA7-4419-BFE6-38C465D0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8259" y="7195316"/>
            <a:ext cx="361162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box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D0238C-69D9-4887-815F-E697D9C141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3dac386da4319"/>
          <a:srcRect xmlns:a="http://schemas.openxmlformats.org/drawingml/2006/main" l="0" t="2154" r="0" b="2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9894" y="6892595"/>
            <a:ext cx="515213" cy="358057"/>
          </a:xfrm>
          <a:prstGeom xmlns:a="http://schemas.openxmlformats.org/drawingml/2006/main" prst="rect">
            <a:avLst/>
          </a:prstGeom>
        </p:spPr>
      </p:pic>
      <p:sp>
        <p:nvSpPr>
          <p:cNvPr id="34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55211288-1A6F-4E6A-9579-DF347C5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9894" y="6892595"/>
            <a:ext cx="515213" cy="35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460752FA-D33B-46F5-ACC0-DFEDE6A2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778" y="7199354"/>
            <a:ext cx="351043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contact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1D7D97-2356-4FD7-87CF-1E48EFE20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64bfafb0049f3"/>
          <a:srcRect xmlns:a="http://schemas.openxmlformats.org/drawingml/2006/main" l="11859" t="0" r="118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5783" y="6923378"/>
            <a:ext cx="255986" cy="275429"/>
          </a:xfrm>
          <a:prstGeom xmlns:a="http://schemas.openxmlformats.org/drawingml/2006/main" prst="rect">
            <a:avLst/>
          </a:prstGeom>
        </p:spPr>
      </p:pic>
      <p:sp>
        <p:nvSpPr>
          <p:cNvPr id="37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CEB4ED81-6842-4673-AF88-40504EA4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5783" y="6923378"/>
            <a:ext cx="255986" cy="27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AD33004C-AC22-490A-B328-DBF9C80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0058" y="7210924"/>
            <a:ext cx="405049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segment</a:t>
            </a:r>
          </a:p>
        </p:txBody>
      </p:sp>
      <p:sp>
        <p:nvSpPr>
          <p:cNvPr id="39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E37F40B0-1DB6-48FF-B9D8-BAE08C09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259" y="7186557"/>
            <a:ext cx="333991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depth 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4EF8EE-84B0-4257-BDCB-584295857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6db9155cc4370"/>
          <a:srcRect xmlns:a="http://schemas.openxmlformats.org/drawingml/2006/main" l="3341" t="0" r="33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3964" y="6892595"/>
            <a:ext cx="252746" cy="270568"/>
          </a:xfrm>
          <a:prstGeom xmlns:a="http://schemas.openxmlformats.org/drawingml/2006/main" prst="rect">
            <a:avLst/>
          </a:prstGeom>
        </p:spPr>
      </p:pic>
      <p:sp>
        <p:nvSpPr>
          <p:cNvPr id="41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A53DD634-B792-4EB7-9FE6-43850C08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3964" y="6892595"/>
            <a:ext cx="252746" cy="270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BFE487-D953-4609-81A4-0DB90FD3A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4a12c33e4420f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364" y="3955229"/>
            <a:ext cx="194420" cy="194420"/>
          </a:xfrm>
          <a:prstGeom xmlns:a="http://schemas.openxmlformats.org/drawingml/2006/main" prst="rect">
            <a:avLst/>
          </a:prstGeom>
        </p:spPr>
      </p:pic>
      <p:sp>
        <p:nvSpPr>
          <p:cNvPr id="43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36AAF6B5-6BB6-4938-8859-4E24BA54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64" y="3955229"/>
            <a:ext cx="194420" cy="194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29C148-394F-4D30-952E-8DD83AD078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a016abded4fa0"/>
          <a:srcRect xmlns:a="http://schemas.openxmlformats.org/drawingml/2006/main" l="0" t="3314" r="0" b="3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288" y="3942268"/>
            <a:ext cx="244645" cy="207382"/>
          </a:xfrm>
          <a:prstGeom xmlns:a="http://schemas.openxmlformats.org/drawingml/2006/main" prst="rect">
            <a:avLst/>
          </a:prstGeom>
        </p:spPr>
      </p:pic>
      <p:sp>
        <p:nvSpPr>
          <p:cNvPr id="45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3D40B240-2257-47AC-BCE6-F5BEEB42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288" y="3942268"/>
            <a:ext cx="244645" cy="207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FA4A89-4C38-4237-A981-B95FA5B7E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73b817e7a4aee"/>
          <a:srcRect xmlns:a="http://schemas.openxmlformats.org/drawingml/2006/main" l="235" t="0" r="2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554" y="3942268"/>
            <a:ext cx="225203" cy="202521"/>
          </a:xfrm>
          <a:prstGeom xmlns:a="http://schemas.openxmlformats.org/drawingml/2006/main" prst="rect">
            <a:avLst/>
          </a:prstGeom>
        </p:spPr>
      </p:pic>
      <p:sp>
        <p:nvSpPr>
          <p:cNvPr id="47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2ED7B22B-6335-430B-9B81-B2B18D2A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554" y="3942268"/>
            <a:ext cx="225203" cy="202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557499-C6F1-485E-A066-E3EF470FE0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09e090e814b9e"/>
          <a:srcRect xmlns:a="http://schemas.openxmlformats.org/drawingml/2006/main" l="18763" t="0" r="18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327" y="4110765"/>
            <a:ext cx="259227" cy="301351"/>
          </a:xfrm>
          <a:prstGeom xmlns:a="http://schemas.openxmlformats.org/drawingml/2006/main" prst="rect">
            <a:avLst/>
          </a:prstGeom>
        </p:spPr>
      </p:pic>
      <p:sp>
        <p:nvSpPr>
          <p:cNvPr id="49" name="pdf-source-image-15">
            <a:extLst xmlns:a="http://schemas.openxmlformats.org/drawingml/2006/main">
              <a:ext uri="{FF2B5EF4-FFF2-40B4-BE49-F238E27FC236}">
                <a16:creationId xmlns:a16="http://schemas.microsoft.com/office/drawing/2014/main" id="{92F82AD0-12CD-4B1C-A6FC-35C5C203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327" y="4110765"/>
            <a:ext cx="259227" cy="301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6A7837-5062-4E68-9146-1CC5DDC74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b093e24d54278"/>
          <a:srcRect xmlns:a="http://schemas.openxmlformats.org/drawingml/2006/main" l="8571" t="0" r="8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856" y="4172332"/>
            <a:ext cx="171738" cy="170118"/>
          </a:xfrm>
          <a:prstGeom xmlns:a="http://schemas.openxmlformats.org/drawingml/2006/main" prst="rect">
            <a:avLst/>
          </a:prstGeom>
        </p:spPr>
      </p:pic>
      <p:sp>
        <p:nvSpPr>
          <p:cNvPr id="51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90E9DAEB-D573-422E-A1B9-A5D1499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856" y="4172332"/>
            <a:ext cx="171738" cy="170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9E65BF6B-A247-4712-B20D-2E7CDF74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9234" y="4562176"/>
            <a:ext cx="1265250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Evolution 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8E426D-F7FE-4D51-BBA2-5E3B57681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88a13ab0c48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253" y="6819687"/>
            <a:ext cx="442306" cy="401802"/>
          </a:xfrm>
          <a:prstGeom xmlns:a="http://schemas.openxmlformats.org/drawingml/2006/main" prst="rect">
            <a:avLst/>
          </a:prstGeom>
        </p:spPr>
      </p:pic>
      <p:sp>
        <p:nvSpPr>
          <p:cNvPr id="54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2CC27C0E-464F-49A6-A1B6-1111B3A5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253" y="6819687"/>
            <a:ext cx="442306" cy="401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986C83A8-A159-499D-B820-3CA20B68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0537" y="7204038"/>
            <a:ext cx="934971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Spectral Clustering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56B5F0-A735-4465-8A7C-5608E5C322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f86b2353c4023"/>
          <a:srcRect xmlns:a="http://schemas.openxmlformats.org/drawingml/2006/main" l="0" t="4472" r="0" b="44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0189" y="6884493"/>
            <a:ext cx="461748" cy="259227"/>
          </a:xfrm>
          <a:prstGeom xmlns:a="http://schemas.openxmlformats.org/drawingml/2006/main" prst="rect">
            <a:avLst/>
          </a:prstGeom>
        </p:spPr>
      </p:pic>
      <p:sp>
        <p:nvSpPr>
          <p:cNvPr id="57" name="pdf-source-image-18">
            <a:extLst xmlns:a="http://schemas.openxmlformats.org/drawingml/2006/main">
              <a:ext uri="{FF2B5EF4-FFF2-40B4-BE49-F238E27FC236}">
                <a16:creationId xmlns:a16="http://schemas.microsoft.com/office/drawing/2014/main" id="{2DF2573D-9DBD-432C-AABA-ADA1BC6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0189" y="6884493"/>
            <a:ext cx="461748" cy="259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73D155EF-C901-4A4F-8AC9-95E6600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352" y="7203364"/>
            <a:ext cx="229564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MIR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5B3C95-CE5B-41FF-91A6-C1DBE4658A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2b987b7f84abb"/>
          <a:srcRect xmlns:a="http://schemas.openxmlformats.org/drawingml/2006/main" l="0" t="178" r="0" b="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8122" y="6868090"/>
            <a:ext cx="417706" cy="478206"/>
          </a:xfrm>
          <a:prstGeom xmlns:a="http://schemas.openxmlformats.org/drawingml/2006/main" prst="rect">
            <a:avLst/>
          </a:prstGeom>
        </p:spPr>
      </p:pic>
      <p:sp>
        <p:nvSpPr>
          <p:cNvPr id="60" name="pdf-source-image-19">
            <a:extLst xmlns:a="http://schemas.openxmlformats.org/drawingml/2006/main">
              <a:ext uri="{FF2B5EF4-FFF2-40B4-BE49-F238E27FC236}">
                <a16:creationId xmlns:a16="http://schemas.microsoft.com/office/drawing/2014/main" id="{60A90353-15F2-4E3B-AE26-C0A5D44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8122" y="6868090"/>
            <a:ext cx="417706" cy="478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F5CF72-528F-48CF-9787-2F6CDC7C5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8f6c779a64234"/>
          <a:srcRect xmlns:a="http://schemas.openxmlformats.org/drawingml/2006/main" l="0" t="225" r="0" b="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1379" y="6852224"/>
            <a:ext cx="417706" cy="491033"/>
          </a:xfrm>
          <a:prstGeom xmlns:a="http://schemas.openxmlformats.org/drawingml/2006/main" prst="rect">
            <a:avLst/>
          </a:prstGeom>
        </p:spPr>
      </p:pic>
      <p:sp>
        <p:nvSpPr>
          <p:cNvPr id="62" name="pdf-source-image-20">
            <a:extLst xmlns:a="http://schemas.openxmlformats.org/drawingml/2006/main">
              <a:ext uri="{FF2B5EF4-FFF2-40B4-BE49-F238E27FC236}">
                <a16:creationId xmlns:a16="http://schemas.microsoft.com/office/drawing/2014/main" id="{CDDC723A-3957-457A-B0EB-053597BD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1379" y="6852224"/>
            <a:ext cx="417706" cy="49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51F2D07B-BBEC-4D16-B594-63F5D8E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1344" y="7194587"/>
            <a:ext cx="739162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 Encoder</a:t>
            </a:r>
          </a:p>
        </p:txBody>
      </p:sp>
      <p:sp>
        <p:nvSpPr>
          <p:cNvPr id="64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8708803A-2F04-4334-8B8E-8EE4BB02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7755" y="7198639"/>
            <a:ext cx="658154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 Encoder</a:t>
            </a:r>
          </a:p>
        </p:txBody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242C93-77A0-44B0-B191-250C7B431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533c9f5304acc"/>
          <a:srcRect xmlns:a="http://schemas.openxmlformats.org/drawingml/2006/main" l="60" t="0" r="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9763" y="5013199"/>
            <a:ext cx="2687859" cy="1343120"/>
          </a:xfrm>
          <a:prstGeom xmlns:a="http://schemas.openxmlformats.org/drawingml/2006/main" prst="rect">
            <a:avLst/>
          </a:prstGeom>
        </p:spPr>
      </p:pic>
      <p:sp>
        <p:nvSpPr>
          <p:cNvPr id="66" name="pdf-source-image-21">
            <a:extLst xmlns:a="http://schemas.openxmlformats.org/drawingml/2006/main">
              <a:ext uri="{FF2B5EF4-FFF2-40B4-BE49-F238E27FC236}">
                <a16:creationId xmlns:a16="http://schemas.microsoft.com/office/drawing/2014/main" id="{31AC1943-0814-47BD-86A2-C391ECBB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9763" y="5013199"/>
            <a:ext cx="2687859" cy="134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pdf-path-47">
            <a:extLst xmlns:a="http://schemas.openxmlformats.org/drawingml/2006/main">
              <a:ext uri="{FF2B5EF4-FFF2-40B4-BE49-F238E27FC236}">
                <a16:creationId xmlns:a16="http://schemas.microsoft.com/office/drawing/2014/main" id="{77B6F97F-22DE-4010-AEAB-E847B4A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7112" y="5009418"/>
            <a:ext cx="2707220" cy="1350816"/>
          </a:xfrm>
          <a:custGeom xmlns:a="http://schemas.openxmlformats.org/drawingml/2006/main">
            <a:pathLst>
              <a:path w="2707220" h="1350816">
                <a:moveTo>
                  <a:pt x="2031813" y="0"/>
                </a:moveTo>
                <a:lnTo>
                  <a:pt x="2707220" y="675407"/>
                </a:lnTo>
                <a:lnTo>
                  <a:pt x="2031813" y="1350816"/>
                </a:lnTo>
                <a:lnTo>
                  <a:pt x="0" y="1350816"/>
                </a:lnTo>
                <a:lnTo>
                  <a:pt x="680174" y="670629"/>
                </a:lnTo>
                <a:lnTo>
                  <a:pt x="680174" y="680187"/>
                </a:lnTo>
                <a:lnTo>
                  <a:pt x="0" y="0"/>
                </a:lnTo>
                <a:lnTo>
                  <a:pt x="2031813" y="0"/>
                </a:lnTo>
                <a:moveTo>
                  <a:pt x="16296" y="13501"/>
                </a:moveTo>
                <a:lnTo>
                  <a:pt x="21075" y="1972"/>
                </a:lnTo>
                <a:lnTo>
                  <a:pt x="694499" y="675407"/>
                </a:lnTo>
                <a:lnTo>
                  <a:pt x="21075" y="1348845"/>
                </a:lnTo>
                <a:lnTo>
                  <a:pt x="16296" y="1337314"/>
                </a:lnTo>
                <a:lnTo>
                  <a:pt x="2029018" y="1337314"/>
                </a:lnTo>
                <a:lnTo>
                  <a:pt x="2024238" y="1339285"/>
                </a:lnTo>
                <a:lnTo>
                  <a:pt x="2692896" y="670629"/>
                </a:lnTo>
                <a:lnTo>
                  <a:pt x="2692896" y="680187"/>
                </a:lnTo>
                <a:lnTo>
                  <a:pt x="2024238" y="11531"/>
                </a:lnTo>
                <a:lnTo>
                  <a:pt x="2029018" y="13501"/>
                </a:lnTo>
                <a:lnTo>
                  <a:pt x="16296" y="13501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223E86-D1F6-43A8-BAB3-53CADA21D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f3ebaed9a423f"/>
          <a:srcRect xmlns:a="http://schemas.openxmlformats.org/drawingml/2006/main" l="0" t="5667" r="0" b="5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5623" y="5014144"/>
            <a:ext cx="2681378" cy="1337314"/>
          </a:xfrm>
          <a:prstGeom xmlns:a="http://schemas.openxmlformats.org/drawingml/2006/main" prst="rect">
            <a:avLst/>
          </a:prstGeom>
        </p:spPr>
      </p:pic>
      <p:sp>
        <p:nvSpPr>
          <p:cNvPr id="69" name="pdf-source-image-22">
            <a:extLst xmlns:a="http://schemas.openxmlformats.org/drawingml/2006/main">
              <a:ext uri="{FF2B5EF4-FFF2-40B4-BE49-F238E27FC236}">
                <a16:creationId xmlns:a16="http://schemas.microsoft.com/office/drawing/2014/main" id="{22B622A2-9489-4A29-B249-C3280612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5623" y="5014144"/>
            <a:ext cx="2681378" cy="1337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pdf-path-49">
            <a:extLst xmlns:a="http://schemas.openxmlformats.org/drawingml/2006/main">
              <a:ext uri="{FF2B5EF4-FFF2-40B4-BE49-F238E27FC236}">
                <a16:creationId xmlns:a16="http://schemas.microsoft.com/office/drawing/2014/main" id="{21F115B4-35D6-4930-81C3-1CC49491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327" y="5007393"/>
            <a:ext cx="2707220" cy="1350815"/>
          </a:xfrm>
          <a:custGeom xmlns:a="http://schemas.openxmlformats.org/drawingml/2006/main">
            <a:pathLst>
              <a:path w="2707220" h="1350815">
                <a:moveTo>
                  <a:pt x="2031813" y="0"/>
                </a:moveTo>
                <a:lnTo>
                  <a:pt x="2707220" y="675407"/>
                </a:lnTo>
                <a:lnTo>
                  <a:pt x="2031813" y="1350815"/>
                </a:lnTo>
                <a:lnTo>
                  <a:pt x="0" y="1350815"/>
                </a:lnTo>
                <a:lnTo>
                  <a:pt x="680174" y="670629"/>
                </a:lnTo>
                <a:lnTo>
                  <a:pt x="680174" y="680187"/>
                </a:lnTo>
                <a:lnTo>
                  <a:pt x="0" y="0"/>
                </a:lnTo>
                <a:lnTo>
                  <a:pt x="2031813" y="0"/>
                </a:lnTo>
                <a:moveTo>
                  <a:pt x="16296" y="13501"/>
                </a:moveTo>
                <a:lnTo>
                  <a:pt x="21075" y="1971"/>
                </a:lnTo>
                <a:lnTo>
                  <a:pt x="694499" y="675407"/>
                </a:lnTo>
                <a:lnTo>
                  <a:pt x="21075" y="1348844"/>
                </a:lnTo>
                <a:lnTo>
                  <a:pt x="16296" y="1337314"/>
                </a:lnTo>
                <a:lnTo>
                  <a:pt x="2029018" y="1337314"/>
                </a:lnTo>
                <a:lnTo>
                  <a:pt x="2024238" y="1339285"/>
                </a:lnTo>
                <a:lnTo>
                  <a:pt x="2692895" y="670629"/>
                </a:lnTo>
                <a:lnTo>
                  <a:pt x="2692895" y="680187"/>
                </a:lnTo>
                <a:lnTo>
                  <a:pt x="2024238" y="11530"/>
                </a:lnTo>
                <a:lnTo>
                  <a:pt x="2029018" y="13501"/>
                </a:lnTo>
                <a:lnTo>
                  <a:pt x="16296" y="13501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62E256-3594-4C27-A309-E7B214198C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72a4ca72b45e0"/>
          <a:srcRect xmlns:a="http://schemas.openxmlformats.org/drawingml/2006/main" l="0" t="28" r="0" b="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4542" y="5011579"/>
            <a:ext cx="2908202" cy="1346360"/>
          </a:xfrm>
          <a:prstGeom xmlns:a="http://schemas.openxmlformats.org/drawingml/2006/main" prst="rect">
            <a:avLst/>
          </a:prstGeom>
        </p:spPr>
      </p:pic>
      <p:sp>
        <p:nvSpPr>
          <p:cNvPr id="72" name="pdf-source-image-23">
            <a:extLst xmlns:a="http://schemas.openxmlformats.org/drawingml/2006/main">
              <a:ext uri="{FF2B5EF4-FFF2-40B4-BE49-F238E27FC236}">
                <a16:creationId xmlns:a16="http://schemas.microsoft.com/office/drawing/2014/main" id="{584F6AC1-4FB1-4F54-A01A-F937C724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4542" y="5011579"/>
            <a:ext cx="2908202" cy="134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pdf-path-51">
            <a:extLst xmlns:a="http://schemas.openxmlformats.org/drawingml/2006/main">
              <a:ext uri="{FF2B5EF4-FFF2-40B4-BE49-F238E27FC236}">
                <a16:creationId xmlns:a16="http://schemas.microsoft.com/office/drawing/2014/main" id="{8C50CCD1-24C7-4DB3-99A0-55571C1A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0947" y="5008743"/>
            <a:ext cx="2927967" cy="1352166"/>
          </a:xfrm>
          <a:custGeom xmlns:a="http://schemas.openxmlformats.org/drawingml/2006/main">
            <a:pathLst>
              <a:path w="2927967" h="1352166">
                <a:moveTo>
                  <a:pt x="2251885" y="0"/>
                </a:moveTo>
                <a:lnTo>
                  <a:pt x="2927967" y="676082"/>
                </a:lnTo>
                <a:lnTo>
                  <a:pt x="2251885" y="1352166"/>
                </a:lnTo>
                <a:lnTo>
                  <a:pt x="0" y="1352166"/>
                </a:lnTo>
                <a:lnTo>
                  <a:pt x="680848" y="671304"/>
                </a:lnTo>
                <a:lnTo>
                  <a:pt x="680848" y="680862"/>
                </a:lnTo>
                <a:lnTo>
                  <a:pt x="0" y="0"/>
                </a:lnTo>
                <a:lnTo>
                  <a:pt x="2251885" y="0"/>
                </a:lnTo>
                <a:moveTo>
                  <a:pt x="16296" y="13502"/>
                </a:moveTo>
                <a:lnTo>
                  <a:pt x="21075" y="1971"/>
                </a:lnTo>
                <a:lnTo>
                  <a:pt x="695173" y="676082"/>
                </a:lnTo>
                <a:lnTo>
                  <a:pt x="21075" y="1350194"/>
                </a:lnTo>
                <a:lnTo>
                  <a:pt x="16296" y="1338663"/>
                </a:lnTo>
                <a:lnTo>
                  <a:pt x="2249090" y="1338663"/>
                </a:lnTo>
                <a:lnTo>
                  <a:pt x="2244310" y="1340635"/>
                </a:lnTo>
                <a:lnTo>
                  <a:pt x="2913642" y="671304"/>
                </a:lnTo>
                <a:lnTo>
                  <a:pt x="2913642" y="680862"/>
                </a:lnTo>
                <a:lnTo>
                  <a:pt x="2244310" y="11531"/>
                </a:lnTo>
                <a:lnTo>
                  <a:pt x="2249090" y="13502"/>
                </a:lnTo>
                <a:lnTo>
                  <a:pt x="16296" y="13502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1CC078-E146-4F51-B4E7-05D43EC42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3ef024d8743f6"/>
          <a:srcRect xmlns:a="http://schemas.openxmlformats.org/drawingml/2006/main" l="0" t="60" r="0" b="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2105" y="5009959"/>
            <a:ext cx="2687859" cy="1344739"/>
          </a:xfrm>
          <a:prstGeom xmlns:a="http://schemas.openxmlformats.org/drawingml/2006/main" prst="rect">
            <a:avLst/>
          </a:prstGeom>
        </p:spPr>
      </p:pic>
      <p:sp>
        <p:nvSpPr>
          <p:cNvPr id="75" name="pdf-source-image-24">
            <a:extLst xmlns:a="http://schemas.openxmlformats.org/drawingml/2006/main">
              <a:ext uri="{FF2B5EF4-FFF2-40B4-BE49-F238E27FC236}">
                <a16:creationId xmlns:a16="http://schemas.microsoft.com/office/drawing/2014/main" id="{C106E39C-2503-4316-B391-003E16B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2105" y="5009959"/>
            <a:ext cx="2687859" cy="1344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pdf-path-53">
            <a:extLst xmlns:a="http://schemas.openxmlformats.org/drawingml/2006/main">
              <a:ext uri="{FF2B5EF4-FFF2-40B4-BE49-F238E27FC236}">
                <a16:creationId xmlns:a16="http://schemas.microsoft.com/office/drawing/2014/main" id="{E7EEE587-E50A-4AFC-BF9A-7BD250C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8509" y="5006718"/>
            <a:ext cx="2707220" cy="1350814"/>
          </a:xfrm>
          <a:custGeom xmlns:a="http://schemas.openxmlformats.org/drawingml/2006/main">
            <a:pathLst>
              <a:path w="2707220" h="1350814">
                <a:moveTo>
                  <a:pt x="2031813" y="0"/>
                </a:moveTo>
                <a:lnTo>
                  <a:pt x="2707220" y="675407"/>
                </a:lnTo>
                <a:lnTo>
                  <a:pt x="2031813" y="1350814"/>
                </a:lnTo>
                <a:lnTo>
                  <a:pt x="0" y="1350814"/>
                </a:lnTo>
                <a:lnTo>
                  <a:pt x="680174" y="670628"/>
                </a:lnTo>
                <a:lnTo>
                  <a:pt x="680174" y="680187"/>
                </a:lnTo>
                <a:lnTo>
                  <a:pt x="0" y="0"/>
                </a:lnTo>
                <a:lnTo>
                  <a:pt x="2031813" y="0"/>
                </a:lnTo>
                <a:moveTo>
                  <a:pt x="16296" y="13501"/>
                </a:moveTo>
                <a:lnTo>
                  <a:pt x="21075" y="1971"/>
                </a:lnTo>
                <a:lnTo>
                  <a:pt x="694499" y="675407"/>
                </a:lnTo>
                <a:lnTo>
                  <a:pt x="21075" y="1348844"/>
                </a:lnTo>
                <a:lnTo>
                  <a:pt x="16296" y="1337314"/>
                </a:lnTo>
                <a:lnTo>
                  <a:pt x="2029018" y="1337314"/>
                </a:lnTo>
                <a:lnTo>
                  <a:pt x="2024238" y="1339284"/>
                </a:lnTo>
                <a:lnTo>
                  <a:pt x="2692895" y="670628"/>
                </a:lnTo>
                <a:lnTo>
                  <a:pt x="2692895" y="680187"/>
                </a:lnTo>
                <a:lnTo>
                  <a:pt x="2024238" y="11530"/>
                </a:lnTo>
                <a:lnTo>
                  <a:pt x="2029018" y="13501"/>
                </a:lnTo>
                <a:lnTo>
                  <a:pt x="16296" y="13501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1C91FD-1F70-4876-9616-7C5A2821E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7e8a033c14fd2"/>
          <a:srcRect xmlns:a="http://schemas.openxmlformats.org/drawingml/2006/main" l="0" t="60" r="0" b="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16" y="5009959"/>
            <a:ext cx="2984350" cy="1344739"/>
          </a:xfrm>
          <a:prstGeom xmlns:a="http://schemas.openxmlformats.org/drawingml/2006/main" prst="rect">
            <a:avLst/>
          </a:prstGeom>
        </p:spPr>
      </p:pic>
      <p:sp>
        <p:nvSpPr>
          <p:cNvPr id="78" name="pdf-source-image-25">
            <a:extLst xmlns:a="http://schemas.openxmlformats.org/drawingml/2006/main">
              <a:ext uri="{FF2B5EF4-FFF2-40B4-BE49-F238E27FC236}">
                <a16:creationId xmlns:a16="http://schemas.microsoft.com/office/drawing/2014/main" id="{73B76FA9-97D0-458A-ACC9-D95D6285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16" y="5009959"/>
            <a:ext cx="2984350" cy="1344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pdf-path-55">
            <a:extLst xmlns:a="http://schemas.openxmlformats.org/drawingml/2006/main">
              <a:ext uri="{FF2B5EF4-FFF2-40B4-BE49-F238E27FC236}">
                <a16:creationId xmlns:a16="http://schemas.microsoft.com/office/drawing/2014/main" id="{95D54EEF-3789-48B5-A26B-AC35ECEF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80" y="5006718"/>
            <a:ext cx="2993355" cy="1351490"/>
          </a:xfrm>
          <a:custGeom xmlns:a="http://schemas.openxmlformats.org/drawingml/2006/main">
            <a:pathLst>
              <a:path w="2993355" h="1351490">
                <a:moveTo>
                  <a:pt x="2317610" y="0"/>
                </a:moveTo>
                <a:lnTo>
                  <a:pt x="2993355" y="675745"/>
                </a:lnTo>
                <a:lnTo>
                  <a:pt x="2317610" y="1351490"/>
                </a:lnTo>
                <a:lnTo>
                  <a:pt x="0" y="1351490"/>
                </a:lnTo>
                <a:lnTo>
                  <a:pt x="0" y="0"/>
                </a:lnTo>
                <a:lnTo>
                  <a:pt x="2317610" y="0"/>
                </a:lnTo>
                <a:moveTo>
                  <a:pt x="6751" y="13501"/>
                </a:moveTo>
                <a:lnTo>
                  <a:pt x="13502" y="6750"/>
                </a:lnTo>
                <a:lnTo>
                  <a:pt x="13502" y="1344740"/>
                </a:lnTo>
                <a:lnTo>
                  <a:pt x="6751" y="1337989"/>
                </a:lnTo>
                <a:lnTo>
                  <a:pt x="2314815" y="1337989"/>
                </a:lnTo>
                <a:lnTo>
                  <a:pt x="2310036" y="1339960"/>
                </a:lnTo>
                <a:lnTo>
                  <a:pt x="2979031" y="670965"/>
                </a:lnTo>
                <a:lnTo>
                  <a:pt x="2979031" y="680525"/>
                </a:lnTo>
                <a:lnTo>
                  <a:pt x="2310036" y="11530"/>
                </a:lnTo>
                <a:lnTo>
                  <a:pt x="2314815" y="13501"/>
                </a:lnTo>
                <a:lnTo>
                  <a:pt x="6751" y="13501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960D21FF-D09E-422C-86D1-6A9FEBD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489" y="6445700"/>
            <a:ext cx="1748432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Hunger-Driven Navigation</a:t>
            </a:r>
          </a:p>
        </p:txBody>
      </p:sp>
      <p:sp>
        <p:nvSpPr>
          <p:cNvPr id="81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6F324EA3-4EF0-4908-9174-08F8A68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346" y="6427472"/>
            <a:ext cx="2343170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rPr>
              <a:t>Ball Counting: 2 mirror reflections, </a:t>
            </a:r>
          </a:p>
        </p:txBody>
      </p:sp>
      <p:sp>
        <p:nvSpPr>
          <p:cNvPr id="82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7E930C4F-7923-4F19-BDD9-02E73ED0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2321" y="6621892"/>
            <a:ext cx="2306984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rPr>
              <a:t>4 visual patterns, 2 physical objects</a:t>
            </a:r>
          </a:p>
        </p:txBody>
      </p:sp>
      <p:sp>
        <p:nvSpPr>
          <p:cNvPr id="83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EDACA5FF-D289-497F-B19D-DD4F9DC6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7156" y="6426797"/>
            <a:ext cx="1140194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Depth Estimation</a:t>
            </a:r>
          </a:p>
        </p:txBody>
      </p:sp>
      <p:sp>
        <p:nvSpPr>
          <p:cNvPr id="84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685DAA6B-87FE-44E7-81CC-23ECAA60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3968" y="6445700"/>
            <a:ext cx="1365664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843F0B"/>
                </a:solidFill>
                <a:latin typeface="Times New Roman"/>
                <a:ea typeface="Times New Roman"/>
                <a:cs typeface="Times New Roman"/>
              </a:rPr>
              <a:t>Contact Relationship</a:t>
            </a:r>
          </a:p>
        </p:txBody>
      </p:sp>
      <p:sp>
        <p:nvSpPr>
          <p:cNvPr id="85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F12ABBFE-1422-4B47-A368-900B34F2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114" y="6445700"/>
            <a:ext cx="1503164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Object In-View Check:</a:t>
            </a:r>
          </a:p>
        </p:txBody>
      </p:sp>
      <p:sp>
        <p:nvSpPr>
          <p:cNvPr id="86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828A5E6D-6B0B-4FE8-8034-B8341C43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7173" y="6640119"/>
            <a:ext cx="1334152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red table not in view</a:t>
            </a:r>
          </a:p>
        </p:txBody>
      </p:sp>
      <p:sp>
        <p:nvSpPr>
          <p:cNvPr id="87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CC35A932-DCD0-4620-B0D0-DE7036E3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1997" y="5485981"/>
            <a:ext cx="368507" cy="2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......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65E90E7-A791-4F1E-9073-492D3A276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7a20afb974e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192" y="4180432"/>
            <a:ext cx="184294" cy="184294"/>
          </a:xfrm>
          <a:prstGeom xmlns:a="http://schemas.openxmlformats.org/drawingml/2006/main" prst="rect">
            <a:avLst/>
          </a:prstGeom>
        </p:spPr>
      </p:pic>
      <p:sp>
        <p:nvSpPr>
          <p:cNvPr id="89" name="pdf-source-image-26">
            <a:extLst xmlns:a="http://schemas.openxmlformats.org/drawingml/2006/main">
              <a:ext uri="{FF2B5EF4-FFF2-40B4-BE49-F238E27FC236}">
                <a16:creationId xmlns:a16="http://schemas.microsoft.com/office/drawing/2014/main" id="{2CB02B79-D342-4566-82E8-01F6255B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192" y="4180432"/>
            <a:ext cx="184294" cy="184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933F9B8C-60CB-4CFF-A0FB-1BF71C5A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9306" y="7195561"/>
            <a:ext cx="236282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label</a:t>
            </a:r>
          </a:p>
        </p:txBody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12F2E1-BE29-4000-B3D8-B13C24249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628d367004b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4663" y="6973197"/>
            <a:ext cx="184294" cy="184294"/>
          </a:xfrm>
          <a:prstGeom xmlns:a="http://schemas.openxmlformats.org/drawingml/2006/main" prst="rect">
            <a:avLst/>
          </a:prstGeom>
        </p:spPr>
      </p:pic>
      <p:sp>
        <p:nvSpPr>
          <p:cNvPr id="92" name="pdf-source-image-27">
            <a:extLst xmlns:a="http://schemas.openxmlformats.org/drawingml/2006/main">
              <a:ext uri="{FF2B5EF4-FFF2-40B4-BE49-F238E27FC236}">
                <a16:creationId xmlns:a16="http://schemas.microsoft.com/office/drawing/2014/main" id="{0285CC71-BCF8-44DC-AF0B-107BBD1B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4663" y="6973197"/>
            <a:ext cx="184294" cy="184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0422619-1ADE-4CBB-BD34-2F6FCC1FB1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2766d4b584fc6"/>
          <a:srcRect xmlns:a="http://schemas.openxmlformats.org/drawingml/2006/main" l="0" t="399" r="0" b="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5325" y="2450093"/>
            <a:ext cx="309020" cy="430951"/>
          </a:xfrm>
          <a:prstGeom xmlns:a="http://schemas.openxmlformats.org/drawingml/2006/main" prst="rect">
            <a:avLst/>
          </a:prstGeom>
        </p:spPr>
      </p:pic>
      <p:sp>
        <p:nvSpPr>
          <p:cNvPr id="94" name="pdf-source-image-28">
            <a:extLst xmlns:a="http://schemas.openxmlformats.org/drawingml/2006/main">
              <a:ext uri="{FF2B5EF4-FFF2-40B4-BE49-F238E27FC236}">
                <a16:creationId xmlns:a16="http://schemas.microsoft.com/office/drawing/2014/main" id="{1308FA33-26F3-4FD2-9122-53F0E458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5325" y="2450093"/>
            <a:ext cx="309020" cy="4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BFB9ACF-0A82-48C6-B73E-947FBDCF7D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988b31fe24b1b"/>
          <a:srcRect xmlns:a="http://schemas.openxmlformats.org/drawingml/2006/main" l="0" t="354" r="0" b="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5325" y="2693118"/>
            <a:ext cx="309020" cy="426901"/>
          </a:xfrm>
          <a:prstGeom xmlns:a="http://schemas.openxmlformats.org/drawingml/2006/main" prst="rect">
            <a:avLst/>
          </a:prstGeom>
        </p:spPr>
      </p:pic>
      <p:sp>
        <p:nvSpPr>
          <p:cNvPr id="96" name="pdf-source-image-29">
            <a:extLst xmlns:a="http://schemas.openxmlformats.org/drawingml/2006/main">
              <a:ext uri="{FF2B5EF4-FFF2-40B4-BE49-F238E27FC236}">
                <a16:creationId xmlns:a16="http://schemas.microsoft.com/office/drawing/2014/main" id="{8D754D65-7262-44AB-A3EC-13555310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5325" y="2693118"/>
            <a:ext cx="309020" cy="426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B81DD38-8F93-421A-9228-485A762B2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bd3453c1340d1"/>
          <a:srcRect xmlns:a="http://schemas.openxmlformats.org/drawingml/2006/main" l="3539" t="0" r="35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3649" y="2610489"/>
            <a:ext cx="341855" cy="226824"/>
          </a:xfrm>
          <a:prstGeom xmlns:a="http://schemas.openxmlformats.org/drawingml/2006/main" prst="rect">
            <a:avLst/>
          </a:prstGeom>
        </p:spPr>
      </p:pic>
      <p:sp>
        <p:nvSpPr>
          <p:cNvPr id="98" name="pdf-source-image-30">
            <a:extLst xmlns:a="http://schemas.openxmlformats.org/drawingml/2006/main">
              <a:ext uri="{FF2B5EF4-FFF2-40B4-BE49-F238E27FC236}">
                <a16:creationId xmlns:a16="http://schemas.microsoft.com/office/drawing/2014/main" id="{4F8CDB79-D66A-49AF-B2F1-BD537D2A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649" y="2610489"/>
            <a:ext cx="341855" cy="226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89B510-B170-49A5-93DF-DBBD8C01B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b105b9b1448d4"/>
          <a:srcRect xmlns:a="http://schemas.openxmlformats.org/drawingml/2006/main" l="2449" t="0" r="24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2156" y="2555404"/>
            <a:ext cx="340235" cy="325654"/>
          </a:xfrm>
          <a:prstGeom xmlns:a="http://schemas.openxmlformats.org/drawingml/2006/main" prst="rect">
            <a:avLst/>
          </a:prstGeom>
        </p:spPr>
      </p:pic>
      <p:sp>
        <p:nvSpPr>
          <p:cNvPr id="100" name="pdf-source-image-31">
            <a:extLst xmlns:a="http://schemas.openxmlformats.org/drawingml/2006/main">
              <a:ext uri="{FF2B5EF4-FFF2-40B4-BE49-F238E27FC236}">
                <a16:creationId xmlns:a16="http://schemas.microsoft.com/office/drawing/2014/main" id="{7A473A3C-9801-4A4D-97E4-44EEEA2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2156" y="2555404"/>
            <a:ext cx="340235" cy="325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pdf-path-71">
            <a:extLst xmlns:a="http://schemas.openxmlformats.org/drawingml/2006/main">
              <a:ext uri="{FF2B5EF4-FFF2-40B4-BE49-F238E27FC236}">
                <a16:creationId xmlns:a16="http://schemas.microsoft.com/office/drawing/2014/main" id="{47C4B122-5C76-4841-A4E8-67B0CAF0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0677" y="2599418"/>
            <a:ext cx="114762" cy="13502"/>
          </a:xfrm>
          <a:custGeom xmlns:a="http://schemas.openxmlformats.org/drawingml/2006/main">
            <a:pathLst>
              <a:path w="114762" h="13502">
                <a:moveTo>
                  <a:pt x="0" y="0"/>
                </a:moveTo>
                <a:lnTo>
                  <a:pt x="114762" y="0"/>
                </a:lnTo>
                <a:lnTo>
                  <a:pt x="114762" y="13502"/>
                </a:lnTo>
                <a:lnTo>
                  <a:pt x="0" y="13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72">
            <a:extLst xmlns:a="http://schemas.openxmlformats.org/drawingml/2006/main">
              <a:ext uri="{FF2B5EF4-FFF2-40B4-BE49-F238E27FC236}">
                <a16:creationId xmlns:a16="http://schemas.microsoft.com/office/drawing/2014/main" id="{AB528927-6BBA-406F-A630-5691BB1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0677" y="2852569"/>
            <a:ext cx="114762" cy="13502"/>
          </a:xfrm>
          <a:custGeom xmlns:a="http://schemas.openxmlformats.org/drawingml/2006/main">
            <a:pathLst>
              <a:path w="114762" h="13502">
                <a:moveTo>
                  <a:pt x="0" y="0"/>
                </a:moveTo>
                <a:lnTo>
                  <a:pt x="114762" y="0"/>
                </a:lnTo>
                <a:lnTo>
                  <a:pt x="114762" y="13502"/>
                </a:lnTo>
                <a:lnTo>
                  <a:pt x="0" y="13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73">
            <a:extLst xmlns:a="http://schemas.openxmlformats.org/drawingml/2006/main">
              <a:ext uri="{FF2B5EF4-FFF2-40B4-BE49-F238E27FC236}">
                <a16:creationId xmlns:a16="http://schemas.microsoft.com/office/drawing/2014/main" id="{DD0E0567-51B4-4378-A7DA-C829715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0038" y="2600093"/>
            <a:ext cx="13501" cy="268003"/>
          </a:xfrm>
          <a:custGeom xmlns:a="http://schemas.openxmlformats.org/drawingml/2006/main">
            <a:pathLst>
              <a:path w="13501" h="268003">
                <a:moveTo>
                  <a:pt x="13501" y="0"/>
                </a:moveTo>
                <a:lnTo>
                  <a:pt x="13501" y="268003"/>
                </a:lnTo>
                <a:lnTo>
                  <a:pt x="0" y="268003"/>
                </a:lnTo>
                <a:lnTo>
                  <a:pt x="0" y="0"/>
                </a:lnTo>
                <a:lnTo>
                  <a:pt x="1350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74">
            <a:extLst xmlns:a="http://schemas.openxmlformats.org/drawingml/2006/main">
              <a:ext uri="{FF2B5EF4-FFF2-40B4-BE49-F238E27FC236}">
                <a16:creationId xmlns:a16="http://schemas.microsoft.com/office/drawing/2014/main" id="{33867E6B-6FF0-4BDA-9FF7-88CEB048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6069" y="2674392"/>
            <a:ext cx="191045" cy="107930"/>
          </a:xfrm>
          <a:custGeom xmlns:a="http://schemas.openxmlformats.org/drawingml/2006/main">
            <a:pathLst>
              <a:path w="191045" h="107930">
                <a:moveTo>
                  <a:pt x="93241" y="95387"/>
                </a:moveTo>
                <a:lnTo>
                  <a:pt x="174249" y="48132"/>
                </a:lnTo>
                <a:lnTo>
                  <a:pt x="174249" y="59798"/>
                </a:lnTo>
                <a:lnTo>
                  <a:pt x="93241" y="12543"/>
                </a:lnTo>
                <a:lnTo>
                  <a:pt x="91608" y="11206"/>
                </a:lnTo>
                <a:lnTo>
                  <a:pt x="90459" y="9424"/>
                </a:lnTo>
                <a:lnTo>
                  <a:pt x="89920" y="7385"/>
                </a:lnTo>
                <a:lnTo>
                  <a:pt x="90042" y="5279"/>
                </a:lnTo>
                <a:lnTo>
                  <a:pt x="90811" y="3308"/>
                </a:lnTo>
                <a:lnTo>
                  <a:pt x="92148" y="1674"/>
                </a:lnTo>
                <a:lnTo>
                  <a:pt x="93916" y="526"/>
                </a:lnTo>
                <a:lnTo>
                  <a:pt x="95968" y="0"/>
                </a:lnTo>
                <a:lnTo>
                  <a:pt x="98075" y="108"/>
                </a:lnTo>
                <a:lnTo>
                  <a:pt x="100046" y="877"/>
                </a:lnTo>
                <a:lnTo>
                  <a:pt x="191045" y="53965"/>
                </a:lnTo>
                <a:lnTo>
                  <a:pt x="100046" y="107052"/>
                </a:lnTo>
                <a:lnTo>
                  <a:pt x="98075" y="107822"/>
                </a:lnTo>
                <a:lnTo>
                  <a:pt x="95968" y="107930"/>
                </a:lnTo>
                <a:lnTo>
                  <a:pt x="93916" y="107403"/>
                </a:lnTo>
                <a:lnTo>
                  <a:pt x="92148" y="106256"/>
                </a:lnTo>
                <a:lnTo>
                  <a:pt x="90811" y="104622"/>
                </a:lnTo>
                <a:lnTo>
                  <a:pt x="90042" y="102651"/>
                </a:lnTo>
                <a:lnTo>
                  <a:pt x="89920" y="100545"/>
                </a:lnTo>
                <a:lnTo>
                  <a:pt x="90459" y="98506"/>
                </a:lnTo>
                <a:lnTo>
                  <a:pt x="91608" y="96724"/>
                </a:lnTo>
                <a:lnTo>
                  <a:pt x="93241" y="95387"/>
                </a:lnTo>
                <a:moveTo>
                  <a:pt x="0" y="47214"/>
                </a:moveTo>
                <a:lnTo>
                  <a:pt x="177652" y="47214"/>
                </a:lnTo>
                <a:lnTo>
                  <a:pt x="177652" y="60716"/>
                </a:lnTo>
                <a:lnTo>
                  <a:pt x="0" y="60716"/>
                </a:lnTo>
                <a:lnTo>
                  <a:pt x="0" y="472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75">
            <a:extLst xmlns:a="http://schemas.openxmlformats.org/drawingml/2006/main">
              <a:ext uri="{FF2B5EF4-FFF2-40B4-BE49-F238E27FC236}">
                <a16:creationId xmlns:a16="http://schemas.microsoft.com/office/drawing/2014/main" id="{F937591D-09F5-4E62-99BB-E7C1F71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9590" y="2674392"/>
            <a:ext cx="153241" cy="107930"/>
          </a:xfrm>
          <a:custGeom xmlns:a="http://schemas.openxmlformats.org/drawingml/2006/main">
            <a:pathLst>
              <a:path w="153241" h="107930">
                <a:moveTo>
                  <a:pt x="55437" y="95387"/>
                </a:moveTo>
                <a:lnTo>
                  <a:pt x="136445" y="48132"/>
                </a:lnTo>
                <a:lnTo>
                  <a:pt x="136445" y="59798"/>
                </a:lnTo>
                <a:lnTo>
                  <a:pt x="55437" y="12543"/>
                </a:lnTo>
                <a:lnTo>
                  <a:pt x="53803" y="11206"/>
                </a:lnTo>
                <a:lnTo>
                  <a:pt x="52656" y="9424"/>
                </a:lnTo>
                <a:lnTo>
                  <a:pt x="52116" y="7385"/>
                </a:lnTo>
                <a:lnTo>
                  <a:pt x="52237" y="5279"/>
                </a:lnTo>
                <a:lnTo>
                  <a:pt x="53007" y="3308"/>
                </a:lnTo>
                <a:lnTo>
                  <a:pt x="54344" y="1674"/>
                </a:lnTo>
                <a:lnTo>
                  <a:pt x="56111" y="526"/>
                </a:lnTo>
                <a:lnTo>
                  <a:pt x="58164" y="0"/>
                </a:lnTo>
                <a:lnTo>
                  <a:pt x="60270" y="108"/>
                </a:lnTo>
                <a:lnTo>
                  <a:pt x="62242" y="877"/>
                </a:lnTo>
                <a:lnTo>
                  <a:pt x="153241" y="53965"/>
                </a:lnTo>
                <a:lnTo>
                  <a:pt x="62242" y="107052"/>
                </a:lnTo>
                <a:lnTo>
                  <a:pt x="60270" y="107822"/>
                </a:lnTo>
                <a:lnTo>
                  <a:pt x="58164" y="107930"/>
                </a:lnTo>
                <a:lnTo>
                  <a:pt x="56111" y="107403"/>
                </a:lnTo>
                <a:lnTo>
                  <a:pt x="54344" y="106256"/>
                </a:lnTo>
                <a:lnTo>
                  <a:pt x="53007" y="104622"/>
                </a:lnTo>
                <a:lnTo>
                  <a:pt x="52237" y="102651"/>
                </a:lnTo>
                <a:lnTo>
                  <a:pt x="52116" y="100545"/>
                </a:lnTo>
                <a:lnTo>
                  <a:pt x="52656" y="98506"/>
                </a:lnTo>
                <a:lnTo>
                  <a:pt x="53803" y="96724"/>
                </a:lnTo>
                <a:lnTo>
                  <a:pt x="55437" y="95387"/>
                </a:lnTo>
                <a:moveTo>
                  <a:pt x="0" y="47214"/>
                </a:moveTo>
                <a:lnTo>
                  <a:pt x="139848" y="47214"/>
                </a:lnTo>
                <a:lnTo>
                  <a:pt x="139848" y="60716"/>
                </a:lnTo>
                <a:lnTo>
                  <a:pt x="0" y="60716"/>
                </a:lnTo>
                <a:lnTo>
                  <a:pt x="0" y="472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76">
            <a:extLst xmlns:a="http://schemas.openxmlformats.org/drawingml/2006/main">
              <a:ext uri="{FF2B5EF4-FFF2-40B4-BE49-F238E27FC236}">
                <a16:creationId xmlns:a16="http://schemas.microsoft.com/office/drawing/2014/main" id="{6EA9FF0D-C786-4F8E-A505-02F8D1A1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8310" y="2691228"/>
            <a:ext cx="76283" cy="76283"/>
          </a:xfrm>
          <a:custGeom xmlns:a="http://schemas.openxmlformats.org/drawingml/2006/main">
            <a:pathLst>
              <a:path w="76283" h="76283">
                <a:moveTo>
                  <a:pt x="134" y="37533"/>
                </a:moveTo>
                <a:cubicBezTo>
                  <a:pt x="0" y="17079"/>
                  <a:pt x="17079" y="0"/>
                  <a:pt x="38141" y="0"/>
                </a:cubicBezTo>
                <a:cubicBezTo>
                  <a:pt x="59203" y="0"/>
                  <a:pt x="76283" y="17079"/>
                  <a:pt x="76283" y="38141"/>
                </a:cubicBezTo>
                <a:cubicBezTo>
                  <a:pt x="76283" y="59203"/>
                  <a:pt x="59203" y="76283"/>
                  <a:pt x="38141" y="76283"/>
                </a:cubicBezTo>
                <a:cubicBezTo>
                  <a:pt x="17079" y="76283"/>
                  <a:pt x="0" y="59203"/>
                  <a:pt x="134" y="375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77">
            <a:extLst xmlns:a="http://schemas.openxmlformats.org/drawingml/2006/main">
              <a:ext uri="{FF2B5EF4-FFF2-40B4-BE49-F238E27FC236}">
                <a16:creationId xmlns:a16="http://schemas.microsoft.com/office/drawing/2014/main" id="{79063AC8-DC04-448A-A1F8-55179DDC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8310" y="2691228"/>
            <a:ext cx="76283" cy="76283"/>
          </a:xfrm>
          <a:custGeom xmlns:a="http://schemas.openxmlformats.org/drawingml/2006/main">
            <a:pathLst>
              <a:path w="76283" h="76283">
                <a:moveTo>
                  <a:pt x="44892" y="0"/>
                </a:moveTo>
                <a:lnTo>
                  <a:pt x="44892" y="76283"/>
                </a:lnTo>
                <a:lnTo>
                  <a:pt x="31390" y="76283"/>
                </a:lnTo>
                <a:lnTo>
                  <a:pt x="31390" y="0"/>
                </a:lnTo>
                <a:lnTo>
                  <a:pt x="44892" y="0"/>
                </a:lnTo>
                <a:moveTo>
                  <a:pt x="0" y="31390"/>
                </a:moveTo>
                <a:lnTo>
                  <a:pt x="76283" y="31390"/>
                </a:lnTo>
                <a:lnTo>
                  <a:pt x="76283" y="44892"/>
                </a:lnTo>
                <a:lnTo>
                  <a:pt x="0" y="44892"/>
                </a:lnTo>
                <a:lnTo>
                  <a:pt x="0" y="313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78">
            <a:extLst xmlns:a="http://schemas.openxmlformats.org/drawingml/2006/main">
              <a:ext uri="{FF2B5EF4-FFF2-40B4-BE49-F238E27FC236}">
                <a16:creationId xmlns:a16="http://schemas.microsoft.com/office/drawing/2014/main" id="{ED954ADC-D685-495C-98CD-AFBBDB58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1546" y="2684464"/>
            <a:ext cx="89811" cy="89811"/>
          </a:xfrm>
          <a:custGeom xmlns:a="http://schemas.openxmlformats.org/drawingml/2006/main">
            <a:pathLst>
              <a:path w="89811" h="89811">
                <a:moveTo>
                  <a:pt x="243" y="40328"/>
                </a:moveTo>
                <a:lnTo>
                  <a:pt x="918" y="35860"/>
                </a:lnTo>
                <a:lnTo>
                  <a:pt x="2025" y="31553"/>
                </a:lnTo>
                <a:lnTo>
                  <a:pt x="3537" y="27421"/>
                </a:lnTo>
                <a:lnTo>
                  <a:pt x="5428" y="23506"/>
                </a:lnTo>
                <a:lnTo>
                  <a:pt x="7683" y="19793"/>
                </a:lnTo>
                <a:lnTo>
                  <a:pt x="10261" y="16337"/>
                </a:lnTo>
                <a:lnTo>
                  <a:pt x="13150" y="13150"/>
                </a:lnTo>
                <a:lnTo>
                  <a:pt x="16337" y="10261"/>
                </a:lnTo>
                <a:lnTo>
                  <a:pt x="19793" y="7682"/>
                </a:lnTo>
                <a:lnTo>
                  <a:pt x="23506" y="5428"/>
                </a:lnTo>
                <a:lnTo>
                  <a:pt x="27421" y="3537"/>
                </a:lnTo>
                <a:lnTo>
                  <a:pt x="31553" y="2025"/>
                </a:lnTo>
                <a:lnTo>
                  <a:pt x="35860" y="918"/>
                </a:lnTo>
                <a:lnTo>
                  <a:pt x="40328" y="243"/>
                </a:lnTo>
                <a:lnTo>
                  <a:pt x="44906" y="0"/>
                </a:lnTo>
                <a:lnTo>
                  <a:pt x="49483" y="243"/>
                </a:lnTo>
                <a:lnTo>
                  <a:pt x="53951" y="918"/>
                </a:lnTo>
                <a:lnTo>
                  <a:pt x="58258" y="2025"/>
                </a:lnTo>
                <a:lnTo>
                  <a:pt x="62390" y="3537"/>
                </a:lnTo>
                <a:lnTo>
                  <a:pt x="66306" y="5428"/>
                </a:lnTo>
                <a:lnTo>
                  <a:pt x="70019" y="7682"/>
                </a:lnTo>
                <a:lnTo>
                  <a:pt x="73475" y="10261"/>
                </a:lnTo>
                <a:lnTo>
                  <a:pt x="76661" y="13150"/>
                </a:lnTo>
                <a:lnTo>
                  <a:pt x="79550" y="16337"/>
                </a:lnTo>
                <a:lnTo>
                  <a:pt x="82129" y="19793"/>
                </a:lnTo>
                <a:lnTo>
                  <a:pt x="84384" y="23506"/>
                </a:lnTo>
                <a:lnTo>
                  <a:pt x="86274" y="27421"/>
                </a:lnTo>
                <a:lnTo>
                  <a:pt x="87787" y="31553"/>
                </a:lnTo>
                <a:lnTo>
                  <a:pt x="88893" y="35860"/>
                </a:lnTo>
                <a:lnTo>
                  <a:pt x="89582" y="40328"/>
                </a:lnTo>
                <a:lnTo>
                  <a:pt x="89811" y="44906"/>
                </a:lnTo>
                <a:lnTo>
                  <a:pt x="89582" y="49483"/>
                </a:lnTo>
                <a:lnTo>
                  <a:pt x="88893" y="53951"/>
                </a:lnTo>
                <a:lnTo>
                  <a:pt x="87787" y="58258"/>
                </a:lnTo>
                <a:lnTo>
                  <a:pt x="86274" y="62390"/>
                </a:lnTo>
                <a:lnTo>
                  <a:pt x="84384" y="66305"/>
                </a:lnTo>
                <a:lnTo>
                  <a:pt x="82129" y="70018"/>
                </a:lnTo>
                <a:lnTo>
                  <a:pt x="79550" y="73475"/>
                </a:lnTo>
                <a:lnTo>
                  <a:pt x="76661" y="76661"/>
                </a:lnTo>
                <a:lnTo>
                  <a:pt x="73475" y="79550"/>
                </a:lnTo>
                <a:lnTo>
                  <a:pt x="70019" y="82129"/>
                </a:lnTo>
                <a:lnTo>
                  <a:pt x="66306" y="84384"/>
                </a:lnTo>
                <a:lnTo>
                  <a:pt x="62390" y="86274"/>
                </a:lnTo>
                <a:lnTo>
                  <a:pt x="58258" y="87786"/>
                </a:lnTo>
                <a:lnTo>
                  <a:pt x="53951" y="88893"/>
                </a:lnTo>
                <a:lnTo>
                  <a:pt x="49483" y="89582"/>
                </a:lnTo>
                <a:lnTo>
                  <a:pt x="44906" y="89811"/>
                </a:lnTo>
                <a:lnTo>
                  <a:pt x="40328" y="89582"/>
                </a:lnTo>
                <a:lnTo>
                  <a:pt x="35860" y="88893"/>
                </a:lnTo>
                <a:lnTo>
                  <a:pt x="31553" y="87786"/>
                </a:lnTo>
                <a:lnTo>
                  <a:pt x="27421" y="86274"/>
                </a:lnTo>
                <a:lnTo>
                  <a:pt x="23506" y="84384"/>
                </a:lnTo>
                <a:lnTo>
                  <a:pt x="19793" y="82129"/>
                </a:lnTo>
                <a:lnTo>
                  <a:pt x="16337" y="79550"/>
                </a:lnTo>
                <a:lnTo>
                  <a:pt x="13150" y="76661"/>
                </a:lnTo>
                <a:lnTo>
                  <a:pt x="10261" y="73475"/>
                </a:lnTo>
                <a:lnTo>
                  <a:pt x="7683" y="70018"/>
                </a:lnTo>
                <a:lnTo>
                  <a:pt x="5428" y="66305"/>
                </a:lnTo>
                <a:lnTo>
                  <a:pt x="3537" y="62390"/>
                </a:lnTo>
                <a:lnTo>
                  <a:pt x="2025" y="58258"/>
                </a:lnTo>
                <a:lnTo>
                  <a:pt x="918" y="53951"/>
                </a:lnTo>
                <a:lnTo>
                  <a:pt x="243" y="49483"/>
                </a:lnTo>
                <a:lnTo>
                  <a:pt x="0" y="44906"/>
                </a:lnTo>
                <a:lnTo>
                  <a:pt x="243" y="40328"/>
                </a:lnTo>
                <a:moveTo>
                  <a:pt x="13501" y="45243"/>
                </a:moveTo>
                <a:lnTo>
                  <a:pt x="13501" y="44568"/>
                </a:lnTo>
                <a:lnTo>
                  <a:pt x="13704" y="48470"/>
                </a:lnTo>
                <a:lnTo>
                  <a:pt x="13636" y="47781"/>
                </a:lnTo>
                <a:lnTo>
                  <a:pt x="14217" y="51575"/>
                </a:lnTo>
                <a:lnTo>
                  <a:pt x="14082" y="50914"/>
                </a:lnTo>
                <a:lnTo>
                  <a:pt x="15014" y="54572"/>
                </a:lnTo>
                <a:lnTo>
                  <a:pt x="14825" y="53924"/>
                </a:lnTo>
                <a:lnTo>
                  <a:pt x="16107" y="57435"/>
                </a:lnTo>
                <a:lnTo>
                  <a:pt x="15837" y="56827"/>
                </a:lnTo>
                <a:lnTo>
                  <a:pt x="17443" y="60162"/>
                </a:lnTo>
                <a:lnTo>
                  <a:pt x="17133" y="59581"/>
                </a:lnTo>
                <a:lnTo>
                  <a:pt x="19051" y="62728"/>
                </a:lnTo>
                <a:lnTo>
                  <a:pt x="18686" y="62187"/>
                </a:lnTo>
                <a:lnTo>
                  <a:pt x="20886" y="65131"/>
                </a:lnTo>
                <a:lnTo>
                  <a:pt x="20468" y="64631"/>
                </a:lnTo>
                <a:lnTo>
                  <a:pt x="22925" y="67331"/>
                </a:lnTo>
                <a:lnTo>
                  <a:pt x="22480" y="66885"/>
                </a:lnTo>
                <a:lnTo>
                  <a:pt x="25180" y="69343"/>
                </a:lnTo>
                <a:lnTo>
                  <a:pt x="24680" y="68924"/>
                </a:lnTo>
                <a:lnTo>
                  <a:pt x="27624" y="71125"/>
                </a:lnTo>
                <a:lnTo>
                  <a:pt x="27084" y="70761"/>
                </a:lnTo>
                <a:lnTo>
                  <a:pt x="30230" y="72678"/>
                </a:lnTo>
                <a:lnTo>
                  <a:pt x="29649" y="72367"/>
                </a:lnTo>
                <a:lnTo>
                  <a:pt x="32984" y="73974"/>
                </a:lnTo>
                <a:lnTo>
                  <a:pt x="32376" y="73704"/>
                </a:lnTo>
                <a:lnTo>
                  <a:pt x="35886" y="74987"/>
                </a:lnTo>
                <a:lnTo>
                  <a:pt x="35239" y="74797"/>
                </a:lnTo>
                <a:lnTo>
                  <a:pt x="38897" y="75729"/>
                </a:lnTo>
                <a:lnTo>
                  <a:pt x="38236" y="75594"/>
                </a:lnTo>
                <a:lnTo>
                  <a:pt x="42030" y="76174"/>
                </a:lnTo>
                <a:lnTo>
                  <a:pt x="41342" y="76107"/>
                </a:lnTo>
                <a:lnTo>
                  <a:pt x="45243" y="76310"/>
                </a:lnTo>
                <a:lnTo>
                  <a:pt x="44568" y="76310"/>
                </a:lnTo>
                <a:lnTo>
                  <a:pt x="48470" y="76107"/>
                </a:lnTo>
                <a:lnTo>
                  <a:pt x="47782" y="76174"/>
                </a:lnTo>
                <a:lnTo>
                  <a:pt x="51575" y="75594"/>
                </a:lnTo>
                <a:lnTo>
                  <a:pt x="50914" y="75729"/>
                </a:lnTo>
                <a:lnTo>
                  <a:pt x="54572" y="74797"/>
                </a:lnTo>
                <a:lnTo>
                  <a:pt x="53924" y="74987"/>
                </a:lnTo>
                <a:lnTo>
                  <a:pt x="57435" y="73704"/>
                </a:lnTo>
                <a:lnTo>
                  <a:pt x="56827" y="73974"/>
                </a:lnTo>
                <a:lnTo>
                  <a:pt x="60162" y="72367"/>
                </a:lnTo>
                <a:lnTo>
                  <a:pt x="59581" y="72678"/>
                </a:lnTo>
                <a:lnTo>
                  <a:pt x="62728" y="70761"/>
                </a:lnTo>
                <a:lnTo>
                  <a:pt x="62187" y="71125"/>
                </a:lnTo>
                <a:lnTo>
                  <a:pt x="65131" y="68924"/>
                </a:lnTo>
                <a:lnTo>
                  <a:pt x="64631" y="69343"/>
                </a:lnTo>
                <a:lnTo>
                  <a:pt x="67331" y="66885"/>
                </a:lnTo>
                <a:lnTo>
                  <a:pt x="66886" y="67331"/>
                </a:lnTo>
                <a:lnTo>
                  <a:pt x="69343" y="64631"/>
                </a:lnTo>
                <a:lnTo>
                  <a:pt x="68925" y="65131"/>
                </a:lnTo>
                <a:lnTo>
                  <a:pt x="71125" y="62187"/>
                </a:lnTo>
                <a:lnTo>
                  <a:pt x="70761" y="62728"/>
                </a:lnTo>
                <a:lnTo>
                  <a:pt x="72678" y="59581"/>
                </a:lnTo>
                <a:lnTo>
                  <a:pt x="72368" y="60162"/>
                </a:lnTo>
                <a:lnTo>
                  <a:pt x="73974" y="56827"/>
                </a:lnTo>
                <a:lnTo>
                  <a:pt x="73704" y="57435"/>
                </a:lnTo>
                <a:lnTo>
                  <a:pt x="74987" y="53924"/>
                </a:lnTo>
                <a:lnTo>
                  <a:pt x="74797" y="54572"/>
                </a:lnTo>
                <a:lnTo>
                  <a:pt x="75730" y="50914"/>
                </a:lnTo>
                <a:lnTo>
                  <a:pt x="75595" y="51575"/>
                </a:lnTo>
                <a:lnTo>
                  <a:pt x="76174" y="47781"/>
                </a:lnTo>
                <a:lnTo>
                  <a:pt x="76107" y="48470"/>
                </a:lnTo>
                <a:lnTo>
                  <a:pt x="76310" y="44568"/>
                </a:lnTo>
                <a:lnTo>
                  <a:pt x="76310" y="45243"/>
                </a:lnTo>
                <a:lnTo>
                  <a:pt x="76107" y="41341"/>
                </a:lnTo>
                <a:lnTo>
                  <a:pt x="76174" y="42030"/>
                </a:lnTo>
                <a:lnTo>
                  <a:pt x="75595" y="38235"/>
                </a:lnTo>
                <a:lnTo>
                  <a:pt x="75730" y="38897"/>
                </a:lnTo>
                <a:lnTo>
                  <a:pt x="74797" y="35238"/>
                </a:lnTo>
                <a:lnTo>
                  <a:pt x="74987" y="35887"/>
                </a:lnTo>
                <a:lnTo>
                  <a:pt x="73704" y="32376"/>
                </a:lnTo>
                <a:lnTo>
                  <a:pt x="73974" y="32984"/>
                </a:lnTo>
                <a:lnTo>
                  <a:pt x="72368" y="29649"/>
                </a:lnTo>
                <a:lnTo>
                  <a:pt x="72678" y="30229"/>
                </a:lnTo>
                <a:lnTo>
                  <a:pt x="70761" y="27084"/>
                </a:lnTo>
                <a:lnTo>
                  <a:pt x="71125" y="27624"/>
                </a:lnTo>
                <a:lnTo>
                  <a:pt x="68925" y="24680"/>
                </a:lnTo>
                <a:lnTo>
                  <a:pt x="69343" y="25180"/>
                </a:lnTo>
                <a:lnTo>
                  <a:pt x="66886" y="22479"/>
                </a:lnTo>
                <a:lnTo>
                  <a:pt x="67331" y="22925"/>
                </a:lnTo>
                <a:lnTo>
                  <a:pt x="64631" y="20468"/>
                </a:lnTo>
                <a:lnTo>
                  <a:pt x="65131" y="20886"/>
                </a:lnTo>
                <a:lnTo>
                  <a:pt x="62187" y="18686"/>
                </a:lnTo>
                <a:lnTo>
                  <a:pt x="62728" y="19050"/>
                </a:lnTo>
                <a:lnTo>
                  <a:pt x="59581" y="17133"/>
                </a:lnTo>
                <a:lnTo>
                  <a:pt x="60162" y="17443"/>
                </a:lnTo>
                <a:lnTo>
                  <a:pt x="56827" y="15837"/>
                </a:lnTo>
                <a:lnTo>
                  <a:pt x="57435" y="16107"/>
                </a:lnTo>
                <a:lnTo>
                  <a:pt x="53924" y="14825"/>
                </a:lnTo>
                <a:lnTo>
                  <a:pt x="54572" y="15013"/>
                </a:lnTo>
                <a:lnTo>
                  <a:pt x="50914" y="14082"/>
                </a:lnTo>
                <a:lnTo>
                  <a:pt x="51575" y="14217"/>
                </a:lnTo>
                <a:lnTo>
                  <a:pt x="47782" y="13636"/>
                </a:lnTo>
                <a:lnTo>
                  <a:pt x="48470" y="13704"/>
                </a:lnTo>
                <a:lnTo>
                  <a:pt x="44568" y="13501"/>
                </a:lnTo>
                <a:lnTo>
                  <a:pt x="45243" y="13501"/>
                </a:lnTo>
                <a:lnTo>
                  <a:pt x="41342" y="13704"/>
                </a:lnTo>
                <a:lnTo>
                  <a:pt x="42030" y="13636"/>
                </a:lnTo>
                <a:lnTo>
                  <a:pt x="38236" y="14217"/>
                </a:lnTo>
                <a:lnTo>
                  <a:pt x="38897" y="14082"/>
                </a:lnTo>
                <a:lnTo>
                  <a:pt x="35239" y="15013"/>
                </a:lnTo>
                <a:lnTo>
                  <a:pt x="35886" y="14825"/>
                </a:lnTo>
                <a:lnTo>
                  <a:pt x="32376" y="16107"/>
                </a:lnTo>
                <a:lnTo>
                  <a:pt x="32984" y="15837"/>
                </a:lnTo>
                <a:lnTo>
                  <a:pt x="29649" y="17443"/>
                </a:lnTo>
                <a:lnTo>
                  <a:pt x="30230" y="17133"/>
                </a:lnTo>
                <a:lnTo>
                  <a:pt x="27084" y="19050"/>
                </a:lnTo>
                <a:lnTo>
                  <a:pt x="27624" y="18686"/>
                </a:lnTo>
                <a:lnTo>
                  <a:pt x="24680" y="20886"/>
                </a:lnTo>
                <a:lnTo>
                  <a:pt x="25180" y="20468"/>
                </a:lnTo>
                <a:lnTo>
                  <a:pt x="22480" y="22925"/>
                </a:lnTo>
                <a:lnTo>
                  <a:pt x="22925" y="22479"/>
                </a:lnTo>
                <a:lnTo>
                  <a:pt x="20468" y="25180"/>
                </a:lnTo>
                <a:lnTo>
                  <a:pt x="20886" y="24680"/>
                </a:lnTo>
                <a:lnTo>
                  <a:pt x="18686" y="27624"/>
                </a:lnTo>
                <a:lnTo>
                  <a:pt x="19051" y="27084"/>
                </a:lnTo>
                <a:lnTo>
                  <a:pt x="17133" y="30229"/>
                </a:lnTo>
                <a:lnTo>
                  <a:pt x="17443" y="29649"/>
                </a:lnTo>
                <a:lnTo>
                  <a:pt x="15837" y="32984"/>
                </a:lnTo>
                <a:lnTo>
                  <a:pt x="16107" y="32376"/>
                </a:lnTo>
                <a:lnTo>
                  <a:pt x="14825" y="35887"/>
                </a:lnTo>
                <a:lnTo>
                  <a:pt x="15014" y="35238"/>
                </a:lnTo>
                <a:lnTo>
                  <a:pt x="14082" y="38897"/>
                </a:lnTo>
                <a:lnTo>
                  <a:pt x="14217" y="38235"/>
                </a:lnTo>
                <a:lnTo>
                  <a:pt x="13636" y="42030"/>
                </a:lnTo>
                <a:lnTo>
                  <a:pt x="13704" y="41341"/>
                </a:lnTo>
                <a:lnTo>
                  <a:pt x="13501" y="45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D654624B-A739-4579-AD4F-DB8B794C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5153" y="3900231"/>
            <a:ext cx="867029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0" i="0">
                <a:solidFill>
                  <a:srgbClr val="B8474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0" i="0">
                <a:solidFill>
                  <a:srgbClr val="B847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0">
                <a:solidFill>
                  <a:srgbClr val="B8474D"/>
                </a:solidFill>
                <a:latin typeface="Times New Roman"/>
                <a:ea typeface="Times New Roman"/>
                <a:cs typeface="Times New Roman"/>
              </a:rPr>
              <a:t>initial tasks</a:t>
            </a:r>
          </a:p>
        </p:txBody>
      </p:sp>
      <p:sp>
        <p:nvSpPr>
          <p:cNvPr id="110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9D642A04-3F94-47E3-8694-9C1B49C7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5153" y="3183306"/>
            <a:ext cx="1754001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0" i="0">
                <a:solidFill>
                  <a:srgbClr val="B8474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0" i="0">
                <a:solidFill>
                  <a:srgbClr val="B847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0">
                <a:solidFill>
                  <a:srgbClr val="B8474D"/>
                </a:solidFill>
                <a:latin typeface="Times New Roman"/>
                <a:ea typeface="Times New Roman"/>
                <a:cs typeface="Times New Roman"/>
              </a:rPr>
              <a:t>initial &amp; evolved tasks </a:t>
            </a:r>
          </a:p>
        </p:txBody>
      </p:sp>
      <p:sp>
        <p:nvSpPr>
          <p:cNvPr id="111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3B445C29-A458-49CD-BC7E-D497A26F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25" y="2493086"/>
            <a:ext cx="105499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12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89919E9C-9A41-4283-A875-E284ABA2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71" y="216751"/>
            <a:ext cx="94847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13" name="pdf-path-83">
            <a:extLst xmlns:a="http://schemas.openxmlformats.org/drawingml/2006/main">
              <a:ext uri="{FF2B5EF4-FFF2-40B4-BE49-F238E27FC236}">
                <a16:creationId xmlns:a16="http://schemas.microsoft.com/office/drawing/2014/main" id="{5E69AC82-A9FF-48C2-AFCF-412DCEB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286" y="3974536"/>
            <a:ext cx="114951" cy="114816"/>
          </a:xfrm>
          <a:custGeom xmlns:a="http://schemas.openxmlformats.org/drawingml/2006/main">
            <a:pathLst>
              <a:path w="114951" h="114816">
                <a:moveTo>
                  <a:pt x="0" y="56841"/>
                </a:moveTo>
                <a:cubicBezTo>
                  <a:pt x="135" y="25706"/>
                  <a:pt x="25842" y="0"/>
                  <a:pt x="57543" y="0"/>
                </a:cubicBezTo>
                <a:cubicBezTo>
                  <a:pt x="89245" y="0"/>
                  <a:pt x="114951" y="25706"/>
                  <a:pt x="114951" y="57408"/>
                </a:cubicBezTo>
                <a:cubicBezTo>
                  <a:pt x="114951" y="89109"/>
                  <a:pt x="89245" y="114816"/>
                  <a:pt x="57543" y="114816"/>
                </a:cubicBezTo>
                <a:cubicBezTo>
                  <a:pt x="25842" y="114816"/>
                  <a:pt x="135" y="89109"/>
                  <a:pt x="0" y="5684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84">
            <a:extLst xmlns:a="http://schemas.openxmlformats.org/drawingml/2006/main">
              <a:ext uri="{FF2B5EF4-FFF2-40B4-BE49-F238E27FC236}">
                <a16:creationId xmlns:a16="http://schemas.microsoft.com/office/drawing/2014/main" id="{949AB76E-A380-4A5D-B6AA-7AFADF84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465" y="3986579"/>
            <a:ext cx="90729" cy="90730"/>
          </a:xfrm>
          <a:custGeom xmlns:a="http://schemas.openxmlformats.org/drawingml/2006/main">
            <a:pathLst>
              <a:path w="90729" h="90730">
                <a:moveTo>
                  <a:pt x="9545" y="0"/>
                </a:moveTo>
                <a:lnTo>
                  <a:pt x="90729" y="81184"/>
                </a:lnTo>
                <a:lnTo>
                  <a:pt x="81184" y="90730"/>
                </a:lnTo>
                <a:lnTo>
                  <a:pt x="0" y="9545"/>
                </a:lnTo>
                <a:lnTo>
                  <a:pt x="9545" y="0"/>
                </a:lnTo>
                <a:moveTo>
                  <a:pt x="90729" y="9545"/>
                </a:moveTo>
                <a:lnTo>
                  <a:pt x="9545" y="90730"/>
                </a:lnTo>
                <a:lnTo>
                  <a:pt x="0" y="81184"/>
                </a:lnTo>
                <a:lnTo>
                  <a:pt x="81184" y="0"/>
                </a:lnTo>
                <a:lnTo>
                  <a:pt x="90729" y="95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85">
            <a:extLst xmlns:a="http://schemas.openxmlformats.org/drawingml/2006/main">
              <a:ext uri="{FF2B5EF4-FFF2-40B4-BE49-F238E27FC236}">
                <a16:creationId xmlns:a16="http://schemas.microsoft.com/office/drawing/2014/main" id="{876EB000-9160-4BE8-8521-AA6D6090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671" y="3967785"/>
            <a:ext cx="128318" cy="128317"/>
          </a:xfrm>
          <a:custGeom xmlns:a="http://schemas.openxmlformats.org/drawingml/2006/main">
            <a:pathLst>
              <a:path w="128318" h="128317">
                <a:moveTo>
                  <a:pt x="81" y="60864"/>
                </a:moveTo>
                <a:lnTo>
                  <a:pt x="324" y="57610"/>
                </a:lnTo>
                <a:lnTo>
                  <a:pt x="743" y="54397"/>
                </a:lnTo>
                <a:lnTo>
                  <a:pt x="1310" y="51156"/>
                </a:lnTo>
                <a:lnTo>
                  <a:pt x="2876" y="45081"/>
                </a:lnTo>
                <a:lnTo>
                  <a:pt x="5036" y="39181"/>
                </a:lnTo>
                <a:lnTo>
                  <a:pt x="7736" y="33564"/>
                </a:lnTo>
                <a:lnTo>
                  <a:pt x="10950" y="28272"/>
                </a:lnTo>
                <a:lnTo>
                  <a:pt x="14649" y="23344"/>
                </a:lnTo>
                <a:lnTo>
                  <a:pt x="18781" y="18780"/>
                </a:lnTo>
                <a:lnTo>
                  <a:pt x="23344" y="14649"/>
                </a:lnTo>
                <a:lnTo>
                  <a:pt x="28272" y="10949"/>
                </a:lnTo>
                <a:lnTo>
                  <a:pt x="33564" y="7736"/>
                </a:lnTo>
                <a:lnTo>
                  <a:pt x="39181" y="5036"/>
                </a:lnTo>
                <a:lnTo>
                  <a:pt x="45081" y="2876"/>
                </a:lnTo>
                <a:lnTo>
                  <a:pt x="51157" y="1310"/>
                </a:lnTo>
                <a:lnTo>
                  <a:pt x="54397" y="742"/>
                </a:lnTo>
                <a:lnTo>
                  <a:pt x="57611" y="324"/>
                </a:lnTo>
                <a:lnTo>
                  <a:pt x="60864" y="81"/>
                </a:lnTo>
                <a:lnTo>
                  <a:pt x="64159" y="0"/>
                </a:lnTo>
                <a:lnTo>
                  <a:pt x="67453" y="81"/>
                </a:lnTo>
                <a:lnTo>
                  <a:pt x="70707" y="324"/>
                </a:lnTo>
                <a:lnTo>
                  <a:pt x="73921" y="742"/>
                </a:lnTo>
                <a:lnTo>
                  <a:pt x="77161" y="1310"/>
                </a:lnTo>
                <a:lnTo>
                  <a:pt x="83236" y="2876"/>
                </a:lnTo>
                <a:lnTo>
                  <a:pt x="89136" y="5036"/>
                </a:lnTo>
                <a:lnTo>
                  <a:pt x="94753" y="7736"/>
                </a:lnTo>
                <a:lnTo>
                  <a:pt x="100032" y="10949"/>
                </a:lnTo>
                <a:lnTo>
                  <a:pt x="104974" y="14649"/>
                </a:lnTo>
                <a:lnTo>
                  <a:pt x="109537" y="18780"/>
                </a:lnTo>
                <a:lnTo>
                  <a:pt x="113669" y="23344"/>
                </a:lnTo>
                <a:lnTo>
                  <a:pt x="117368" y="28272"/>
                </a:lnTo>
                <a:lnTo>
                  <a:pt x="120581" y="33564"/>
                </a:lnTo>
                <a:lnTo>
                  <a:pt x="123282" y="39181"/>
                </a:lnTo>
                <a:lnTo>
                  <a:pt x="125442" y="45081"/>
                </a:lnTo>
                <a:lnTo>
                  <a:pt x="126994" y="51156"/>
                </a:lnTo>
                <a:lnTo>
                  <a:pt x="127575" y="54397"/>
                </a:lnTo>
                <a:lnTo>
                  <a:pt x="127994" y="57610"/>
                </a:lnTo>
                <a:lnTo>
                  <a:pt x="128237" y="60864"/>
                </a:lnTo>
                <a:lnTo>
                  <a:pt x="128318" y="64159"/>
                </a:lnTo>
                <a:lnTo>
                  <a:pt x="128237" y="67453"/>
                </a:lnTo>
                <a:lnTo>
                  <a:pt x="127994" y="70707"/>
                </a:lnTo>
                <a:lnTo>
                  <a:pt x="127575" y="73920"/>
                </a:lnTo>
                <a:lnTo>
                  <a:pt x="126994" y="77160"/>
                </a:lnTo>
                <a:lnTo>
                  <a:pt x="125442" y="83236"/>
                </a:lnTo>
                <a:lnTo>
                  <a:pt x="123282" y="89136"/>
                </a:lnTo>
                <a:lnTo>
                  <a:pt x="120581" y="94753"/>
                </a:lnTo>
                <a:lnTo>
                  <a:pt x="117368" y="100032"/>
                </a:lnTo>
                <a:lnTo>
                  <a:pt x="113669" y="104973"/>
                </a:lnTo>
                <a:lnTo>
                  <a:pt x="109537" y="109537"/>
                </a:lnTo>
                <a:lnTo>
                  <a:pt x="104974" y="113668"/>
                </a:lnTo>
                <a:lnTo>
                  <a:pt x="100032" y="117367"/>
                </a:lnTo>
                <a:lnTo>
                  <a:pt x="94753" y="120581"/>
                </a:lnTo>
                <a:lnTo>
                  <a:pt x="89136" y="123281"/>
                </a:lnTo>
                <a:lnTo>
                  <a:pt x="83236" y="125442"/>
                </a:lnTo>
                <a:lnTo>
                  <a:pt x="77161" y="126994"/>
                </a:lnTo>
                <a:lnTo>
                  <a:pt x="73921" y="127575"/>
                </a:lnTo>
                <a:lnTo>
                  <a:pt x="70707" y="127993"/>
                </a:lnTo>
                <a:lnTo>
                  <a:pt x="67453" y="128237"/>
                </a:lnTo>
                <a:lnTo>
                  <a:pt x="64159" y="128317"/>
                </a:lnTo>
                <a:lnTo>
                  <a:pt x="60864" y="128237"/>
                </a:lnTo>
                <a:lnTo>
                  <a:pt x="57611" y="127993"/>
                </a:lnTo>
                <a:lnTo>
                  <a:pt x="54397" y="127575"/>
                </a:lnTo>
                <a:lnTo>
                  <a:pt x="51157" y="126994"/>
                </a:lnTo>
                <a:lnTo>
                  <a:pt x="45081" y="125442"/>
                </a:lnTo>
                <a:lnTo>
                  <a:pt x="39181" y="123281"/>
                </a:lnTo>
                <a:lnTo>
                  <a:pt x="33564" y="120581"/>
                </a:lnTo>
                <a:lnTo>
                  <a:pt x="28272" y="117367"/>
                </a:lnTo>
                <a:lnTo>
                  <a:pt x="23344" y="113668"/>
                </a:lnTo>
                <a:lnTo>
                  <a:pt x="18781" y="109537"/>
                </a:lnTo>
                <a:lnTo>
                  <a:pt x="14649" y="104973"/>
                </a:lnTo>
                <a:lnTo>
                  <a:pt x="10950" y="100032"/>
                </a:lnTo>
                <a:lnTo>
                  <a:pt x="7736" y="94753"/>
                </a:lnTo>
                <a:lnTo>
                  <a:pt x="5036" y="89136"/>
                </a:lnTo>
                <a:lnTo>
                  <a:pt x="2876" y="83236"/>
                </a:lnTo>
                <a:lnTo>
                  <a:pt x="1310" y="77160"/>
                </a:lnTo>
                <a:lnTo>
                  <a:pt x="743" y="73920"/>
                </a:lnTo>
                <a:lnTo>
                  <a:pt x="324" y="70707"/>
                </a:lnTo>
                <a:lnTo>
                  <a:pt x="81" y="67453"/>
                </a:lnTo>
                <a:lnTo>
                  <a:pt x="0" y="64159"/>
                </a:lnTo>
                <a:lnTo>
                  <a:pt x="81" y="60864"/>
                </a:lnTo>
                <a:moveTo>
                  <a:pt x="13501" y="64334"/>
                </a:moveTo>
                <a:lnTo>
                  <a:pt x="13501" y="63983"/>
                </a:lnTo>
                <a:lnTo>
                  <a:pt x="13569" y="66940"/>
                </a:lnTo>
                <a:lnTo>
                  <a:pt x="13555" y="66602"/>
                </a:lnTo>
                <a:lnTo>
                  <a:pt x="13785" y="69519"/>
                </a:lnTo>
                <a:lnTo>
                  <a:pt x="13745" y="69181"/>
                </a:lnTo>
                <a:lnTo>
                  <a:pt x="14109" y="72043"/>
                </a:lnTo>
                <a:lnTo>
                  <a:pt x="14055" y="71720"/>
                </a:lnTo>
                <a:lnTo>
                  <a:pt x="14568" y="74541"/>
                </a:lnTo>
                <a:lnTo>
                  <a:pt x="14460" y="74042"/>
                </a:lnTo>
                <a:lnTo>
                  <a:pt x="15865" y="79550"/>
                </a:lnTo>
                <a:lnTo>
                  <a:pt x="15675" y="78916"/>
                </a:lnTo>
                <a:lnTo>
                  <a:pt x="17606" y="84181"/>
                </a:lnTo>
                <a:lnTo>
                  <a:pt x="17350" y="83574"/>
                </a:lnTo>
                <a:lnTo>
                  <a:pt x="19766" y="88596"/>
                </a:lnTo>
                <a:lnTo>
                  <a:pt x="19456" y="88016"/>
                </a:lnTo>
                <a:lnTo>
                  <a:pt x="22318" y="92755"/>
                </a:lnTo>
                <a:lnTo>
                  <a:pt x="21967" y="92215"/>
                </a:lnTo>
                <a:lnTo>
                  <a:pt x="25261" y="96629"/>
                </a:lnTo>
                <a:lnTo>
                  <a:pt x="24856" y="96130"/>
                </a:lnTo>
                <a:lnTo>
                  <a:pt x="28556" y="100207"/>
                </a:lnTo>
                <a:lnTo>
                  <a:pt x="28110" y="99762"/>
                </a:lnTo>
                <a:lnTo>
                  <a:pt x="32187" y="103461"/>
                </a:lnTo>
                <a:lnTo>
                  <a:pt x="31688" y="103056"/>
                </a:lnTo>
                <a:lnTo>
                  <a:pt x="36103" y="106350"/>
                </a:lnTo>
                <a:lnTo>
                  <a:pt x="35563" y="105986"/>
                </a:lnTo>
                <a:lnTo>
                  <a:pt x="40302" y="108862"/>
                </a:lnTo>
                <a:lnTo>
                  <a:pt x="39721" y="108551"/>
                </a:lnTo>
                <a:lnTo>
                  <a:pt x="44744" y="110968"/>
                </a:lnTo>
                <a:lnTo>
                  <a:pt x="44136" y="110712"/>
                </a:lnTo>
                <a:lnTo>
                  <a:pt x="49402" y="112642"/>
                </a:lnTo>
                <a:lnTo>
                  <a:pt x="48767" y="112453"/>
                </a:lnTo>
                <a:lnTo>
                  <a:pt x="54276" y="113857"/>
                </a:lnTo>
                <a:lnTo>
                  <a:pt x="53777" y="113749"/>
                </a:lnTo>
                <a:lnTo>
                  <a:pt x="56598" y="114263"/>
                </a:lnTo>
                <a:lnTo>
                  <a:pt x="56261" y="114208"/>
                </a:lnTo>
                <a:lnTo>
                  <a:pt x="59137" y="114573"/>
                </a:lnTo>
                <a:lnTo>
                  <a:pt x="58799" y="114532"/>
                </a:lnTo>
                <a:lnTo>
                  <a:pt x="61715" y="114762"/>
                </a:lnTo>
                <a:lnTo>
                  <a:pt x="61378" y="114748"/>
                </a:lnTo>
                <a:lnTo>
                  <a:pt x="64334" y="114816"/>
                </a:lnTo>
                <a:lnTo>
                  <a:pt x="63983" y="114816"/>
                </a:lnTo>
                <a:lnTo>
                  <a:pt x="66940" y="114748"/>
                </a:lnTo>
                <a:lnTo>
                  <a:pt x="66602" y="114762"/>
                </a:lnTo>
                <a:lnTo>
                  <a:pt x="69519" y="114532"/>
                </a:lnTo>
                <a:lnTo>
                  <a:pt x="69181" y="114573"/>
                </a:lnTo>
                <a:lnTo>
                  <a:pt x="72044" y="114208"/>
                </a:lnTo>
                <a:lnTo>
                  <a:pt x="71720" y="114263"/>
                </a:lnTo>
                <a:lnTo>
                  <a:pt x="74542" y="113749"/>
                </a:lnTo>
                <a:lnTo>
                  <a:pt x="74042" y="113857"/>
                </a:lnTo>
                <a:lnTo>
                  <a:pt x="79551" y="112453"/>
                </a:lnTo>
                <a:lnTo>
                  <a:pt x="78916" y="112642"/>
                </a:lnTo>
                <a:lnTo>
                  <a:pt x="84181" y="110712"/>
                </a:lnTo>
                <a:lnTo>
                  <a:pt x="83574" y="110968"/>
                </a:lnTo>
                <a:lnTo>
                  <a:pt x="88596" y="108551"/>
                </a:lnTo>
                <a:lnTo>
                  <a:pt x="88016" y="108862"/>
                </a:lnTo>
                <a:lnTo>
                  <a:pt x="92755" y="105986"/>
                </a:lnTo>
                <a:lnTo>
                  <a:pt x="92215" y="106350"/>
                </a:lnTo>
                <a:lnTo>
                  <a:pt x="96630" y="103056"/>
                </a:lnTo>
                <a:lnTo>
                  <a:pt x="96130" y="103461"/>
                </a:lnTo>
                <a:lnTo>
                  <a:pt x="100207" y="99762"/>
                </a:lnTo>
                <a:lnTo>
                  <a:pt x="99762" y="100207"/>
                </a:lnTo>
                <a:lnTo>
                  <a:pt x="103461" y="96130"/>
                </a:lnTo>
                <a:lnTo>
                  <a:pt x="103056" y="96629"/>
                </a:lnTo>
                <a:lnTo>
                  <a:pt x="106351" y="92215"/>
                </a:lnTo>
                <a:lnTo>
                  <a:pt x="105986" y="92755"/>
                </a:lnTo>
                <a:lnTo>
                  <a:pt x="108862" y="88016"/>
                </a:lnTo>
                <a:lnTo>
                  <a:pt x="108552" y="88596"/>
                </a:lnTo>
                <a:lnTo>
                  <a:pt x="110968" y="83574"/>
                </a:lnTo>
                <a:lnTo>
                  <a:pt x="110712" y="84181"/>
                </a:lnTo>
                <a:lnTo>
                  <a:pt x="112642" y="78916"/>
                </a:lnTo>
                <a:lnTo>
                  <a:pt x="112453" y="79550"/>
                </a:lnTo>
                <a:lnTo>
                  <a:pt x="113857" y="74042"/>
                </a:lnTo>
                <a:lnTo>
                  <a:pt x="113749" y="74541"/>
                </a:lnTo>
                <a:lnTo>
                  <a:pt x="114263" y="71720"/>
                </a:lnTo>
                <a:lnTo>
                  <a:pt x="114208" y="72043"/>
                </a:lnTo>
                <a:lnTo>
                  <a:pt x="114573" y="69181"/>
                </a:lnTo>
                <a:lnTo>
                  <a:pt x="114532" y="69519"/>
                </a:lnTo>
                <a:lnTo>
                  <a:pt x="114762" y="66602"/>
                </a:lnTo>
                <a:lnTo>
                  <a:pt x="114749" y="66940"/>
                </a:lnTo>
                <a:lnTo>
                  <a:pt x="114816" y="63983"/>
                </a:lnTo>
                <a:lnTo>
                  <a:pt x="114816" y="64334"/>
                </a:lnTo>
                <a:lnTo>
                  <a:pt x="114749" y="61378"/>
                </a:lnTo>
                <a:lnTo>
                  <a:pt x="114762" y="61715"/>
                </a:lnTo>
                <a:lnTo>
                  <a:pt x="114532" y="58799"/>
                </a:lnTo>
                <a:lnTo>
                  <a:pt x="114573" y="59136"/>
                </a:lnTo>
                <a:lnTo>
                  <a:pt x="114208" y="56260"/>
                </a:lnTo>
                <a:lnTo>
                  <a:pt x="114263" y="56598"/>
                </a:lnTo>
                <a:lnTo>
                  <a:pt x="113749" y="53776"/>
                </a:lnTo>
                <a:lnTo>
                  <a:pt x="113857" y="54276"/>
                </a:lnTo>
                <a:lnTo>
                  <a:pt x="112453" y="48767"/>
                </a:lnTo>
                <a:lnTo>
                  <a:pt x="112642" y="49401"/>
                </a:lnTo>
                <a:lnTo>
                  <a:pt x="110712" y="44136"/>
                </a:lnTo>
                <a:lnTo>
                  <a:pt x="110968" y="44743"/>
                </a:lnTo>
                <a:lnTo>
                  <a:pt x="108552" y="39721"/>
                </a:lnTo>
                <a:lnTo>
                  <a:pt x="108862" y="40302"/>
                </a:lnTo>
                <a:lnTo>
                  <a:pt x="105986" y="35563"/>
                </a:lnTo>
                <a:lnTo>
                  <a:pt x="106351" y="36103"/>
                </a:lnTo>
                <a:lnTo>
                  <a:pt x="103056" y="31688"/>
                </a:lnTo>
                <a:lnTo>
                  <a:pt x="103461" y="32187"/>
                </a:lnTo>
                <a:lnTo>
                  <a:pt x="99762" y="28110"/>
                </a:lnTo>
                <a:lnTo>
                  <a:pt x="100207" y="28555"/>
                </a:lnTo>
                <a:lnTo>
                  <a:pt x="96130" y="24856"/>
                </a:lnTo>
                <a:lnTo>
                  <a:pt x="96630" y="25261"/>
                </a:lnTo>
                <a:lnTo>
                  <a:pt x="92215" y="21967"/>
                </a:lnTo>
                <a:lnTo>
                  <a:pt x="92755" y="22318"/>
                </a:lnTo>
                <a:lnTo>
                  <a:pt x="88016" y="19456"/>
                </a:lnTo>
                <a:lnTo>
                  <a:pt x="88596" y="19766"/>
                </a:lnTo>
                <a:lnTo>
                  <a:pt x="83574" y="17349"/>
                </a:lnTo>
                <a:lnTo>
                  <a:pt x="84181" y="17606"/>
                </a:lnTo>
                <a:lnTo>
                  <a:pt x="78916" y="15675"/>
                </a:lnTo>
                <a:lnTo>
                  <a:pt x="79551" y="15864"/>
                </a:lnTo>
                <a:lnTo>
                  <a:pt x="74042" y="14460"/>
                </a:lnTo>
                <a:lnTo>
                  <a:pt x="74542" y="14568"/>
                </a:lnTo>
                <a:lnTo>
                  <a:pt x="71720" y="14055"/>
                </a:lnTo>
                <a:lnTo>
                  <a:pt x="72044" y="14109"/>
                </a:lnTo>
                <a:lnTo>
                  <a:pt x="69181" y="13744"/>
                </a:lnTo>
                <a:lnTo>
                  <a:pt x="69519" y="13785"/>
                </a:lnTo>
                <a:lnTo>
                  <a:pt x="66602" y="13555"/>
                </a:lnTo>
                <a:lnTo>
                  <a:pt x="66940" y="13569"/>
                </a:lnTo>
                <a:lnTo>
                  <a:pt x="63983" y="13501"/>
                </a:lnTo>
                <a:lnTo>
                  <a:pt x="64334" y="13501"/>
                </a:lnTo>
                <a:lnTo>
                  <a:pt x="61378" y="13569"/>
                </a:lnTo>
                <a:lnTo>
                  <a:pt x="61715" y="13555"/>
                </a:lnTo>
                <a:lnTo>
                  <a:pt x="58799" y="13785"/>
                </a:lnTo>
                <a:lnTo>
                  <a:pt x="59137" y="13744"/>
                </a:lnTo>
                <a:lnTo>
                  <a:pt x="56261" y="14109"/>
                </a:lnTo>
                <a:lnTo>
                  <a:pt x="56598" y="14055"/>
                </a:lnTo>
                <a:lnTo>
                  <a:pt x="53777" y="14568"/>
                </a:lnTo>
                <a:lnTo>
                  <a:pt x="54276" y="14460"/>
                </a:lnTo>
                <a:lnTo>
                  <a:pt x="48767" y="15864"/>
                </a:lnTo>
                <a:lnTo>
                  <a:pt x="49402" y="15675"/>
                </a:lnTo>
                <a:lnTo>
                  <a:pt x="44136" y="17606"/>
                </a:lnTo>
                <a:lnTo>
                  <a:pt x="44744" y="17349"/>
                </a:lnTo>
                <a:lnTo>
                  <a:pt x="39721" y="19766"/>
                </a:lnTo>
                <a:lnTo>
                  <a:pt x="40302" y="19456"/>
                </a:lnTo>
                <a:lnTo>
                  <a:pt x="35563" y="22318"/>
                </a:lnTo>
                <a:lnTo>
                  <a:pt x="36103" y="21967"/>
                </a:lnTo>
                <a:lnTo>
                  <a:pt x="31688" y="25261"/>
                </a:lnTo>
                <a:lnTo>
                  <a:pt x="32187" y="24856"/>
                </a:lnTo>
                <a:lnTo>
                  <a:pt x="28110" y="28555"/>
                </a:lnTo>
                <a:lnTo>
                  <a:pt x="28556" y="28110"/>
                </a:lnTo>
                <a:lnTo>
                  <a:pt x="24856" y="32187"/>
                </a:lnTo>
                <a:lnTo>
                  <a:pt x="25261" y="31688"/>
                </a:lnTo>
                <a:lnTo>
                  <a:pt x="21967" y="36103"/>
                </a:lnTo>
                <a:lnTo>
                  <a:pt x="22318" y="35563"/>
                </a:lnTo>
                <a:lnTo>
                  <a:pt x="19456" y="40302"/>
                </a:lnTo>
                <a:lnTo>
                  <a:pt x="19766" y="39721"/>
                </a:lnTo>
                <a:lnTo>
                  <a:pt x="17350" y="44743"/>
                </a:lnTo>
                <a:lnTo>
                  <a:pt x="17606" y="44136"/>
                </a:lnTo>
                <a:lnTo>
                  <a:pt x="15675" y="49401"/>
                </a:lnTo>
                <a:lnTo>
                  <a:pt x="15865" y="48767"/>
                </a:lnTo>
                <a:lnTo>
                  <a:pt x="14460" y="54276"/>
                </a:lnTo>
                <a:lnTo>
                  <a:pt x="14568" y="53776"/>
                </a:lnTo>
                <a:lnTo>
                  <a:pt x="14055" y="56598"/>
                </a:lnTo>
                <a:lnTo>
                  <a:pt x="14109" y="56260"/>
                </a:lnTo>
                <a:lnTo>
                  <a:pt x="13745" y="59136"/>
                </a:lnTo>
                <a:lnTo>
                  <a:pt x="13785" y="58799"/>
                </a:lnTo>
                <a:lnTo>
                  <a:pt x="13555" y="61715"/>
                </a:lnTo>
                <a:lnTo>
                  <a:pt x="13569" y="61378"/>
                </a:lnTo>
                <a:lnTo>
                  <a:pt x="13501" y="643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D63CE59B-AAB0-4F3B-A761-11636B58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71" y="4992871"/>
            <a:ext cx="84196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17" name="pdf-path-87">
            <a:extLst xmlns:a="http://schemas.openxmlformats.org/drawingml/2006/main">
              <a:ext uri="{FF2B5EF4-FFF2-40B4-BE49-F238E27FC236}">
                <a16:creationId xmlns:a16="http://schemas.microsoft.com/office/drawing/2014/main" id="{6E49AC9B-EA10-473C-9C56-5BF99792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6115" y="3376829"/>
            <a:ext cx="1997668" cy="301351"/>
          </a:xfrm>
          <a:custGeom xmlns:a="http://schemas.openxmlformats.org/drawingml/2006/main">
            <a:pathLst>
              <a:path w="1997668" h="301351">
                <a:moveTo>
                  <a:pt x="0" y="150675"/>
                </a:moveTo>
                <a:lnTo>
                  <a:pt x="150676" y="0"/>
                </a:lnTo>
                <a:lnTo>
                  <a:pt x="150676" y="76147"/>
                </a:lnTo>
                <a:lnTo>
                  <a:pt x="1997668" y="76147"/>
                </a:lnTo>
                <a:lnTo>
                  <a:pt x="1997668" y="226823"/>
                </a:lnTo>
                <a:lnTo>
                  <a:pt x="150676" y="226823"/>
                </a:lnTo>
                <a:lnTo>
                  <a:pt x="150676" y="301351"/>
                </a:lnTo>
                <a:lnTo>
                  <a:pt x="0" y="150675"/>
                </a:lnTo>
              </a:path>
            </a:pathLst>
          </a:custGeom>
          <a:solidFill xmlns:a="http://schemas.openxmlformats.org/drawingml/2006/main">
            <a:srgbClr val="F2A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02163EBF-24EB-4286-BFBA-D21AB070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0540" y="2687130"/>
            <a:ext cx="2778760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Initial Tasks               Evolved Tasks </a:t>
            </a:r>
          </a:p>
        </p:txBody>
      </p:sp>
      <p:sp>
        <p:nvSpPr>
          <p:cNvPr id="119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624DC228-0645-442B-BA4F-8DA78BEB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683" y="3331147"/>
            <a:ext cx="1207749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Recombination:</a:t>
            </a:r>
          </a:p>
        </p:txBody>
      </p:sp>
      <p:sp>
        <p:nvSpPr>
          <p:cNvPr id="120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A105AB22-18A9-4A2F-BC2E-9B618330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3706" y="3880654"/>
            <a:ext cx="514451" cy="189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Reuse:</a:t>
            </a:r>
          </a:p>
        </p:txBody>
      </p:sp>
      <p:sp>
        <p:nvSpPr>
          <p:cNvPr id="121" name="pdf-path-91">
            <a:extLst xmlns:a="http://schemas.openxmlformats.org/drawingml/2006/main">
              <a:ext uri="{FF2B5EF4-FFF2-40B4-BE49-F238E27FC236}">
                <a16:creationId xmlns:a16="http://schemas.microsoft.com/office/drawing/2014/main" id="{B9F1AFC7-0351-42FE-BE33-67E8360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7820" y="7031928"/>
            <a:ext cx="105311" cy="105311"/>
          </a:xfrm>
          <a:custGeom xmlns:a="http://schemas.openxmlformats.org/drawingml/2006/main">
            <a:pathLst>
              <a:path w="105311" h="105311">
                <a:moveTo>
                  <a:pt x="0" y="0"/>
                </a:moveTo>
                <a:lnTo>
                  <a:pt x="105311" y="0"/>
                </a:lnTo>
                <a:lnTo>
                  <a:pt x="105311" y="105311"/>
                </a:lnTo>
                <a:lnTo>
                  <a:pt x="0" y="105311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92">
            <a:extLst xmlns:a="http://schemas.openxmlformats.org/drawingml/2006/main">
              <a:ext uri="{FF2B5EF4-FFF2-40B4-BE49-F238E27FC236}">
                <a16:creationId xmlns:a16="http://schemas.microsoft.com/office/drawing/2014/main" id="{CB525050-61E9-4EDD-8DF0-DC8C97D9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057" y="7023504"/>
            <a:ext cx="120621" cy="120837"/>
          </a:xfrm>
          <a:custGeom xmlns:a="http://schemas.openxmlformats.org/drawingml/2006/main">
            <a:pathLst>
              <a:path w="120621" h="120837">
                <a:moveTo>
                  <a:pt x="120621" y="0"/>
                </a:moveTo>
                <a:lnTo>
                  <a:pt x="120621" y="120837"/>
                </a:lnTo>
                <a:lnTo>
                  <a:pt x="0" y="120837"/>
                </a:lnTo>
                <a:lnTo>
                  <a:pt x="0" y="0"/>
                </a:lnTo>
                <a:lnTo>
                  <a:pt x="120621" y="0"/>
                </a:lnTo>
                <a:moveTo>
                  <a:pt x="7763" y="15526"/>
                </a:moveTo>
                <a:lnTo>
                  <a:pt x="15527" y="7763"/>
                </a:lnTo>
                <a:lnTo>
                  <a:pt x="15527" y="113074"/>
                </a:lnTo>
                <a:lnTo>
                  <a:pt x="7763" y="105310"/>
                </a:lnTo>
                <a:lnTo>
                  <a:pt x="112858" y="105310"/>
                </a:lnTo>
                <a:lnTo>
                  <a:pt x="105096" y="113074"/>
                </a:lnTo>
                <a:lnTo>
                  <a:pt x="105096" y="7763"/>
                </a:lnTo>
                <a:lnTo>
                  <a:pt x="112858" y="15526"/>
                </a:lnTo>
                <a:lnTo>
                  <a:pt x="7763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93">
            <a:extLst xmlns:a="http://schemas.openxmlformats.org/drawingml/2006/main">
              <a:ext uri="{FF2B5EF4-FFF2-40B4-BE49-F238E27FC236}">
                <a16:creationId xmlns:a16="http://schemas.microsoft.com/office/drawing/2014/main" id="{3617E1B4-CAC3-4661-A9AF-40143278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131" y="7031928"/>
            <a:ext cx="105310" cy="105311"/>
          </a:xfrm>
          <a:custGeom xmlns:a="http://schemas.openxmlformats.org/drawingml/2006/main">
            <a:pathLst>
              <a:path w="105310" h="105311">
                <a:moveTo>
                  <a:pt x="0" y="0"/>
                </a:moveTo>
                <a:lnTo>
                  <a:pt x="105310" y="0"/>
                </a:lnTo>
                <a:lnTo>
                  <a:pt x="105310" y="105311"/>
                </a:lnTo>
                <a:lnTo>
                  <a:pt x="0" y="105311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94">
            <a:extLst xmlns:a="http://schemas.openxmlformats.org/drawingml/2006/main">
              <a:ext uri="{FF2B5EF4-FFF2-40B4-BE49-F238E27FC236}">
                <a16:creationId xmlns:a16="http://schemas.microsoft.com/office/drawing/2014/main" id="{09A733DC-4FF3-4F85-80B3-BB66D2D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2" y="7023504"/>
            <a:ext cx="120607" cy="120837"/>
          </a:xfrm>
          <a:custGeom xmlns:a="http://schemas.openxmlformats.org/drawingml/2006/main">
            <a:pathLst>
              <a:path w="120607" h="120837">
                <a:moveTo>
                  <a:pt x="120607" y="0"/>
                </a:moveTo>
                <a:lnTo>
                  <a:pt x="120607" y="120837"/>
                </a:lnTo>
                <a:lnTo>
                  <a:pt x="0" y="120837"/>
                </a:lnTo>
                <a:lnTo>
                  <a:pt x="0" y="0"/>
                </a:lnTo>
                <a:lnTo>
                  <a:pt x="120607" y="0"/>
                </a:lnTo>
                <a:moveTo>
                  <a:pt x="7762" y="15526"/>
                </a:moveTo>
                <a:lnTo>
                  <a:pt x="15526" y="7763"/>
                </a:lnTo>
                <a:lnTo>
                  <a:pt x="15526" y="113074"/>
                </a:lnTo>
                <a:lnTo>
                  <a:pt x="7762" y="105310"/>
                </a:lnTo>
                <a:lnTo>
                  <a:pt x="112844" y="105310"/>
                </a:lnTo>
                <a:lnTo>
                  <a:pt x="105081" y="113074"/>
                </a:lnTo>
                <a:lnTo>
                  <a:pt x="105081" y="7763"/>
                </a:lnTo>
                <a:lnTo>
                  <a:pt x="112844" y="15526"/>
                </a:lnTo>
                <a:lnTo>
                  <a:pt x="7762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95">
            <a:extLst xmlns:a="http://schemas.openxmlformats.org/drawingml/2006/main">
              <a:ext uri="{FF2B5EF4-FFF2-40B4-BE49-F238E27FC236}">
                <a16:creationId xmlns:a16="http://schemas.microsoft.com/office/drawing/2014/main" id="{F436384B-0482-44B0-8E92-7652A9B1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8442" y="7031928"/>
            <a:ext cx="105311" cy="105311"/>
          </a:xfrm>
          <a:custGeom xmlns:a="http://schemas.openxmlformats.org/drawingml/2006/main">
            <a:pathLst>
              <a:path w="105311" h="105311">
                <a:moveTo>
                  <a:pt x="0" y="0"/>
                </a:moveTo>
                <a:lnTo>
                  <a:pt x="105311" y="0"/>
                </a:lnTo>
                <a:lnTo>
                  <a:pt x="105311" y="105311"/>
                </a:lnTo>
                <a:lnTo>
                  <a:pt x="0" y="105311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96">
            <a:extLst xmlns:a="http://schemas.openxmlformats.org/drawingml/2006/main">
              <a:ext uri="{FF2B5EF4-FFF2-40B4-BE49-F238E27FC236}">
                <a16:creationId xmlns:a16="http://schemas.microsoft.com/office/drawing/2014/main" id="{7F1749FF-A3EC-47FB-927E-551477C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0233" y="7023504"/>
            <a:ext cx="120621" cy="120837"/>
          </a:xfrm>
          <a:custGeom xmlns:a="http://schemas.openxmlformats.org/drawingml/2006/main">
            <a:pathLst>
              <a:path w="120621" h="120837">
                <a:moveTo>
                  <a:pt x="120621" y="0"/>
                </a:moveTo>
                <a:lnTo>
                  <a:pt x="120621" y="120837"/>
                </a:lnTo>
                <a:lnTo>
                  <a:pt x="0" y="120837"/>
                </a:lnTo>
                <a:lnTo>
                  <a:pt x="0" y="0"/>
                </a:lnTo>
                <a:lnTo>
                  <a:pt x="120621" y="0"/>
                </a:lnTo>
                <a:moveTo>
                  <a:pt x="7763" y="15526"/>
                </a:moveTo>
                <a:lnTo>
                  <a:pt x="15527" y="7763"/>
                </a:lnTo>
                <a:lnTo>
                  <a:pt x="15527" y="113074"/>
                </a:lnTo>
                <a:lnTo>
                  <a:pt x="7763" y="105310"/>
                </a:lnTo>
                <a:lnTo>
                  <a:pt x="112858" y="105310"/>
                </a:lnTo>
                <a:lnTo>
                  <a:pt x="105095" y="113074"/>
                </a:lnTo>
                <a:lnTo>
                  <a:pt x="105095" y="7763"/>
                </a:lnTo>
                <a:lnTo>
                  <a:pt x="112858" y="15526"/>
                </a:lnTo>
                <a:lnTo>
                  <a:pt x="7763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97">
            <a:extLst xmlns:a="http://schemas.openxmlformats.org/drawingml/2006/main">
              <a:ext uri="{FF2B5EF4-FFF2-40B4-BE49-F238E27FC236}">
                <a16:creationId xmlns:a16="http://schemas.microsoft.com/office/drawing/2014/main" id="{CA46BAAA-8E55-4BAD-B468-68541EE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131" y="6926617"/>
            <a:ext cx="105310" cy="105311"/>
          </a:xfrm>
          <a:custGeom xmlns:a="http://schemas.openxmlformats.org/drawingml/2006/main">
            <a:pathLst>
              <a:path w="105310" h="105311">
                <a:moveTo>
                  <a:pt x="0" y="0"/>
                </a:moveTo>
                <a:lnTo>
                  <a:pt x="105310" y="0"/>
                </a:lnTo>
                <a:lnTo>
                  <a:pt x="105310" y="105311"/>
                </a:lnTo>
                <a:lnTo>
                  <a:pt x="0" y="105311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98">
            <a:extLst xmlns:a="http://schemas.openxmlformats.org/drawingml/2006/main">
              <a:ext uri="{FF2B5EF4-FFF2-40B4-BE49-F238E27FC236}">
                <a16:creationId xmlns:a16="http://schemas.microsoft.com/office/drawing/2014/main" id="{75732E37-0EF7-4C6D-AC5D-231E2618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2" y="6918179"/>
            <a:ext cx="120607" cy="120851"/>
          </a:xfrm>
          <a:custGeom xmlns:a="http://schemas.openxmlformats.org/drawingml/2006/main">
            <a:pathLst>
              <a:path w="120607" h="120851">
                <a:moveTo>
                  <a:pt x="120607" y="0"/>
                </a:moveTo>
                <a:lnTo>
                  <a:pt x="120607" y="120851"/>
                </a:lnTo>
                <a:lnTo>
                  <a:pt x="0" y="120851"/>
                </a:lnTo>
                <a:lnTo>
                  <a:pt x="0" y="0"/>
                </a:lnTo>
                <a:lnTo>
                  <a:pt x="120607" y="0"/>
                </a:lnTo>
                <a:moveTo>
                  <a:pt x="7762" y="15527"/>
                </a:moveTo>
                <a:lnTo>
                  <a:pt x="15526" y="7763"/>
                </a:lnTo>
                <a:lnTo>
                  <a:pt x="15526" y="113088"/>
                </a:lnTo>
                <a:lnTo>
                  <a:pt x="7762" y="105325"/>
                </a:lnTo>
                <a:lnTo>
                  <a:pt x="112844" y="105325"/>
                </a:lnTo>
                <a:lnTo>
                  <a:pt x="105081" y="113088"/>
                </a:lnTo>
                <a:lnTo>
                  <a:pt x="105081" y="7763"/>
                </a:lnTo>
                <a:lnTo>
                  <a:pt x="112844" y="15527"/>
                </a:lnTo>
                <a:lnTo>
                  <a:pt x="7762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9B253E0F-ECA0-4EE3-ABC9-2987CB6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2690" y="7018882"/>
            <a:ext cx="51381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0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4C7D1677-8390-4E7B-8674-E6F99360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3996" y="7049940"/>
            <a:ext cx="41058" cy="81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1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0F7E5770-D9DE-4249-9B91-CA0D165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0933" y="6916896"/>
            <a:ext cx="105311" cy="103692"/>
          </a:xfrm>
          <a:custGeom xmlns:a="http://schemas.openxmlformats.org/drawingml/2006/main">
            <a:pathLst>
              <a:path w="105311" h="103692">
                <a:moveTo>
                  <a:pt x="0" y="0"/>
                </a:moveTo>
                <a:lnTo>
                  <a:pt x="105311" y="0"/>
                </a:lnTo>
                <a:lnTo>
                  <a:pt x="105311" y="103692"/>
                </a:lnTo>
                <a:lnTo>
                  <a:pt x="0" y="103692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32936DFC-3FFE-47B9-B743-E82581C2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709" y="6908728"/>
            <a:ext cx="120609" cy="119487"/>
          </a:xfrm>
          <a:custGeom xmlns:a="http://schemas.openxmlformats.org/drawingml/2006/main">
            <a:pathLst>
              <a:path w="120609" h="119487">
                <a:moveTo>
                  <a:pt x="120609" y="0"/>
                </a:moveTo>
                <a:lnTo>
                  <a:pt x="120609" y="119487"/>
                </a:lnTo>
                <a:lnTo>
                  <a:pt x="0" y="119487"/>
                </a:lnTo>
                <a:lnTo>
                  <a:pt x="0" y="0"/>
                </a:lnTo>
                <a:lnTo>
                  <a:pt x="120609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11724"/>
                </a:lnTo>
                <a:lnTo>
                  <a:pt x="7764" y="103961"/>
                </a:lnTo>
                <a:lnTo>
                  <a:pt x="112845" y="103961"/>
                </a:lnTo>
                <a:lnTo>
                  <a:pt x="105082" y="111724"/>
                </a:lnTo>
                <a:lnTo>
                  <a:pt x="105082" y="7763"/>
                </a:lnTo>
                <a:lnTo>
                  <a:pt x="112845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F3CC4230-C5DE-45BB-9B42-8D1882E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6244" y="6916896"/>
            <a:ext cx="105310" cy="103692"/>
          </a:xfrm>
          <a:custGeom xmlns:a="http://schemas.openxmlformats.org/drawingml/2006/main">
            <a:pathLst>
              <a:path w="105310" h="103692">
                <a:moveTo>
                  <a:pt x="0" y="0"/>
                </a:moveTo>
                <a:lnTo>
                  <a:pt x="105310" y="0"/>
                </a:lnTo>
                <a:lnTo>
                  <a:pt x="105310" y="103692"/>
                </a:lnTo>
                <a:lnTo>
                  <a:pt x="0" y="103692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4CABB71F-1618-4E9F-9D12-728EE98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8790" y="6908728"/>
            <a:ext cx="120622" cy="119487"/>
          </a:xfrm>
          <a:custGeom xmlns:a="http://schemas.openxmlformats.org/drawingml/2006/main">
            <a:pathLst>
              <a:path w="120622" h="119487">
                <a:moveTo>
                  <a:pt x="120622" y="0"/>
                </a:moveTo>
                <a:lnTo>
                  <a:pt x="120622" y="119487"/>
                </a:lnTo>
                <a:lnTo>
                  <a:pt x="0" y="119487"/>
                </a:lnTo>
                <a:lnTo>
                  <a:pt x="0" y="0"/>
                </a:lnTo>
                <a:lnTo>
                  <a:pt x="120622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11724"/>
                </a:lnTo>
                <a:lnTo>
                  <a:pt x="7764" y="103961"/>
                </a:lnTo>
                <a:lnTo>
                  <a:pt x="112859" y="103961"/>
                </a:lnTo>
                <a:lnTo>
                  <a:pt x="105096" y="111724"/>
                </a:lnTo>
                <a:lnTo>
                  <a:pt x="105096" y="7763"/>
                </a:lnTo>
                <a:lnTo>
                  <a:pt x="112859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D5F4700F-AFDC-4B5E-B2B4-841CF213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1554" y="6916896"/>
            <a:ext cx="105311" cy="103692"/>
          </a:xfrm>
          <a:custGeom xmlns:a="http://schemas.openxmlformats.org/drawingml/2006/main">
            <a:pathLst>
              <a:path w="105311" h="103692">
                <a:moveTo>
                  <a:pt x="0" y="0"/>
                </a:moveTo>
                <a:lnTo>
                  <a:pt x="105311" y="0"/>
                </a:lnTo>
                <a:lnTo>
                  <a:pt x="105311" y="103692"/>
                </a:lnTo>
                <a:lnTo>
                  <a:pt x="0" y="103692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1E27AA5F-60E0-452D-9D66-F163010D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3886" y="6908728"/>
            <a:ext cx="120607" cy="119487"/>
          </a:xfrm>
          <a:custGeom xmlns:a="http://schemas.openxmlformats.org/drawingml/2006/main">
            <a:pathLst>
              <a:path w="120607" h="119487">
                <a:moveTo>
                  <a:pt x="120607" y="0"/>
                </a:moveTo>
                <a:lnTo>
                  <a:pt x="120607" y="119487"/>
                </a:lnTo>
                <a:lnTo>
                  <a:pt x="0" y="119487"/>
                </a:lnTo>
                <a:lnTo>
                  <a:pt x="0" y="0"/>
                </a:lnTo>
                <a:lnTo>
                  <a:pt x="120607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11724"/>
                </a:lnTo>
                <a:lnTo>
                  <a:pt x="7763" y="103961"/>
                </a:lnTo>
                <a:lnTo>
                  <a:pt x="112845" y="103961"/>
                </a:lnTo>
                <a:lnTo>
                  <a:pt x="105082" y="111724"/>
                </a:lnTo>
                <a:lnTo>
                  <a:pt x="105082" y="7763"/>
                </a:lnTo>
                <a:lnTo>
                  <a:pt x="112845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D2549872-AC75-4D03-B9D9-CDF94BBD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7036" y="6906348"/>
            <a:ext cx="63841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8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BCD411F9-E36F-4280-8B98-9D97C87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5053" y="6905556"/>
            <a:ext cx="103691" cy="105310"/>
          </a:xfrm>
          <a:custGeom xmlns:a="http://schemas.openxmlformats.org/drawingml/2006/main">
            <a:pathLst>
              <a:path w="103691" h="105310">
                <a:moveTo>
                  <a:pt x="0" y="0"/>
                </a:moveTo>
                <a:lnTo>
                  <a:pt x="103691" y="0"/>
                </a:lnTo>
                <a:lnTo>
                  <a:pt x="103691" y="105310"/>
                </a:lnTo>
                <a:lnTo>
                  <a:pt x="0" y="105310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03052FE9-D4E6-41C4-B98A-17F9B4C6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7021" y="6897927"/>
            <a:ext cx="120162" cy="120500"/>
          </a:xfrm>
          <a:custGeom xmlns:a="http://schemas.openxmlformats.org/drawingml/2006/main">
            <a:pathLst>
              <a:path w="120162" h="120500">
                <a:moveTo>
                  <a:pt x="120162" y="0"/>
                </a:moveTo>
                <a:lnTo>
                  <a:pt x="120162" y="120500"/>
                </a:lnTo>
                <a:lnTo>
                  <a:pt x="0" y="120500"/>
                </a:lnTo>
                <a:lnTo>
                  <a:pt x="0" y="0"/>
                </a:lnTo>
                <a:lnTo>
                  <a:pt x="120162" y="0"/>
                </a:lnTo>
                <a:moveTo>
                  <a:pt x="7763" y="15527"/>
                </a:moveTo>
                <a:lnTo>
                  <a:pt x="15526" y="7763"/>
                </a:lnTo>
                <a:lnTo>
                  <a:pt x="15526" y="112737"/>
                </a:lnTo>
                <a:lnTo>
                  <a:pt x="7763" y="104974"/>
                </a:lnTo>
                <a:lnTo>
                  <a:pt x="112399" y="104974"/>
                </a:lnTo>
                <a:lnTo>
                  <a:pt x="104635" y="112737"/>
                </a:lnTo>
                <a:lnTo>
                  <a:pt x="104635" y="7763"/>
                </a:lnTo>
                <a:lnTo>
                  <a:pt x="112399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4F8750A1-A3B0-49EC-BBB7-0CED442B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8744" y="6905556"/>
            <a:ext cx="105311" cy="105310"/>
          </a:xfrm>
          <a:custGeom xmlns:a="http://schemas.openxmlformats.org/drawingml/2006/main">
            <a:pathLst>
              <a:path w="105311" h="105310">
                <a:moveTo>
                  <a:pt x="0" y="0"/>
                </a:moveTo>
                <a:lnTo>
                  <a:pt x="105311" y="0"/>
                </a:lnTo>
                <a:lnTo>
                  <a:pt x="105311" y="105310"/>
                </a:lnTo>
                <a:lnTo>
                  <a:pt x="0" y="105310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E87989C0-CBB0-4DA4-BE1D-8355873F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1656" y="6897927"/>
            <a:ext cx="120163" cy="120500"/>
          </a:xfrm>
          <a:custGeom xmlns:a="http://schemas.openxmlformats.org/drawingml/2006/main">
            <a:pathLst>
              <a:path w="120163" h="120500">
                <a:moveTo>
                  <a:pt x="120163" y="0"/>
                </a:moveTo>
                <a:lnTo>
                  <a:pt x="120163" y="120500"/>
                </a:lnTo>
                <a:lnTo>
                  <a:pt x="0" y="120500"/>
                </a:lnTo>
                <a:lnTo>
                  <a:pt x="0" y="0"/>
                </a:lnTo>
                <a:lnTo>
                  <a:pt x="120163" y="0"/>
                </a:lnTo>
                <a:moveTo>
                  <a:pt x="7764" y="15527"/>
                </a:moveTo>
                <a:lnTo>
                  <a:pt x="15527" y="7763"/>
                </a:lnTo>
                <a:lnTo>
                  <a:pt x="15527" y="112737"/>
                </a:lnTo>
                <a:lnTo>
                  <a:pt x="7764" y="104974"/>
                </a:lnTo>
                <a:lnTo>
                  <a:pt x="112400" y="104974"/>
                </a:lnTo>
                <a:lnTo>
                  <a:pt x="104636" y="112737"/>
                </a:lnTo>
                <a:lnTo>
                  <a:pt x="104636" y="7763"/>
                </a:lnTo>
                <a:lnTo>
                  <a:pt x="112400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ABA6BB34-02A5-409B-A15D-148A537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5053" y="7010866"/>
            <a:ext cx="103691" cy="105311"/>
          </a:xfrm>
          <a:custGeom xmlns:a="http://schemas.openxmlformats.org/drawingml/2006/main">
            <a:pathLst>
              <a:path w="103691" h="105311">
                <a:moveTo>
                  <a:pt x="0" y="0"/>
                </a:moveTo>
                <a:lnTo>
                  <a:pt x="103691" y="0"/>
                </a:lnTo>
                <a:lnTo>
                  <a:pt x="103691" y="105311"/>
                </a:lnTo>
                <a:lnTo>
                  <a:pt x="0" y="105311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C4BD5162-4753-41F3-AB29-DB653DD9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7021" y="7002901"/>
            <a:ext cx="120162" cy="120499"/>
          </a:xfrm>
          <a:custGeom xmlns:a="http://schemas.openxmlformats.org/drawingml/2006/main">
            <a:pathLst>
              <a:path w="120162" h="120499">
                <a:moveTo>
                  <a:pt x="120162" y="0"/>
                </a:moveTo>
                <a:lnTo>
                  <a:pt x="120162" y="120499"/>
                </a:lnTo>
                <a:lnTo>
                  <a:pt x="0" y="120499"/>
                </a:lnTo>
                <a:lnTo>
                  <a:pt x="0" y="0"/>
                </a:lnTo>
                <a:lnTo>
                  <a:pt x="120162" y="0"/>
                </a:lnTo>
                <a:moveTo>
                  <a:pt x="7763" y="15527"/>
                </a:moveTo>
                <a:lnTo>
                  <a:pt x="15526" y="7764"/>
                </a:lnTo>
                <a:lnTo>
                  <a:pt x="15526" y="112736"/>
                </a:lnTo>
                <a:lnTo>
                  <a:pt x="7763" y="104973"/>
                </a:lnTo>
                <a:lnTo>
                  <a:pt x="112399" y="104973"/>
                </a:lnTo>
                <a:lnTo>
                  <a:pt x="104635" y="112736"/>
                </a:lnTo>
                <a:lnTo>
                  <a:pt x="104635" y="7764"/>
                </a:lnTo>
                <a:lnTo>
                  <a:pt x="112399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2E45C752-15D3-4458-8A0D-52158D2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1786" y="6905673"/>
            <a:ext cx="58205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5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490E0D39-58F9-4E2B-8D3C-21B30E1C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8506" y="7038409"/>
            <a:ext cx="103691" cy="103691"/>
          </a:xfrm>
          <a:custGeom xmlns:a="http://schemas.openxmlformats.org/drawingml/2006/main">
            <a:pathLst>
              <a:path w="103691" h="103691">
                <a:moveTo>
                  <a:pt x="0" y="0"/>
                </a:moveTo>
                <a:lnTo>
                  <a:pt x="103691" y="0"/>
                </a:lnTo>
                <a:lnTo>
                  <a:pt x="103691" y="103691"/>
                </a:lnTo>
                <a:lnTo>
                  <a:pt x="0" y="103691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97AEC869-3E2E-417F-B879-F4E39EF8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0202" y="7030322"/>
            <a:ext cx="120217" cy="120244"/>
          </a:xfrm>
          <a:custGeom xmlns:a="http://schemas.openxmlformats.org/drawingml/2006/main">
            <a:pathLst>
              <a:path w="120217" h="120244">
                <a:moveTo>
                  <a:pt x="120217" y="0"/>
                </a:moveTo>
                <a:lnTo>
                  <a:pt x="120217" y="120244"/>
                </a:lnTo>
                <a:lnTo>
                  <a:pt x="0" y="120244"/>
                </a:lnTo>
                <a:lnTo>
                  <a:pt x="0" y="0"/>
                </a:lnTo>
                <a:lnTo>
                  <a:pt x="120217" y="0"/>
                </a:lnTo>
                <a:moveTo>
                  <a:pt x="7764" y="15526"/>
                </a:moveTo>
                <a:lnTo>
                  <a:pt x="15528" y="7764"/>
                </a:lnTo>
                <a:lnTo>
                  <a:pt x="15528" y="112480"/>
                </a:lnTo>
                <a:lnTo>
                  <a:pt x="7764" y="104716"/>
                </a:lnTo>
                <a:lnTo>
                  <a:pt x="112453" y="104716"/>
                </a:lnTo>
                <a:lnTo>
                  <a:pt x="104690" y="112480"/>
                </a:lnTo>
                <a:lnTo>
                  <a:pt x="104690" y="7764"/>
                </a:lnTo>
                <a:lnTo>
                  <a:pt x="112453" y="15526"/>
                </a:lnTo>
                <a:lnTo>
                  <a:pt x="7764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256079D7-29B8-434C-9719-08DC3E97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197" y="7038409"/>
            <a:ext cx="105310" cy="103691"/>
          </a:xfrm>
          <a:custGeom xmlns:a="http://schemas.openxmlformats.org/drawingml/2006/main">
            <a:pathLst>
              <a:path w="105310" h="103691">
                <a:moveTo>
                  <a:pt x="0" y="0"/>
                </a:moveTo>
                <a:lnTo>
                  <a:pt x="105310" y="0"/>
                </a:lnTo>
                <a:lnTo>
                  <a:pt x="105310" y="103691"/>
                </a:lnTo>
                <a:lnTo>
                  <a:pt x="0" y="103691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0113A8E6-5898-439F-AD28-31F0F747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4892" y="7030322"/>
            <a:ext cx="120217" cy="120244"/>
          </a:xfrm>
          <a:custGeom xmlns:a="http://schemas.openxmlformats.org/drawingml/2006/main">
            <a:pathLst>
              <a:path w="120217" h="120244">
                <a:moveTo>
                  <a:pt x="120217" y="0"/>
                </a:moveTo>
                <a:lnTo>
                  <a:pt x="120217" y="120244"/>
                </a:lnTo>
                <a:lnTo>
                  <a:pt x="0" y="120244"/>
                </a:lnTo>
                <a:lnTo>
                  <a:pt x="0" y="0"/>
                </a:lnTo>
                <a:lnTo>
                  <a:pt x="120217" y="0"/>
                </a:lnTo>
                <a:moveTo>
                  <a:pt x="7763" y="15526"/>
                </a:moveTo>
                <a:lnTo>
                  <a:pt x="15527" y="7764"/>
                </a:lnTo>
                <a:lnTo>
                  <a:pt x="15527" y="112480"/>
                </a:lnTo>
                <a:lnTo>
                  <a:pt x="7763" y="104716"/>
                </a:lnTo>
                <a:lnTo>
                  <a:pt x="112453" y="104716"/>
                </a:lnTo>
                <a:lnTo>
                  <a:pt x="104690" y="112480"/>
                </a:lnTo>
                <a:lnTo>
                  <a:pt x="104690" y="7764"/>
                </a:lnTo>
                <a:lnTo>
                  <a:pt x="112453" y="15526"/>
                </a:lnTo>
                <a:lnTo>
                  <a:pt x="7763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05F67430-A30D-494C-B538-1A97C996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7" y="7038409"/>
            <a:ext cx="105311" cy="103691"/>
          </a:xfrm>
          <a:custGeom xmlns:a="http://schemas.openxmlformats.org/drawingml/2006/main">
            <a:pathLst>
              <a:path w="105311" h="103691">
                <a:moveTo>
                  <a:pt x="0" y="0"/>
                </a:moveTo>
                <a:lnTo>
                  <a:pt x="105311" y="0"/>
                </a:lnTo>
                <a:lnTo>
                  <a:pt x="105311" y="103691"/>
                </a:lnTo>
                <a:lnTo>
                  <a:pt x="0" y="103691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5275DA58-1926-429D-B837-EAC214F6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9582" y="7030322"/>
            <a:ext cx="120216" cy="120244"/>
          </a:xfrm>
          <a:custGeom xmlns:a="http://schemas.openxmlformats.org/drawingml/2006/main">
            <a:pathLst>
              <a:path w="120216" h="120244">
                <a:moveTo>
                  <a:pt x="120216" y="0"/>
                </a:moveTo>
                <a:lnTo>
                  <a:pt x="120216" y="120244"/>
                </a:lnTo>
                <a:lnTo>
                  <a:pt x="0" y="120244"/>
                </a:lnTo>
                <a:lnTo>
                  <a:pt x="0" y="0"/>
                </a:lnTo>
                <a:lnTo>
                  <a:pt x="120216" y="0"/>
                </a:lnTo>
                <a:moveTo>
                  <a:pt x="7763" y="15526"/>
                </a:moveTo>
                <a:lnTo>
                  <a:pt x="15527" y="7764"/>
                </a:lnTo>
                <a:lnTo>
                  <a:pt x="15527" y="112480"/>
                </a:lnTo>
                <a:lnTo>
                  <a:pt x="7763" y="104716"/>
                </a:lnTo>
                <a:lnTo>
                  <a:pt x="112452" y="104716"/>
                </a:lnTo>
                <a:lnTo>
                  <a:pt x="104690" y="112480"/>
                </a:lnTo>
                <a:lnTo>
                  <a:pt x="104690" y="7764"/>
                </a:lnTo>
                <a:lnTo>
                  <a:pt x="112452" y="15526"/>
                </a:lnTo>
                <a:lnTo>
                  <a:pt x="7763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CF59063F-97E7-4A27-94AF-3D56D9F5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197" y="6933098"/>
            <a:ext cx="105310" cy="105311"/>
          </a:xfrm>
          <a:custGeom xmlns:a="http://schemas.openxmlformats.org/drawingml/2006/main">
            <a:pathLst>
              <a:path w="105310" h="105311">
                <a:moveTo>
                  <a:pt x="0" y="0"/>
                </a:moveTo>
                <a:lnTo>
                  <a:pt x="105310" y="0"/>
                </a:lnTo>
                <a:lnTo>
                  <a:pt x="105310" y="105311"/>
                </a:lnTo>
                <a:lnTo>
                  <a:pt x="0" y="105311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BBA1A14B-9594-4FBB-BA9A-AE029C6A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4892" y="6925605"/>
            <a:ext cx="120217" cy="120243"/>
          </a:xfrm>
          <a:custGeom xmlns:a="http://schemas.openxmlformats.org/drawingml/2006/main">
            <a:pathLst>
              <a:path w="120217" h="120243">
                <a:moveTo>
                  <a:pt x="120217" y="0"/>
                </a:moveTo>
                <a:lnTo>
                  <a:pt x="120217" y="120243"/>
                </a:lnTo>
                <a:lnTo>
                  <a:pt x="0" y="120243"/>
                </a:lnTo>
                <a:lnTo>
                  <a:pt x="0" y="0"/>
                </a:lnTo>
                <a:lnTo>
                  <a:pt x="120217" y="0"/>
                </a:lnTo>
                <a:moveTo>
                  <a:pt x="7763" y="15527"/>
                </a:moveTo>
                <a:lnTo>
                  <a:pt x="15527" y="7764"/>
                </a:lnTo>
                <a:lnTo>
                  <a:pt x="15527" y="112481"/>
                </a:lnTo>
                <a:lnTo>
                  <a:pt x="7763" y="104717"/>
                </a:lnTo>
                <a:lnTo>
                  <a:pt x="112453" y="104717"/>
                </a:lnTo>
                <a:lnTo>
                  <a:pt x="104690" y="112481"/>
                </a:lnTo>
                <a:lnTo>
                  <a:pt x="104690" y="7764"/>
                </a:lnTo>
                <a:lnTo>
                  <a:pt x="112453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916FE8E6-594B-468A-9CE1-1C89B21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728" y="7028535"/>
            <a:ext cx="51381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4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55BA50A6-A9DB-4529-A13D-85EC577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4033" y="7059594"/>
            <a:ext cx="41058" cy="81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5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E7626435-7C29-474B-8986-68CD424F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6012" y="3856398"/>
            <a:ext cx="119892" cy="139335"/>
          </a:xfrm>
          <a:custGeom xmlns:a="http://schemas.openxmlformats.org/drawingml/2006/main">
            <a:pathLst>
              <a:path w="119892" h="139335">
                <a:moveTo>
                  <a:pt x="0" y="0"/>
                </a:moveTo>
                <a:lnTo>
                  <a:pt x="119892" y="0"/>
                </a:lnTo>
                <a:lnTo>
                  <a:pt x="119892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6D4DB608-DB2E-4969-A10E-07835D2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977" y="3849311"/>
            <a:ext cx="135014" cy="153578"/>
          </a:xfrm>
          <a:custGeom xmlns:a="http://schemas.openxmlformats.org/drawingml/2006/main">
            <a:pathLst>
              <a:path w="135014" h="153578">
                <a:moveTo>
                  <a:pt x="135014" y="0"/>
                </a:moveTo>
                <a:lnTo>
                  <a:pt x="135014" y="153578"/>
                </a:lnTo>
                <a:lnTo>
                  <a:pt x="0" y="153578"/>
                </a:lnTo>
                <a:lnTo>
                  <a:pt x="0" y="0"/>
                </a:lnTo>
                <a:lnTo>
                  <a:pt x="135014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5815"/>
                </a:lnTo>
                <a:lnTo>
                  <a:pt x="7764" y="138052"/>
                </a:lnTo>
                <a:lnTo>
                  <a:pt x="127251" y="138052"/>
                </a:lnTo>
                <a:lnTo>
                  <a:pt x="119489" y="145815"/>
                </a:lnTo>
                <a:lnTo>
                  <a:pt x="119489" y="7763"/>
                </a:lnTo>
                <a:lnTo>
                  <a:pt x="127251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28393D37-8434-4FE5-8F41-8A8E2284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5904" y="3856398"/>
            <a:ext cx="118273" cy="139335"/>
          </a:xfrm>
          <a:custGeom xmlns:a="http://schemas.openxmlformats.org/drawingml/2006/main">
            <a:pathLst>
              <a:path w="118273" h="139335">
                <a:moveTo>
                  <a:pt x="0" y="0"/>
                </a:moveTo>
                <a:lnTo>
                  <a:pt x="118273" y="0"/>
                </a:lnTo>
                <a:lnTo>
                  <a:pt x="118273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5C4EB698-9EAD-4A98-903E-9936F82B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7466" y="3849311"/>
            <a:ext cx="135014" cy="153578"/>
          </a:xfrm>
          <a:custGeom xmlns:a="http://schemas.openxmlformats.org/drawingml/2006/main">
            <a:pathLst>
              <a:path w="135014" h="153578">
                <a:moveTo>
                  <a:pt x="135014" y="0"/>
                </a:moveTo>
                <a:lnTo>
                  <a:pt x="135014" y="153578"/>
                </a:lnTo>
                <a:lnTo>
                  <a:pt x="0" y="153578"/>
                </a:lnTo>
                <a:lnTo>
                  <a:pt x="0" y="0"/>
                </a:lnTo>
                <a:lnTo>
                  <a:pt x="135014" y="0"/>
                </a:lnTo>
                <a:moveTo>
                  <a:pt x="7762" y="15527"/>
                </a:moveTo>
                <a:lnTo>
                  <a:pt x="15526" y="7763"/>
                </a:lnTo>
                <a:lnTo>
                  <a:pt x="15526" y="145815"/>
                </a:lnTo>
                <a:lnTo>
                  <a:pt x="7762" y="138052"/>
                </a:lnTo>
                <a:lnTo>
                  <a:pt x="127250" y="138052"/>
                </a:lnTo>
                <a:lnTo>
                  <a:pt x="119487" y="145815"/>
                </a:lnTo>
                <a:lnTo>
                  <a:pt x="119487" y="7763"/>
                </a:lnTo>
                <a:lnTo>
                  <a:pt x="127250" y="15527"/>
                </a:lnTo>
                <a:lnTo>
                  <a:pt x="7762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0FE3EDB5-82AE-445B-989F-6147E71E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6012" y="3995733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35D098BD-0FED-4EBD-89D2-5A562CB8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977" y="3987362"/>
            <a:ext cx="135014" cy="153578"/>
          </a:xfrm>
          <a:custGeom xmlns:a="http://schemas.openxmlformats.org/drawingml/2006/main">
            <a:pathLst>
              <a:path w="135014" h="153578">
                <a:moveTo>
                  <a:pt x="135014" y="0"/>
                </a:moveTo>
                <a:lnTo>
                  <a:pt x="135014" y="153578"/>
                </a:lnTo>
                <a:lnTo>
                  <a:pt x="0" y="153578"/>
                </a:lnTo>
                <a:lnTo>
                  <a:pt x="0" y="0"/>
                </a:lnTo>
                <a:lnTo>
                  <a:pt x="135014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5815"/>
                </a:lnTo>
                <a:lnTo>
                  <a:pt x="7764" y="138052"/>
                </a:lnTo>
                <a:lnTo>
                  <a:pt x="127251" y="138052"/>
                </a:lnTo>
                <a:lnTo>
                  <a:pt x="119489" y="145815"/>
                </a:lnTo>
                <a:lnTo>
                  <a:pt x="119489" y="7763"/>
                </a:lnTo>
                <a:lnTo>
                  <a:pt x="127251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6D5679DB-A082-4F6E-823F-FEA44ABF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4094" y="3853971"/>
            <a:ext cx="64349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885468D5-9772-45E2-ADB3-9D6E224A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5904" y="3995733"/>
            <a:ext cx="119892" cy="139335"/>
          </a:xfrm>
          <a:custGeom xmlns:a="http://schemas.openxmlformats.org/drawingml/2006/main">
            <a:pathLst>
              <a:path w="119892" h="139335">
                <a:moveTo>
                  <a:pt x="0" y="0"/>
                </a:moveTo>
                <a:lnTo>
                  <a:pt x="119892" y="0"/>
                </a:lnTo>
                <a:lnTo>
                  <a:pt x="119892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CCB7CCA4-E3F6-4EE4-BD1E-68C7716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8141" y="3988253"/>
            <a:ext cx="135553" cy="153795"/>
          </a:xfrm>
          <a:custGeom xmlns:a="http://schemas.openxmlformats.org/drawingml/2006/main">
            <a:pathLst>
              <a:path w="135553" h="153795">
                <a:moveTo>
                  <a:pt x="135553" y="0"/>
                </a:moveTo>
                <a:lnTo>
                  <a:pt x="135553" y="153795"/>
                </a:lnTo>
                <a:lnTo>
                  <a:pt x="0" y="153795"/>
                </a:lnTo>
                <a:lnTo>
                  <a:pt x="0" y="0"/>
                </a:lnTo>
                <a:lnTo>
                  <a:pt x="135553" y="0"/>
                </a:lnTo>
                <a:moveTo>
                  <a:pt x="7763" y="15527"/>
                </a:moveTo>
                <a:lnTo>
                  <a:pt x="15526" y="7764"/>
                </a:lnTo>
                <a:lnTo>
                  <a:pt x="15526" y="146031"/>
                </a:lnTo>
                <a:lnTo>
                  <a:pt x="7763" y="138268"/>
                </a:lnTo>
                <a:lnTo>
                  <a:pt x="127790" y="138268"/>
                </a:lnTo>
                <a:lnTo>
                  <a:pt x="120028" y="146031"/>
                </a:lnTo>
                <a:lnTo>
                  <a:pt x="120028" y="7764"/>
                </a:lnTo>
                <a:lnTo>
                  <a:pt x="127790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6FE4FC9D-9EAC-4017-BFAB-B6B0C4C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796" y="3995733"/>
            <a:ext cx="119893" cy="139335"/>
          </a:xfrm>
          <a:custGeom xmlns:a="http://schemas.openxmlformats.org/drawingml/2006/main">
            <a:pathLst>
              <a:path w="119893" h="139335">
                <a:moveTo>
                  <a:pt x="0" y="0"/>
                </a:moveTo>
                <a:lnTo>
                  <a:pt x="119893" y="0"/>
                </a:lnTo>
                <a:lnTo>
                  <a:pt x="119893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F7796D2D-11BF-4FC4-BAC7-97D87A0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69" y="3988253"/>
            <a:ext cx="135566" cy="153795"/>
          </a:xfrm>
          <a:custGeom xmlns:a="http://schemas.openxmlformats.org/drawingml/2006/main">
            <a:pathLst>
              <a:path w="135566" h="153795">
                <a:moveTo>
                  <a:pt x="135566" y="0"/>
                </a:moveTo>
                <a:lnTo>
                  <a:pt x="135566" y="153795"/>
                </a:lnTo>
                <a:lnTo>
                  <a:pt x="0" y="153795"/>
                </a:lnTo>
                <a:lnTo>
                  <a:pt x="0" y="0"/>
                </a:lnTo>
                <a:lnTo>
                  <a:pt x="135566" y="0"/>
                </a:lnTo>
                <a:moveTo>
                  <a:pt x="7762" y="15527"/>
                </a:moveTo>
                <a:lnTo>
                  <a:pt x="15526" y="7764"/>
                </a:lnTo>
                <a:lnTo>
                  <a:pt x="15526" y="146031"/>
                </a:lnTo>
                <a:lnTo>
                  <a:pt x="7762" y="138268"/>
                </a:lnTo>
                <a:lnTo>
                  <a:pt x="127804" y="138268"/>
                </a:lnTo>
                <a:lnTo>
                  <a:pt x="120041" y="146031"/>
                </a:lnTo>
                <a:lnTo>
                  <a:pt x="120041" y="7764"/>
                </a:lnTo>
                <a:lnTo>
                  <a:pt x="127804" y="15527"/>
                </a:lnTo>
                <a:lnTo>
                  <a:pt x="7762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90D48FB4-F16A-469E-B565-DDC8655A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689" y="3995733"/>
            <a:ext cx="119892" cy="139335"/>
          </a:xfrm>
          <a:custGeom xmlns:a="http://schemas.openxmlformats.org/drawingml/2006/main">
            <a:pathLst>
              <a:path w="119892" h="139335">
                <a:moveTo>
                  <a:pt x="0" y="0"/>
                </a:moveTo>
                <a:lnTo>
                  <a:pt x="119892" y="0"/>
                </a:lnTo>
                <a:lnTo>
                  <a:pt x="119892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851D5A2E-BC6A-48EE-81D2-C99E5C6F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8209" y="3988253"/>
            <a:ext cx="135553" cy="153795"/>
          </a:xfrm>
          <a:custGeom xmlns:a="http://schemas.openxmlformats.org/drawingml/2006/main">
            <a:pathLst>
              <a:path w="135553" h="153795">
                <a:moveTo>
                  <a:pt x="135553" y="0"/>
                </a:moveTo>
                <a:lnTo>
                  <a:pt x="135553" y="153795"/>
                </a:lnTo>
                <a:lnTo>
                  <a:pt x="0" y="153795"/>
                </a:lnTo>
                <a:lnTo>
                  <a:pt x="0" y="0"/>
                </a:lnTo>
                <a:lnTo>
                  <a:pt x="135553" y="0"/>
                </a:lnTo>
                <a:moveTo>
                  <a:pt x="7764" y="15527"/>
                </a:moveTo>
                <a:lnTo>
                  <a:pt x="15526" y="7764"/>
                </a:lnTo>
                <a:lnTo>
                  <a:pt x="15526" y="146031"/>
                </a:lnTo>
                <a:lnTo>
                  <a:pt x="7764" y="138268"/>
                </a:lnTo>
                <a:lnTo>
                  <a:pt x="127790" y="138268"/>
                </a:lnTo>
                <a:lnTo>
                  <a:pt x="120027" y="146031"/>
                </a:lnTo>
                <a:lnTo>
                  <a:pt x="120027" y="7764"/>
                </a:lnTo>
                <a:lnTo>
                  <a:pt x="127790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4C11DE94-9027-4FB7-8088-62D07A4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796" y="3858019"/>
            <a:ext cx="119893" cy="137715"/>
          </a:xfrm>
          <a:custGeom xmlns:a="http://schemas.openxmlformats.org/drawingml/2006/main">
            <a:pathLst>
              <a:path w="119893" h="137715">
                <a:moveTo>
                  <a:pt x="0" y="0"/>
                </a:moveTo>
                <a:lnTo>
                  <a:pt x="119893" y="0"/>
                </a:lnTo>
                <a:lnTo>
                  <a:pt x="119893" y="137715"/>
                </a:lnTo>
                <a:lnTo>
                  <a:pt x="0" y="13771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0B06D2F1-6E89-486B-91B0-6A2CA203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69" y="3849985"/>
            <a:ext cx="135566" cy="153795"/>
          </a:xfrm>
          <a:custGeom xmlns:a="http://schemas.openxmlformats.org/drawingml/2006/main">
            <a:pathLst>
              <a:path w="135566" h="153795">
                <a:moveTo>
                  <a:pt x="135566" y="0"/>
                </a:moveTo>
                <a:lnTo>
                  <a:pt x="135566" y="153795"/>
                </a:lnTo>
                <a:lnTo>
                  <a:pt x="0" y="153795"/>
                </a:lnTo>
                <a:lnTo>
                  <a:pt x="0" y="0"/>
                </a:lnTo>
                <a:lnTo>
                  <a:pt x="135566" y="0"/>
                </a:lnTo>
                <a:moveTo>
                  <a:pt x="7762" y="15527"/>
                </a:moveTo>
                <a:lnTo>
                  <a:pt x="15526" y="7763"/>
                </a:lnTo>
                <a:lnTo>
                  <a:pt x="15526" y="146031"/>
                </a:lnTo>
                <a:lnTo>
                  <a:pt x="7762" y="138268"/>
                </a:lnTo>
                <a:lnTo>
                  <a:pt x="127804" y="138268"/>
                </a:lnTo>
                <a:lnTo>
                  <a:pt x="120041" y="146031"/>
                </a:lnTo>
                <a:lnTo>
                  <a:pt x="120041" y="7763"/>
                </a:lnTo>
                <a:lnTo>
                  <a:pt x="127804" y="15527"/>
                </a:lnTo>
                <a:lnTo>
                  <a:pt x="7762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02A2AFFE-F734-4BE6-84F4-3BC909C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517" y="3997086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1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85CEE885-EE77-4B8B-B3C6-E6CBFAAB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2898" y="4028145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2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0A54362B-90D6-4BF7-A98E-68FE26A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226" y="3986012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747D4DDE-7492-495C-A968-9D25AE1B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1654" y="3977452"/>
            <a:ext cx="135553" cy="153794"/>
          </a:xfrm>
          <a:custGeom xmlns:a="http://schemas.openxmlformats.org/drawingml/2006/main">
            <a:pathLst>
              <a:path w="135553" h="153794">
                <a:moveTo>
                  <a:pt x="135553" y="0"/>
                </a:moveTo>
                <a:lnTo>
                  <a:pt x="135553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53" y="0"/>
                </a:lnTo>
                <a:moveTo>
                  <a:pt x="7763" y="15526"/>
                </a:moveTo>
                <a:lnTo>
                  <a:pt x="15526" y="7763"/>
                </a:lnTo>
                <a:lnTo>
                  <a:pt x="15526" y="146031"/>
                </a:lnTo>
                <a:lnTo>
                  <a:pt x="7763" y="138268"/>
                </a:lnTo>
                <a:lnTo>
                  <a:pt x="127790" y="138268"/>
                </a:lnTo>
                <a:lnTo>
                  <a:pt x="120027" y="146031"/>
                </a:lnTo>
                <a:lnTo>
                  <a:pt x="120027" y="7763"/>
                </a:lnTo>
                <a:lnTo>
                  <a:pt x="127790" y="15526"/>
                </a:lnTo>
                <a:lnTo>
                  <a:pt x="7763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2B951D1F-5928-459C-9BD1-64B7B9C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0119" y="3986012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83836D47-D356-4D93-92DE-92F8CD94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1680" y="3977452"/>
            <a:ext cx="135568" cy="153794"/>
          </a:xfrm>
          <a:custGeom xmlns:a="http://schemas.openxmlformats.org/drawingml/2006/main">
            <a:pathLst>
              <a:path w="135568" h="153794">
                <a:moveTo>
                  <a:pt x="135568" y="0"/>
                </a:moveTo>
                <a:lnTo>
                  <a:pt x="135568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68" y="0"/>
                </a:lnTo>
                <a:moveTo>
                  <a:pt x="7764" y="15526"/>
                </a:moveTo>
                <a:lnTo>
                  <a:pt x="15527" y="7763"/>
                </a:lnTo>
                <a:lnTo>
                  <a:pt x="15527" y="146031"/>
                </a:lnTo>
                <a:lnTo>
                  <a:pt x="7764" y="138268"/>
                </a:lnTo>
                <a:lnTo>
                  <a:pt x="127804" y="138268"/>
                </a:lnTo>
                <a:lnTo>
                  <a:pt x="120042" y="146031"/>
                </a:lnTo>
                <a:lnTo>
                  <a:pt x="120042" y="7763"/>
                </a:lnTo>
                <a:lnTo>
                  <a:pt x="127804" y="15526"/>
                </a:lnTo>
                <a:lnTo>
                  <a:pt x="7764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CA3AB34E-DB6E-4BCD-B02C-24646E4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0011" y="3986012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C3FCB1A7-AAFC-47C3-AD58-14BA8C83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1722" y="3977452"/>
            <a:ext cx="135554" cy="153794"/>
          </a:xfrm>
          <a:custGeom xmlns:a="http://schemas.openxmlformats.org/drawingml/2006/main">
            <a:pathLst>
              <a:path w="135554" h="153794">
                <a:moveTo>
                  <a:pt x="135554" y="0"/>
                </a:moveTo>
                <a:lnTo>
                  <a:pt x="135554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54" y="0"/>
                </a:lnTo>
                <a:moveTo>
                  <a:pt x="7763" y="15526"/>
                </a:moveTo>
                <a:lnTo>
                  <a:pt x="15527" y="7763"/>
                </a:lnTo>
                <a:lnTo>
                  <a:pt x="15527" y="146031"/>
                </a:lnTo>
                <a:lnTo>
                  <a:pt x="7763" y="138268"/>
                </a:lnTo>
                <a:lnTo>
                  <a:pt x="127790" y="138268"/>
                </a:lnTo>
                <a:lnTo>
                  <a:pt x="120027" y="146031"/>
                </a:lnTo>
                <a:lnTo>
                  <a:pt x="120027" y="7763"/>
                </a:lnTo>
                <a:lnTo>
                  <a:pt x="127790" y="15526"/>
                </a:lnTo>
                <a:lnTo>
                  <a:pt x="7763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EAC3BDF4-F627-4D47-BB35-D64436A3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0119" y="3846678"/>
            <a:ext cx="119892" cy="139335"/>
          </a:xfrm>
          <a:custGeom xmlns:a="http://schemas.openxmlformats.org/drawingml/2006/main">
            <a:pathLst>
              <a:path w="119892" h="139335">
                <a:moveTo>
                  <a:pt x="0" y="0"/>
                </a:moveTo>
                <a:lnTo>
                  <a:pt x="119892" y="0"/>
                </a:lnTo>
                <a:lnTo>
                  <a:pt x="119892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CA6DA5B2-6E5A-4749-91F2-D9E948E8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1680" y="3839184"/>
            <a:ext cx="135568" cy="153794"/>
          </a:xfrm>
          <a:custGeom xmlns:a="http://schemas.openxmlformats.org/drawingml/2006/main">
            <a:pathLst>
              <a:path w="135568" h="153794">
                <a:moveTo>
                  <a:pt x="135568" y="0"/>
                </a:moveTo>
                <a:lnTo>
                  <a:pt x="135568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68" y="0"/>
                </a:lnTo>
                <a:moveTo>
                  <a:pt x="7764" y="15527"/>
                </a:moveTo>
                <a:lnTo>
                  <a:pt x="15527" y="7763"/>
                </a:lnTo>
                <a:lnTo>
                  <a:pt x="15527" y="146031"/>
                </a:lnTo>
                <a:lnTo>
                  <a:pt x="7764" y="138268"/>
                </a:lnTo>
                <a:lnTo>
                  <a:pt x="127804" y="138268"/>
                </a:lnTo>
                <a:lnTo>
                  <a:pt x="120042" y="146031"/>
                </a:lnTo>
                <a:lnTo>
                  <a:pt x="120042" y="7763"/>
                </a:lnTo>
                <a:lnTo>
                  <a:pt x="127804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C5F66C2D-20BC-40F9-B1BA-F6D0969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030" y="3980209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1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27F68033-A5F6-4523-B508-3BE13326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411" y="4011268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2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57CB454D-8263-45F2-A2F9-BF7E545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3679" y="3877461"/>
            <a:ext cx="118272" cy="137714"/>
          </a:xfrm>
          <a:custGeom xmlns:a="http://schemas.openxmlformats.org/drawingml/2006/main">
            <a:pathLst>
              <a:path w="118272" h="137714">
                <a:moveTo>
                  <a:pt x="0" y="0"/>
                </a:moveTo>
                <a:lnTo>
                  <a:pt x="118272" y="0"/>
                </a:lnTo>
                <a:lnTo>
                  <a:pt x="11827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218582C4-A971-451A-A387-052F0D38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5375" y="3869833"/>
            <a:ext cx="135041" cy="153214"/>
          </a:xfrm>
          <a:custGeom xmlns:a="http://schemas.openxmlformats.org/drawingml/2006/main">
            <a:pathLst>
              <a:path w="135041" h="153214">
                <a:moveTo>
                  <a:pt x="135041" y="0"/>
                </a:moveTo>
                <a:lnTo>
                  <a:pt x="135041" y="153214"/>
                </a:lnTo>
                <a:lnTo>
                  <a:pt x="0" y="153214"/>
                </a:lnTo>
                <a:lnTo>
                  <a:pt x="0" y="0"/>
                </a:lnTo>
                <a:lnTo>
                  <a:pt x="135041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5451"/>
                </a:lnTo>
                <a:lnTo>
                  <a:pt x="7764" y="137687"/>
                </a:lnTo>
                <a:lnTo>
                  <a:pt x="127278" y="137687"/>
                </a:lnTo>
                <a:lnTo>
                  <a:pt x="119515" y="145451"/>
                </a:lnTo>
                <a:lnTo>
                  <a:pt x="119515" y="7763"/>
                </a:lnTo>
                <a:lnTo>
                  <a:pt x="127278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461121BB-79A6-4960-AEC2-6B4B7A8F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1951" y="3877461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F580075D-78F8-46D1-99C8-056ABD7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890" y="3869833"/>
            <a:ext cx="135055" cy="153214"/>
          </a:xfrm>
          <a:custGeom xmlns:a="http://schemas.openxmlformats.org/drawingml/2006/main">
            <a:pathLst>
              <a:path w="135055" h="153214">
                <a:moveTo>
                  <a:pt x="135055" y="0"/>
                </a:moveTo>
                <a:lnTo>
                  <a:pt x="135055" y="153214"/>
                </a:lnTo>
                <a:lnTo>
                  <a:pt x="0" y="153214"/>
                </a:lnTo>
                <a:lnTo>
                  <a:pt x="0" y="0"/>
                </a:lnTo>
                <a:lnTo>
                  <a:pt x="135055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45451"/>
                </a:lnTo>
                <a:lnTo>
                  <a:pt x="7763" y="137687"/>
                </a:lnTo>
                <a:lnTo>
                  <a:pt x="127292" y="137687"/>
                </a:lnTo>
                <a:lnTo>
                  <a:pt x="119528" y="145451"/>
                </a:lnTo>
                <a:lnTo>
                  <a:pt x="119528" y="7763"/>
                </a:lnTo>
                <a:lnTo>
                  <a:pt x="127292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9064E69A-ED75-403C-8A13-6519F80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3679" y="4015175"/>
            <a:ext cx="118272" cy="137715"/>
          </a:xfrm>
          <a:custGeom xmlns:a="http://schemas.openxmlformats.org/drawingml/2006/main">
            <a:pathLst>
              <a:path w="118272" h="137715">
                <a:moveTo>
                  <a:pt x="0" y="0"/>
                </a:moveTo>
                <a:lnTo>
                  <a:pt x="118272" y="0"/>
                </a:lnTo>
                <a:lnTo>
                  <a:pt x="118272" y="137715"/>
                </a:lnTo>
                <a:lnTo>
                  <a:pt x="0" y="137715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0F150204-E56C-4F00-A044-635AA872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5375" y="4007520"/>
            <a:ext cx="135041" cy="153214"/>
          </a:xfrm>
          <a:custGeom xmlns:a="http://schemas.openxmlformats.org/drawingml/2006/main">
            <a:pathLst>
              <a:path w="135041" h="153214">
                <a:moveTo>
                  <a:pt x="135041" y="0"/>
                </a:moveTo>
                <a:lnTo>
                  <a:pt x="135041" y="153214"/>
                </a:lnTo>
                <a:lnTo>
                  <a:pt x="0" y="153214"/>
                </a:lnTo>
                <a:lnTo>
                  <a:pt x="0" y="0"/>
                </a:lnTo>
                <a:lnTo>
                  <a:pt x="135041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5451"/>
                </a:lnTo>
                <a:lnTo>
                  <a:pt x="7764" y="137687"/>
                </a:lnTo>
                <a:lnTo>
                  <a:pt x="127278" y="137687"/>
                </a:lnTo>
                <a:lnTo>
                  <a:pt x="119515" y="145451"/>
                </a:lnTo>
                <a:lnTo>
                  <a:pt x="119515" y="7763"/>
                </a:lnTo>
                <a:lnTo>
                  <a:pt x="127278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AE8146B0-B664-40B0-8375-C5EBD421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0151" y="3864893"/>
            <a:ext cx="64349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9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9CFCC793-9F23-4B1F-B698-0A695877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3571" y="4015175"/>
            <a:ext cx="119892" cy="139335"/>
          </a:xfrm>
          <a:custGeom xmlns:a="http://schemas.openxmlformats.org/drawingml/2006/main">
            <a:pathLst>
              <a:path w="119892" h="139335">
                <a:moveTo>
                  <a:pt x="0" y="0"/>
                </a:moveTo>
                <a:lnTo>
                  <a:pt x="119892" y="0"/>
                </a:lnTo>
                <a:lnTo>
                  <a:pt x="119892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663F8E38-E0B5-4A67-BAD2-68F0B97E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348" y="4008155"/>
            <a:ext cx="135568" cy="153430"/>
          </a:xfrm>
          <a:custGeom xmlns:a="http://schemas.openxmlformats.org/drawingml/2006/main">
            <a:pathLst>
              <a:path w="135568" h="153430">
                <a:moveTo>
                  <a:pt x="135568" y="0"/>
                </a:moveTo>
                <a:lnTo>
                  <a:pt x="135568" y="153430"/>
                </a:lnTo>
                <a:lnTo>
                  <a:pt x="0" y="153430"/>
                </a:lnTo>
                <a:lnTo>
                  <a:pt x="0" y="0"/>
                </a:lnTo>
                <a:lnTo>
                  <a:pt x="135568" y="0"/>
                </a:lnTo>
                <a:moveTo>
                  <a:pt x="7764" y="15527"/>
                </a:moveTo>
                <a:lnTo>
                  <a:pt x="15527" y="7763"/>
                </a:lnTo>
                <a:lnTo>
                  <a:pt x="15527" y="145666"/>
                </a:lnTo>
                <a:lnTo>
                  <a:pt x="7764" y="137903"/>
                </a:lnTo>
                <a:lnTo>
                  <a:pt x="127804" y="137903"/>
                </a:lnTo>
                <a:lnTo>
                  <a:pt x="120042" y="145666"/>
                </a:lnTo>
                <a:lnTo>
                  <a:pt x="120042" y="7763"/>
                </a:lnTo>
                <a:lnTo>
                  <a:pt x="127804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46440ACA-210B-40A7-BE5F-691B9FFA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3463" y="4015175"/>
            <a:ext cx="121513" cy="139335"/>
          </a:xfrm>
          <a:custGeom xmlns:a="http://schemas.openxmlformats.org/drawingml/2006/main">
            <a:pathLst>
              <a:path w="121513" h="139335">
                <a:moveTo>
                  <a:pt x="0" y="0"/>
                </a:moveTo>
                <a:lnTo>
                  <a:pt x="121513" y="0"/>
                </a:lnTo>
                <a:lnTo>
                  <a:pt x="121513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82024689-34AB-4F97-8A29-D82628B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6389" y="4008155"/>
            <a:ext cx="135553" cy="153430"/>
          </a:xfrm>
          <a:custGeom xmlns:a="http://schemas.openxmlformats.org/drawingml/2006/main">
            <a:pathLst>
              <a:path w="135553" h="153430">
                <a:moveTo>
                  <a:pt x="135553" y="0"/>
                </a:moveTo>
                <a:lnTo>
                  <a:pt x="135553" y="153430"/>
                </a:lnTo>
                <a:lnTo>
                  <a:pt x="0" y="153430"/>
                </a:lnTo>
                <a:lnTo>
                  <a:pt x="0" y="0"/>
                </a:lnTo>
                <a:lnTo>
                  <a:pt x="135553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45666"/>
                </a:lnTo>
                <a:lnTo>
                  <a:pt x="7763" y="137903"/>
                </a:lnTo>
                <a:lnTo>
                  <a:pt x="127790" y="137903"/>
                </a:lnTo>
                <a:lnTo>
                  <a:pt x="120028" y="145666"/>
                </a:lnTo>
                <a:lnTo>
                  <a:pt x="120028" y="7763"/>
                </a:lnTo>
                <a:lnTo>
                  <a:pt x="127790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C7304A81-871D-4DE9-B727-A6388B39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4976" y="4015175"/>
            <a:ext cx="119892" cy="139335"/>
          </a:xfrm>
          <a:custGeom xmlns:a="http://schemas.openxmlformats.org/drawingml/2006/main">
            <a:pathLst>
              <a:path w="119892" h="139335">
                <a:moveTo>
                  <a:pt x="0" y="0"/>
                </a:moveTo>
                <a:lnTo>
                  <a:pt x="119892" y="0"/>
                </a:lnTo>
                <a:lnTo>
                  <a:pt x="119892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51B2C0F2-B096-4029-87AB-39F050E0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6417" y="4008155"/>
            <a:ext cx="135566" cy="153430"/>
          </a:xfrm>
          <a:custGeom xmlns:a="http://schemas.openxmlformats.org/drawingml/2006/main">
            <a:pathLst>
              <a:path w="135566" h="153430">
                <a:moveTo>
                  <a:pt x="135566" y="0"/>
                </a:moveTo>
                <a:lnTo>
                  <a:pt x="135566" y="153430"/>
                </a:lnTo>
                <a:lnTo>
                  <a:pt x="0" y="153430"/>
                </a:lnTo>
                <a:lnTo>
                  <a:pt x="0" y="0"/>
                </a:lnTo>
                <a:lnTo>
                  <a:pt x="135566" y="0"/>
                </a:lnTo>
                <a:moveTo>
                  <a:pt x="7763" y="15527"/>
                </a:moveTo>
                <a:lnTo>
                  <a:pt x="15526" y="7763"/>
                </a:lnTo>
                <a:lnTo>
                  <a:pt x="15526" y="145666"/>
                </a:lnTo>
                <a:lnTo>
                  <a:pt x="7763" y="137903"/>
                </a:lnTo>
                <a:lnTo>
                  <a:pt x="127804" y="137903"/>
                </a:lnTo>
                <a:lnTo>
                  <a:pt x="120041" y="145666"/>
                </a:lnTo>
                <a:lnTo>
                  <a:pt x="120041" y="7763"/>
                </a:lnTo>
                <a:lnTo>
                  <a:pt x="127804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5B0DE796-982A-45D1-B2A5-8C98F945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3463" y="3877461"/>
            <a:ext cx="121513" cy="137714"/>
          </a:xfrm>
          <a:custGeom xmlns:a="http://schemas.openxmlformats.org/drawingml/2006/main">
            <a:pathLst>
              <a:path w="121513" h="137714">
                <a:moveTo>
                  <a:pt x="0" y="0"/>
                </a:moveTo>
                <a:lnTo>
                  <a:pt x="121513" y="0"/>
                </a:lnTo>
                <a:lnTo>
                  <a:pt x="12151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4101A660-F718-4FA0-A1CC-C85BAB66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6389" y="3870238"/>
            <a:ext cx="135553" cy="153444"/>
          </a:xfrm>
          <a:custGeom xmlns:a="http://schemas.openxmlformats.org/drawingml/2006/main">
            <a:pathLst>
              <a:path w="135553" h="153444">
                <a:moveTo>
                  <a:pt x="135553" y="0"/>
                </a:moveTo>
                <a:lnTo>
                  <a:pt x="135553" y="153444"/>
                </a:lnTo>
                <a:lnTo>
                  <a:pt x="0" y="153444"/>
                </a:lnTo>
                <a:lnTo>
                  <a:pt x="0" y="0"/>
                </a:lnTo>
                <a:lnTo>
                  <a:pt x="135553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45680"/>
                </a:lnTo>
                <a:lnTo>
                  <a:pt x="7763" y="137917"/>
                </a:lnTo>
                <a:lnTo>
                  <a:pt x="127790" y="137917"/>
                </a:lnTo>
                <a:lnTo>
                  <a:pt x="120028" y="145680"/>
                </a:lnTo>
                <a:lnTo>
                  <a:pt x="120028" y="7763"/>
                </a:lnTo>
                <a:lnTo>
                  <a:pt x="127790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5754C4C4-284E-47C9-85DD-210C5F2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3010" y="4007441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A64E53F3-FE99-471C-B618-F29B6B3B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391" y="4038500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9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7E4FF94E-8187-495B-A122-73882A24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5770" y="4003834"/>
            <a:ext cx="121513" cy="137714"/>
          </a:xfrm>
          <a:custGeom xmlns:a="http://schemas.openxmlformats.org/drawingml/2006/main">
            <a:pathLst>
              <a:path w="121513" h="137714">
                <a:moveTo>
                  <a:pt x="0" y="0"/>
                </a:moveTo>
                <a:lnTo>
                  <a:pt x="121513" y="0"/>
                </a:lnTo>
                <a:lnTo>
                  <a:pt x="12151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9451F82E-9567-4FB3-9598-D3728114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8681" y="3995679"/>
            <a:ext cx="135555" cy="153794"/>
          </a:xfrm>
          <a:custGeom xmlns:a="http://schemas.openxmlformats.org/drawingml/2006/main">
            <a:pathLst>
              <a:path w="135555" h="153794">
                <a:moveTo>
                  <a:pt x="135555" y="0"/>
                </a:moveTo>
                <a:lnTo>
                  <a:pt x="135555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55" y="0"/>
                </a:lnTo>
                <a:moveTo>
                  <a:pt x="7764" y="15526"/>
                </a:moveTo>
                <a:lnTo>
                  <a:pt x="15527" y="7763"/>
                </a:lnTo>
                <a:lnTo>
                  <a:pt x="15527" y="146031"/>
                </a:lnTo>
                <a:lnTo>
                  <a:pt x="7764" y="138268"/>
                </a:lnTo>
                <a:lnTo>
                  <a:pt x="127791" y="138268"/>
                </a:lnTo>
                <a:lnTo>
                  <a:pt x="120028" y="146031"/>
                </a:lnTo>
                <a:lnTo>
                  <a:pt x="120028" y="7763"/>
                </a:lnTo>
                <a:lnTo>
                  <a:pt x="127791" y="15526"/>
                </a:lnTo>
                <a:lnTo>
                  <a:pt x="7764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BC0E3EF1-C84B-4FCC-A133-FE37E22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7282" y="4003834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EDC98B5C-4874-46FA-B99E-A7595C8E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8709" y="3995679"/>
            <a:ext cx="135568" cy="153794"/>
          </a:xfrm>
          <a:custGeom xmlns:a="http://schemas.openxmlformats.org/drawingml/2006/main">
            <a:pathLst>
              <a:path w="135568" h="153794">
                <a:moveTo>
                  <a:pt x="135568" y="0"/>
                </a:moveTo>
                <a:lnTo>
                  <a:pt x="135568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68" y="0"/>
                </a:lnTo>
                <a:moveTo>
                  <a:pt x="7764" y="15526"/>
                </a:moveTo>
                <a:lnTo>
                  <a:pt x="15528" y="7763"/>
                </a:lnTo>
                <a:lnTo>
                  <a:pt x="15528" y="146031"/>
                </a:lnTo>
                <a:lnTo>
                  <a:pt x="7764" y="138268"/>
                </a:lnTo>
                <a:lnTo>
                  <a:pt x="127804" y="138268"/>
                </a:lnTo>
                <a:lnTo>
                  <a:pt x="120041" y="146031"/>
                </a:lnTo>
                <a:lnTo>
                  <a:pt x="120041" y="7763"/>
                </a:lnTo>
                <a:lnTo>
                  <a:pt x="127804" y="15526"/>
                </a:lnTo>
                <a:lnTo>
                  <a:pt x="7764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531C02B5-0964-4588-ADEF-2D6C3C3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7175" y="4003834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D98DF3B1-8180-438F-8C77-02392061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8749" y="3995679"/>
            <a:ext cx="135555" cy="153794"/>
          </a:xfrm>
          <a:custGeom xmlns:a="http://schemas.openxmlformats.org/drawingml/2006/main">
            <a:pathLst>
              <a:path w="135555" h="153794">
                <a:moveTo>
                  <a:pt x="135555" y="0"/>
                </a:moveTo>
                <a:lnTo>
                  <a:pt x="135555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55" y="0"/>
                </a:lnTo>
                <a:moveTo>
                  <a:pt x="7764" y="15526"/>
                </a:moveTo>
                <a:lnTo>
                  <a:pt x="15528" y="7763"/>
                </a:lnTo>
                <a:lnTo>
                  <a:pt x="15528" y="146031"/>
                </a:lnTo>
                <a:lnTo>
                  <a:pt x="7764" y="138268"/>
                </a:lnTo>
                <a:lnTo>
                  <a:pt x="127791" y="138268"/>
                </a:lnTo>
                <a:lnTo>
                  <a:pt x="120028" y="146031"/>
                </a:lnTo>
                <a:lnTo>
                  <a:pt x="120028" y="7763"/>
                </a:lnTo>
                <a:lnTo>
                  <a:pt x="127791" y="15526"/>
                </a:lnTo>
                <a:lnTo>
                  <a:pt x="7764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40E23050-0839-432F-BE92-FF1181B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7282" y="3864500"/>
            <a:ext cx="119892" cy="139335"/>
          </a:xfrm>
          <a:custGeom xmlns:a="http://schemas.openxmlformats.org/drawingml/2006/main">
            <a:pathLst>
              <a:path w="119892" h="139335">
                <a:moveTo>
                  <a:pt x="0" y="0"/>
                </a:moveTo>
                <a:lnTo>
                  <a:pt x="119892" y="0"/>
                </a:lnTo>
                <a:lnTo>
                  <a:pt x="119892" y="139335"/>
                </a:lnTo>
                <a:lnTo>
                  <a:pt x="0" y="139335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0428A36D-5714-4007-8A80-5B4AB903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8709" y="3857411"/>
            <a:ext cx="135568" cy="153794"/>
          </a:xfrm>
          <a:custGeom xmlns:a="http://schemas.openxmlformats.org/drawingml/2006/main">
            <a:pathLst>
              <a:path w="135568" h="153794">
                <a:moveTo>
                  <a:pt x="135568" y="0"/>
                </a:moveTo>
                <a:lnTo>
                  <a:pt x="135568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68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6031"/>
                </a:lnTo>
                <a:lnTo>
                  <a:pt x="7764" y="138268"/>
                </a:lnTo>
                <a:lnTo>
                  <a:pt x="127804" y="138268"/>
                </a:lnTo>
                <a:lnTo>
                  <a:pt x="120041" y="146031"/>
                </a:lnTo>
                <a:lnTo>
                  <a:pt x="120041" y="7763"/>
                </a:lnTo>
                <a:lnTo>
                  <a:pt x="127804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2E9A9DEF-9279-40C4-8B5B-6D0F6CDD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1332" y="4001136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8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C6C8FCE8-CDB7-457B-99C5-9BAA86BF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8713" y="4032195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9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39BFD2EE-F967-418B-B022-6ABF69AE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6012" y="3274758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6281479D-9144-4B40-9A0F-17F9DD7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842" y="3267670"/>
            <a:ext cx="135041" cy="153214"/>
          </a:xfrm>
          <a:custGeom xmlns:a="http://schemas.openxmlformats.org/drawingml/2006/main">
            <a:pathLst>
              <a:path w="135041" h="153214">
                <a:moveTo>
                  <a:pt x="135041" y="0"/>
                </a:moveTo>
                <a:lnTo>
                  <a:pt x="135041" y="153214"/>
                </a:lnTo>
                <a:lnTo>
                  <a:pt x="0" y="153214"/>
                </a:lnTo>
                <a:lnTo>
                  <a:pt x="0" y="0"/>
                </a:lnTo>
                <a:lnTo>
                  <a:pt x="135041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5451"/>
                </a:lnTo>
                <a:lnTo>
                  <a:pt x="7764" y="137687"/>
                </a:lnTo>
                <a:lnTo>
                  <a:pt x="127279" y="137687"/>
                </a:lnTo>
                <a:lnTo>
                  <a:pt x="119516" y="145451"/>
                </a:lnTo>
                <a:lnTo>
                  <a:pt x="119516" y="7763"/>
                </a:lnTo>
                <a:lnTo>
                  <a:pt x="127279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D492232D-9C29-44D5-90B1-9F877B94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5904" y="3274758"/>
            <a:ext cx="118273" cy="137714"/>
          </a:xfrm>
          <a:custGeom xmlns:a="http://schemas.openxmlformats.org/drawingml/2006/main">
            <a:pathLst>
              <a:path w="118273" h="137714">
                <a:moveTo>
                  <a:pt x="0" y="0"/>
                </a:moveTo>
                <a:lnTo>
                  <a:pt x="118273" y="0"/>
                </a:lnTo>
                <a:lnTo>
                  <a:pt x="11827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857C6DB3-7873-43F4-9950-97B8631D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7358" y="3267670"/>
            <a:ext cx="135055" cy="153214"/>
          </a:xfrm>
          <a:custGeom xmlns:a="http://schemas.openxmlformats.org/drawingml/2006/main">
            <a:pathLst>
              <a:path w="135055" h="153214">
                <a:moveTo>
                  <a:pt x="135055" y="0"/>
                </a:moveTo>
                <a:lnTo>
                  <a:pt x="135055" y="153214"/>
                </a:lnTo>
                <a:lnTo>
                  <a:pt x="0" y="153214"/>
                </a:lnTo>
                <a:lnTo>
                  <a:pt x="0" y="0"/>
                </a:lnTo>
                <a:lnTo>
                  <a:pt x="135055" y="0"/>
                </a:lnTo>
                <a:moveTo>
                  <a:pt x="7763" y="15527"/>
                </a:moveTo>
                <a:lnTo>
                  <a:pt x="15526" y="7763"/>
                </a:lnTo>
                <a:lnTo>
                  <a:pt x="15526" y="145451"/>
                </a:lnTo>
                <a:lnTo>
                  <a:pt x="7763" y="137687"/>
                </a:lnTo>
                <a:lnTo>
                  <a:pt x="127291" y="137687"/>
                </a:lnTo>
                <a:lnTo>
                  <a:pt x="119527" y="145451"/>
                </a:lnTo>
                <a:lnTo>
                  <a:pt x="119527" y="7763"/>
                </a:lnTo>
                <a:lnTo>
                  <a:pt x="127291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BBF9C1AE-FFA8-43C4-BA04-02616391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6012" y="3412473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D4693D9F-E253-4D34-BA45-7B0230C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842" y="3405357"/>
            <a:ext cx="135041" cy="153214"/>
          </a:xfrm>
          <a:custGeom xmlns:a="http://schemas.openxmlformats.org/drawingml/2006/main">
            <a:pathLst>
              <a:path w="135041" h="153214">
                <a:moveTo>
                  <a:pt x="135041" y="0"/>
                </a:moveTo>
                <a:lnTo>
                  <a:pt x="135041" y="153214"/>
                </a:lnTo>
                <a:lnTo>
                  <a:pt x="0" y="153214"/>
                </a:lnTo>
                <a:lnTo>
                  <a:pt x="0" y="0"/>
                </a:lnTo>
                <a:lnTo>
                  <a:pt x="135041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5451"/>
                </a:lnTo>
                <a:lnTo>
                  <a:pt x="7764" y="137688"/>
                </a:lnTo>
                <a:lnTo>
                  <a:pt x="127279" y="137688"/>
                </a:lnTo>
                <a:lnTo>
                  <a:pt x="119516" y="145451"/>
                </a:lnTo>
                <a:lnTo>
                  <a:pt x="119516" y="7763"/>
                </a:lnTo>
                <a:lnTo>
                  <a:pt x="127279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64263C58-845E-4ABB-BAD3-216BD7CC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4958" y="3281323"/>
            <a:ext cx="64349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6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95D23378-C209-4E29-BB33-AD9096E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5904" y="3414093"/>
            <a:ext cx="121513" cy="137714"/>
          </a:xfrm>
          <a:custGeom xmlns:a="http://schemas.openxmlformats.org/drawingml/2006/main">
            <a:pathLst>
              <a:path w="121513" h="137714">
                <a:moveTo>
                  <a:pt x="0" y="0"/>
                </a:moveTo>
                <a:lnTo>
                  <a:pt x="121513" y="0"/>
                </a:lnTo>
                <a:lnTo>
                  <a:pt x="12151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5CEE0CE3-4524-46B5-B27A-86E7BC10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8816" y="3406005"/>
            <a:ext cx="135553" cy="153457"/>
          </a:xfrm>
          <a:custGeom xmlns:a="http://schemas.openxmlformats.org/drawingml/2006/main">
            <a:pathLst>
              <a:path w="135553" h="153457">
                <a:moveTo>
                  <a:pt x="135553" y="0"/>
                </a:moveTo>
                <a:lnTo>
                  <a:pt x="135553" y="153457"/>
                </a:lnTo>
                <a:lnTo>
                  <a:pt x="0" y="153457"/>
                </a:lnTo>
                <a:lnTo>
                  <a:pt x="0" y="0"/>
                </a:lnTo>
                <a:lnTo>
                  <a:pt x="135553" y="0"/>
                </a:lnTo>
                <a:moveTo>
                  <a:pt x="7763" y="15527"/>
                </a:moveTo>
                <a:lnTo>
                  <a:pt x="15527" y="7764"/>
                </a:lnTo>
                <a:lnTo>
                  <a:pt x="15527" y="145694"/>
                </a:lnTo>
                <a:lnTo>
                  <a:pt x="7763" y="137931"/>
                </a:lnTo>
                <a:lnTo>
                  <a:pt x="127790" y="137931"/>
                </a:lnTo>
                <a:lnTo>
                  <a:pt x="120028" y="145694"/>
                </a:lnTo>
                <a:lnTo>
                  <a:pt x="120028" y="7764"/>
                </a:lnTo>
                <a:lnTo>
                  <a:pt x="127790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240A3124-46E6-4FA5-A8DF-899FFF7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417" y="3414093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D76B6A93-889C-43B8-B8AD-781BA73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844" y="3406005"/>
            <a:ext cx="135567" cy="153457"/>
          </a:xfrm>
          <a:custGeom xmlns:a="http://schemas.openxmlformats.org/drawingml/2006/main">
            <a:pathLst>
              <a:path w="135567" h="153457">
                <a:moveTo>
                  <a:pt x="135567" y="0"/>
                </a:moveTo>
                <a:lnTo>
                  <a:pt x="135567" y="153457"/>
                </a:lnTo>
                <a:lnTo>
                  <a:pt x="0" y="153457"/>
                </a:lnTo>
                <a:lnTo>
                  <a:pt x="0" y="0"/>
                </a:lnTo>
                <a:lnTo>
                  <a:pt x="135567" y="0"/>
                </a:lnTo>
                <a:moveTo>
                  <a:pt x="7763" y="15527"/>
                </a:moveTo>
                <a:lnTo>
                  <a:pt x="15526" y="7764"/>
                </a:lnTo>
                <a:lnTo>
                  <a:pt x="15526" y="145694"/>
                </a:lnTo>
                <a:lnTo>
                  <a:pt x="7763" y="137931"/>
                </a:lnTo>
                <a:lnTo>
                  <a:pt x="127804" y="137931"/>
                </a:lnTo>
                <a:lnTo>
                  <a:pt x="120041" y="145694"/>
                </a:lnTo>
                <a:lnTo>
                  <a:pt x="120041" y="7764"/>
                </a:lnTo>
                <a:lnTo>
                  <a:pt x="127804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2EF43CD9-5A96-4F5B-B694-49802AAC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7309" y="3414093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8971D87F-663E-4F0A-8DF1-7730A0A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8884" y="3406005"/>
            <a:ext cx="135553" cy="153457"/>
          </a:xfrm>
          <a:custGeom xmlns:a="http://schemas.openxmlformats.org/drawingml/2006/main">
            <a:pathLst>
              <a:path w="135553" h="153457">
                <a:moveTo>
                  <a:pt x="135553" y="0"/>
                </a:moveTo>
                <a:lnTo>
                  <a:pt x="135553" y="153457"/>
                </a:lnTo>
                <a:lnTo>
                  <a:pt x="0" y="153457"/>
                </a:lnTo>
                <a:lnTo>
                  <a:pt x="0" y="0"/>
                </a:lnTo>
                <a:lnTo>
                  <a:pt x="135553" y="0"/>
                </a:lnTo>
                <a:moveTo>
                  <a:pt x="7764" y="15527"/>
                </a:moveTo>
                <a:lnTo>
                  <a:pt x="15527" y="7764"/>
                </a:lnTo>
                <a:lnTo>
                  <a:pt x="15527" y="145694"/>
                </a:lnTo>
                <a:lnTo>
                  <a:pt x="7764" y="137931"/>
                </a:lnTo>
                <a:lnTo>
                  <a:pt x="127790" y="137931"/>
                </a:lnTo>
                <a:lnTo>
                  <a:pt x="120028" y="145694"/>
                </a:lnTo>
                <a:lnTo>
                  <a:pt x="120028" y="7764"/>
                </a:lnTo>
                <a:lnTo>
                  <a:pt x="127790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10E50F54-B8EF-45F2-914B-FA03C116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417" y="3276379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16150B30-2B50-4D5B-8F63-63E8A3FA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844" y="3268075"/>
            <a:ext cx="135567" cy="153457"/>
          </a:xfrm>
          <a:custGeom xmlns:a="http://schemas.openxmlformats.org/drawingml/2006/main">
            <a:pathLst>
              <a:path w="135567" h="153457">
                <a:moveTo>
                  <a:pt x="135567" y="0"/>
                </a:moveTo>
                <a:lnTo>
                  <a:pt x="135567" y="153457"/>
                </a:lnTo>
                <a:lnTo>
                  <a:pt x="0" y="153457"/>
                </a:lnTo>
                <a:lnTo>
                  <a:pt x="0" y="0"/>
                </a:lnTo>
                <a:lnTo>
                  <a:pt x="135567" y="0"/>
                </a:lnTo>
                <a:moveTo>
                  <a:pt x="7763" y="15527"/>
                </a:moveTo>
                <a:lnTo>
                  <a:pt x="15526" y="7763"/>
                </a:lnTo>
                <a:lnTo>
                  <a:pt x="15526" y="145694"/>
                </a:lnTo>
                <a:lnTo>
                  <a:pt x="7763" y="137930"/>
                </a:lnTo>
                <a:lnTo>
                  <a:pt x="127804" y="137930"/>
                </a:lnTo>
                <a:lnTo>
                  <a:pt x="120041" y="145694"/>
                </a:lnTo>
                <a:lnTo>
                  <a:pt x="120041" y="7763"/>
                </a:lnTo>
                <a:lnTo>
                  <a:pt x="127804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60E5CEE4-5793-4360-9025-D7715D1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8606" y="3409233"/>
            <a:ext cx="119892" cy="136094"/>
          </a:xfrm>
          <a:custGeom xmlns:a="http://schemas.openxmlformats.org/drawingml/2006/main">
            <a:pathLst>
              <a:path w="119892" h="136094">
                <a:moveTo>
                  <a:pt x="0" y="0"/>
                </a:moveTo>
                <a:lnTo>
                  <a:pt x="119892" y="0"/>
                </a:lnTo>
                <a:lnTo>
                  <a:pt x="119892" y="136094"/>
                </a:lnTo>
                <a:lnTo>
                  <a:pt x="0" y="136094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2D191AC4-0378-4BBC-A6CA-E25C09A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0978" y="3401064"/>
            <a:ext cx="135460" cy="151890"/>
          </a:xfrm>
          <a:custGeom xmlns:a="http://schemas.openxmlformats.org/drawingml/2006/main">
            <a:pathLst>
              <a:path w="135460" h="151890">
                <a:moveTo>
                  <a:pt x="135460" y="0"/>
                </a:moveTo>
                <a:lnTo>
                  <a:pt x="135460" y="151890"/>
                </a:lnTo>
                <a:lnTo>
                  <a:pt x="0" y="151890"/>
                </a:lnTo>
                <a:lnTo>
                  <a:pt x="0" y="0"/>
                </a:lnTo>
                <a:lnTo>
                  <a:pt x="135460" y="0"/>
                </a:lnTo>
                <a:moveTo>
                  <a:pt x="7764" y="15527"/>
                </a:moveTo>
                <a:lnTo>
                  <a:pt x="15527" y="7763"/>
                </a:lnTo>
                <a:lnTo>
                  <a:pt x="15527" y="144127"/>
                </a:lnTo>
                <a:lnTo>
                  <a:pt x="7764" y="136364"/>
                </a:lnTo>
                <a:lnTo>
                  <a:pt x="127696" y="136364"/>
                </a:lnTo>
                <a:lnTo>
                  <a:pt x="119933" y="144127"/>
                </a:lnTo>
                <a:lnTo>
                  <a:pt x="119933" y="7763"/>
                </a:lnTo>
                <a:lnTo>
                  <a:pt x="127696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FDE6EEDD-6C34-4DC3-AE7E-0856EDA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8499" y="3409233"/>
            <a:ext cx="119892" cy="136094"/>
          </a:xfrm>
          <a:custGeom xmlns:a="http://schemas.openxmlformats.org/drawingml/2006/main">
            <a:pathLst>
              <a:path w="119892" h="136094">
                <a:moveTo>
                  <a:pt x="0" y="0"/>
                </a:moveTo>
                <a:lnTo>
                  <a:pt x="119892" y="0"/>
                </a:lnTo>
                <a:lnTo>
                  <a:pt x="119892" y="136094"/>
                </a:lnTo>
                <a:lnTo>
                  <a:pt x="0" y="136094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21624AE7-21AF-4C88-B697-4723640E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910" y="3401064"/>
            <a:ext cx="135474" cy="151890"/>
          </a:xfrm>
          <a:custGeom xmlns:a="http://schemas.openxmlformats.org/drawingml/2006/main">
            <a:pathLst>
              <a:path w="135474" h="151890">
                <a:moveTo>
                  <a:pt x="135474" y="0"/>
                </a:moveTo>
                <a:lnTo>
                  <a:pt x="135474" y="151890"/>
                </a:lnTo>
                <a:lnTo>
                  <a:pt x="0" y="151890"/>
                </a:lnTo>
                <a:lnTo>
                  <a:pt x="0" y="0"/>
                </a:lnTo>
                <a:lnTo>
                  <a:pt x="135474" y="0"/>
                </a:lnTo>
                <a:moveTo>
                  <a:pt x="7764" y="15527"/>
                </a:moveTo>
                <a:lnTo>
                  <a:pt x="15528" y="7763"/>
                </a:lnTo>
                <a:lnTo>
                  <a:pt x="15528" y="144127"/>
                </a:lnTo>
                <a:lnTo>
                  <a:pt x="7764" y="136364"/>
                </a:lnTo>
                <a:lnTo>
                  <a:pt x="127711" y="136364"/>
                </a:lnTo>
                <a:lnTo>
                  <a:pt x="119947" y="144127"/>
                </a:lnTo>
                <a:lnTo>
                  <a:pt x="119947" y="7763"/>
                </a:lnTo>
                <a:lnTo>
                  <a:pt x="127711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82A87DD5-55AE-44AD-A6BB-262D7A93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8391" y="3409233"/>
            <a:ext cx="119892" cy="136094"/>
          </a:xfrm>
          <a:custGeom xmlns:a="http://schemas.openxmlformats.org/drawingml/2006/main">
            <a:pathLst>
              <a:path w="119892" h="136094">
                <a:moveTo>
                  <a:pt x="0" y="0"/>
                </a:moveTo>
                <a:lnTo>
                  <a:pt x="119892" y="0"/>
                </a:lnTo>
                <a:lnTo>
                  <a:pt x="119892" y="136094"/>
                </a:lnTo>
                <a:lnTo>
                  <a:pt x="0" y="136094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83F989B7-C844-46CC-BA9B-64C75C00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0858" y="3401064"/>
            <a:ext cx="135460" cy="151890"/>
          </a:xfrm>
          <a:custGeom xmlns:a="http://schemas.openxmlformats.org/drawingml/2006/main">
            <a:pathLst>
              <a:path w="135460" h="151890">
                <a:moveTo>
                  <a:pt x="135460" y="0"/>
                </a:moveTo>
                <a:lnTo>
                  <a:pt x="135460" y="151890"/>
                </a:lnTo>
                <a:lnTo>
                  <a:pt x="0" y="151890"/>
                </a:lnTo>
                <a:lnTo>
                  <a:pt x="0" y="0"/>
                </a:lnTo>
                <a:lnTo>
                  <a:pt x="135460" y="0"/>
                </a:lnTo>
                <a:moveTo>
                  <a:pt x="7764" y="15527"/>
                </a:moveTo>
                <a:lnTo>
                  <a:pt x="15527" y="7763"/>
                </a:lnTo>
                <a:lnTo>
                  <a:pt x="15527" y="144127"/>
                </a:lnTo>
                <a:lnTo>
                  <a:pt x="7764" y="136364"/>
                </a:lnTo>
                <a:lnTo>
                  <a:pt x="127696" y="136364"/>
                </a:lnTo>
                <a:lnTo>
                  <a:pt x="119933" y="144127"/>
                </a:lnTo>
                <a:lnTo>
                  <a:pt x="119933" y="7763"/>
                </a:lnTo>
                <a:lnTo>
                  <a:pt x="127696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AC87A037-B9AA-4EFA-AB5D-E7F8571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8608" y="3428677"/>
            <a:ext cx="70580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31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F4D02665-5AE3-42D9-B8CC-DD2AFDBB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226" y="3273138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36218C27-E327-4B19-AC27-FE5A0EF7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2329" y="3266050"/>
            <a:ext cx="135014" cy="153241"/>
          </a:xfrm>
          <a:custGeom xmlns:a="http://schemas.openxmlformats.org/drawingml/2006/main">
            <a:pathLst>
              <a:path w="135014" h="153241">
                <a:moveTo>
                  <a:pt x="135014" y="0"/>
                </a:moveTo>
                <a:lnTo>
                  <a:pt x="135014" y="153241"/>
                </a:lnTo>
                <a:lnTo>
                  <a:pt x="0" y="153241"/>
                </a:lnTo>
                <a:lnTo>
                  <a:pt x="0" y="0"/>
                </a:lnTo>
                <a:lnTo>
                  <a:pt x="135014" y="0"/>
                </a:lnTo>
                <a:moveTo>
                  <a:pt x="7763" y="15527"/>
                </a:moveTo>
                <a:lnTo>
                  <a:pt x="15526" y="7764"/>
                </a:lnTo>
                <a:lnTo>
                  <a:pt x="15526" y="145478"/>
                </a:lnTo>
                <a:lnTo>
                  <a:pt x="7763" y="137714"/>
                </a:lnTo>
                <a:lnTo>
                  <a:pt x="127251" y="137714"/>
                </a:lnTo>
                <a:lnTo>
                  <a:pt x="119487" y="145478"/>
                </a:lnTo>
                <a:lnTo>
                  <a:pt x="119487" y="7764"/>
                </a:lnTo>
                <a:lnTo>
                  <a:pt x="127251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DB077854-C475-41E7-A395-3BEB04A2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0119" y="3273138"/>
            <a:ext cx="118272" cy="137714"/>
          </a:xfrm>
          <a:custGeom xmlns:a="http://schemas.openxmlformats.org/drawingml/2006/main">
            <a:pathLst>
              <a:path w="118272" h="137714">
                <a:moveTo>
                  <a:pt x="0" y="0"/>
                </a:moveTo>
                <a:lnTo>
                  <a:pt x="118272" y="0"/>
                </a:lnTo>
                <a:lnTo>
                  <a:pt x="11827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B0462C5E-E4B5-4E18-B0B5-0543C48D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1815" y="3266050"/>
            <a:ext cx="135014" cy="153241"/>
          </a:xfrm>
          <a:custGeom xmlns:a="http://schemas.openxmlformats.org/drawingml/2006/main">
            <a:pathLst>
              <a:path w="135014" h="153241">
                <a:moveTo>
                  <a:pt x="135014" y="0"/>
                </a:moveTo>
                <a:lnTo>
                  <a:pt x="135014" y="153241"/>
                </a:lnTo>
                <a:lnTo>
                  <a:pt x="0" y="153241"/>
                </a:lnTo>
                <a:lnTo>
                  <a:pt x="0" y="0"/>
                </a:lnTo>
                <a:lnTo>
                  <a:pt x="135014" y="0"/>
                </a:lnTo>
                <a:moveTo>
                  <a:pt x="7764" y="15527"/>
                </a:moveTo>
                <a:lnTo>
                  <a:pt x="15527" y="7764"/>
                </a:lnTo>
                <a:lnTo>
                  <a:pt x="15527" y="145478"/>
                </a:lnTo>
                <a:lnTo>
                  <a:pt x="7764" y="137714"/>
                </a:lnTo>
                <a:lnTo>
                  <a:pt x="127251" y="137714"/>
                </a:lnTo>
                <a:lnTo>
                  <a:pt x="119488" y="145478"/>
                </a:lnTo>
                <a:lnTo>
                  <a:pt x="119488" y="7764"/>
                </a:lnTo>
                <a:lnTo>
                  <a:pt x="127251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E8E8D6EB-8CAD-4481-BD07-D5A92A08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8391" y="3273138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DA58E7D6-D19B-4D3F-836C-0929045A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1303" y="3266050"/>
            <a:ext cx="135014" cy="153241"/>
          </a:xfrm>
          <a:custGeom xmlns:a="http://schemas.openxmlformats.org/drawingml/2006/main">
            <a:pathLst>
              <a:path w="135014" h="153241">
                <a:moveTo>
                  <a:pt x="135014" y="0"/>
                </a:moveTo>
                <a:lnTo>
                  <a:pt x="135014" y="153241"/>
                </a:lnTo>
                <a:lnTo>
                  <a:pt x="0" y="153241"/>
                </a:lnTo>
                <a:lnTo>
                  <a:pt x="0" y="0"/>
                </a:lnTo>
                <a:lnTo>
                  <a:pt x="135014" y="0"/>
                </a:lnTo>
                <a:moveTo>
                  <a:pt x="7763" y="15527"/>
                </a:moveTo>
                <a:lnTo>
                  <a:pt x="15527" y="7764"/>
                </a:lnTo>
                <a:lnTo>
                  <a:pt x="15527" y="145478"/>
                </a:lnTo>
                <a:lnTo>
                  <a:pt x="7763" y="137714"/>
                </a:lnTo>
                <a:lnTo>
                  <a:pt x="127251" y="137714"/>
                </a:lnTo>
                <a:lnTo>
                  <a:pt x="119487" y="145478"/>
                </a:lnTo>
                <a:lnTo>
                  <a:pt x="119487" y="7764"/>
                </a:lnTo>
                <a:lnTo>
                  <a:pt x="127251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AF9E1659-644D-4ED9-81C2-D68ACAE4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0119" y="3135424"/>
            <a:ext cx="118272" cy="137714"/>
          </a:xfrm>
          <a:custGeom xmlns:a="http://schemas.openxmlformats.org/drawingml/2006/main">
            <a:pathLst>
              <a:path w="118272" h="137714">
                <a:moveTo>
                  <a:pt x="0" y="0"/>
                </a:moveTo>
                <a:lnTo>
                  <a:pt x="118272" y="0"/>
                </a:lnTo>
                <a:lnTo>
                  <a:pt x="11827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41E795B6-271A-4FBD-A6E8-DEB5F8B8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1815" y="3128336"/>
            <a:ext cx="135014" cy="153241"/>
          </a:xfrm>
          <a:custGeom xmlns:a="http://schemas.openxmlformats.org/drawingml/2006/main">
            <a:pathLst>
              <a:path w="135014" h="153241">
                <a:moveTo>
                  <a:pt x="135014" y="0"/>
                </a:moveTo>
                <a:lnTo>
                  <a:pt x="135014" y="153241"/>
                </a:lnTo>
                <a:lnTo>
                  <a:pt x="0" y="153241"/>
                </a:lnTo>
                <a:lnTo>
                  <a:pt x="0" y="0"/>
                </a:lnTo>
                <a:lnTo>
                  <a:pt x="135014" y="0"/>
                </a:lnTo>
                <a:moveTo>
                  <a:pt x="7764" y="15527"/>
                </a:moveTo>
                <a:lnTo>
                  <a:pt x="15527" y="7764"/>
                </a:lnTo>
                <a:lnTo>
                  <a:pt x="15527" y="145478"/>
                </a:lnTo>
                <a:lnTo>
                  <a:pt x="7764" y="137714"/>
                </a:lnTo>
                <a:lnTo>
                  <a:pt x="127251" y="137714"/>
                </a:lnTo>
                <a:lnTo>
                  <a:pt x="119488" y="145478"/>
                </a:lnTo>
                <a:lnTo>
                  <a:pt x="119488" y="7764"/>
                </a:lnTo>
                <a:lnTo>
                  <a:pt x="127251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AA599533-A948-4E8B-BAD0-2855C89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080" y="3276786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0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5D0C27DC-B03E-4366-B6B5-3604E4B4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0461" y="3307845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1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B652CCD3-C8EC-4732-9A0A-46E1D6A2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8818" y="3258556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E46A92EE-44DE-4F86-93CA-18347BA5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0785" y="3250523"/>
            <a:ext cx="135014" cy="153578"/>
          </a:xfrm>
          <a:custGeom xmlns:a="http://schemas.openxmlformats.org/drawingml/2006/main">
            <a:pathLst>
              <a:path w="135014" h="153578">
                <a:moveTo>
                  <a:pt x="135014" y="0"/>
                </a:moveTo>
                <a:lnTo>
                  <a:pt x="135014" y="153578"/>
                </a:lnTo>
                <a:lnTo>
                  <a:pt x="0" y="153578"/>
                </a:lnTo>
                <a:lnTo>
                  <a:pt x="0" y="0"/>
                </a:lnTo>
                <a:lnTo>
                  <a:pt x="135014" y="0"/>
                </a:lnTo>
                <a:moveTo>
                  <a:pt x="7763" y="15527"/>
                </a:moveTo>
                <a:lnTo>
                  <a:pt x="15526" y="7764"/>
                </a:lnTo>
                <a:lnTo>
                  <a:pt x="15526" y="145816"/>
                </a:lnTo>
                <a:lnTo>
                  <a:pt x="7763" y="138052"/>
                </a:lnTo>
                <a:lnTo>
                  <a:pt x="127251" y="138052"/>
                </a:lnTo>
                <a:lnTo>
                  <a:pt x="119487" y="145816"/>
                </a:lnTo>
                <a:lnTo>
                  <a:pt x="119487" y="7764"/>
                </a:lnTo>
                <a:lnTo>
                  <a:pt x="127251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FD56FC48-798B-442D-BD25-DFCA3282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8711" y="3258556"/>
            <a:ext cx="118272" cy="137714"/>
          </a:xfrm>
          <a:custGeom xmlns:a="http://schemas.openxmlformats.org/drawingml/2006/main">
            <a:pathLst>
              <a:path w="118272" h="137714">
                <a:moveTo>
                  <a:pt x="0" y="0"/>
                </a:moveTo>
                <a:lnTo>
                  <a:pt x="118272" y="0"/>
                </a:lnTo>
                <a:lnTo>
                  <a:pt x="11827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BC77405C-68F5-45CC-A87A-484E88D5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0272" y="3250523"/>
            <a:ext cx="135014" cy="153578"/>
          </a:xfrm>
          <a:custGeom xmlns:a="http://schemas.openxmlformats.org/drawingml/2006/main">
            <a:pathLst>
              <a:path w="135014" h="153578">
                <a:moveTo>
                  <a:pt x="135014" y="0"/>
                </a:moveTo>
                <a:lnTo>
                  <a:pt x="135014" y="153578"/>
                </a:lnTo>
                <a:lnTo>
                  <a:pt x="0" y="153578"/>
                </a:lnTo>
                <a:lnTo>
                  <a:pt x="0" y="0"/>
                </a:lnTo>
                <a:lnTo>
                  <a:pt x="135014" y="0"/>
                </a:lnTo>
                <a:moveTo>
                  <a:pt x="7764" y="15527"/>
                </a:moveTo>
                <a:lnTo>
                  <a:pt x="15527" y="7764"/>
                </a:lnTo>
                <a:lnTo>
                  <a:pt x="15527" y="145816"/>
                </a:lnTo>
                <a:lnTo>
                  <a:pt x="7764" y="138052"/>
                </a:lnTo>
                <a:lnTo>
                  <a:pt x="127251" y="138052"/>
                </a:lnTo>
                <a:lnTo>
                  <a:pt x="119487" y="145816"/>
                </a:lnTo>
                <a:lnTo>
                  <a:pt x="119487" y="7764"/>
                </a:lnTo>
                <a:lnTo>
                  <a:pt x="127251" y="15527"/>
                </a:lnTo>
                <a:lnTo>
                  <a:pt x="7764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3CDD7C01-80F8-48F3-B0B3-016B583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8818" y="3396271"/>
            <a:ext cx="119893" cy="137715"/>
          </a:xfrm>
          <a:custGeom xmlns:a="http://schemas.openxmlformats.org/drawingml/2006/main">
            <a:pathLst>
              <a:path w="119893" h="137715">
                <a:moveTo>
                  <a:pt x="0" y="0"/>
                </a:moveTo>
                <a:lnTo>
                  <a:pt x="119893" y="0"/>
                </a:lnTo>
                <a:lnTo>
                  <a:pt x="119893" y="137715"/>
                </a:lnTo>
                <a:lnTo>
                  <a:pt x="0" y="137715"/>
                </a:lnTo>
                <a:close/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9544EA1E-940C-42FC-B0A3-4CF6879C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0785" y="3388575"/>
            <a:ext cx="135014" cy="153578"/>
          </a:xfrm>
          <a:custGeom xmlns:a="http://schemas.openxmlformats.org/drawingml/2006/main">
            <a:pathLst>
              <a:path w="135014" h="153578">
                <a:moveTo>
                  <a:pt x="135014" y="0"/>
                </a:moveTo>
                <a:lnTo>
                  <a:pt x="135014" y="153578"/>
                </a:lnTo>
                <a:lnTo>
                  <a:pt x="0" y="153578"/>
                </a:lnTo>
                <a:lnTo>
                  <a:pt x="0" y="0"/>
                </a:lnTo>
                <a:lnTo>
                  <a:pt x="135014" y="0"/>
                </a:lnTo>
                <a:moveTo>
                  <a:pt x="7763" y="15526"/>
                </a:moveTo>
                <a:lnTo>
                  <a:pt x="15526" y="7763"/>
                </a:lnTo>
                <a:lnTo>
                  <a:pt x="15526" y="145815"/>
                </a:lnTo>
                <a:lnTo>
                  <a:pt x="7763" y="138052"/>
                </a:lnTo>
                <a:lnTo>
                  <a:pt x="127251" y="138052"/>
                </a:lnTo>
                <a:lnTo>
                  <a:pt x="119487" y="145815"/>
                </a:lnTo>
                <a:lnTo>
                  <a:pt x="119487" y="7763"/>
                </a:lnTo>
                <a:lnTo>
                  <a:pt x="127251" y="15526"/>
                </a:lnTo>
                <a:lnTo>
                  <a:pt x="7763" y="155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D9A0D627-A381-4EE7-827B-169FD16D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500" y="3245058"/>
            <a:ext cx="64349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48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C82ACC41-C21B-40DA-AE8B-00E236DB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3087" y="3407612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9271BCF0-07FC-428A-91BF-887A30D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5730" y="3400389"/>
            <a:ext cx="135458" cy="151891"/>
          </a:xfrm>
          <a:custGeom xmlns:a="http://schemas.openxmlformats.org/drawingml/2006/main">
            <a:pathLst>
              <a:path w="135458" h="151891">
                <a:moveTo>
                  <a:pt x="135458" y="0"/>
                </a:moveTo>
                <a:lnTo>
                  <a:pt x="135458" y="151891"/>
                </a:lnTo>
                <a:lnTo>
                  <a:pt x="0" y="151891"/>
                </a:lnTo>
                <a:lnTo>
                  <a:pt x="0" y="0"/>
                </a:lnTo>
                <a:lnTo>
                  <a:pt x="135458" y="0"/>
                </a:lnTo>
                <a:moveTo>
                  <a:pt x="7762" y="15527"/>
                </a:moveTo>
                <a:lnTo>
                  <a:pt x="15526" y="7763"/>
                </a:lnTo>
                <a:lnTo>
                  <a:pt x="15526" y="144128"/>
                </a:lnTo>
                <a:lnTo>
                  <a:pt x="7762" y="136364"/>
                </a:lnTo>
                <a:lnTo>
                  <a:pt x="127695" y="136364"/>
                </a:lnTo>
                <a:lnTo>
                  <a:pt x="119933" y="144128"/>
                </a:lnTo>
                <a:lnTo>
                  <a:pt x="119933" y="7763"/>
                </a:lnTo>
                <a:lnTo>
                  <a:pt x="127695" y="15527"/>
                </a:lnTo>
                <a:lnTo>
                  <a:pt x="7762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8ECDC76C-B1F3-4D72-8747-F5C44554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80" y="3407612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AA6A0395-282C-4B4F-90E0-1BA9988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5662" y="3400389"/>
            <a:ext cx="135473" cy="151891"/>
          </a:xfrm>
          <a:custGeom xmlns:a="http://schemas.openxmlformats.org/drawingml/2006/main">
            <a:pathLst>
              <a:path w="135473" h="151891">
                <a:moveTo>
                  <a:pt x="135473" y="0"/>
                </a:moveTo>
                <a:lnTo>
                  <a:pt x="135473" y="151891"/>
                </a:lnTo>
                <a:lnTo>
                  <a:pt x="0" y="151891"/>
                </a:lnTo>
                <a:lnTo>
                  <a:pt x="0" y="0"/>
                </a:lnTo>
                <a:lnTo>
                  <a:pt x="135473" y="0"/>
                </a:lnTo>
                <a:moveTo>
                  <a:pt x="7763" y="15527"/>
                </a:moveTo>
                <a:lnTo>
                  <a:pt x="15526" y="7763"/>
                </a:lnTo>
                <a:lnTo>
                  <a:pt x="15526" y="144128"/>
                </a:lnTo>
                <a:lnTo>
                  <a:pt x="7763" y="136364"/>
                </a:lnTo>
                <a:lnTo>
                  <a:pt x="127709" y="136364"/>
                </a:lnTo>
                <a:lnTo>
                  <a:pt x="119946" y="144128"/>
                </a:lnTo>
                <a:lnTo>
                  <a:pt x="119946" y="7763"/>
                </a:lnTo>
                <a:lnTo>
                  <a:pt x="127709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D782EEEF-4C7E-4967-9641-919B1E33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2873" y="3407612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8C088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2EBB01D4-946C-4759-93F3-3026F792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9" y="3400389"/>
            <a:ext cx="135459" cy="151891"/>
          </a:xfrm>
          <a:custGeom xmlns:a="http://schemas.openxmlformats.org/drawingml/2006/main">
            <a:pathLst>
              <a:path w="135459" h="151891">
                <a:moveTo>
                  <a:pt x="135459" y="0"/>
                </a:moveTo>
                <a:lnTo>
                  <a:pt x="135459" y="151891"/>
                </a:lnTo>
                <a:lnTo>
                  <a:pt x="0" y="151891"/>
                </a:lnTo>
                <a:lnTo>
                  <a:pt x="0" y="0"/>
                </a:lnTo>
                <a:lnTo>
                  <a:pt x="135459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44128"/>
                </a:lnTo>
                <a:lnTo>
                  <a:pt x="7763" y="136364"/>
                </a:lnTo>
                <a:lnTo>
                  <a:pt x="127696" y="136364"/>
                </a:lnTo>
                <a:lnTo>
                  <a:pt x="119933" y="144128"/>
                </a:lnTo>
                <a:lnTo>
                  <a:pt x="119933" y="7763"/>
                </a:lnTo>
                <a:lnTo>
                  <a:pt x="127696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353B72A0-BE6E-4EA0-9CCE-34D0ED86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7957" y="3410450"/>
            <a:ext cx="70580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5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BDC01B9A-E6E3-4C13-B417-73D1C402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2230" y="3397891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C37B4A0F-75BF-45D2-8F9B-EF086AF0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872" y="3389804"/>
            <a:ext cx="135109" cy="152769"/>
          </a:xfrm>
          <a:custGeom xmlns:a="http://schemas.openxmlformats.org/drawingml/2006/main">
            <a:pathLst>
              <a:path w="135109" h="152769">
                <a:moveTo>
                  <a:pt x="135109" y="0"/>
                </a:moveTo>
                <a:lnTo>
                  <a:pt x="135109" y="152769"/>
                </a:lnTo>
                <a:lnTo>
                  <a:pt x="0" y="152769"/>
                </a:lnTo>
                <a:lnTo>
                  <a:pt x="0" y="0"/>
                </a:lnTo>
                <a:lnTo>
                  <a:pt x="135109" y="0"/>
                </a:lnTo>
                <a:moveTo>
                  <a:pt x="7763" y="15527"/>
                </a:moveTo>
                <a:lnTo>
                  <a:pt x="15527" y="7764"/>
                </a:lnTo>
                <a:lnTo>
                  <a:pt x="15527" y="145005"/>
                </a:lnTo>
                <a:lnTo>
                  <a:pt x="7763" y="137242"/>
                </a:lnTo>
                <a:lnTo>
                  <a:pt x="127345" y="137242"/>
                </a:lnTo>
                <a:lnTo>
                  <a:pt x="119582" y="145005"/>
                </a:lnTo>
                <a:lnTo>
                  <a:pt x="119582" y="7764"/>
                </a:lnTo>
                <a:lnTo>
                  <a:pt x="127345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962ACF62-7330-40CB-A75C-4EC7EB7D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2122" y="3397891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6E1B50D2-22BD-43E7-B7A4-48C6652F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4454" y="3389804"/>
            <a:ext cx="135109" cy="152769"/>
          </a:xfrm>
          <a:custGeom xmlns:a="http://schemas.openxmlformats.org/drawingml/2006/main">
            <a:pathLst>
              <a:path w="135109" h="152769">
                <a:moveTo>
                  <a:pt x="135109" y="0"/>
                </a:moveTo>
                <a:lnTo>
                  <a:pt x="135109" y="152769"/>
                </a:lnTo>
                <a:lnTo>
                  <a:pt x="0" y="152769"/>
                </a:lnTo>
                <a:lnTo>
                  <a:pt x="0" y="0"/>
                </a:lnTo>
                <a:lnTo>
                  <a:pt x="135109" y="0"/>
                </a:lnTo>
                <a:moveTo>
                  <a:pt x="7763" y="15527"/>
                </a:moveTo>
                <a:lnTo>
                  <a:pt x="15527" y="7764"/>
                </a:lnTo>
                <a:lnTo>
                  <a:pt x="15527" y="145005"/>
                </a:lnTo>
                <a:lnTo>
                  <a:pt x="7763" y="137242"/>
                </a:lnTo>
                <a:lnTo>
                  <a:pt x="127345" y="137242"/>
                </a:lnTo>
                <a:lnTo>
                  <a:pt x="119582" y="145005"/>
                </a:lnTo>
                <a:lnTo>
                  <a:pt x="119582" y="7764"/>
                </a:lnTo>
                <a:lnTo>
                  <a:pt x="127345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A0719664-3DB3-4427-ADDA-4710EA37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016" y="3397891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F0693D2F-EB89-4419-B7A9-C3156CED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4036" y="3389804"/>
            <a:ext cx="135109" cy="152769"/>
          </a:xfrm>
          <a:custGeom xmlns:a="http://schemas.openxmlformats.org/drawingml/2006/main">
            <a:pathLst>
              <a:path w="135109" h="152769">
                <a:moveTo>
                  <a:pt x="135109" y="0"/>
                </a:moveTo>
                <a:lnTo>
                  <a:pt x="135109" y="152769"/>
                </a:lnTo>
                <a:lnTo>
                  <a:pt x="0" y="152769"/>
                </a:lnTo>
                <a:lnTo>
                  <a:pt x="0" y="0"/>
                </a:lnTo>
                <a:lnTo>
                  <a:pt x="135109" y="0"/>
                </a:lnTo>
                <a:moveTo>
                  <a:pt x="7763" y="15527"/>
                </a:moveTo>
                <a:lnTo>
                  <a:pt x="15527" y="7764"/>
                </a:lnTo>
                <a:lnTo>
                  <a:pt x="15527" y="145005"/>
                </a:lnTo>
                <a:lnTo>
                  <a:pt x="7763" y="137242"/>
                </a:lnTo>
                <a:lnTo>
                  <a:pt x="127345" y="137242"/>
                </a:lnTo>
                <a:lnTo>
                  <a:pt x="119582" y="145005"/>
                </a:lnTo>
                <a:lnTo>
                  <a:pt x="119582" y="7764"/>
                </a:lnTo>
                <a:lnTo>
                  <a:pt x="127345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3B05101F-F32A-4F58-9969-51664AF8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2122" y="3253696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4874CB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539BA5EB-3FF0-48CF-9A55-02707252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4454" y="3245960"/>
            <a:ext cx="135109" cy="152782"/>
          </a:xfrm>
          <a:custGeom xmlns:a="http://schemas.openxmlformats.org/drawingml/2006/main">
            <a:pathLst>
              <a:path w="135109" h="152782">
                <a:moveTo>
                  <a:pt x="135109" y="0"/>
                </a:moveTo>
                <a:lnTo>
                  <a:pt x="135109" y="152782"/>
                </a:lnTo>
                <a:lnTo>
                  <a:pt x="0" y="152782"/>
                </a:lnTo>
                <a:lnTo>
                  <a:pt x="0" y="0"/>
                </a:lnTo>
                <a:lnTo>
                  <a:pt x="135109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45018"/>
                </a:lnTo>
                <a:lnTo>
                  <a:pt x="7763" y="137256"/>
                </a:lnTo>
                <a:lnTo>
                  <a:pt x="127345" y="137256"/>
                </a:lnTo>
                <a:lnTo>
                  <a:pt x="119582" y="145018"/>
                </a:lnTo>
                <a:lnTo>
                  <a:pt x="119582" y="7763"/>
                </a:lnTo>
                <a:lnTo>
                  <a:pt x="127345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EFFC4FA2-F31D-471E-AFB5-D8383E7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2249" y="3386822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64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517BE1D4-DDF7-489C-AF17-BE1CDF1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9630" y="3417881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5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E8337F30-9EE6-40BC-A458-900AFAEF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3087" y="3271518"/>
            <a:ext cx="119892" cy="137714"/>
          </a:xfrm>
          <a:custGeom xmlns:a="http://schemas.openxmlformats.org/drawingml/2006/main">
            <a:pathLst>
              <a:path w="119892" h="137714">
                <a:moveTo>
                  <a:pt x="0" y="0"/>
                </a:moveTo>
                <a:lnTo>
                  <a:pt x="119892" y="0"/>
                </a:lnTo>
                <a:lnTo>
                  <a:pt x="119892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854A29E2-6C96-424E-AF36-23A2E803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5730" y="3263903"/>
            <a:ext cx="135553" cy="153794"/>
          </a:xfrm>
          <a:custGeom xmlns:a="http://schemas.openxmlformats.org/drawingml/2006/main">
            <a:pathLst>
              <a:path w="135553" h="153794">
                <a:moveTo>
                  <a:pt x="135553" y="0"/>
                </a:moveTo>
                <a:lnTo>
                  <a:pt x="135553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53" y="0"/>
                </a:lnTo>
                <a:moveTo>
                  <a:pt x="7762" y="15527"/>
                </a:moveTo>
                <a:lnTo>
                  <a:pt x="15526" y="7763"/>
                </a:lnTo>
                <a:lnTo>
                  <a:pt x="15526" y="146031"/>
                </a:lnTo>
                <a:lnTo>
                  <a:pt x="7762" y="138268"/>
                </a:lnTo>
                <a:lnTo>
                  <a:pt x="127790" y="138268"/>
                </a:lnTo>
                <a:lnTo>
                  <a:pt x="120027" y="146031"/>
                </a:lnTo>
                <a:lnTo>
                  <a:pt x="120027" y="7763"/>
                </a:lnTo>
                <a:lnTo>
                  <a:pt x="127790" y="15527"/>
                </a:lnTo>
                <a:lnTo>
                  <a:pt x="7762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586161F8-FEBA-4629-8F90-90A3AF0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80" y="3271518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B3684DF9-C78B-460E-81B0-6799081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5756" y="3263903"/>
            <a:ext cx="135567" cy="153794"/>
          </a:xfrm>
          <a:custGeom xmlns:a="http://schemas.openxmlformats.org/drawingml/2006/main">
            <a:pathLst>
              <a:path w="135567" h="153794">
                <a:moveTo>
                  <a:pt x="135567" y="0"/>
                </a:moveTo>
                <a:lnTo>
                  <a:pt x="135567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67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46031"/>
                </a:lnTo>
                <a:lnTo>
                  <a:pt x="7763" y="138268"/>
                </a:lnTo>
                <a:lnTo>
                  <a:pt x="127804" y="138268"/>
                </a:lnTo>
                <a:lnTo>
                  <a:pt x="120042" y="146031"/>
                </a:lnTo>
                <a:lnTo>
                  <a:pt x="120042" y="7763"/>
                </a:lnTo>
                <a:lnTo>
                  <a:pt x="127804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7E61B689-6871-4216-AA4F-C11D7B41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2873" y="3271518"/>
            <a:ext cx="121513" cy="137714"/>
          </a:xfrm>
          <a:custGeom xmlns:a="http://schemas.openxmlformats.org/drawingml/2006/main">
            <a:pathLst>
              <a:path w="121513" h="137714">
                <a:moveTo>
                  <a:pt x="0" y="0"/>
                </a:moveTo>
                <a:lnTo>
                  <a:pt x="121513" y="0"/>
                </a:lnTo>
                <a:lnTo>
                  <a:pt x="12151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5561FB00-B032-4AA6-B450-3EA6E41A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798" y="3263903"/>
            <a:ext cx="135553" cy="153794"/>
          </a:xfrm>
          <a:custGeom xmlns:a="http://schemas.openxmlformats.org/drawingml/2006/main">
            <a:pathLst>
              <a:path w="135553" h="153794">
                <a:moveTo>
                  <a:pt x="135553" y="0"/>
                </a:moveTo>
                <a:lnTo>
                  <a:pt x="135553" y="153794"/>
                </a:lnTo>
                <a:lnTo>
                  <a:pt x="0" y="153794"/>
                </a:lnTo>
                <a:lnTo>
                  <a:pt x="0" y="0"/>
                </a:lnTo>
                <a:lnTo>
                  <a:pt x="135553" y="0"/>
                </a:lnTo>
                <a:moveTo>
                  <a:pt x="7763" y="15527"/>
                </a:moveTo>
                <a:lnTo>
                  <a:pt x="15526" y="7763"/>
                </a:lnTo>
                <a:lnTo>
                  <a:pt x="15526" y="146031"/>
                </a:lnTo>
                <a:lnTo>
                  <a:pt x="7763" y="138268"/>
                </a:lnTo>
                <a:lnTo>
                  <a:pt x="127790" y="138268"/>
                </a:lnTo>
                <a:lnTo>
                  <a:pt x="120027" y="146031"/>
                </a:lnTo>
                <a:lnTo>
                  <a:pt x="120027" y="7763"/>
                </a:lnTo>
                <a:lnTo>
                  <a:pt x="127790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3FF7B397-CA79-4BD6-B772-F2726E0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80" y="3133804"/>
            <a:ext cx="119893" cy="137714"/>
          </a:xfrm>
          <a:custGeom xmlns:a="http://schemas.openxmlformats.org/drawingml/2006/main">
            <a:pathLst>
              <a:path w="119893" h="137714">
                <a:moveTo>
                  <a:pt x="0" y="0"/>
                </a:moveTo>
                <a:lnTo>
                  <a:pt x="119893" y="0"/>
                </a:lnTo>
                <a:lnTo>
                  <a:pt x="119893" y="137714"/>
                </a:lnTo>
                <a:lnTo>
                  <a:pt x="0" y="137714"/>
                </a:lnTo>
                <a:close/>
              </a:path>
            </a:pathLst>
          </a:custGeom>
          <a:solidFill xmlns:a="http://schemas.openxmlformats.org/drawingml/2006/main">
            <a:srgbClr val="75C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6C7F3042-AA5B-428B-AE29-285FCCDE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5756" y="3125635"/>
            <a:ext cx="135567" cy="153795"/>
          </a:xfrm>
          <a:custGeom xmlns:a="http://schemas.openxmlformats.org/drawingml/2006/main">
            <a:pathLst>
              <a:path w="135567" h="153795">
                <a:moveTo>
                  <a:pt x="135567" y="0"/>
                </a:moveTo>
                <a:lnTo>
                  <a:pt x="135567" y="153795"/>
                </a:lnTo>
                <a:lnTo>
                  <a:pt x="0" y="153795"/>
                </a:lnTo>
                <a:lnTo>
                  <a:pt x="0" y="0"/>
                </a:lnTo>
                <a:lnTo>
                  <a:pt x="135567" y="0"/>
                </a:lnTo>
                <a:moveTo>
                  <a:pt x="7763" y="15527"/>
                </a:moveTo>
                <a:lnTo>
                  <a:pt x="15527" y="7763"/>
                </a:lnTo>
                <a:lnTo>
                  <a:pt x="15527" y="146031"/>
                </a:lnTo>
                <a:lnTo>
                  <a:pt x="7763" y="138268"/>
                </a:lnTo>
                <a:lnTo>
                  <a:pt x="127804" y="138268"/>
                </a:lnTo>
                <a:lnTo>
                  <a:pt x="120042" y="146031"/>
                </a:lnTo>
                <a:lnTo>
                  <a:pt x="120042" y="7763"/>
                </a:lnTo>
                <a:lnTo>
                  <a:pt x="127804" y="15527"/>
                </a:lnTo>
                <a:lnTo>
                  <a:pt x="7763" y="15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F58613A7-A595-4172-90F1-784DDDF5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5806" y="3263285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4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0961FD25-BECF-4C8A-B186-6AFDF4E8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3187" y="3294344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5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88C7995E-749D-459C-A829-0BDAECF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8478" y="6988910"/>
            <a:ext cx="882510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 Tasks:</a:t>
            </a:r>
          </a:p>
        </p:txBody>
      </p:sp>
      <p:pic>
        <p:nvPic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B9064F0-F82D-4AA7-8BB9-C651DBD63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e8fe59dd7437d"/>
          <a:srcRect xmlns:a="http://schemas.openxmlformats.org/drawingml/2006/main" l="0" t="74" r="0" b="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9689" y="3872601"/>
            <a:ext cx="505493" cy="243025"/>
          </a:xfrm>
          <a:prstGeom xmlns:a="http://schemas.openxmlformats.org/drawingml/2006/main" prst="rect">
            <a:avLst/>
          </a:prstGeom>
        </p:spPr>
      </p:pic>
      <p:sp>
        <p:nvSpPr>
          <p:cNvPr id="277" name="pdf-source-image-32">
            <a:extLst xmlns:a="http://schemas.openxmlformats.org/drawingml/2006/main">
              <a:ext uri="{FF2B5EF4-FFF2-40B4-BE49-F238E27FC236}">
                <a16:creationId xmlns:a16="http://schemas.microsoft.com/office/drawing/2014/main" id="{D6AB39A3-A060-490F-8957-51CB640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9689" y="3872601"/>
            <a:ext cx="505493" cy="2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D1EDA18-C7C3-48E3-909C-D65072028C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2397c03c544d0"/>
          <a:srcRect xmlns:a="http://schemas.openxmlformats.org/drawingml/2006/main" l="0" t="74" r="0" b="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1867" y="3265037"/>
            <a:ext cx="505493" cy="243025"/>
          </a:xfrm>
          <a:prstGeom xmlns:a="http://schemas.openxmlformats.org/drawingml/2006/main" prst="rect">
            <a:avLst/>
          </a:prstGeom>
        </p:spPr>
      </p:pic>
      <p:sp>
        <p:nvSpPr>
          <p:cNvPr id="279" name="pdf-source-image-33">
            <a:extLst xmlns:a="http://schemas.openxmlformats.org/drawingml/2006/main">
              <a:ext uri="{FF2B5EF4-FFF2-40B4-BE49-F238E27FC236}">
                <a16:creationId xmlns:a16="http://schemas.microsoft.com/office/drawing/2014/main" id="{E4040109-C736-4643-BB64-7E8E40B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1867" y="3265037"/>
            <a:ext cx="505493" cy="2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87F6256-3412-44EB-A05D-2B24C86DE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31c8eca394035"/>
          <a:srcRect xmlns:a="http://schemas.openxmlformats.org/drawingml/2006/main" l="80" t="0" r="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9793" y="5829763"/>
            <a:ext cx="252746" cy="121513"/>
          </a:xfrm>
          <a:prstGeom xmlns:a="http://schemas.openxmlformats.org/drawingml/2006/main" prst="rect">
            <a:avLst/>
          </a:prstGeom>
        </p:spPr>
      </p:pic>
      <p:sp>
        <p:nvSpPr>
          <p:cNvPr id="281" name="pdf-source-image-34">
            <a:extLst xmlns:a="http://schemas.openxmlformats.org/drawingml/2006/main">
              <a:ext uri="{FF2B5EF4-FFF2-40B4-BE49-F238E27FC236}">
                <a16:creationId xmlns:a16="http://schemas.microsoft.com/office/drawing/2014/main" id="{95711557-A1C8-4244-A0EA-DF2157A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9793" y="5829763"/>
            <a:ext cx="252746" cy="12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8976BA72-D30C-4692-8295-CAC9AD866B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768b28f8e4b7f"/>
          <a:srcRect xmlns:a="http://schemas.openxmlformats.org/drawingml/2006/main" l="0" t="135" r="0" b="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4120" y="5016439"/>
            <a:ext cx="1059590" cy="1122777"/>
          </a:xfrm>
          <a:prstGeom xmlns:a="http://schemas.openxmlformats.org/drawingml/2006/main" prst="rect">
            <a:avLst/>
          </a:prstGeom>
        </p:spPr>
      </p:pic>
      <p:sp>
        <p:nvSpPr>
          <p:cNvPr id="283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13CC3D49-65C1-4C90-94C6-1F4ED71B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4120" y="5016439"/>
            <a:ext cx="1059590" cy="1122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FE9ACE87-3F7F-4B3B-8CE4-13B1E7D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2268" y="3417200"/>
            <a:ext cx="56806" cy="13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5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444DB454-FEC0-4A9B-8516-1DB7778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9649" y="3448259"/>
            <a:ext cx="47558" cy="9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6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8AE6C7E2-A20E-40CF-BB05-BBD1679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8139" y="2245006"/>
            <a:ext cx="1882771" cy="2501162"/>
          </a:xfrm>
          <a:custGeom xmlns:a="http://schemas.openxmlformats.org/drawingml/2006/main">
            <a:pathLst>
              <a:path w="1882771" h="2501162">
                <a:moveTo>
                  <a:pt x="0" y="2494411"/>
                </a:moveTo>
                <a:lnTo>
                  <a:pt x="0" y="2440406"/>
                </a:lnTo>
                <a:lnTo>
                  <a:pt x="13501" y="2440406"/>
                </a:lnTo>
                <a:lnTo>
                  <a:pt x="13501" y="2494411"/>
                </a:lnTo>
                <a:lnTo>
                  <a:pt x="0" y="2494411"/>
                </a:lnTo>
                <a:moveTo>
                  <a:pt x="0" y="2399901"/>
                </a:moveTo>
                <a:lnTo>
                  <a:pt x="0" y="2386400"/>
                </a:lnTo>
                <a:lnTo>
                  <a:pt x="13501" y="2386400"/>
                </a:lnTo>
                <a:lnTo>
                  <a:pt x="13501" y="2399901"/>
                </a:lnTo>
                <a:lnTo>
                  <a:pt x="0" y="2399901"/>
                </a:lnTo>
                <a:moveTo>
                  <a:pt x="0" y="2345896"/>
                </a:moveTo>
                <a:lnTo>
                  <a:pt x="0" y="2291890"/>
                </a:lnTo>
                <a:lnTo>
                  <a:pt x="13501" y="2291890"/>
                </a:lnTo>
                <a:lnTo>
                  <a:pt x="13501" y="2345896"/>
                </a:lnTo>
                <a:lnTo>
                  <a:pt x="0" y="2345896"/>
                </a:lnTo>
                <a:moveTo>
                  <a:pt x="0" y="2251386"/>
                </a:moveTo>
                <a:lnTo>
                  <a:pt x="0" y="2237885"/>
                </a:lnTo>
                <a:lnTo>
                  <a:pt x="13501" y="2237885"/>
                </a:lnTo>
                <a:lnTo>
                  <a:pt x="13501" y="2251386"/>
                </a:lnTo>
                <a:lnTo>
                  <a:pt x="0" y="2251386"/>
                </a:lnTo>
                <a:moveTo>
                  <a:pt x="0" y="2197380"/>
                </a:moveTo>
                <a:lnTo>
                  <a:pt x="0" y="2143375"/>
                </a:lnTo>
                <a:lnTo>
                  <a:pt x="13501" y="2143375"/>
                </a:lnTo>
                <a:lnTo>
                  <a:pt x="13501" y="2197380"/>
                </a:lnTo>
                <a:lnTo>
                  <a:pt x="0" y="2197380"/>
                </a:lnTo>
                <a:moveTo>
                  <a:pt x="0" y="2102871"/>
                </a:moveTo>
                <a:lnTo>
                  <a:pt x="0" y="2089369"/>
                </a:lnTo>
                <a:lnTo>
                  <a:pt x="13501" y="2089369"/>
                </a:lnTo>
                <a:lnTo>
                  <a:pt x="13501" y="2102871"/>
                </a:lnTo>
                <a:lnTo>
                  <a:pt x="0" y="2102871"/>
                </a:lnTo>
                <a:moveTo>
                  <a:pt x="0" y="2048865"/>
                </a:moveTo>
                <a:lnTo>
                  <a:pt x="0" y="1994859"/>
                </a:lnTo>
                <a:lnTo>
                  <a:pt x="13501" y="1994859"/>
                </a:lnTo>
                <a:lnTo>
                  <a:pt x="13501" y="2048865"/>
                </a:lnTo>
                <a:lnTo>
                  <a:pt x="0" y="2048865"/>
                </a:lnTo>
                <a:moveTo>
                  <a:pt x="0" y="1954355"/>
                </a:moveTo>
                <a:lnTo>
                  <a:pt x="0" y="1940854"/>
                </a:lnTo>
                <a:lnTo>
                  <a:pt x="13501" y="1940854"/>
                </a:lnTo>
                <a:lnTo>
                  <a:pt x="13501" y="1954355"/>
                </a:lnTo>
                <a:lnTo>
                  <a:pt x="0" y="1954355"/>
                </a:lnTo>
                <a:moveTo>
                  <a:pt x="0" y="1900350"/>
                </a:moveTo>
                <a:lnTo>
                  <a:pt x="0" y="1846344"/>
                </a:lnTo>
                <a:lnTo>
                  <a:pt x="13501" y="1846344"/>
                </a:lnTo>
                <a:lnTo>
                  <a:pt x="13501" y="1900350"/>
                </a:lnTo>
                <a:lnTo>
                  <a:pt x="0" y="1900350"/>
                </a:lnTo>
                <a:moveTo>
                  <a:pt x="0" y="1805840"/>
                </a:moveTo>
                <a:lnTo>
                  <a:pt x="0" y="1792338"/>
                </a:lnTo>
                <a:lnTo>
                  <a:pt x="13501" y="1792338"/>
                </a:lnTo>
                <a:lnTo>
                  <a:pt x="13501" y="1805840"/>
                </a:lnTo>
                <a:lnTo>
                  <a:pt x="0" y="1805840"/>
                </a:lnTo>
                <a:moveTo>
                  <a:pt x="0" y="1751834"/>
                </a:moveTo>
                <a:lnTo>
                  <a:pt x="0" y="1697828"/>
                </a:lnTo>
                <a:lnTo>
                  <a:pt x="13501" y="1697828"/>
                </a:lnTo>
                <a:lnTo>
                  <a:pt x="13501" y="1751834"/>
                </a:lnTo>
                <a:lnTo>
                  <a:pt x="0" y="1751834"/>
                </a:lnTo>
                <a:moveTo>
                  <a:pt x="0" y="1657324"/>
                </a:moveTo>
                <a:lnTo>
                  <a:pt x="0" y="1643823"/>
                </a:lnTo>
                <a:lnTo>
                  <a:pt x="13501" y="1643823"/>
                </a:lnTo>
                <a:lnTo>
                  <a:pt x="13501" y="1657324"/>
                </a:lnTo>
                <a:lnTo>
                  <a:pt x="0" y="1657324"/>
                </a:lnTo>
                <a:moveTo>
                  <a:pt x="0" y="1603319"/>
                </a:moveTo>
                <a:lnTo>
                  <a:pt x="0" y="1549313"/>
                </a:lnTo>
                <a:lnTo>
                  <a:pt x="13501" y="1549313"/>
                </a:lnTo>
                <a:lnTo>
                  <a:pt x="13501" y="1603319"/>
                </a:lnTo>
                <a:lnTo>
                  <a:pt x="0" y="1603319"/>
                </a:lnTo>
                <a:moveTo>
                  <a:pt x="0" y="1508809"/>
                </a:moveTo>
                <a:lnTo>
                  <a:pt x="0" y="1495308"/>
                </a:lnTo>
                <a:lnTo>
                  <a:pt x="13501" y="1495308"/>
                </a:lnTo>
                <a:lnTo>
                  <a:pt x="13501" y="1508809"/>
                </a:lnTo>
                <a:lnTo>
                  <a:pt x="0" y="1508809"/>
                </a:lnTo>
                <a:moveTo>
                  <a:pt x="0" y="1454803"/>
                </a:moveTo>
                <a:lnTo>
                  <a:pt x="0" y="1400798"/>
                </a:lnTo>
                <a:lnTo>
                  <a:pt x="13501" y="1400798"/>
                </a:lnTo>
                <a:lnTo>
                  <a:pt x="13501" y="1454803"/>
                </a:lnTo>
                <a:lnTo>
                  <a:pt x="0" y="1454803"/>
                </a:lnTo>
                <a:moveTo>
                  <a:pt x="0" y="1360293"/>
                </a:moveTo>
                <a:lnTo>
                  <a:pt x="0" y="1346792"/>
                </a:lnTo>
                <a:lnTo>
                  <a:pt x="13501" y="1346792"/>
                </a:lnTo>
                <a:lnTo>
                  <a:pt x="13501" y="1360293"/>
                </a:lnTo>
                <a:lnTo>
                  <a:pt x="0" y="1360293"/>
                </a:lnTo>
                <a:moveTo>
                  <a:pt x="0" y="1306288"/>
                </a:moveTo>
                <a:lnTo>
                  <a:pt x="0" y="1252282"/>
                </a:lnTo>
                <a:lnTo>
                  <a:pt x="13501" y="1252282"/>
                </a:lnTo>
                <a:lnTo>
                  <a:pt x="13501" y="1306288"/>
                </a:lnTo>
                <a:lnTo>
                  <a:pt x="0" y="1306288"/>
                </a:lnTo>
                <a:moveTo>
                  <a:pt x="0" y="1211778"/>
                </a:moveTo>
                <a:lnTo>
                  <a:pt x="0" y="1198277"/>
                </a:lnTo>
                <a:lnTo>
                  <a:pt x="13501" y="1198277"/>
                </a:lnTo>
                <a:lnTo>
                  <a:pt x="13501" y="1211778"/>
                </a:lnTo>
                <a:lnTo>
                  <a:pt x="0" y="1211778"/>
                </a:lnTo>
                <a:moveTo>
                  <a:pt x="0" y="1157772"/>
                </a:moveTo>
                <a:lnTo>
                  <a:pt x="0" y="1103767"/>
                </a:lnTo>
                <a:lnTo>
                  <a:pt x="13501" y="1103767"/>
                </a:lnTo>
                <a:lnTo>
                  <a:pt x="13501" y="1157772"/>
                </a:lnTo>
                <a:lnTo>
                  <a:pt x="0" y="1157772"/>
                </a:lnTo>
                <a:moveTo>
                  <a:pt x="0" y="1063262"/>
                </a:moveTo>
                <a:lnTo>
                  <a:pt x="0" y="1049762"/>
                </a:lnTo>
                <a:lnTo>
                  <a:pt x="13501" y="1049762"/>
                </a:lnTo>
                <a:lnTo>
                  <a:pt x="13501" y="1063262"/>
                </a:lnTo>
                <a:lnTo>
                  <a:pt x="0" y="1063262"/>
                </a:lnTo>
                <a:moveTo>
                  <a:pt x="0" y="1009257"/>
                </a:moveTo>
                <a:lnTo>
                  <a:pt x="0" y="955252"/>
                </a:lnTo>
                <a:lnTo>
                  <a:pt x="13501" y="955252"/>
                </a:lnTo>
                <a:lnTo>
                  <a:pt x="13501" y="1009257"/>
                </a:lnTo>
                <a:lnTo>
                  <a:pt x="0" y="1009257"/>
                </a:lnTo>
                <a:moveTo>
                  <a:pt x="0" y="914747"/>
                </a:moveTo>
                <a:lnTo>
                  <a:pt x="0" y="901246"/>
                </a:lnTo>
                <a:lnTo>
                  <a:pt x="13501" y="901246"/>
                </a:lnTo>
                <a:lnTo>
                  <a:pt x="13501" y="914747"/>
                </a:lnTo>
                <a:lnTo>
                  <a:pt x="0" y="914747"/>
                </a:lnTo>
                <a:moveTo>
                  <a:pt x="0" y="860742"/>
                </a:moveTo>
                <a:lnTo>
                  <a:pt x="0" y="806736"/>
                </a:lnTo>
                <a:lnTo>
                  <a:pt x="13501" y="806736"/>
                </a:lnTo>
                <a:lnTo>
                  <a:pt x="13501" y="860742"/>
                </a:lnTo>
                <a:lnTo>
                  <a:pt x="0" y="860742"/>
                </a:lnTo>
                <a:moveTo>
                  <a:pt x="0" y="766232"/>
                </a:moveTo>
                <a:lnTo>
                  <a:pt x="0" y="752730"/>
                </a:lnTo>
                <a:lnTo>
                  <a:pt x="13501" y="752730"/>
                </a:lnTo>
                <a:lnTo>
                  <a:pt x="13501" y="766232"/>
                </a:lnTo>
                <a:lnTo>
                  <a:pt x="0" y="766232"/>
                </a:lnTo>
                <a:moveTo>
                  <a:pt x="0" y="712226"/>
                </a:moveTo>
                <a:lnTo>
                  <a:pt x="0" y="658220"/>
                </a:lnTo>
                <a:lnTo>
                  <a:pt x="13501" y="658220"/>
                </a:lnTo>
                <a:lnTo>
                  <a:pt x="13501" y="712226"/>
                </a:lnTo>
                <a:lnTo>
                  <a:pt x="0" y="712226"/>
                </a:lnTo>
                <a:moveTo>
                  <a:pt x="0" y="617716"/>
                </a:moveTo>
                <a:lnTo>
                  <a:pt x="0" y="604215"/>
                </a:lnTo>
                <a:lnTo>
                  <a:pt x="13501" y="604215"/>
                </a:lnTo>
                <a:lnTo>
                  <a:pt x="13501" y="617716"/>
                </a:lnTo>
                <a:lnTo>
                  <a:pt x="0" y="617716"/>
                </a:lnTo>
                <a:moveTo>
                  <a:pt x="0" y="563711"/>
                </a:moveTo>
                <a:lnTo>
                  <a:pt x="0" y="509705"/>
                </a:lnTo>
                <a:lnTo>
                  <a:pt x="13501" y="509705"/>
                </a:lnTo>
                <a:lnTo>
                  <a:pt x="13501" y="563711"/>
                </a:lnTo>
                <a:lnTo>
                  <a:pt x="0" y="563711"/>
                </a:lnTo>
                <a:moveTo>
                  <a:pt x="0" y="469201"/>
                </a:moveTo>
                <a:lnTo>
                  <a:pt x="0" y="455699"/>
                </a:lnTo>
                <a:lnTo>
                  <a:pt x="13501" y="455699"/>
                </a:lnTo>
                <a:lnTo>
                  <a:pt x="13501" y="469201"/>
                </a:lnTo>
                <a:lnTo>
                  <a:pt x="0" y="469201"/>
                </a:lnTo>
                <a:moveTo>
                  <a:pt x="0" y="415196"/>
                </a:moveTo>
                <a:lnTo>
                  <a:pt x="0" y="361190"/>
                </a:lnTo>
                <a:lnTo>
                  <a:pt x="13501" y="361190"/>
                </a:lnTo>
                <a:lnTo>
                  <a:pt x="13501" y="415196"/>
                </a:lnTo>
                <a:lnTo>
                  <a:pt x="0" y="415196"/>
                </a:lnTo>
                <a:moveTo>
                  <a:pt x="0" y="320686"/>
                </a:moveTo>
                <a:lnTo>
                  <a:pt x="0" y="307184"/>
                </a:lnTo>
                <a:lnTo>
                  <a:pt x="13501" y="307184"/>
                </a:lnTo>
                <a:lnTo>
                  <a:pt x="13501" y="320686"/>
                </a:lnTo>
                <a:lnTo>
                  <a:pt x="0" y="320686"/>
                </a:lnTo>
                <a:moveTo>
                  <a:pt x="0" y="266680"/>
                </a:moveTo>
                <a:lnTo>
                  <a:pt x="0" y="212674"/>
                </a:lnTo>
                <a:lnTo>
                  <a:pt x="13501" y="212674"/>
                </a:lnTo>
                <a:lnTo>
                  <a:pt x="13501" y="266680"/>
                </a:lnTo>
                <a:lnTo>
                  <a:pt x="0" y="266680"/>
                </a:lnTo>
                <a:moveTo>
                  <a:pt x="0" y="172170"/>
                </a:moveTo>
                <a:lnTo>
                  <a:pt x="0" y="158669"/>
                </a:lnTo>
                <a:lnTo>
                  <a:pt x="13501" y="158669"/>
                </a:lnTo>
                <a:lnTo>
                  <a:pt x="13501" y="172170"/>
                </a:lnTo>
                <a:lnTo>
                  <a:pt x="0" y="172170"/>
                </a:lnTo>
                <a:moveTo>
                  <a:pt x="0" y="118164"/>
                </a:moveTo>
                <a:lnTo>
                  <a:pt x="0" y="64159"/>
                </a:lnTo>
                <a:lnTo>
                  <a:pt x="13501" y="64159"/>
                </a:lnTo>
                <a:lnTo>
                  <a:pt x="13501" y="118164"/>
                </a:lnTo>
                <a:lnTo>
                  <a:pt x="0" y="118164"/>
                </a:lnTo>
                <a:moveTo>
                  <a:pt x="0" y="23655"/>
                </a:moveTo>
                <a:lnTo>
                  <a:pt x="0" y="10153"/>
                </a:lnTo>
                <a:lnTo>
                  <a:pt x="13501" y="10153"/>
                </a:lnTo>
                <a:lnTo>
                  <a:pt x="13501" y="23655"/>
                </a:lnTo>
                <a:lnTo>
                  <a:pt x="0" y="23655"/>
                </a:lnTo>
                <a:moveTo>
                  <a:pt x="43852" y="0"/>
                </a:moveTo>
                <a:lnTo>
                  <a:pt x="97858" y="0"/>
                </a:lnTo>
                <a:lnTo>
                  <a:pt x="97858" y="13502"/>
                </a:lnTo>
                <a:lnTo>
                  <a:pt x="43852" y="13502"/>
                </a:lnTo>
                <a:lnTo>
                  <a:pt x="43852" y="0"/>
                </a:lnTo>
                <a:moveTo>
                  <a:pt x="138362" y="0"/>
                </a:moveTo>
                <a:lnTo>
                  <a:pt x="151863" y="0"/>
                </a:lnTo>
                <a:lnTo>
                  <a:pt x="151863" y="13502"/>
                </a:lnTo>
                <a:lnTo>
                  <a:pt x="138362" y="13502"/>
                </a:lnTo>
                <a:lnTo>
                  <a:pt x="138362" y="0"/>
                </a:lnTo>
                <a:moveTo>
                  <a:pt x="192368" y="0"/>
                </a:moveTo>
                <a:lnTo>
                  <a:pt x="246373" y="0"/>
                </a:lnTo>
                <a:lnTo>
                  <a:pt x="246373" y="13502"/>
                </a:lnTo>
                <a:lnTo>
                  <a:pt x="192368" y="13502"/>
                </a:lnTo>
                <a:lnTo>
                  <a:pt x="192368" y="0"/>
                </a:lnTo>
                <a:moveTo>
                  <a:pt x="286878" y="0"/>
                </a:moveTo>
                <a:lnTo>
                  <a:pt x="300378" y="0"/>
                </a:lnTo>
                <a:lnTo>
                  <a:pt x="300378" y="13502"/>
                </a:lnTo>
                <a:lnTo>
                  <a:pt x="286878" y="13502"/>
                </a:lnTo>
                <a:lnTo>
                  <a:pt x="286878" y="0"/>
                </a:lnTo>
                <a:moveTo>
                  <a:pt x="340883" y="0"/>
                </a:moveTo>
                <a:lnTo>
                  <a:pt x="394888" y="0"/>
                </a:lnTo>
                <a:lnTo>
                  <a:pt x="394888" y="13502"/>
                </a:lnTo>
                <a:lnTo>
                  <a:pt x="340883" y="13502"/>
                </a:lnTo>
                <a:lnTo>
                  <a:pt x="340883" y="0"/>
                </a:lnTo>
                <a:moveTo>
                  <a:pt x="435393" y="0"/>
                </a:moveTo>
                <a:lnTo>
                  <a:pt x="448894" y="0"/>
                </a:lnTo>
                <a:lnTo>
                  <a:pt x="448894" y="13502"/>
                </a:lnTo>
                <a:lnTo>
                  <a:pt x="435393" y="13502"/>
                </a:lnTo>
                <a:lnTo>
                  <a:pt x="435393" y="0"/>
                </a:lnTo>
                <a:moveTo>
                  <a:pt x="489398" y="0"/>
                </a:moveTo>
                <a:lnTo>
                  <a:pt x="543404" y="0"/>
                </a:lnTo>
                <a:lnTo>
                  <a:pt x="543404" y="13502"/>
                </a:lnTo>
                <a:lnTo>
                  <a:pt x="489398" y="13502"/>
                </a:lnTo>
                <a:lnTo>
                  <a:pt x="489398" y="0"/>
                </a:lnTo>
                <a:moveTo>
                  <a:pt x="583908" y="0"/>
                </a:moveTo>
                <a:lnTo>
                  <a:pt x="597410" y="0"/>
                </a:lnTo>
                <a:lnTo>
                  <a:pt x="597410" y="13502"/>
                </a:lnTo>
                <a:lnTo>
                  <a:pt x="583908" y="13502"/>
                </a:lnTo>
                <a:lnTo>
                  <a:pt x="583908" y="0"/>
                </a:lnTo>
                <a:moveTo>
                  <a:pt x="637914" y="0"/>
                </a:moveTo>
                <a:lnTo>
                  <a:pt x="691919" y="0"/>
                </a:lnTo>
                <a:lnTo>
                  <a:pt x="691919" y="13502"/>
                </a:lnTo>
                <a:lnTo>
                  <a:pt x="637914" y="13502"/>
                </a:lnTo>
                <a:lnTo>
                  <a:pt x="637914" y="0"/>
                </a:lnTo>
                <a:moveTo>
                  <a:pt x="732424" y="0"/>
                </a:moveTo>
                <a:lnTo>
                  <a:pt x="745925" y="0"/>
                </a:lnTo>
                <a:lnTo>
                  <a:pt x="745925" y="13502"/>
                </a:lnTo>
                <a:lnTo>
                  <a:pt x="732424" y="13502"/>
                </a:lnTo>
                <a:lnTo>
                  <a:pt x="732424" y="0"/>
                </a:lnTo>
                <a:moveTo>
                  <a:pt x="786429" y="0"/>
                </a:moveTo>
                <a:lnTo>
                  <a:pt x="840435" y="0"/>
                </a:lnTo>
                <a:lnTo>
                  <a:pt x="840435" y="13502"/>
                </a:lnTo>
                <a:lnTo>
                  <a:pt x="786429" y="13502"/>
                </a:lnTo>
                <a:lnTo>
                  <a:pt x="786429" y="0"/>
                </a:lnTo>
                <a:moveTo>
                  <a:pt x="880939" y="0"/>
                </a:moveTo>
                <a:lnTo>
                  <a:pt x="894441" y="0"/>
                </a:lnTo>
                <a:lnTo>
                  <a:pt x="894441" y="13502"/>
                </a:lnTo>
                <a:lnTo>
                  <a:pt x="880939" y="13502"/>
                </a:lnTo>
                <a:lnTo>
                  <a:pt x="880939" y="0"/>
                </a:lnTo>
                <a:moveTo>
                  <a:pt x="934944" y="0"/>
                </a:moveTo>
                <a:lnTo>
                  <a:pt x="988951" y="0"/>
                </a:lnTo>
                <a:lnTo>
                  <a:pt x="988951" y="13502"/>
                </a:lnTo>
                <a:lnTo>
                  <a:pt x="934944" y="13502"/>
                </a:lnTo>
                <a:lnTo>
                  <a:pt x="934944" y="0"/>
                </a:lnTo>
                <a:moveTo>
                  <a:pt x="1029454" y="0"/>
                </a:moveTo>
                <a:lnTo>
                  <a:pt x="1042956" y="0"/>
                </a:lnTo>
                <a:lnTo>
                  <a:pt x="1042956" y="13502"/>
                </a:lnTo>
                <a:lnTo>
                  <a:pt x="1029454" y="13502"/>
                </a:lnTo>
                <a:lnTo>
                  <a:pt x="1029454" y="0"/>
                </a:lnTo>
                <a:moveTo>
                  <a:pt x="1083460" y="0"/>
                </a:moveTo>
                <a:lnTo>
                  <a:pt x="1137466" y="0"/>
                </a:lnTo>
                <a:lnTo>
                  <a:pt x="1137466" y="13502"/>
                </a:lnTo>
                <a:lnTo>
                  <a:pt x="1083460" y="13502"/>
                </a:lnTo>
                <a:lnTo>
                  <a:pt x="1083460" y="0"/>
                </a:lnTo>
                <a:moveTo>
                  <a:pt x="1177970" y="0"/>
                </a:moveTo>
                <a:lnTo>
                  <a:pt x="1191471" y="0"/>
                </a:lnTo>
                <a:lnTo>
                  <a:pt x="1191471" y="13502"/>
                </a:lnTo>
                <a:lnTo>
                  <a:pt x="1177970" y="13502"/>
                </a:lnTo>
                <a:lnTo>
                  <a:pt x="1177970" y="0"/>
                </a:lnTo>
                <a:moveTo>
                  <a:pt x="1231976" y="0"/>
                </a:moveTo>
                <a:lnTo>
                  <a:pt x="1285981" y="0"/>
                </a:lnTo>
                <a:lnTo>
                  <a:pt x="1285981" y="13502"/>
                </a:lnTo>
                <a:lnTo>
                  <a:pt x="1231976" y="13502"/>
                </a:lnTo>
                <a:lnTo>
                  <a:pt x="1231976" y="0"/>
                </a:lnTo>
                <a:moveTo>
                  <a:pt x="1326485" y="0"/>
                </a:moveTo>
                <a:lnTo>
                  <a:pt x="1339987" y="0"/>
                </a:lnTo>
                <a:lnTo>
                  <a:pt x="1339987" y="13502"/>
                </a:lnTo>
                <a:lnTo>
                  <a:pt x="1326485" y="13502"/>
                </a:lnTo>
                <a:lnTo>
                  <a:pt x="1326485" y="0"/>
                </a:lnTo>
                <a:moveTo>
                  <a:pt x="1380492" y="0"/>
                </a:moveTo>
                <a:lnTo>
                  <a:pt x="1434498" y="0"/>
                </a:lnTo>
                <a:lnTo>
                  <a:pt x="1434498" y="13502"/>
                </a:lnTo>
                <a:lnTo>
                  <a:pt x="1380492" y="13502"/>
                </a:lnTo>
                <a:lnTo>
                  <a:pt x="1380492" y="0"/>
                </a:lnTo>
                <a:moveTo>
                  <a:pt x="1475000" y="0"/>
                </a:moveTo>
                <a:lnTo>
                  <a:pt x="1488503" y="0"/>
                </a:lnTo>
                <a:lnTo>
                  <a:pt x="1488503" y="13502"/>
                </a:lnTo>
                <a:lnTo>
                  <a:pt x="1475000" y="13502"/>
                </a:lnTo>
                <a:lnTo>
                  <a:pt x="1475000" y="0"/>
                </a:lnTo>
                <a:moveTo>
                  <a:pt x="1529008" y="0"/>
                </a:moveTo>
                <a:lnTo>
                  <a:pt x="1583013" y="0"/>
                </a:lnTo>
                <a:lnTo>
                  <a:pt x="1583013" y="13502"/>
                </a:lnTo>
                <a:lnTo>
                  <a:pt x="1529008" y="13502"/>
                </a:lnTo>
                <a:lnTo>
                  <a:pt x="1529008" y="0"/>
                </a:lnTo>
                <a:moveTo>
                  <a:pt x="1623517" y="0"/>
                </a:moveTo>
                <a:lnTo>
                  <a:pt x="1637018" y="0"/>
                </a:lnTo>
                <a:lnTo>
                  <a:pt x="1637018" y="13502"/>
                </a:lnTo>
                <a:lnTo>
                  <a:pt x="1623517" y="13502"/>
                </a:lnTo>
                <a:lnTo>
                  <a:pt x="1623517" y="0"/>
                </a:lnTo>
                <a:moveTo>
                  <a:pt x="1677523" y="0"/>
                </a:moveTo>
                <a:lnTo>
                  <a:pt x="1731528" y="0"/>
                </a:lnTo>
                <a:lnTo>
                  <a:pt x="1731528" y="13502"/>
                </a:lnTo>
                <a:lnTo>
                  <a:pt x="1677523" y="13502"/>
                </a:lnTo>
                <a:lnTo>
                  <a:pt x="1677523" y="0"/>
                </a:lnTo>
                <a:moveTo>
                  <a:pt x="1772033" y="0"/>
                </a:moveTo>
                <a:lnTo>
                  <a:pt x="1785534" y="0"/>
                </a:lnTo>
                <a:lnTo>
                  <a:pt x="1785534" y="13502"/>
                </a:lnTo>
                <a:lnTo>
                  <a:pt x="1772033" y="13502"/>
                </a:lnTo>
                <a:lnTo>
                  <a:pt x="1772033" y="0"/>
                </a:lnTo>
                <a:moveTo>
                  <a:pt x="1826038" y="0"/>
                </a:moveTo>
                <a:lnTo>
                  <a:pt x="1876020" y="0"/>
                </a:lnTo>
                <a:lnTo>
                  <a:pt x="1878099" y="324"/>
                </a:lnTo>
                <a:lnTo>
                  <a:pt x="1879990" y="1283"/>
                </a:lnTo>
                <a:lnTo>
                  <a:pt x="1881474" y="2781"/>
                </a:lnTo>
                <a:lnTo>
                  <a:pt x="1882447" y="4658"/>
                </a:lnTo>
                <a:lnTo>
                  <a:pt x="1882771" y="6751"/>
                </a:lnTo>
                <a:lnTo>
                  <a:pt x="1882771" y="10774"/>
                </a:lnTo>
                <a:lnTo>
                  <a:pt x="1869269" y="10774"/>
                </a:lnTo>
                <a:lnTo>
                  <a:pt x="1869269" y="13502"/>
                </a:lnTo>
                <a:lnTo>
                  <a:pt x="1869269" y="6751"/>
                </a:lnTo>
                <a:lnTo>
                  <a:pt x="1876020" y="13502"/>
                </a:lnTo>
                <a:lnTo>
                  <a:pt x="1826038" y="13502"/>
                </a:lnTo>
                <a:lnTo>
                  <a:pt x="1826038" y="0"/>
                </a:lnTo>
                <a:moveTo>
                  <a:pt x="1882771" y="51279"/>
                </a:moveTo>
                <a:lnTo>
                  <a:pt x="1882771" y="64780"/>
                </a:lnTo>
                <a:lnTo>
                  <a:pt x="1869269" y="64780"/>
                </a:lnTo>
                <a:lnTo>
                  <a:pt x="1869269" y="51279"/>
                </a:lnTo>
                <a:lnTo>
                  <a:pt x="1882771" y="51279"/>
                </a:lnTo>
                <a:moveTo>
                  <a:pt x="1882771" y="105284"/>
                </a:moveTo>
                <a:lnTo>
                  <a:pt x="1882771" y="159290"/>
                </a:lnTo>
                <a:lnTo>
                  <a:pt x="1869269" y="159290"/>
                </a:lnTo>
                <a:lnTo>
                  <a:pt x="1869269" y="105284"/>
                </a:lnTo>
                <a:lnTo>
                  <a:pt x="1882771" y="105284"/>
                </a:lnTo>
                <a:moveTo>
                  <a:pt x="1882771" y="199794"/>
                </a:moveTo>
                <a:lnTo>
                  <a:pt x="1882771" y="213296"/>
                </a:lnTo>
                <a:lnTo>
                  <a:pt x="1869269" y="213296"/>
                </a:lnTo>
                <a:lnTo>
                  <a:pt x="1869269" y="199794"/>
                </a:lnTo>
                <a:lnTo>
                  <a:pt x="1882771" y="199794"/>
                </a:lnTo>
                <a:moveTo>
                  <a:pt x="1882771" y="253799"/>
                </a:moveTo>
                <a:lnTo>
                  <a:pt x="1882771" y="307805"/>
                </a:lnTo>
                <a:lnTo>
                  <a:pt x="1869269" y="307805"/>
                </a:lnTo>
                <a:lnTo>
                  <a:pt x="1869269" y="253799"/>
                </a:lnTo>
                <a:lnTo>
                  <a:pt x="1882771" y="253799"/>
                </a:lnTo>
                <a:moveTo>
                  <a:pt x="1882771" y="348309"/>
                </a:moveTo>
                <a:lnTo>
                  <a:pt x="1882771" y="361811"/>
                </a:lnTo>
                <a:lnTo>
                  <a:pt x="1869269" y="361811"/>
                </a:lnTo>
                <a:lnTo>
                  <a:pt x="1869269" y="348309"/>
                </a:lnTo>
                <a:lnTo>
                  <a:pt x="1882771" y="348309"/>
                </a:lnTo>
                <a:moveTo>
                  <a:pt x="1882771" y="402315"/>
                </a:moveTo>
                <a:lnTo>
                  <a:pt x="1882771" y="456321"/>
                </a:lnTo>
                <a:lnTo>
                  <a:pt x="1869269" y="456321"/>
                </a:lnTo>
                <a:lnTo>
                  <a:pt x="1869269" y="402315"/>
                </a:lnTo>
                <a:lnTo>
                  <a:pt x="1882771" y="402315"/>
                </a:lnTo>
                <a:moveTo>
                  <a:pt x="1882771" y="496825"/>
                </a:moveTo>
                <a:lnTo>
                  <a:pt x="1882771" y="510326"/>
                </a:lnTo>
                <a:lnTo>
                  <a:pt x="1869269" y="510326"/>
                </a:lnTo>
                <a:lnTo>
                  <a:pt x="1869269" y="496825"/>
                </a:lnTo>
                <a:lnTo>
                  <a:pt x="1882771" y="496825"/>
                </a:lnTo>
                <a:moveTo>
                  <a:pt x="1882771" y="550830"/>
                </a:moveTo>
                <a:lnTo>
                  <a:pt x="1882771" y="604836"/>
                </a:lnTo>
                <a:lnTo>
                  <a:pt x="1869269" y="604836"/>
                </a:lnTo>
                <a:lnTo>
                  <a:pt x="1869269" y="550830"/>
                </a:lnTo>
                <a:lnTo>
                  <a:pt x="1882771" y="550830"/>
                </a:lnTo>
                <a:moveTo>
                  <a:pt x="1882771" y="645340"/>
                </a:moveTo>
                <a:lnTo>
                  <a:pt x="1882771" y="658842"/>
                </a:lnTo>
                <a:lnTo>
                  <a:pt x="1869269" y="658842"/>
                </a:lnTo>
                <a:lnTo>
                  <a:pt x="1869269" y="645340"/>
                </a:lnTo>
                <a:lnTo>
                  <a:pt x="1882771" y="645340"/>
                </a:lnTo>
                <a:moveTo>
                  <a:pt x="1882771" y="699346"/>
                </a:moveTo>
                <a:lnTo>
                  <a:pt x="1882771" y="753352"/>
                </a:lnTo>
                <a:lnTo>
                  <a:pt x="1869269" y="753352"/>
                </a:lnTo>
                <a:lnTo>
                  <a:pt x="1869269" y="699346"/>
                </a:lnTo>
                <a:lnTo>
                  <a:pt x="1882771" y="699346"/>
                </a:lnTo>
                <a:moveTo>
                  <a:pt x="1882771" y="793856"/>
                </a:moveTo>
                <a:lnTo>
                  <a:pt x="1882771" y="807357"/>
                </a:lnTo>
                <a:lnTo>
                  <a:pt x="1869269" y="807357"/>
                </a:lnTo>
                <a:lnTo>
                  <a:pt x="1869269" y="793856"/>
                </a:lnTo>
                <a:lnTo>
                  <a:pt x="1882771" y="793856"/>
                </a:lnTo>
                <a:moveTo>
                  <a:pt x="1882771" y="847862"/>
                </a:moveTo>
                <a:lnTo>
                  <a:pt x="1882771" y="901867"/>
                </a:lnTo>
                <a:lnTo>
                  <a:pt x="1869269" y="901867"/>
                </a:lnTo>
                <a:lnTo>
                  <a:pt x="1869269" y="847862"/>
                </a:lnTo>
                <a:lnTo>
                  <a:pt x="1882771" y="847862"/>
                </a:lnTo>
                <a:moveTo>
                  <a:pt x="1882771" y="942371"/>
                </a:moveTo>
                <a:lnTo>
                  <a:pt x="1882771" y="955872"/>
                </a:lnTo>
                <a:lnTo>
                  <a:pt x="1869269" y="955872"/>
                </a:lnTo>
                <a:lnTo>
                  <a:pt x="1869269" y="942371"/>
                </a:lnTo>
                <a:lnTo>
                  <a:pt x="1882771" y="942371"/>
                </a:lnTo>
                <a:moveTo>
                  <a:pt x="1882771" y="996377"/>
                </a:moveTo>
                <a:lnTo>
                  <a:pt x="1882771" y="1050382"/>
                </a:lnTo>
                <a:lnTo>
                  <a:pt x="1869269" y="1050382"/>
                </a:lnTo>
                <a:lnTo>
                  <a:pt x="1869269" y="996377"/>
                </a:lnTo>
                <a:lnTo>
                  <a:pt x="1882771" y="996377"/>
                </a:lnTo>
                <a:moveTo>
                  <a:pt x="1882771" y="1090886"/>
                </a:moveTo>
                <a:lnTo>
                  <a:pt x="1882771" y="1104388"/>
                </a:lnTo>
                <a:lnTo>
                  <a:pt x="1869269" y="1104388"/>
                </a:lnTo>
                <a:lnTo>
                  <a:pt x="1869269" y="1090886"/>
                </a:lnTo>
                <a:lnTo>
                  <a:pt x="1882771" y="1090886"/>
                </a:lnTo>
                <a:moveTo>
                  <a:pt x="1882771" y="1144892"/>
                </a:moveTo>
                <a:lnTo>
                  <a:pt x="1882771" y="1198898"/>
                </a:lnTo>
                <a:lnTo>
                  <a:pt x="1869269" y="1198898"/>
                </a:lnTo>
                <a:lnTo>
                  <a:pt x="1869269" y="1144892"/>
                </a:lnTo>
                <a:lnTo>
                  <a:pt x="1882771" y="1144892"/>
                </a:lnTo>
                <a:moveTo>
                  <a:pt x="1882771" y="1239402"/>
                </a:moveTo>
                <a:lnTo>
                  <a:pt x="1882771" y="1252903"/>
                </a:lnTo>
                <a:lnTo>
                  <a:pt x="1869269" y="1252903"/>
                </a:lnTo>
                <a:lnTo>
                  <a:pt x="1869269" y="1239402"/>
                </a:lnTo>
                <a:lnTo>
                  <a:pt x="1882771" y="1239402"/>
                </a:lnTo>
                <a:moveTo>
                  <a:pt x="1882771" y="1293408"/>
                </a:moveTo>
                <a:lnTo>
                  <a:pt x="1882771" y="1347413"/>
                </a:lnTo>
                <a:lnTo>
                  <a:pt x="1869269" y="1347413"/>
                </a:lnTo>
                <a:lnTo>
                  <a:pt x="1869269" y="1293408"/>
                </a:lnTo>
                <a:lnTo>
                  <a:pt x="1882771" y="1293408"/>
                </a:lnTo>
                <a:moveTo>
                  <a:pt x="1882771" y="1387917"/>
                </a:moveTo>
                <a:lnTo>
                  <a:pt x="1882771" y="1401419"/>
                </a:lnTo>
                <a:lnTo>
                  <a:pt x="1869269" y="1401419"/>
                </a:lnTo>
                <a:lnTo>
                  <a:pt x="1869269" y="1387917"/>
                </a:lnTo>
                <a:lnTo>
                  <a:pt x="1882771" y="1387917"/>
                </a:lnTo>
                <a:moveTo>
                  <a:pt x="1882771" y="1441923"/>
                </a:moveTo>
                <a:lnTo>
                  <a:pt x="1882771" y="1495928"/>
                </a:lnTo>
                <a:lnTo>
                  <a:pt x="1869269" y="1495928"/>
                </a:lnTo>
                <a:lnTo>
                  <a:pt x="1869269" y="1441923"/>
                </a:lnTo>
                <a:lnTo>
                  <a:pt x="1882771" y="1441923"/>
                </a:lnTo>
                <a:moveTo>
                  <a:pt x="1882771" y="1536433"/>
                </a:moveTo>
                <a:lnTo>
                  <a:pt x="1882771" y="1549934"/>
                </a:lnTo>
                <a:lnTo>
                  <a:pt x="1869269" y="1549934"/>
                </a:lnTo>
                <a:lnTo>
                  <a:pt x="1869269" y="1536433"/>
                </a:lnTo>
                <a:lnTo>
                  <a:pt x="1882771" y="1536433"/>
                </a:lnTo>
                <a:moveTo>
                  <a:pt x="1882771" y="1590438"/>
                </a:moveTo>
                <a:lnTo>
                  <a:pt x="1882771" y="1644444"/>
                </a:lnTo>
                <a:lnTo>
                  <a:pt x="1869269" y="1644444"/>
                </a:lnTo>
                <a:lnTo>
                  <a:pt x="1869269" y="1590438"/>
                </a:lnTo>
                <a:lnTo>
                  <a:pt x="1882771" y="1590438"/>
                </a:lnTo>
                <a:moveTo>
                  <a:pt x="1882771" y="1684948"/>
                </a:moveTo>
                <a:lnTo>
                  <a:pt x="1882771" y="1698449"/>
                </a:lnTo>
                <a:lnTo>
                  <a:pt x="1869269" y="1698449"/>
                </a:lnTo>
                <a:lnTo>
                  <a:pt x="1869269" y="1684948"/>
                </a:lnTo>
                <a:lnTo>
                  <a:pt x="1882771" y="1684948"/>
                </a:lnTo>
                <a:moveTo>
                  <a:pt x="1882771" y="1738954"/>
                </a:moveTo>
                <a:lnTo>
                  <a:pt x="1882771" y="1792959"/>
                </a:lnTo>
                <a:lnTo>
                  <a:pt x="1869269" y="1792959"/>
                </a:lnTo>
                <a:lnTo>
                  <a:pt x="1869269" y="1738954"/>
                </a:lnTo>
                <a:lnTo>
                  <a:pt x="1882771" y="1738954"/>
                </a:lnTo>
                <a:moveTo>
                  <a:pt x="1882771" y="1833463"/>
                </a:moveTo>
                <a:lnTo>
                  <a:pt x="1882771" y="1846965"/>
                </a:lnTo>
                <a:lnTo>
                  <a:pt x="1869269" y="1846965"/>
                </a:lnTo>
                <a:lnTo>
                  <a:pt x="1869269" y="1833463"/>
                </a:lnTo>
                <a:lnTo>
                  <a:pt x="1882771" y="1833463"/>
                </a:lnTo>
                <a:moveTo>
                  <a:pt x="1882771" y="1887469"/>
                </a:moveTo>
                <a:lnTo>
                  <a:pt x="1882771" y="1941475"/>
                </a:lnTo>
                <a:lnTo>
                  <a:pt x="1869269" y="1941475"/>
                </a:lnTo>
                <a:lnTo>
                  <a:pt x="1869269" y="1887469"/>
                </a:lnTo>
                <a:lnTo>
                  <a:pt x="1882771" y="1887469"/>
                </a:lnTo>
                <a:moveTo>
                  <a:pt x="1882771" y="1981979"/>
                </a:moveTo>
                <a:lnTo>
                  <a:pt x="1882771" y="1995480"/>
                </a:lnTo>
                <a:lnTo>
                  <a:pt x="1869269" y="1995480"/>
                </a:lnTo>
                <a:lnTo>
                  <a:pt x="1869269" y="1981979"/>
                </a:lnTo>
                <a:lnTo>
                  <a:pt x="1882771" y="1981979"/>
                </a:lnTo>
                <a:moveTo>
                  <a:pt x="1882771" y="2035984"/>
                </a:moveTo>
                <a:lnTo>
                  <a:pt x="1882771" y="2089990"/>
                </a:lnTo>
                <a:lnTo>
                  <a:pt x="1869269" y="2089990"/>
                </a:lnTo>
                <a:lnTo>
                  <a:pt x="1869269" y="2035984"/>
                </a:lnTo>
                <a:lnTo>
                  <a:pt x="1882771" y="2035984"/>
                </a:lnTo>
                <a:moveTo>
                  <a:pt x="1882771" y="2130494"/>
                </a:moveTo>
                <a:lnTo>
                  <a:pt x="1882771" y="2143996"/>
                </a:lnTo>
                <a:lnTo>
                  <a:pt x="1869269" y="2143996"/>
                </a:lnTo>
                <a:lnTo>
                  <a:pt x="1869269" y="2130494"/>
                </a:lnTo>
                <a:lnTo>
                  <a:pt x="1882771" y="2130494"/>
                </a:lnTo>
                <a:moveTo>
                  <a:pt x="1882771" y="2184500"/>
                </a:moveTo>
                <a:lnTo>
                  <a:pt x="1882771" y="2238506"/>
                </a:lnTo>
                <a:lnTo>
                  <a:pt x="1869269" y="2238506"/>
                </a:lnTo>
                <a:lnTo>
                  <a:pt x="1869269" y="2184500"/>
                </a:lnTo>
                <a:lnTo>
                  <a:pt x="1882771" y="2184500"/>
                </a:lnTo>
                <a:moveTo>
                  <a:pt x="1882771" y="2279010"/>
                </a:moveTo>
                <a:lnTo>
                  <a:pt x="1882771" y="2292511"/>
                </a:lnTo>
                <a:lnTo>
                  <a:pt x="1869269" y="2292511"/>
                </a:lnTo>
                <a:lnTo>
                  <a:pt x="1869269" y="2279010"/>
                </a:lnTo>
                <a:lnTo>
                  <a:pt x="1882771" y="2279010"/>
                </a:lnTo>
                <a:moveTo>
                  <a:pt x="1882771" y="2333015"/>
                </a:moveTo>
                <a:lnTo>
                  <a:pt x="1882771" y="2387021"/>
                </a:lnTo>
                <a:lnTo>
                  <a:pt x="1869269" y="2387021"/>
                </a:lnTo>
                <a:lnTo>
                  <a:pt x="1869269" y="2333015"/>
                </a:lnTo>
                <a:lnTo>
                  <a:pt x="1882771" y="2333015"/>
                </a:lnTo>
                <a:moveTo>
                  <a:pt x="1882771" y="2427525"/>
                </a:moveTo>
                <a:lnTo>
                  <a:pt x="1882771" y="2441026"/>
                </a:lnTo>
                <a:lnTo>
                  <a:pt x="1869269" y="2441026"/>
                </a:lnTo>
                <a:lnTo>
                  <a:pt x="1869269" y="2427525"/>
                </a:lnTo>
                <a:lnTo>
                  <a:pt x="1882771" y="2427525"/>
                </a:lnTo>
                <a:moveTo>
                  <a:pt x="1882771" y="2481531"/>
                </a:moveTo>
                <a:lnTo>
                  <a:pt x="1882771" y="2494411"/>
                </a:lnTo>
                <a:lnTo>
                  <a:pt x="1882447" y="2496490"/>
                </a:lnTo>
                <a:lnTo>
                  <a:pt x="1881474" y="2498381"/>
                </a:lnTo>
                <a:lnTo>
                  <a:pt x="1879990" y="2499866"/>
                </a:lnTo>
                <a:lnTo>
                  <a:pt x="1878099" y="2500824"/>
                </a:lnTo>
                <a:lnTo>
                  <a:pt x="1876020" y="2501162"/>
                </a:lnTo>
                <a:lnTo>
                  <a:pt x="1834895" y="2501162"/>
                </a:lnTo>
                <a:lnTo>
                  <a:pt x="1834895" y="2487661"/>
                </a:lnTo>
                <a:lnTo>
                  <a:pt x="1876020" y="2487661"/>
                </a:lnTo>
                <a:lnTo>
                  <a:pt x="1869269" y="2494411"/>
                </a:lnTo>
                <a:lnTo>
                  <a:pt x="1869269" y="2481531"/>
                </a:lnTo>
                <a:lnTo>
                  <a:pt x="1882771" y="2481531"/>
                </a:lnTo>
                <a:moveTo>
                  <a:pt x="1794390" y="2501162"/>
                </a:moveTo>
                <a:lnTo>
                  <a:pt x="1780889" y="2501162"/>
                </a:lnTo>
                <a:lnTo>
                  <a:pt x="1780889" y="2487661"/>
                </a:lnTo>
                <a:lnTo>
                  <a:pt x="1794390" y="2487661"/>
                </a:lnTo>
                <a:lnTo>
                  <a:pt x="1794390" y="2501162"/>
                </a:lnTo>
                <a:moveTo>
                  <a:pt x="1740385" y="2501162"/>
                </a:moveTo>
                <a:lnTo>
                  <a:pt x="1686379" y="2501162"/>
                </a:lnTo>
                <a:lnTo>
                  <a:pt x="1686379" y="2487661"/>
                </a:lnTo>
                <a:lnTo>
                  <a:pt x="1740385" y="2487661"/>
                </a:lnTo>
                <a:lnTo>
                  <a:pt x="1740385" y="2501162"/>
                </a:lnTo>
                <a:moveTo>
                  <a:pt x="1645875" y="2501162"/>
                </a:moveTo>
                <a:lnTo>
                  <a:pt x="1632374" y="2501162"/>
                </a:lnTo>
                <a:lnTo>
                  <a:pt x="1632374" y="2487661"/>
                </a:lnTo>
                <a:lnTo>
                  <a:pt x="1645875" y="2487661"/>
                </a:lnTo>
                <a:lnTo>
                  <a:pt x="1645875" y="2501162"/>
                </a:lnTo>
                <a:moveTo>
                  <a:pt x="1591869" y="2501162"/>
                </a:moveTo>
                <a:lnTo>
                  <a:pt x="1537864" y="2501162"/>
                </a:lnTo>
                <a:lnTo>
                  <a:pt x="1537864" y="2487661"/>
                </a:lnTo>
                <a:lnTo>
                  <a:pt x="1591869" y="2487661"/>
                </a:lnTo>
                <a:lnTo>
                  <a:pt x="1591869" y="2501162"/>
                </a:lnTo>
                <a:moveTo>
                  <a:pt x="1497359" y="2501162"/>
                </a:moveTo>
                <a:lnTo>
                  <a:pt x="1483859" y="2501162"/>
                </a:lnTo>
                <a:lnTo>
                  <a:pt x="1483859" y="2487661"/>
                </a:lnTo>
                <a:lnTo>
                  <a:pt x="1497359" y="2487661"/>
                </a:lnTo>
                <a:lnTo>
                  <a:pt x="1497359" y="2501162"/>
                </a:lnTo>
                <a:moveTo>
                  <a:pt x="1443354" y="2501162"/>
                </a:moveTo>
                <a:lnTo>
                  <a:pt x="1389349" y="2501162"/>
                </a:lnTo>
                <a:lnTo>
                  <a:pt x="1389349" y="2487661"/>
                </a:lnTo>
                <a:lnTo>
                  <a:pt x="1443354" y="2487661"/>
                </a:lnTo>
                <a:lnTo>
                  <a:pt x="1443354" y="2501162"/>
                </a:lnTo>
                <a:moveTo>
                  <a:pt x="1348844" y="2501162"/>
                </a:moveTo>
                <a:lnTo>
                  <a:pt x="1335342" y="2501162"/>
                </a:lnTo>
                <a:lnTo>
                  <a:pt x="1335342" y="2487661"/>
                </a:lnTo>
                <a:lnTo>
                  <a:pt x="1348844" y="2487661"/>
                </a:lnTo>
                <a:lnTo>
                  <a:pt x="1348844" y="2501162"/>
                </a:lnTo>
                <a:moveTo>
                  <a:pt x="1294838" y="2501162"/>
                </a:moveTo>
                <a:lnTo>
                  <a:pt x="1240832" y="2501162"/>
                </a:lnTo>
                <a:lnTo>
                  <a:pt x="1240832" y="2487661"/>
                </a:lnTo>
                <a:lnTo>
                  <a:pt x="1294838" y="2487661"/>
                </a:lnTo>
                <a:lnTo>
                  <a:pt x="1294838" y="2501162"/>
                </a:lnTo>
                <a:moveTo>
                  <a:pt x="1200329" y="2501162"/>
                </a:moveTo>
                <a:lnTo>
                  <a:pt x="1186827" y="2501162"/>
                </a:lnTo>
                <a:lnTo>
                  <a:pt x="1186827" y="2487661"/>
                </a:lnTo>
                <a:lnTo>
                  <a:pt x="1200329" y="2487661"/>
                </a:lnTo>
                <a:lnTo>
                  <a:pt x="1200329" y="2501162"/>
                </a:lnTo>
                <a:moveTo>
                  <a:pt x="1146322" y="2501162"/>
                </a:moveTo>
                <a:lnTo>
                  <a:pt x="1092317" y="2501162"/>
                </a:lnTo>
                <a:lnTo>
                  <a:pt x="1092317" y="2487661"/>
                </a:lnTo>
                <a:lnTo>
                  <a:pt x="1146322" y="2487661"/>
                </a:lnTo>
                <a:lnTo>
                  <a:pt x="1146322" y="2501162"/>
                </a:lnTo>
                <a:moveTo>
                  <a:pt x="1051813" y="2501162"/>
                </a:moveTo>
                <a:lnTo>
                  <a:pt x="1038312" y="2501162"/>
                </a:lnTo>
                <a:lnTo>
                  <a:pt x="1038312" y="2487661"/>
                </a:lnTo>
                <a:lnTo>
                  <a:pt x="1051813" y="2487661"/>
                </a:lnTo>
                <a:lnTo>
                  <a:pt x="1051813" y="2501162"/>
                </a:lnTo>
                <a:moveTo>
                  <a:pt x="997807" y="2501162"/>
                </a:moveTo>
                <a:lnTo>
                  <a:pt x="943802" y="2501162"/>
                </a:lnTo>
                <a:lnTo>
                  <a:pt x="943802" y="2487661"/>
                </a:lnTo>
                <a:lnTo>
                  <a:pt x="997807" y="2487661"/>
                </a:lnTo>
                <a:lnTo>
                  <a:pt x="997807" y="2501162"/>
                </a:lnTo>
                <a:moveTo>
                  <a:pt x="903297" y="2501162"/>
                </a:moveTo>
                <a:lnTo>
                  <a:pt x="889796" y="2501162"/>
                </a:lnTo>
                <a:lnTo>
                  <a:pt x="889796" y="2487661"/>
                </a:lnTo>
                <a:lnTo>
                  <a:pt x="903297" y="2487661"/>
                </a:lnTo>
                <a:lnTo>
                  <a:pt x="903297" y="2501162"/>
                </a:lnTo>
                <a:moveTo>
                  <a:pt x="849292" y="2501162"/>
                </a:moveTo>
                <a:lnTo>
                  <a:pt x="795286" y="2501162"/>
                </a:lnTo>
                <a:lnTo>
                  <a:pt x="795286" y="2487661"/>
                </a:lnTo>
                <a:lnTo>
                  <a:pt x="849292" y="2487661"/>
                </a:lnTo>
                <a:lnTo>
                  <a:pt x="849292" y="2501162"/>
                </a:lnTo>
                <a:moveTo>
                  <a:pt x="754782" y="2501162"/>
                </a:moveTo>
                <a:lnTo>
                  <a:pt x="741281" y="2501162"/>
                </a:lnTo>
                <a:lnTo>
                  <a:pt x="741281" y="2487661"/>
                </a:lnTo>
                <a:lnTo>
                  <a:pt x="754782" y="2487661"/>
                </a:lnTo>
                <a:lnTo>
                  <a:pt x="754782" y="2501162"/>
                </a:lnTo>
                <a:moveTo>
                  <a:pt x="700776" y="2501162"/>
                </a:moveTo>
                <a:lnTo>
                  <a:pt x="646771" y="2501162"/>
                </a:lnTo>
                <a:lnTo>
                  <a:pt x="646771" y="2487661"/>
                </a:lnTo>
                <a:lnTo>
                  <a:pt x="700776" y="2487661"/>
                </a:lnTo>
                <a:lnTo>
                  <a:pt x="700776" y="2501162"/>
                </a:lnTo>
                <a:moveTo>
                  <a:pt x="606266" y="2501162"/>
                </a:moveTo>
                <a:lnTo>
                  <a:pt x="592766" y="2501162"/>
                </a:lnTo>
                <a:lnTo>
                  <a:pt x="592766" y="2487661"/>
                </a:lnTo>
                <a:lnTo>
                  <a:pt x="606266" y="2487661"/>
                </a:lnTo>
                <a:lnTo>
                  <a:pt x="606266" y="2501162"/>
                </a:lnTo>
                <a:moveTo>
                  <a:pt x="552261" y="2501162"/>
                </a:moveTo>
                <a:lnTo>
                  <a:pt x="498256" y="2501162"/>
                </a:lnTo>
                <a:lnTo>
                  <a:pt x="498256" y="2487661"/>
                </a:lnTo>
                <a:lnTo>
                  <a:pt x="552261" y="2487661"/>
                </a:lnTo>
                <a:lnTo>
                  <a:pt x="552261" y="2501162"/>
                </a:lnTo>
                <a:moveTo>
                  <a:pt x="457751" y="2501162"/>
                </a:moveTo>
                <a:lnTo>
                  <a:pt x="444250" y="2501162"/>
                </a:lnTo>
                <a:lnTo>
                  <a:pt x="444250" y="2487661"/>
                </a:lnTo>
                <a:lnTo>
                  <a:pt x="457751" y="2487661"/>
                </a:lnTo>
                <a:lnTo>
                  <a:pt x="457751" y="2501162"/>
                </a:lnTo>
                <a:moveTo>
                  <a:pt x="403746" y="2501162"/>
                </a:moveTo>
                <a:lnTo>
                  <a:pt x="349740" y="2501162"/>
                </a:lnTo>
                <a:lnTo>
                  <a:pt x="349740" y="2487661"/>
                </a:lnTo>
                <a:lnTo>
                  <a:pt x="403746" y="2487661"/>
                </a:lnTo>
                <a:lnTo>
                  <a:pt x="403746" y="2501162"/>
                </a:lnTo>
                <a:moveTo>
                  <a:pt x="309236" y="2501162"/>
                </a:moveTo>
                <a:lnTo>
                  <a:pt x="295734" y="2501162"/>
                </a:lnTo>
                <a:lnTo>
                  <a:pt x="295734" y="2487661"/>
                </a:lnTo>
                <a:lnTo>
                  <a:pt x="309236" y="2487661"/>
                </a:lnTo>
                <a:lnTo>
                  <a:pt x="309236" y="2501162"/>
                </a:lnTo>
                <a:moveTo>
                  <a:pt x="255230" y="2501162"/>
                </a:moveTo>
                <a:lnTo>
                  <a:pt x="201225" y="2501162"/>
                </a:lnTo>
                <a:lnTo>
                  <a:pt x="201225" y="2487661"/>
                </a:lnTo>
                <a:lnTo>
                  <a:pt x="255230" y="2487661"/>
                </a:lnTo>
                <a:lnTo>
                  <a:pt x="255230" y="2501162"/>
                </a:lnTo>
                <a:moveTo>
                  <a:pt x="160720" y="2501162"/>
                </a:moveTo>
                <a:lnTo>
                  <a:pt x="147219" y="2501162"/>
                </a:lnTo>
                <a:lnTo>
                  <a:pt x="147219" y="2487661"/>
                </a:lnTo>
                <a:lnTo>
                  <a:pt x="160720" y="2487661"/>
                </a:lnTo>
                <a:lnTo>
                  <a:pt x="160720" y="2501162"/>
                </a:lnTo>
                <a:moveTo>
                  <a:pt x="106715" y="2501162"/>
                </a:moveTo>
                <a:lnTo>
                  <a:pt x="52710" y="2501162"/>
                </a:lnTo>
                <a:lnTo>
                  <a:pt x="52710" y="2487661"/>
                </a:lnTo>
                <a:lnTo>
                  <a:pt x="106715" y="2487661"/>
                </a:lnTo>
                <a:lnTo>
                  <a:pt x="106715" y="2501162"/>
                </a:lnTo>
                <a:moveTo>
                  <a:pt x="12205" y="2501162"/>
                </a:moveTo>
                <a:lnTo>
                  <a:pt x="6750" y="2501162"/>
                </a:lnTo>
                <a:lnTo>
                  <a:pt x="6750" y="2487661"/>
                </a:lnTo>
                <a:lnTo>
                  <a:pt x="12205" y="2487661"/>
                </a:lnTo>
                <a:lnTo>
                  <a:pt x="12205" y="25011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C6BFFEBC-04EB-4CCD-B2AA-6ADBD689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4341" y="1631908"/>
            <a:ext cx="1837271" cy="3079940"/>
          </a:xfrm>
          <a:custGeom xmlns:a="http://schemas.openxmlformats.org/drawingml/2006/main">
            <a:pathLst>
              <a:path w="1837271" h="3079940">
                <a:moveTo>
                  <a:pt x="0" y="0"/>
                </a:moveTo>
                <a:lnTo>
                  <a:pt x="1837271" y="0"/>
                </a:lnTo>
                <a:lnTo>
                  <a:pt x="1837271" y="3079940"/>
                </a:lnTo>
                <a:lnTo>
                  <a:pt x="0" y="307994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83B0FA1-119E-4F19-9DAC-0FE8BC22F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12340f7b94749"/>
          <a:srcRect xmlns:a="http://schemas.openxmlformats.org/drawingml/2006/main" l="2958" t="0" r="29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98032" y="2650994"/>
            <a:ext cx="1672014" cy="999644"/>
          </a:xfrm>
          <a:prstGeom xmlns:a="http://schemas.openxmlformats.org/drawingml/2006/main" prst="rect">
            <a:avLst/>
          </a:prstGeom>
        </p:spPr>
      </p:pic>
      <p:sp>
        <p:nvSpPr>
          <p:cNvPr id="289" name="pdf-source-image-36">
            <a:extLst xmlns:a="http://schemas.openxmlformats.org/drawingml/2006/main">
              <a:ext uri="{FF2B5EF4-FFF2-40B4-BE49-F238E27FC236}">
                <a16:creationId xmlns:a16="http://schemas.microsoft.com/office/drawing/2014/main" id="{040E0BBF-0883-4AED-8DF1-21821757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8032" y="2650994"/>
            <a:ext cx="1672014" cy="99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3BA4E01A-DE28-4243-BAAF-4310EEC8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7906" y="2640867"/>
            <a:ext cx="1692266" cy="1019896"/>
          </a:xfrm>
          <a:custGeom xmlns:a="http://schemas.openxmlformats.org/drawingml/2006/main">
            <a:pathLst>
              <a:path w="1692266" h="1019896">
                <a:moveTo>
                  <a:pt x="1687203" y="0"/>
                </a:moveTo>
                <a:lnTo>
                  <a:pt x="1688770" y="243"/>
                </a:lnTo>
                <a:lnTo>
                  <a:pt x="1690174" y="972"/>
                </a:lnTo>
                <a:lnTo>
                  <a:pt x="1691295" y="2092"/>
                </a:lnTo>
                <a:lnTo>
                  <a:pt x="1692024" y="3497"/>
                </a:lnTo>
                <a:lnTo>
                  <a:pt x="1692266" y="5063"/>
                </a:lnTo>
                <a:lnTo>
                  <a:pt x="1692266" y="1014833"/>
                </a:lnTo>
                <a:lnTo>
                  <a:pt x="1692024" y="1016399"/>
                </a:lnTo>
                <a:lnTo>
                  <a:pt x="1691295" y="1017803"/>
                </a:lnTo>
                <a:lnTo>
                  <a:pt x="1690174" y="1018924"/>
                </a:lnTo>
                <a:lnTo>
                  <a:pt x="1688770" y="1019653"/>
                </a:lnTo>
                <a:lnTo>
                  <a:pt x="1687203" y="1019896"/>
                </a:lnTo>
                <a:lnTo>
                  <a:pt x="5063" y="1019896"/>
                </a:lnTo>
                <a:lnTo>
                  <a:pt x="3498" y="1019653"/>
                </a:lnTo>
                <a:lnTo>
                  <a:pt x="2093" y="1018924"/>
                </a:lnTo>
                <a:lnTo>
                  <a:pt x="972" y="1017803"/>
                </a:lnTo>
                <a:lnTo>
                  <a:pt x="243" y="1016399"/>
                </a:lnTo>
                <a:lnTo>
                  <a:pt x="0" y="1014833"/>
                </a:lnTo>
                <a:lnTo>
                  <a:pt x="0" y="5063"/>
                </a:lnTo>
                <a:lnTo>
                  <a:pt x="243" y="3497"/>
                </a:lnTo>
                <a:lnTo>
                  <a:pt x="972" y="2092"/>
                </a:lnTo>
                <a:lnTo>
                  <a:pt x="2093" y="972"/>
                </a:lnTo>
                <a:lnTo>
                  <a:pt x="3498" y="243"/>
                </a:lnTo>
                <a:lnTo>
                  <a:pt x="5063" y="0"/>
                </a:lnTo>
                <a:lnTo>
                  <a:pt x="1687203" y="0"/>
                </a:lnTo>
                <a:moveTo>
                  <a:pt x="5063" y="10126"/>
                </a:moveTo>
                <a:lnTo>
                  <a:pt x="10126" y="5063"/>
                </a:lnTo>
                <a:lnTo>
                  <a:pt x="10126" y="1014833"/>
                </a:lnTo>
                <a:lnTo>
                  <a:pt x="5063" y="1009770"/>
                </a:lnTo>
                <a:lnTo>
                  <a:pt x="1687203" y="1009770"/>
                </a:lnTo>
                <a:lnTo>
                  <a:pt x="1682140" y="1014833"/>
                </a:lnTo>
                <a:lnTo>
                  <a:pt x="1682140" y="5063"/>
                </a:lnTo>
                <a:lnTo>
                  <a:pt x="1687203" y="10126"/>
                </a:lnTo>
                <a:lnTo>
                  <a:pt x="5063" y="101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AB11B50D-DB4A-49E9-8F99-24378D39B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41564e36b4a0c"/>
          <a:srcRect xmlns:a="http://schemas.openxmlformats.org/drawingml/2006/main" l="300" t="0" r="3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98032" y="3723545"/>
            <a:ext cx="1672014" cy="946178"/>
          </a:xfrm>
          <a:prstGeom xmlns:a="http://schemas.openxmlformats.org/drawingml/2006/main" prst="rect">
            <a:avLst/>
          </a:prstGeom>
        </p:spPr>
      </p:pic>
      <p:sp>
        <p:nvSpPr>
          <p:cNvPr id="292" name="pdf-source-image-37">
            <a:extLst xmlns:a="http://schemas.openxmlformats.org/drawingml/2006/main">
              <a:ext uri="{FF2B5EF4-FFF2-40B4-BE49-F238E27FC236}">
                <a16:creationId xmlns:a16="http://schemas.microsoft.com/office/drawing/2014/main" id="{60699BA0-9610-4D89-8C6C-06159E8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8032" y="3723545"/>
            <a:ext cx="1672014" cy="946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798501F0-1926-4F8A-8527-4BE59C1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7906" y="3713419"/>
            <a:ext cx="1692266" cy="966431"/>
          </a:xfrm>
          <a:custGeom xmlns:a="http://schemas.openxmlformats.org/drawingml/2006/main">
            <a:pathLst>
              <a:path w="1692266" h="966431">
                <a:moveTo>
                  <a:pt x="1687203" y="0"/>
                </a:moveTo>
                <a:lnTo>
                  <a:pt x="1688770" y="243"/>
                </a:lnTo>
                <a:lnTo>
                  <a:pt x="1690174" y="972"/>
                </a:lnTo>
                <a:lnTo>
                  <a:pt x="1691295" y="2093"/>
                </a:lnTo>
                <a:lnTo>
                  <a:pt x="1692024" y="3497"/>
                </a:lnTo>
                <a:lnTo>
                  <a:pt x="1692266" y="5063"/>
                </a:lnTo>
                <a:lnTo>
                  <a:pt x="1692266" y="961368"/>
                </a:lnTo>
                <a:lnTo>
                  <a:pt x="1692024" y="962934"/>
                </a:lnTo>
                <a:lnTo>
                  <a:pt x="1691295" y="964337"/>
                </a:lnTo>
                <a:lnTo>
                  <a:pt x="1690174" y="965458"/>
                </a:lnTo>
                <a:lnTo>
                  <a:pt x="1688770" y="966187"/>
                </a:lnTo>
                <a:lnTo>
                  <a:pt x="1687203" y="966431"/>
                </a:lnTo>
                <a:lnTo>
                  <a:pt x="5063" y="966431"/>
                </a:lnTo>
                <a:lnTo>
                  <a:pt x="3498" y="966187"/>
                </a:lnTo>
                <a:lnTo>
                  <a:pt x="2093" y="965458"/>
                </a:lnTo>
                <a:lnTo>
                  <a:pt x="972" y="964337"/>
                </a:lnTo>
                <a:lnTo>
                  <a:pt x="243" y="962934"/>
                </a:lnTo>
                <a:lnTo>
                  <a:pt x="0" y="961368"/>
                </a:lnTo>
                <a:lnTo>
                  <a:pt x="0" y="5063"/>
                </a:lnTo>
                <a:lnTo>
                  <a:pt x="243" y="3497"/>
                </a:lnTo>
                <a:lnTo>
                  <a:pt x="972" y="2093"/>
                </a:lnTo>
                <a:lnTo>
                  <a:pt x="2093" y="972"/>
                </a:lnTo>
                <a:lnTo>
                  <a:pt x="3498" y="243"/>
                </a:lnTo>
                <a:lnTo>
                  <a:pt x="5063" y="0"/>
                </a:lnTo>
                <a:lnTo>
                  <a:pt x="1687203" y="0"/>
                </a:lnTo>
                <a:moveTo>
                  <a:pt x="5063" y="10126"/>
                </a:moveTo>
                <a:lnTo>
                  <a:pt x="10126" y="5063"/>
                </a:lnTo>
                <a:lnTo>
                  <a:pt x="10126" y="961368"/>
                </a:lnTo>
                <a:lnTo>
                  <a:pt x="5063" y="956305"/>
                </a:lnTo>
                <a:lnTo>
                  <a:pt x="1687203" y="956305"/>
                </a:lnTo>
                <a:lnTo>
                  <a:pt x="1682140" y="961368"/>
                </a:lnTo>
                <a:lnTo>
                  <a:pt x="1682140" y="5063"/>
                </a:lnTo>
                <a:lnTo>
                  <a:pt x="1687203" y="10126"/>
                </a:lnTo>
                <a:lnTo>
                  <a:pt x="5063" y="101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834442BF-E982-4927-A2F8-49BDEE13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5764" y="2656956"/>
            <a:ext cx="1538174" cy="270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2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2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2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segment (ego)</a:t>
            </a:r>
          </a:p>
        </p:txBody>
      </p:sp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45AE71F2-0310-423C-81C6-92797A13B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0f06962f403a"/>
          <a:srcRect xmlns:a="http://schemas.openxmlformats.org/drawingml/2006/main" l="445" t="0" r="4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83570" y="3748266"/>
            <a:ext cx="648243" cy="304632"/>
          </a:xfrm>
          <a:prstGeom xmlns:a="http://schemas.openxmlformats.org/drawingml/2006/main" prst="rect">
            <a:avLst/>
          </a:prstGeom>
        </p:spPr>
      </p:pic>
      <p:sp>
        <p:nvSpPr>
          <p:cNvPr id="296" name="pdf-source-image-38">
            <a:extLst xmlns:a="http://schemas.openxmlformats.org/drawingml/2006/main">
              <a:ext uri="{FF2B5EF4-FFF2-40B4-BE49-F238E27FC236}">
                <a16:creationId xmlns:a16="http://schemas.microsoft.com/office/drawing/2014/main" id="{28FC79FD-839C-4041-B39C-FFF0885C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3570" y="3748266"/>
            <a:ext cx="648243" cy="30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4C9C9E1-CC09-41A3-9671-0BCAE1FAE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4ffe528a74ce8"/>
          <a:srcRect xmlns:a="http://schemas.openxmlformats.org/drawingml/2006/main" l="2105" t="0" r="21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80210" y="582039"/>
            <a:ext cx="1699556" cy="998024"/>
          </a:xfrm>
          <a:prstGeom xmlns:a="http://schemas.openxmlformats.org/drawingml/2006/main" prst="rect">
            <a:avLst/>
          </a:prstGeom>
        </p:spPr>
      </p:pic>
      <p:sp>
        <p:nvSpPr>
          <p:cNvPr id="298" name="pdf-source-image-39">
            <a:extLst xmlns:a="http://schemas.openxmlformats.org/drawingml/2006/main">
              <a:ext uri="{FF2B5EF4-FFF2-40B4-BE49-F238E27FC236}">
                <a16:creationId xmlns:a16="http://schemas.microsoft.com/office/drawing/2014/main" id="{3DB0875D-175A-4F70-B9C6-F0B81069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0210" y="582039"/>
            <a:ext cx="1699556" cy="99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02B7767E-D06E-46B7-966B-6BCB47A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0084" y="571913"/>
            <a:ext cx="1719810" cy="1018276"/>
          </a:xfrm>
          <a:custGeom xmlns:a="http://schemas.openxmlformats.org/drawingml/2006/main">
            <a:pathLst>
              <a:path w="1719810" h="1018276">
                <a:moveTo>
                  <a:pt x="1714747" y="0"/>
                </a:moveTo>
                <a:lnTo>
                  <a:pt x="1716313" y="243"/>
                </a:lnTo>
                <a:lnTo>
                  <a:pt x="1717717" y="972"/>
                </a:lnTo>
                <a:lnTo>
                  <a:pt x="1718837" y="2093"/>
                </a:lnTo>
                <a:lnTo>
                  <a:pt x="1719566" y="3497"/>
                </a:lnTo>
                <a:lnTo>
                  <a:pt x="1719810" y="5063"/>
                </a:lnTo>
                <a:lnTo>
                  <a:pt x="1719810" y="1013213"/>
                </a:lnTo>
                <a:lnTo>
                  <a:pt x="1719566" y="1014779"/>
                </a:lnTo>
                <a:lnTo>
                  <a:pt x="1718837" y="1016183"/>
                </a:lnTo>
                <a:lnTo>
                  <a:pt x="1717717" y="1017304"/>
                </a:lnTo>
                <a:lnTo>
                  <a:pt x="1716313" y="1018033"/>
                </a:lnTo>
                <a:lnTo>
                  <a:pt x="1714747" y="1018276"/>
                </a:lnTo>
                <a:lnTo>
                  <a:pt x="5063" y="1018276"/>
                </a:lnTo>
                <a:lnTo>
                  <a:pt x="3497" y="1018033"/>
                </a:lnTo>
                <a:lnTo>
                  <a:pt x="2093" y="1017304"/>
                </a:lnTo>
                <a:lnTo>
                  <a:pt x="972" y="1016183"/>
                </a:lnTo>
                <a:lnTo>
                  <a:pt x="243" y="1014779"/>
                </a:lnTo>
                <a:lnTo>
                  <a:pt x="0" y="1013213"/>
                </a:lnTo>
                <a:lnTo>
                  <a:pt x="0" y="5063"/>
                </a:lnTo>
                <a:lnTo>
                  <a:pt x="243" y="3497"/>
                </a:lnTo>
                <a:lnTo>
                  <a:pt x="972" y="2093"/>
                </a:lnTo>
                <a:lnTo>
                  <a:pt x="2093" y="972"/>
                </a:lnTo>
                <a:lnTo>
                  <a:pt x="3497" y="243"/>
                </a:lnTo>
                <a:lnTo>
                  <a:pt x="5063" y="0"/>
                </a:lnTo>
                <a:lnTo>
                  <a:pt x="1714747" y="0"/>
                </a:lnTo>
                <a:moveTo>
                  <a:pt x="5063" y="10126"/>
                </a:moveTo>
                <a:lnTo>
                  <a:pt x="10126" y="5063"/>
                </a:lnTo>
                <a:lnTo>
                  <a:pt x="10126" y="1013213"/>
                </a:lnTo>
                <a:lnTo>
                  <a:pt x="5063" y="1008150"/>
                </a:lnTo>
                <a:lnTo>
                  <a:pt x="1714747" y="1008150"/>
                </a:lnTo>
                <a:lnTo>
                  <a:pt x="1709684" y="1013213"/>
                </a:lnTo>
                <a:lnTo>
                  <a:pt x="1709684" y="5063"/>
                </a:lnTo>
                <a:lnTo>
                  <a:pt x="1714747" y="10126"/>
                </a:lnTo>
                <a:lnTo>
                  <a:pt x="5063" y="101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C0811D5-65C7-4273-907C-7F6798281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87995275a4862"/>
          <a:srcRect xmlns:a="http://schemas.openxmlformats.org/drawingml/2006/main" l="810" t="0" r="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7917" y="1046109"/>
            <a:ext cx="539206" cy="224623"/>
          </a:xfrm>
          <a:prstGeom xmlns:a="http://schemas.openxmlformats.org/drawingml/2006/main" prst="rect">
            <a:avLst/>
          </a:prstGeom>
        </p:spPr>
      </p:pic>
      <p:sp>
        <p:nvSpPr>
          <p:cNvPr id="301" name="pdf-source-image-40">
            <a:extLst xmlns:a="http://schemas.openxmlformats.org/drawingml/2006/main">
              <a:ext uri="{FF2B5EF4-FFF2-40B4-BE49-F238E27FC236}">
                <a16:creationId xmlns:a16="http://schemas.microsoft.com/office/drawing/2014/main" id="{CABC9B27-9122-4AB6-8412-99213886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7917" y="1046109"/>
            <a:ext cx="539206" cy="224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6FBE9D3-4CFB-4476-9BEB-08CA5A74F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7f96bdb6d4740"/>
          <a:srcRect xmlns:a="http://schemas.openxmlformats.org/drawingml/2006/main" l="572" t="0" r="5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94775" y="1318162"/>
            <a:ext cx="1374942" cy="277278"/>
          </a:xfrm>
          <a:prstGeom xmlns:a="http://schemas.openxmlformats.org/drawingml/2006/main" prst="rect">
            <a:avLst/>
          </a:prstGeom>
        </p:spPr>
      </p:pic>
      <p:sp>
        <p:nvSpPr>
          <p:cNvPr id="303" name="pdf-source-image-41">
            <a:extLst xmlns:a="http://schemas.openxmlformats.org/drawingml/2006/main">
              <a:ext uri="{FF2B5EF4-FFF2-40B4-BE49-F238E27FC236}">
                <a16:creationId xmlns:a16="http://schemas.microsoft.com/office/drawing/2014/main" id="{6F6C44F5-5180-4BE5-A2B1-B9B2391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4775" y="1318162"/>
            <a:ext cx="1374942" cy="277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1DDB474-AC0E-43D8-A2CF-6786E99A5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f0b3335434519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70489" y="1623807"/>
            <a:ext cx="1699557" cy="955899"/>
          </a:xfrm>
          <a:prstGeom xmlns:a="http://schemas.openxmlformats.org/drawingml/2006/main" prst="rect">
            <a:avLst/>
          </a:prstGeom>
        </p:spPr>
      </p:pic>
      <p:sp>
        <p:nvSpPr>
          <p:cNvPr id="305" name="pdf-source-image-42">
            <a:extLst xmlns:a="http://schemas.openxmlformats.org/drawingml/2006/main">
              <a:ext uri="{FF2B5EF4-FFF2-40B4-BE49-F238E27FC236}">
                <a16:creationId xmlns:a16="http://schemas.microsoft.com/office/drawing/2014/main" id="{D2E20618-CA60-40DB-B7D1-9ABB1DB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0489" y="1623807"/>
            <a:ext cx="1699557" cy="955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6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49D7A5B5-197B-4457-83D3-0B26DCA1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0363" y="1613681"/>
            <a:ext cx="1719809" cy="976151"/>
          </a:xfrm>
          <a:custGeom xmlns:a="http://schemas.openxmlformats.org/drawingml/2006/main">
            <a:pathLst>
              <a:path w="1719809" h="976151">
                <a:moveTo>
                  <a:pt x="1714746" y="0"/>
                </a:moveTo>
                <a:lnTo>
                  <a:pt x="1716312" y="243"/>
                </a:lnTo>
                <a:lnTo>
                  <a:pt x="1717716" y="972"/>
                </a:lnTo>
                <a:lnTo>
                  <a:pt x="1718838" y="2093"/>
                </a:lnTo>
                <a:lnTo>
                  <a:pt x="1719567" y="3497"/>
                </a:lnTo>
                <a:lnTo>
                  <a:pt x="1719809" y="5063"/>
                </a:lnTo>
                <a:lnTo>
                  <a:pt x="1719809" y="971088"/>
                </a:lnTo>
                <a:lnTo>
                  <a:pt x="1719567" y="972654"/>
                </a:lnTo>
                <a:lnTo>
                  <a:pt x="1718838" y="974059"/>
                </a:lnTo>
                <a:lnTo>
                  <a:pt x="1717716" y="975179"/>
                </a:lnTo>
                <a:lnTo>
                  <a:pt x="1716312" y="975908"/>
                </a:lnTo>
                <a:lnTo>
                  <a:pt x="1714746" y="976151"/>
                </a:lnTo>
                <a:lnTo>
                  <a:pt x="5063" y="976151"/>
                </a:lnTo>
                <a:lnTo>
                  <a:pt x="3496" y="975908"/>
                </a:lnTo>
                <a:lnTo>
                  <a:pt x="2092" y="975179"/>
                </a:lnTo>
                <a:lnTo>
                  <a:pt x="971" y="974059"/>
                </a:lnTo>
                <a:lnTo>
                  <a:pt x="243" y="972654"/>
                </a:lnTo>
                <a:lnTo>
                  <a:pt x="0" y="971088"/>
                </a:lnTo>
                <a:lnTo>
                  <a:pt x="0" y="5063"/>
                </a:lnTo>
                <a:lnTo>
                  <a:pt x="243" y="3497"/>
                </a:lnTo>
                <a:lnTo>
                  <a:pt x="971" y="2093"/>
                </a:lnTo>
                <a:lnTo>
                  <a:pt x="2092" y="972"/>
                </a:lnTo>
                <a:lnTo>
                  <a:pt x="3496" y="243"/>
                </a:lnTo>
                <a:lnTo>
                  <a:pt x="5063" y="0"/>
                </a:lnTo>
                <a:lnTo>
                  <a:pt x="1714746" y="0"/>
                </a:lnTo>
                <a:moveTo>
                  <a:pt x="5063" y="10126"/>
                </a:moveTo>
                <a:lnTo>
                  <a:pt x="10126" y="5063"/>
                </a:lnTo>
                <a:lnTo>
                  <a:pt x="10126" y="971088"/>
                </a:lnTo>
                <a:lnTo>
                  <a:pt x="5063" y="966025"/>
                </a:lnTo>
                <a:lnTo>
                  <a:pt x="1714746" y="966025"/>
                </a:lnTo>
                <a:lnTo>
                  <a:pt x="1709683" y="971088"/>
                </a:lnTo>
                <a:lnTo>
                  <a:pt x="1709683" y="5063"/>
                </a:lnTo>
                <a:lnTo>
                  <a:pt x="1714746" y="10126"/>
                </a:lnTo>
                <a:lnTo>
                  <a:pt x="5063" y="101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70BEA93-5BC4-4178-B865-518E20B08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e29be86a34f88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83074" y="2296865"/>
            <a:ext cx="1236216" cy="305307"/>
          </a:xfrm>
          <a:prstGeom xmlns:a="http://schemas.openxmlformats.org/drawingml/2006/main" prst="rect">
            <a:avLst/>
          </a:prstGeom>
        </p:spPr>
      </p:pic>
      <p:sp>
        <p:nvSpPr>
          <p:cNvPr id="308" name="pdf-source-image-43">
            <a:extLst xmlns:a="http://schemas.openxmlformats.org/drawingml/2006/main">
              <a:ext uri="{FF2B5EF4-FFF2-40B4-BE49-F238E27FC236}">
                <a16:creationId xmlns:a16="http://schemas.microsoft.com/office/drawing/2014/main" id="{1099DEC0-453E-40C9-9D01-320A8C7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3074" y="2296865"/>
            <a:ext cx="1236216" cy="30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EF0143AA-3087-4329-A623-5DFE00B897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69957b6544548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7594" y="616062"/>
            <a:ext cx="1049869" cy="1401446"/>
          </a:xfrm>
          <a:prstGeom xmlns:a="http://schemas.openxmlformats.org/drawingml/2006/main" prst="rect">
            <a:avLst/>
          </a:prstGeom>
        </p:spPr>
      </p:pic>
      <p:sp>
        <p:nvSpPr>
          <p:cNvPr id="310" name="pdf-source-image-44">
            <a:extLst xmlns:a="http://schemas.openxmlformats.org/drawingml/2006/main">
              <a:ext uri="{FF2B5EF4-FFF2-40B4-BE49-F238E27FC236}">
                <a16:creationId xmlns:a16="http://schemas.microsoft.com/office/drawing/2014/main" id="{338BB2ED-1B26-4740-AD57-DF39AC16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7594" y="616062"/>
            <a:ext cx="1049869" cy="1401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566065E2-40FB-4DB6-AE7F-DEF6486A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7469" y="605936"/>
            <a:ext cx="1070121" cy="1421698"/>
          </a:xfrm>
          <a:custGeom xmlns:a="http://schemas.openxmlformats.org/drawingml/2006/main">
            <a:pathLst>
              <a:path w="1070121" h="1421698">
                <a:moveTo>
                  <a:pt x="1065058" y="0"/>
                </a:moveTo>
                <a:lnTo>
                  <a:pt x="1066623" y="243"/>
                </a:lnTo>
                <a:lnTo>
                  <a:pt x="1068028" y="972"/>
                </a:lnTo>
                <a:lnTo>
                  <a:pt x="1069149" y="2093"/>
                </a:lnTo>
                <a:lnTo>
                  <a:pt x="1069878" y="3497"/>
                </a:lnTo>
                <a:lnTo>
                  <a:pt x="1070121" y="5063"/>
                </a:lnTo>
                <a:lnTo>
                  <a:pt x="1070121" y="1416635"/>
                </a:lnTo>
                <a:lnTo>
                  <a:pt x="1069878" y="1418201"/>
                </a:lnTo>
                <a:lnTo>
                  <a:pt x="1069149" y="1419605"/>
                </a:lnTo>
                <a:lnTo>
                  <a:pt x="1068028" y="1420726"/>
                </a:lnTo>
                <a:lnTo>
                  <a:pt x="1066623" y="1421455"/>
                </a:lnTo>
                <a:lnTo>
                  <a:pt x="1065058" y="1421698"/>
                </a:lnTo>
                <a:lnTo>
                  <a:pt x="5062" y="1421698"/>
                </a:lnTo>
                <a:lnTo>
                  <a:pt x="3496" y="1421455"/>
                </a:lnTo>
                <a:lnTo>
                  <a:pt x="2092" y="1420726"/>
                </a:lnTo>
                <a:lnTo>
                  <a:pt x="972" y="1419605"/>
                </a:lnTo>
                <a:lnTo>
                  <a:pt x="242" y="1418201"/>
                </a:lnTo>
                <a:lnTo>
                  <a:pt x="0" y="1416635"/>
                </a:lnTo>
                <a:lnTo>
                  <a:pt x="0" y="5063"/>
                </a:lnTo>
                <a:lnTo>
                  <a:pt x="242" y="3497"/>
                </a:lnTo>
                <a:lnTo>
                  <a:pt x="972" y="2093"/>
                </a:lnTo>
                <a:lnTo>
                  <a:pt x="2092" y="972"/>
                </a:lnTo>
                <a:lnTo>
                  <a:pt x="3496" y="243"/>
                </a:lnTo>
                <a:lnTo>
                  <a:pt x="5062" y="0"/>
                </a:lnTo>
                <a:lnTo>
                  <a:pt x="1065058" y="0"/>
                </a:lnTo>
                <a:moveTo>
                  <a:pt x="5062" y="10126"/>
                </a:moveTo>
                <a:lnTo>
                  <a:pt x="10125" y="5063"/>
                </a:lnTo>
                <a:lnTo>
                  <a:pt x="10125" y="1416635"/>
                </a:lnTo>
                <a:lnTo>
                  <a:pt x="5062" y="1411571"/>
                </a:lnTo>
                <a:lnTo>
                  <a:pt x="1065058" y="1411571"/>
                </a:lnTo>
                <a:lnTo>
                  <a:pt x="1059995" y="1416635"/>
                </a:lnTo>
                <a:lnTo>
                  <a:pt x="1059995" y="5063"/>
                </a:lnTo>
                <a:lnTo>
                  <a:pt x="1065058" y="10126"/>
                </a:lnTo>
                <a:lnTo>
                  <a:pt x="5062" y="101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F075B8D-DD01-4186-A29D-78A167843A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88c6f6dd74c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4734" y="606341"/>
            <a:ext cx="1879395" cy="1409546"/>
          </a:xfrm>
          <a:prstGeom xmlns:a="http://schemas.openxmlformats.org/drawingml/2006/main" prst="rect">
            <a:avLst/>
          </a:prstGeom>
        </p:spPr>
      </p:pic>
      <p:sp>
        <p:nvSpPr>
          <p:cNvPr id="313" name="pdf-source-image-45">
            <a:extLst xmlns:a="http://schemas.openxmlformats.org/drawingml/2006/main">
              <a:ext uri="{FF2B5EF4-FFF2-40B4-BE49-F238E27FC236}">
                <a16:creationId xmlns:a16="http://schemas.microsoft.com/office/drawing/2014/main" id="{D149D63F-373F-4EFA-AB77-C9E6DAA2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4734" y="606341"/>
            <a:ext cx="1879395" cy="140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9E631F8F-3827-4509-BAB6-446A4243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4608" y="596215"/>
            <a:ext cx="1899647" cy="1429798"/>
          </a:xfrm>
          <a:custGeom xmlns:a="http://schemas.openxmlformats.org/drawingml/2006/main">
            <a:pathLst>
              <a:path w="1899647" h="1429798">
                <a:moveTo>
                  <a:pt x="1894584" y="0"/>
                </a:moveTo>
                <a:lnTo>
                  <a:pt x="1896151" y="243"/>
                </a:lnTo>
                <a:lnTo>
                  <a:pt x="1897555" y="972"/>
                </a:lnTo>
                <a:lnTo>
                  <a:pt x="1898676" y="2093"/>
                </a:lnTo>
                <a:lnTo>
                  <a:pt x="1899404" y="3497"/>
                </a:lnTo>
                <a:lnTo>
                  <a:pt x="1899647" y="5063"/>
                </a:lnTo>
                <a:lnTo>
                  <a:pt x="1899647" y="1424735"/>
                </a:lnTo>
                <a:lnTo>
                  <a:pt x="1899404" y="1426302"/>
                </a:lnTo>
                <a:lnTo>
                  <a:pt x="1898676" y="1427706"/>
                </a:lnTo>
                <a:lnTo>
                  <a:pt x="1897555" y="1428826"/>
                </a:lnTo>
                <a:lnTo>
                  <a:pt x="1896151" y="1429556"/>
                </a:lnTo>
                <a:lnTo>
                  <a:pt x="1894584" y="1429798"/>
                </a:lnTo>
                <a:lnTo>
                  <a:pt x="5063" y="1429798"/>
                </a:lnTo>
                <a:lnTo>
                  <a:pt x="3497" y="1429556"/>
                </a:lnTo>
                <a:lnTo>
                  <a:pt x="2093" y="1428826"/>
                </a:lnTo>
                <a:lnTo>
                  <a:pt x="972" y="1427706"/>
                </a:lnTo>
                <a:lnTo>
                  <a:pt x="243" y="1426302"/>
                </a:lnTo>
                <a:lnTo>
                  <a:pt x="0" y="1424735"/>
                </a:lnTo>
                <a:lnTo>
                  <a:pt x="0" y="5063"/>
                </a:lnTo>
                <a:lnTo>
                  <a:pt x="243" y="3497"/>
                </a:lnTo>
                <a:lnTo>
                  <a:pt x="972" y="2093"/>
                </a:lnTo>
                <a:lnTo>
                  <a:pt x="2093" y="972"/>
                </a:lnTo>
                <a:lnTo>
                  <a:pt x="3497" y="243"/>
                </a:lnTo>
                <a:lnTo>
                  <a:pt x="5063" y="0"/>
                </a:lnTo>
                <a:lnTo>
                  <a:pt x="1894584" y="0"/>
                </a:lnTo>
                <a:moveTo>
                  <a:pt x="5063" y="10126"/>
                </a:moveTo>
                <a:lnTo>
                  <a:pt x="10126" y="5063"/>
                </a:lnTo>
                <a:lnTo>
                  <a:pt x="10126" y="1424735"/>
                </a:lnTo>
                <a:lnTo>
                  <a:pt x="5063" y="1419672"/>
                </a:lnTo>
                <a:lnTo>
                  <a:pt x="1894584" y="1419672"/>
                </a:lnTo>
                <a:lnTo>
                  <a:pt x="1889521" y="1424735"/>
                </a:lnTo>
                <a:lnTo>
                  <a:pt x="1889521" y="5063"/>
                </a:lnTo>
                <a:lnTo>
                  <a:pt x="1894584" y="10126"/>
                </a:lnTo>
                <a:lnTo>
                  <a:pt x="5063" y="101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AC8E35C7-A662-4E8B-93EB-DCACE010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8167" y="200815"/>
            <a:ext cx="1389463" cy="270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World </a:t>
            </a:r>
          </a:p>
        </p:txBody>
      </p:sp>
      <p:sp>
        <p:nvSpPr>
          <p:cNvPr id="316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CDA51F65-FE90-4FA4-9B8A-FBBA6880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8484" y="190014"/>
            <a:ext cx="555246" cy="270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317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C60EA1C6-67AB-47C5-950A-04A0D953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629" y="203515"/>
            <a:ext cx="2680390" cy="270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Scenes (Unreal Engine)</a:t>
            </a:r>
          </a:p>
        </p:txBody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0DA63B4-8820-46B3-BAF8-71EC8AFE8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dcec4a4e648f2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4633" y="690590"/>
            <a:ext cx="2273096" cy="1278313"/>
          </a:xfrm>
          <a:prstGeom xmlns:a="http://schemas.openxmlformats.org/drawingml/2006/main" prst="rect">
            <a:avLst/>
          </a:prstGeom>
        </p:spPr>
      </p:pic>
      <p:sp>
        <p:nvSpPr>
          <p:cNvPr id="319" name="pdf-source-image-46">
            <a:extLst xmlns:a="http://schemas.openxmlformats.org/drawingml/2006/main">
              <a:ext uri="{FF2B5EF4-FFF2-40B4-BE49-F238E27FC236}">
                <a16:creationId xmlns:a16="http://schemas.microsoft.com/office/drawing/2014/main" id="{A215071D-8301-4BDC-9964-C0C598F8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4633" y="690590"/>
            <a:ext cx="2273096" cy="1278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F12334D6-3A8C-4B78-84E6-1C2EE73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132" y="677089"/>
            <a:ext cx="2300099" cy="1305316"/>
          </a:xfrm>
          <a:custGeom xmlns:a="http://schemas.openxmlformats.org/drawingml/2006/main">
            <a:pathLst>
              <a:path w="2300099" h="1305316">
                <a:moveTo>
                  <a:pt x="2293348" y="0"/>
                </a:moveTo>
                <a:lnTo>
                  <a:pt x="2295441" y="324"/>
                </a:lnTo>
                <a:lnTo>
                  <a:pt x="2297316" y="1283"/>
                </a:lnTo>
                <a:lnTo>
                  <a:pt x="2298815" y="2781"/>
                </a:lnTo>
                <a:lnTo>
                  <a:pt x="2299761" y="4658"/>
                </a:lnTo>
                <a:lnTo>
                  <a:pt x="2300099" y="6751"/>
                </a:lnTo>
                <a:lnTo>
                  <a:pt x="2300099" y="1298565"/>
                </a:lnTo>
                <a:lnTo>
                  <a:pt x="2299761" y="1300658"/>
                </a:lnTo>
                <a:lnTo>
                  <a:pt x="2298815" y="1302534"/>
                </a:lnTo>
                <a:lnTo>
                  <a:pt x="2297316" y="1304033"/>
                </a:lnTo>
                <a:lnTo>
                  <a:pt x="2295441" y="1304992"/>
                </a:lnTo>
                <a:lnTo>
                  <a:pt x="2293348" y="1305316"/>
                </a:lnTo>
                <a:lnTo>
                  <a:pt x="6750" y="1305316"/>
                </a:lnTo>
                <a:lnTo>
                  <a:pt x="4658" y="1304992"/>
                </a:lnTo>
                <a:lnTo>
                  <a:pt x="2781" y="1304033"/>
                </a:lnTo>
                <a:lnTo>
                  <a:pt x="1283" y="1302534"/>
                </a:lnTo>
                <a:lnTo>
                  <a:pt x="324" y="1300658"/>
                </a:lnTo>
                <a:lnTo>
                  <a:pt x="0" y="1298565"/>
                </a:lnTo>
                <a:lnTo>
                  <a:pt x="0" y="6751"/>
                </a:lnTo>
                <a:lnTo>
                  <a:pt x="324" y="4658"/>
                </a:lnTo>
                <a:lnTo>
                  <a:pt x="1283" y="2781"/>
                </a:lnTo>
                <a:lnTo>
                  <a:pt x="2781" y="1283"/>
                </a:lnTo>
                <a:lnTo>
                  <a:pt x="4658" y="324"/>
                </a:lnTo>
                <a:lnTo>
                  <a:pt x="6750" y="0"/>
                </a:lnTo>
                <a:lnTo>
                  <a:pt x="2293348" y="0"/>
                </a:lnTo>
                <a:moveTo>
                  <a:pt x="6750" y="13502"/>
                </a:moveTo>
                <a:lnTo>
                  <a:pt x="13501" y="6751"/>
                </a:lnTo>
                <a:lnTo>
                  <a:pt x="13501" y="1298565"/>
                </a:lnTo>
                <a:lnTo>
                  <a:pt x="6750" y="1291814"/>
                </a:lnTo>
                <a:lnTo>
                  <a:pt x="2293348" y="1291814"/>
                </a:lnTo>
                <a:lnTo>
                  <a:pt x="2286597" y="1298565"/>
                </a:lnTo>
                <a:lnTo>
                  <a:pt x="2286597" y="6751"/>
                </a:lnTo>
                <a:lnTo>
                  <a:pt x="2293348" y="13502"/>
                </a:lnTo>
                <a:lnTo>
                  <a:pt x="6750" y="135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0A4D59C-7CFC-4E30-92BA-EC3BB3279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4a83c704742b5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866" y="680869"/>
            <a:ext cx="2271476" cy="1278313"/>
          </a:xfrm>
          <a:prstGeom xmlns:a="http://schemas.openxmlformats.org/drawingml/2006/main" prst="rect">
            <a:avLst/>
          </a:prstGeom>
        </p:spPr>
      </p:pic>
      <p:sp>
        <p:nvSpPr>
          <p:cNvPr id="322" name="pdf-source-image-47">
            <a:extLst xmlns:a="http://schemas.openxmlformats.org/drawingml/2006/main">
              <a:ext uri="{FF2B5EF4-FFF2-40B4-BE49-F238E27FC236}">
                <a16:creationId xmlns:a16="http://schemas.microsoft.com/office/drawing/2014/main" id="{74A42AD8-B11B-4EEC-BAF1-9149D913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866" y="680869"/>
            <a:ext cx="2271476" cy="1278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C8DB6171-4E6D-4DB4-A0D9-C823692F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365" y="667368"/>
            <a:ext cx="2298479" cy="1305315"/>
          </a:xfrm>
          <a:custGeom xmlns:a="http://schemas.openxmlformats.org/drawingml/2006/main">
            <a:pathLst>
              <a:path w="2298479" h="1305315">
                <a:moveTo>
                  <a:pt x="2291728" y="0"/>
                </a:moveTo>
                <a:lnTo>
                  <a:pt x="2293821" y="324"/>
                </a:lnTo>
                <a:lnTo>
                  <a:pt x="2295698" y="1283"/>
                </a:lnTo>
                <a:lnTo>
                  <a:pt x="2297196" y="2781"/>
                </a:lnTo>
                <a:lnTo>
                  <a:pt x="2298155" y="4658"/>
                </a:lnTo>
                <a:lnTo>
                  <a:pt x="2298479" y="6751"/>
                </a:lnTo>
                <a:lnTo>
                  <a:pt x="2298479" y="1298565"/>
                </a:lnTo>
                <a:lnTo>
                  <a:pt x="2298155" y="1300658"/>
                </a:lnTo>
                <a:lnTo>
                  <a:pt x="2297196" y="1302534"/>
                </a:lnTo>
                <a:lnTo>
                  <a:pt x="2295698" y="1304033"/>
                </a:lnTo>
                <a:lnTo>
                  <a:pt x="2293821" y="1304991"/>
                </a:lnTo>
                <a:lnTo>
                  <a:pt x="2291728" y="1305315"/>
                </a:lnTo>
                <a:lnTo>
                  <a:pt x="6751" y="1305315"/>
                </a:lnTo>
                <a:lnTo>
                  <a:pt x="4658" y="1304991"/>
                </a:lnTo>
                <a:lnTo>
                  <a:pt x="2781" y="1304033"/>
                </a:lnTo>
                <a:lnTo>
                  <a:pt x="1283" y="1302534"/>
                </a:lnTo>
                <a:lnTo>
                  <a:pt x="324" y="1300658"/>
                </a:lnTo>
                <a:lnTo>
                  <a:pt x="0" y="1298565"/>
                </a:lnTo>
                <a:lnTo>
                  <a:pt x="0" y="6751"/>
                </a:lnTo>
                <a:lnTo>
                  <a:pt x="324" y="4658"/>
                </a:lnTo>
                <a:lnTo>
                  <a:pt x="1283" y="2781"/>
                </a:lnTo>
                <a:lnTo>
                  <a:pt x="2781" y="1283"/>
                </a:lnTo>
                <a:lnTo>
                  <a:pt x="4658" y="324"/>
                </a:lnTo>
                <a:lnTo>
                  <a:pt x="6751" y="0"/>
                </a:lnTo>
                <a:lnTo>
                  <a:pt x="2291728" y="0"/>
                </a:lnTo>
                <a:moveTo>
                  <a:pt x="6751" y="13501"/>
                </a:moveTo>
                <a:lnTo>
                  <a:pt x="13501" y="6751"/>
                </a:lnTo>
                <a:lnTo>
                  <a:pt x="13501" y="1298565"/>
                </a:lnTo>
                <a:lnTo>
                  <a:pt x="6751" y="1291814"/>
                </a:lnTo>
                <a:lnTo>
                  <a:pt x="2291728" y="1291814"/>
                </a:lnTo>
                <a:lnTo>
                  <a:pt x="2284978" y="1298565"/>
                </a:lnTo>
                <a:lnTo>
                  <a:pt x="2284978" y="6751"/>
                </a:lnTo>
                <a:lnTo>
                  <a:pt x="2291728" y="13501"/>
                </a:lnTo>
                <a:lnTo>
                  <a:pt x="6751" y="135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A420F7D-AFE3-46BD-900F-54A2C580D1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d803d9110468d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1591" y="701931"/>
            <a:ext cx="2274716" cy="1268592"/>
          </a:xfrm>
          <a:prstGeom xmlns:a="http://schemas.openxmlformats.org/drawingml/2006/main" prst="rect">
            <a:avLst/>
          </a:prstGeom>
        </p:spPr>
      </p:pic>
      <p:sp>
        <p:nvSpPr>
          <p:cNvPr id="325" name="pdf-source-image-48">
            <a:extLst xmlns:a="http://schemas.openxmlformats.org/drawingml/2006/main">
              <a:ext uri="{FF2B5EF4-FFF2-40B4-BE49-F238E27FC236}">
                <a16:creationId xmlns:a16="http://schemas.microsoft.com/office/drawing/2014/main" id="{F28C4E77-AEE1-4B1D-8A01-7CCB24A1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591" y="701931"/>
            <a:ext cx="2274716" cy="1268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58F5F755-8458-45B7-AEE4-EEBCA34E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8089" y="688430"/>
            <a:ext cx="2301719" cy="1295595"/>
          </a:xfrm>
          <a:custGeom xmlns:a="http://schemas.openxmlformats.org/drawingml/2006/main">
            <a:pathLst>
              <a:path w="2301719" h="1295595">
                <a:moveTo>
                  <a:pt x="2294969" y="0"/>
                </a:moveTo>
                <a:lnTo>
                  <a:pt x="2297048" y="324"/>
                </a:lnTo>
                <a:lnTo>
                  <a:pt x="2298938" y="1283"/>
                </a:lnTo>
                <a:lnTo>
                  <a:pt x="2300424" y="2781"/>
                </a:lnTo>
                <a:lnTo>
                  <a:pt x="2301395" y="4658"/>
                </a:lnTo>
                <a:lnTo>
                  <a:pt x="2301719" y="6751"/>
                </a:lnTo>
                <a:lnTo>
                  <a:pt x="2301719" y="1288844"/>
                </a:lnTo>
                <a:lnTo>
                  <a:pt x="2301395" y="1290923"/>
                </a:lnTo>
                <a:lnTo>
                  <a:pt x="2300424" y="1292813"/>
                </a:lnTo>
                <a:lnTo>
                  <a:pt x="2298938" y="1294298"/>
                </a:lnTo>
                <a:lnTo>
                  <a:pt x="2297048" y="1295271"/>
                </a:lnTo>
                <a:lnTo>
                  <a:pt x="2294969" y="1295595"/>
                </a:lnTo>
                <a:lnTo>
                  <a:pt x="6751" y="1295595"/>
                </a:lnTo>
                <a:lnTo>
                  <a:pt x="4658" y="1295271"/>
                </a:lnTo>
                <a:lnTo>
                  <a:pt x="2782" y="1294298"/>
                </a:lnTo>
                <a:lnTo>
                  <a:pt x="1283" y="1292813"/>
                </a:lnTo>
                <a:lnTo>
                  <a:pt x="324" y="1290923"/>
                </a:lnTo>
                <a:lnTo>
                  <a:pt x="0" y="1288844"/>
                </a:lnTo>
                <a:lnTo>
                  <a:pt x="0" y="6751"/>
                </a:lnTo>
                <a:lnTo>
                  <a:pt x="324" y="4658"/>
                </a:lnTo>
                <a:lnTo>
                  <a:pt x="1283" y="2781"/>
                </a:lnTo>
                <a:lnTo>
                  <a:pt x="2782" y="1283"/>
                </a:lnTo>
                <a:lnTo>
                  <a:pt x="4658" y="324"/>
                </a:lnTo>
                <a:lnTo>
                  <a:pt x="6751" y="0"/>
                </a:lnTo>
                <a:lnTo>
                  <a:pt x="2294969" y="0"/>
                </a:lnTo>
                <a:moveTo>
                  <a:pt x="6751" y="13502"/>
                </a:moveTo>
                <a:lnTo>
                  <a:pt x="13502" y="6751"/>
                </a:lnTo>
                <a:lnTo>
                  <a:pt x="13502" y="1288844"/>
                </a:lnTo>
                <a:lnTo>
                  <a:pt x="6751" y="1282093"/>
                </a:lnTo>
                <a:lnTo>
                  <a:pt x="2294969" y="1282093"/>
                </a:lnTo>
                <a:lnTo>
                  <a:pt x="2288218" y="1288844"/>
                </a:lnTo>
                <a:lnTo>
                  <a:pt x="2288218" y="6751"/>
                </a:lnTo>
                <a:lnTo>
                  <a:pt x="2294969" y="13502"/>
                </a:lnTo>
                <a:lnTo>
                  <a:pt x="6751" y="135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A8645E9B-B2BC-481E-AEDC-81C908C4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6731" y="1154014"/>
            <a:ext cx="202689" cy="270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328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67A3583F-57DC-448A-AA2E-3CB50941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4349" y="1475427"/>
            <a:ext cx="713549" cy="625749"/>
          </a:xfrm>
          <a:custGeom xmlns:a="http://schemas.openxmlformats.org/drawingml/2006/main">
            <a:pathLst>
              <a:path w="713549" h="625749">
                <a:moveTo>
                  <a:pt x="121" y="320888"/>
                </a:moveTo>
                <a:lnTo>
                  <a:pt x="0" y="312895"/>
                </a:lnTo>
                <a:lnTo>
                  <a:pt x="121" y="304794"/>
                </a:lnTo>
                <a:lnTo>
                  <a:pt x="473" y="296747"/>
                </a:lnTo>
                <a:lnTo>
                  <a:pt x="1039" y="288754"/>
                </a:lnTo>
                <a:lnTo>
                  <a:pt x="1850" y="280815"/>
                </a:lnTo>
                <a:lnTo>
                  <a:pt x="2025" y="279492"/>
                </a:lnTo>
                <a:lnTo>
                  <a:pt x="15405" y="281247"/>
                </a:lnTo>
                <a:lnTo>
                  <a:pt x="15256" y="282463"/>
                </a:lnTo>
                <a:lnTo>
                  <a:pt x="15270" y="282274"/>
                </a:lnTo>
                <a:lnTo>
                  <a:pt x="14486" y="290024"/>
                </a:lnTo>
                <a:lnTo>
                  <a:pt x="14500" y="289834"/>
                </a:lnTo>
                <a:lnTo>
                  <a:pt x="13933" y="297625"/>
                </a:lnTo>
                <a:lnTo>
                  <a:pt x="13947" y="297436"/>
                </a:lnTo>
                <a:lnTo>
                  <a:pt x="13609" y="305280"/>
                </a:lnTo>
                <a:lnTo>
                  <a:pt x="13609" y="305091"/>
                </a:lnTo>
                <a:lnTo>
                  <a:pt x="13501" y="312989"/>
                </a:lnTo>
                <a:lnTo>
                  <a:pt x="13501" y="312800"/>
                </a:lnTo>
                <a:lnTo>
                  <a:pt x="13609" y="320699"/>
                </a:lnTo>
                <a:lnTo>
                  <a:pt x="121" y="320888"/>
                </a:lnTo>
                <a:moveTo>
                  <a:pt x="3997" y="265951"/>
                </a:moveTo>
                <a:lnTo>
                  <a:pt x="4131" y="265113"/>
                </a:lnTo>
                <a:lnTo>
                  <a:pt x="5603" y="257350"/>
                </a:lnTo>
                <a:lnTo>
                  <a:pt x="7290" y="249654"/>
                </a:lnTo>
                <a:lnTo>
                  <a:pt x="9181" y="242040"/>
                </a:lnTo>
                <a:lnTo>
                  <a:pt x="11287" y="234479"/>
                </a:lnTo>
                <a:lnTo>
                  <a:pt x="13609" y="226999"/>
                </a:lnTo>
                <a:lnTo>
                  <a:pt x="14095" y="225581"/>
                </a:lnTo>
                <a:lnTo>
                  <a:pt x="26868" y="229929"/>
                </a:lnTo>
                <a:lnTo>
                  <a:pt x="26422" y="231252"/>
                </a:lnTo>
                <a:lnTo>
                  <a:pt x="26476" y="231076"/>
                </a:lnTo>
                <a:lnTo>
                  <a:pt x="24221" y="238381"/>
                </a:lnTo>
                <a:lnTo>
                  <a:pt x="24275" y="238205"/>
                </a:lnTo>
                <a:lnTo>
                  <a:pt x="22210" y="245577"/>
                </a:lnTo>
                <a:lnTo>
                  <a:pt x="22264" y="245388"/>
                </a:lnTo>
                <a:lnTo>
                  <a:pt x="20414" y="252827"/>
                </a:lnTo>
                <a:lnTo>
                  <a:pt x="20455" y="252638"/>
                </a:lnTo>
                <a:lnTo>
                  <a:pt x="18807" y="260145"/>
                </a:lnTo>
                <a:lnTo>
                  <a:pt x="18847" y="259956"/>
                </a:lnTo>
                <a:lnTo>
                  <a:pt x="17416" y="267530"/>
                </a:lnTo>
                <a:lnTo>
                  <a:pt x="17443" y="267341"/>
                </a:lnTo>
                <a:lnTo>
                  <a:pt x="17335" y="268084"/>
                </a:lnTo>
                <a:lnTo>
                  <a:pt x="3997" y="265951"/>
                </a:lnTo>
                <a:moveTo>
                  <a:pt x="18686" y="212688"/>
                </a:moveTo>
                <a:lnTo>
                  <a:pt x="18847" y="212269"/>
                </a:lnTo>
                <a:lnTo>
                  <a:pt x="21763" y="205019"/>
                </a:lnTo>
                <a:lnTo>
                  <a:pt x="24870" y="197863"/>
                </a:lnTo>
                <a:lnTo>
                  <a:pt x="28177" y="190788"/>
                </a:lnTo>
                <a:lnTo>
                  <a:pt x="31674" y="183808"/>
                </a:lnTo>
                <a:lnTo>
                  <a:pt x="35346" y="176909"/>
                </a:lnTo>
                <a:lnTo>
                  <a:pt x="36386" y="175086"/>
                </a:lnTo>
                <a:lnTo>
                  <a:pt x="48132" y="181756"/>
                </a:lnTo>
                <a:lnTo>
                  <a:pt x="47133" y="183497"/>
                </a:lnTo>
                <a:lnTo>
                  <a:pt x="47228" y="183349"/>
                </a:lnTo>
                <a:lnTo>
                  <a:pt x="43623" y="190086"/>
                </a:lnTo>
                <a:lnTo>
                  <a:pt x="43704" y="189924"/>
                </a:lnTo>
                <a:lnTo>
                  <a:pt x="40288" y="196756"/>
                </a:lnTo>
                <a:lnTo>
                  <a:pt x="40369" y="196580"/>
                </a:lnTo>
                <a:lnTo>
                  <a:pt x="37142" y="203493"/>
                </a:lnTo>
                <a:lnTo>
                  <a:pt x="37223" y="203331"/>
                </a:lnTo>
                <a:lnTo>
                  <a:pt x="34186" y="210325"/>
                </a:lnTo>
                <a:lnTo>
                  <a:pt x="34253" y="210149"/>
                </a:lnTo>
                <a:lnTo>
                  <a:pt x="31404" y="217224"/>
                </a:lnTo>
                <a:lnTo>
                  <a:pt x="31471" y="217048"/>
                </a:lnTo>
                <a:lnTo>
                  <a:pt x="31350" y="217386"/>
                </a:lnTo>
                <a:lnTo>
                  <a:pt x="18686" y="212688"/>
                </a:lnTo>
                <a:moveTo>
                  <a:pt x="43421" y="163165"/>
                </a:moveTo>
                <a:lnTo>
                  <a:pt x="47484" y="156805"/>
                </a:lnTo>
                <a:lnTo>
                  <a:pt x="51885" y="150298"/>
                </a:lnTo>
                <a:lnTo>
                  <a:pt x="56449" y="143898"/>
                </a:lnTo>
                <a:lnTo>
                  <a:pt x="61188" y="137606"/>
                </a:lnTo>
                <a:lnTo>
                  <a:pt x="66089" y="131409"/>
                </a:lnTo>
                <a:lnTo>
                  <a:pt x="67574" y="129627"/>
                </a:lnTo>
                <a:lnTo>
                  <a:pt x="77944" y="138281"/>
                </a:lnTo>
                <a:lnTo>
                  <a:pt x="76512" y="139996"/>
                </a:lnTo>
                <a:lnTo>
                  <a:pt x="76620" y="139861"/>
                </a:lnTo>
                <a:lnTo>
                  <a:pt x="71813" y="145923"/>
                </a:lnTo>
                <a:lnTo>
                  <a:pt x="71921" y="145788"/>
                </a:lnTo>
                <a:lnTo>
                  <a:pt x="67291" y="151945"/>
                </a:lnTo>
                <a:lnTo>
                  <a:pt x="67385" y="151810"/>
                </a:lnTo>
                <a:lnTo>
                  <a:pt x="62916" y="158074"/>
                </a:lnTo>
                <a:lnTo>
                  <a:pt x="63011" y="157926"/>
                </a:lnTo>
                <a:lnTo>
                  <a:pt x="58717" y="164285"/>
                </a:lnTo>
                <a:lnTo>
                  <a:pt x="58812" y="164150"/>
                </a:lnTo>
                <a:lnTo>
                  <a:pt x="54802" y="170428"/>
                </a:lnTo>
                <a:lnTo>
                  <a:pt x="43421" y="163165"/>
                </a:lnTo>
                <a:moveTo>
                  <a:pt x="76593" y="119136"/>
                </a:moveTo>
                <a:lnTo>
                  <a:pt x="81764" y="113520"/>
                </a:lnTo>
                <a:lnTo>
                  <a:pt x="87313" y="107795"/>
                </a:lnTo>
                <a:lnTo>
                  <a:pt x="92997" y="102192"/>
                </a:lnTo>
                <a:lnTo>
                  <a:pt x="98844" y="96697"/>
                </a:lnTo>
                <a:lnTo>
                  <a:pt x="104824" y="91337"/>
                </a:lnTo>
                <a:lnTo>
                  <a:pt x="106094" y="90257"/>
                </a:lnTo>
                <a:lnTo>
                  <a:pt x="114856" y="100518"/>
                </a:lnTo>
                <a:lnTo>
                  <a:pt x="113655" y="101558"/>
                </a:lnTo>
                <a:lnTo>
                  <a:pt x="113776" y="101449"/>
                </a:lnTo>
                <a:lnTo>
                  <a:pt x="107903" y="106702"/>
                </a:lnTo>
                <a:lnTo>
                  <a:pt x="108025" y="106594"/>
                </a:lnTo>
                <a:lnTo>
                  <a:pt x="102300" y="111967"/>
                </a:lnTo>
                <a:lnTo>
                  <a:pt x="102421" y="111859"/>
                </a:lnTo>
                <a:lnTo>
                  <a:pt x="96845" y="117354"/>
                </a:lnTo>
                <a:lnTo>
                  <a:pt x="96953" y="117233"/>
                </a:lnTo>
                <a:lnTo>
                  <a:pt x="91526" y="122849"/>
                </a:lnTo>
                <a:lnTo>
                  <a:pt x="91647" y="122728"/>
                </a:lnTo>
                <a:lnTo>
                  <a:pt x="86530" y="128290"/>
                </a:lnTo>
                <a:lnTo>
                  <a:pt x="76593" y="119136"/>
                </a:lnTo>
                <a:moveTo>
                  <a:pt x="116585" y="81508"/>
                </a:moveTo>
                <a:lnTo>
                  <a:pt x="117219" y="80995"/>
                </a:lnTo>
                <a:lnTo>
                  <a:pt x="123633" y="76026"/>
                </a:lnTo>
                <a:lnTo>
                  <a:pt x="130180" y="71179"/>
                </a:lnTo>
                <a:lnTo>
                  <a:pt x="136850" y="66481"/>
                </a:lnTo>
                <a:lnTo>
                  <a:pt x="143655" y="61917"/>
                </a:lnTo>
                <a:lnTo>
                  <a:pt x="150284" y="57691"/>
                </a:lnTo>
                <a:lnTo>
                  <a:pt x="157548" y="69073"/>
                </a:lnTo>
                <a:lnTo>
                  <a:pt x="150986" y="73259"/>
                </a:lnTo>
                <a:lnTo>
                  <a:pt x="151108" y="73177"/>
                </a:lnTo>
                <a:lnTo>
                  <a:pt x="144438" y="77660"/>
                </a:lnTo>
                <a:lnTo>
                  <a:pt x="144559" y="77566"/>
                </a:lnTo>
                <a:lnTo>
                  <a:pt x="138012" y="82183"/>
                </a:lnTo>
                <a:lnTo>
                  <a:pt x="138146" y="82088"/>
                </a:lnTo>
                <a:lnTo>
                  <a:pt x="131720" y="86827"/>
                </a:lnTo>
                <a:lnTo>
                  <a:pt x="131854" y="86733"/>
                </a:lnTo>
                <a:lnTo>
                  <a:pt x="125563" y="91620"/>
                </a:lnTo>
                <a:lnTo>
                  <a:pt x="125684" y="91513"/>
                </a:lnTo>
                <a:lnTo>
                  <a:pt x="125117" y="91985"/>
                </a:lnTo>
                <a:lnTo>
                  <a:pt x="116585" y="81508"/>
                </a:lnTo>
                <a:moveTo>
                  <a:pt x="162138" y="50630"/>
                </a:moveTo>
                <a:lnTo>
                  <a:pt x="164811" y="49091"/>
                </a:lnTo>
                <a:lnTo>
                  <a:pt x="172102" y="45108"/>
                </a:lnTo>
                <a:lnTo>
                  <a:pt x="179515" y="41274"/>
                </a:lnTo>
                <a:lnTo>
                  <a:pt x="187034" y="37601"/>
                </a:lnTo>
                <a:lnTo>
                  <a:pt x="194663" y="34077"/>
                </a:lnTo>
                <a:lnTo>
                  <a:pt x="199024" y="32187"/>
                </a:lnTo>
                <a:lnTo>
                  <a:pt x="204411" y="44568"/>
                </a:lnTo>
                <a:lnTo>
                  <a:pt x="200117" y="46431"/>
                </a:lnTo>
                <a:lnTo>
                  <a:pt x="200253" y="46377"/>
                </a:lnTo>
                <a:lnTo>
                  <a:pt x="192759" y="49834"/>
                </a:lnTo>
                <a:lnTo>
                  <a:pt x="192894" y="49766"/>
                </a:lnTo>
                <a:lnTo>
                  <a:pt x="185509" y="53371"/>
                </a:lnTo>
                <a:lnTo>
                  <a:pt x="185644" y="53303"/>
                </a:lnTo>
                <a:lnTo>
                  <a:pt x="178380" y="57070"/>
                </a:lnTo>
                <a:lnTo>
                  <a:pt x="178515" y="57003"/>
                </a:lnTo>
                <a:lnTo>
                  <a:pt x="171346" y="60905"/>
                </a:lnTo>
                <a:lnTo>
                  <a:pt x="171481" y="60837"/>
                </a:lnTo>
                <a:lnTo>
                  <a:pt x="168875" y="62336"/>
                </a:lnTo>
                <a:lnTo>
                  <a:pt x="162138" y="50630"/>
                </a:lnTo>
                <a:moveTo>
                  <a:pt x="211783" y="26922"/>
                </a:moveTo>
                <a:lnTo>
                  <a:pt x="218183" y="24478"/>
                </a:lnTo>
                <a:lnTo>
                  <a:pt x="226229" y="21602"/>
                </a:lnTo>
                <a:lnTo>
                  <a:pt x="234370" y="18902"/>
                </a:lnTo>
                <a:lnTo>
                  <a:pt x="242593" y="16364"/>
                </a:lnTo>
                <a:lnTo>
                  <a:pt x="250802" y="14028"/>
                </a:lnTo>
                <a:lnTo>
                  <a:pt x="254487" y="27016"/>
                </a:lnTo>
                <a:lnTo>
                  <a:pt x="246360" y="29325"/>
                </a:lnTo>
                <a:lnTo>
                  <a:pt x="246495" y="29285"/>
                </a:lnTo>
                <a:lnTo>
                  <a:pt x="238408" y="31782"/>
                </a:lnTo>
                <a:lnTo>
                  <a:pt x="238556" y="31728"/>
                </a:lnTo>
                <a:lnTo>
                  <a:pt x="230563" y="34388"/>
                </a:lnTo>
                <a:lnTo>
                  <a:pt x="230698" y="34347"/>
                </a:lnTo>
                <a:lnTo>
                  <a:pt x="222800" y="37169"/>
                </a:lnTo>
                <a:lnTo>
                  <a:pt x="222948" y="37115"/>
                </a:lnTo>
                <a:lnTo>
                  <a:pt x="216616" y="39532"/>
                </a:lnTo>
                <a:lnTo>
                  <a:pt x="211783" y="26922"/>
                </a:lnTo>
                <a:moveTo>
                  <a:pt x="264182" y="10666"/>
                </a:moveTo>
                <a:lnTo>
                  <a:pt x="267814" y="9802"/>
                </a:lnTo>
                <a:lnTo>
                  <a:pt x="276387" y="7966"/>
                </a:lnTo>
                <a:lnTo>
                  <a:pt x="285041" y="6319"/>
                </a:lnTo>
                <a:lnTo>
                  <a:pt x="293777" y="4861"/>
                </a:lnTo>
                <a:lnTo>
                  <a:pt x="302579" y="3591"/>
                </a:lnTo>
                <a:lnTo>
                  <a:pt x="304753" y="3321"/>
                </a:lnTo>
                <a:lnTo>
                  <a:pt x="306387" y="16728"/>
                </a:lnTo>
                <a:lnTo>
                  <a:pt x="304294" y="16985"/>
                </a:lnTo>
                <a:lnTo>
                  <a:pt x="304443" y="16958"/>
                </a:lnTo>
                <a:lnTo>
                  <a:pt x="295789" y="18213"/>
                </a:lnTo>
                <a:lnTo>
                  <a:pt x="295923" y="18186"/>
                </a:lnTo>
                <a:lnTo>
                  <a:pt x="287350" y="19631"/>
                </a:lnTo>
                <a:lnTo>
                  <a:pt x="287498" y="19604"/>
                </a:lnTo>
                <a:lnTo>
                  <a:pt x="278993" y="21224"/>
                </a:lnTo>
                <a:lnTo>
                  <a:pt x="279142" y="21197"/>
                </a:lnTo>
                <a:lnTo>
                  <a:pt x="270703" y="22993"/>
                </a:lnTo>
                <a:lnTo>
                  <a:pt x="270851" y="22952"/>
                </a:lnTo>
                <a:lnTo>
                  <a:pt x="267287" y="23803"/>
                </a:lnTo>
                <a:lnTo>
                  <a:pt x="264182" y="10666"/>
                </a:lnTo>
                <a:moveTo>
                  <a:pt x="318322" y="1809"/>
                </a:moveTo>
                <a:lnTo>
                  <a:pt x="320388" y="1607"/>
                </a:lnTo>
                <a:lnTo>
                  <a:pt x="329393" y="905"/>
                </a:lnTo>
                <a:lnTo>
                  <a:pt x="338467" y="405"/>
                </a:lnTo>
                <a:lnTo>
                  <a:pt x="347593" y="94"/>
                </a:lnTo>
                <a:lnTo>
                  <a:pt x="356774" y="0"/>
                </a:lnTo>
                <a:lnTo>
                  <a:pt x="359515" y="27"/>
                </a:lnTo>
                <a:lnTo>
                  <a:pt x="359367" y="13528"/>
                </a:lnTo>
                <a:lnTo>
                  <a:pt x="356693" y="13501"/>
                </a:lnTo>
                <a:lnTo>
                  <a:pt x="356855" y="13501"/>
                </a:lnTo>
                <a:lnTo>
                  <a:pt x="347810" y="13596"/>
                </a:lnTo>
                <a:lnTo>
                  <a:pt x="347958" y="13596"/>
                </a:lnTo>
                <a:lnTo>
                  <a:pt x="338993" y="13893"/>
                </a:lnTo>
                <a:lnTo>
                  <a:pt x="339142" y="13893"/>
                </a:lnTo>
                <a:lnTo>
                  <a:pt x="330217" y="14379"/>
                </a:lnTo>
                <a:lnTo>
                  <a:pt x="330365" y="14379"/>
                </a:lnTo>
                <a:lnTo>
                  <a:pt x="321509" y="15068"/>
                </a:lnTo>
                <a:lnTo>
                  <a:pt x="321657" y="15054"/>
                </a:lnTo>
                <a:lnTo>
                  <a:pt x="319658" y="15243"/>
                </a:lnTo>
                <a:lnTo>
                  <a:pt x="318322" y="1809"/>
                </a:lnTo>
                <a:moveTo>
                  <a:pt x="373165" y="337"/>
                </a:moveTo>
                <a:lnTo>
                  <a:pt x="375082" y="405"/>
                </a:lnTo>
                <a:lnTo>
                  <a:pt x="384155" y="905"/>
                </a:lnTo>
                <a:lnTo>
                  <a:pt x="393160" y="1607"/>
                </a:lnTo>
                <a:lnTo>
                  <a:pt x="402098" y="2498"/>
                </a:lnTo>
                <a:lnTo>
                  <a:pt x="410969" y="3591"/>
                </a:lnTo>
                <a:lnTo>
                  <a:pt x="414222" y="4064"/>
                </a:lnTo>
                <a:lnTo>
                  <a:pt x="412293" y="17417"/>
                </a:lnTo>
                <a:lnTo>
                  <a:pt x="409105" y="16958"/>
                </a:lnTo>
                <a:lnTo>
                  <a:pt x="409254" y="16985"/>
                </a:lnTo>
                <a:lnTo>
                  <a:pt x="400532" y="15904"/>
                </a:lnTo>
                <a:lnTo>
                  <a:pt x="400680" y="15932"/>
                </a:lnTo>
                <a:lnTo>
                  <a:pt x="391891" y="15054"/>
                </a:lnTo>
                <a:lnTo>
                  <a:pt x="392040" y="15068"/>
                </a:lnTo>
                <a:lnTo>
                  <a:pt x="383183" y="14379"/>
                </a:lnTo>
                <a:lnTo>
                  <a:pt x="383331" y="14379"/>
                </a:lnTo>
                <a:lnTo>
                  <a:pt x="374408" y="13893"/>
                </a:lnTo>
                <a:lnTo>
                  <a:pt x="374556" y="13893"/>
                </a:lnTo>
                <a:lnTo>
                  <a:pt x="372706" y="13839"/>
                </a:lnTo>
                <a:lnTo>
                  <a:pt x="373165" y="337"/>
                </a:lnTo>
                <a:moveTo>
                  <a:pt x="427711" y="6197"/>
                </a:moveTo>
                <a:lnTo>
                  <a:pt x="428507" y="6319"/>
                </a:lnTo>
                <a:lnTo>
                  <a:pt x="437161" y="7966"/>
                </a:lnTo>
                <a:lnTo>
                  <a:pt x="445735" y="9802"/>
                </a:lnTo>
                <a:lnTo>
                  <a:pt x="454227" y="11814"/>
                </a:lnTo>
                <a:lnTo>
                  <a:pt x="462639" y="14001"/>
                </a:lnTo>
                <a:lnTo>
                  <a:pt x="467877" y="15486"/>
                </a:lnTo>
                <a:lnTo>
                  <a:pt x="464191" y="28474"/>
                </a:lnTo>
                <a:lnTo>
                  <a:pt x="459021" y="27003"/>
                </a:lnTo>
                <a:lnTo>
                  <a:pt x="459155" y="27043"/>
                </a:lnTo>
                <a:lnTo>
                  <a:pt x="450893" y="24897"/>
                </a:lnTo>
                <a:lnTo>
                  <a:pt x="451041" y="24937"/>
                </a:lnTo>
                <a:lnTo>
                  <a:pt x="442697" y="22952"/>
                </a:lnTo>
                <a:lnTo>
                  <a:pt x="442846" y="22993"/>
                </a:lnTo>
                <a:lnTo>
                  <a:pt x="434407" y="21197"/>
                </a:lnTo>
                <a:lnTo>
                  <a:pt x="434556" y="21224"/>
                </a:lnTo>
                <a:lnTo>
                  <a:pt x="426050" y="19604"/>
                </a:lnTo>
                <a:lnTo>
                  <a:pt x="426199" y="19631"/>
                </a:lnTo>
                <a:lnTo>
                  <a:pt x="425469" y="19509"/>
                </a:lnTo>
                <a:lnTo>
                  <a:pt x="427711" y="6197"/>
                </a:lnTo>
                <a:moveTo>
                  <a:pt x="481069" y="19523"/>
                </a:moveTo>
                <a:lnTo>
                  <a:pt x="487319" y="21602"/>
                </a:lnTo>
                <a:lnTo>
                  <a:pt x="495367" y="24478"/>
                </a:lnTo>
                <a:lnTo>
                  <a:pt x="503305" y="27516"/>
                </a:lnTo>
                <a:lnTo>
                  <a:pt x="511150" y="30716"/>
                </a:lnTo>
                <a:lnTo>
                  <a:pt x="518885" y="34077"/>
                </a:lnTo>
                <a:lnTo>
                  <a:pt x="519533" y="34388"/>
                </a:lnTo>
                <a:lnTo>
                  <a:pt x="513876" y="46647"/>
                </a:lnTo>
                <a:lnTo>
                  <a:pt x="513296" y="46377"/>
                </a:lnTo>
                <a:lnTo>
                  <a:pt x="513431" y="46431"/>
                </a:lnTo>
                <a:lnTo>
                  <a:pt x="505829" y="43137"/>
                </a:lnTo>
                <a:lnTo>
                  <a:pt x="505978" y="43191"/>
                </a:lnTo>
                <a:lnTo>
                  <a:pt x="498269" y="40045"/>
                </a:lnTo>
                <a:lnTo>
                  <a:pt x="498404" y="40099"/>
                </a:lnTo>
                <a:lnTo>
                  <a:pt x="490600" y="37115"/>
                </a:lnTo>
                <a:lnTo>
                  <a:pt x="490748" y="37169"/>
                </a:lnTo>
                <a:lnTo>
                  <a:pt x="482850" y="34347"/>
                </a:lnTo>
                <a:lnTo>
                  <a:pt x="482985" y="34388"/>
                </a:lnTo>
                <a:lnTo>
                  <a:pt x="476816" y="32336"/>
                </a:lnTo>
                <a:lnTo>
                  <a:pt x="481069" y="19523"/>
                </a:lnTo>
                <a:moveTo>
                  <a:pt x="531874" y="40220"/>
                </a:moveTo>
                <a:lnTo>
                  <a:pt x="534035" y="41274"/>
                </a:lnTo>
                <a:lnTo>
                  <a:pt x="541446" y="45108"/>
                </a:lnTo>
                <a:lnTo>
                  <a:pt x="548737" y="49091"/>
                </a:lnTo>
                <a:lnTo>
                  <a:pt x="555906" y="53223"/>
                </a:lnTo>
                <a:lnTo>
                  <a:pt x="562967" y="57503"/>
                </a:lnTo>
                <a:lnTo>
                  <a:pt x="567761" y="60554"/>
                </a:lnTo>
                <a:lnTo>
                  <a:pt x="560497" y="71935"/>
                </a:lnTo>
                <a:lnTo>
                  <a:pt x="555771" y="68924"/>
                </a:lnTo>
                <a:lnTo>
                  <a:pt x="555893" y="69006"/>
                </a:lnTo>
                <a:lnTo>
                  <a:pt x="548980" y="64807"/>
                </a:lnTo>
                <a:lnTo>
                  <a:pt x="549102" y="64888"/>
                </a:lnTo>
                <a:lnTo>
                  <a:pt x="542068" y="60837"/>
                </a:lnTo>
                <a:lnTo>
                  <a:pt x="542202" y="60905"/>
                </a:lnTo>
                <a:lnTo>
                  <a:pt x="535034" y="57003"/>
                </a:lnTo>
                <a:lnTo>
                  <a:pt x="535168" y="57070"/>
                </a:lnTo>
                <a:lnTo>
                  <a:pt x="527905" y="53303"/>
                </a:lnTo>
                <a:lnTo>
                  <a:pt x="528039" y="53371"/>
                </a:lnTo>
                <a:lnTo>
                  <a:pt x="525947" y="52358"/>
                </a:lnTo>
                <a:lnTo>
                  <a:pt x="531874" y="40220"/>
                </a:lnTo>
                <a:moveTo>
                  <a:pt x="579224" y="68263"/>
                </a:moveTo>
                <a:lnTo>
                  <a:pt x="583368" y="71179"/>
                </a:lnTo>
                <a:lnTo>
                  <a:pt x="589917" y="76026"/>
                </a:lnTo>
                <a:lnTo>
                  <a:pt x="596330" y="80995"/>
                </a:lnTo>
                <a:lnTo>
                  <a:pt x="602594" y="86098"/>
                </a:lnTo>
                <a:lnTo>
                  <a:pt x="608724" y="91337"/>
                </a:lnTo>
                <a:lnTo>
                  <a:pt x="611573" y="93889"/>
                </a:lnTo>
                <a:lnTo>
                  <a:pt x="602553" y="103947"/>
                </a:lnTo>
                <a:lnTo>
                  <a:pt x="599772" y="101449"/>
                </a:lnTo>
                <a:lnTo>
                  <a:pt x="599894" y="101558"/>
                </a:lnTo>
                <a:lnTo>
                  <a:pt x="593886" y="96413"/>
                </a:lnTo>
                <a:lnTo>
                  <a:pt x="594007" y="96522"/>
                </a:lnTo>
                <a:lnTo>
                  <a:pt x="587865" y="91513"/>
                </a:lnTo>
                <a:lnTo>
                  <a:pt x="587986" y="91620"/>
                </a:lnTo>
                <a:lnTo>
                  <a:pt x="581694" y="86733"/>
                </a:lnTo>
                <a:lnTo>
                  <a:pt x="581829" y="86827"/>
                </a:lnTo>
                <a:lnTo>
                  <a:pt x="575402" y="82088"/>
                </a:lnTo>
                <a:lnTo>
                  <a:pt x="575538" y="82183"/>
                </a:lnTo>
                <a:lnTo>
                  <a:pt x="571447" y="79293"/>
                </a:lnTo>
                <a:lnTo>
                  <a:pt x="579224" y="68263"/>
                </a:lnTo>
                <a:moveTo>
                  <a:pt x="621686" y="103299"/>
                </a:moveTo>
                <a:lnTo>
                  <a:pt x="626235" y="107795"/>
                </a:lnTo>
                <a:lnTo>
                  <a:pt x="631784" y="113520"/>
                </a:lnTo>
                <a:lnTo>
                  <a:pt x="637158" y="119379"/>
                </a:lnTo>
                <a:lnTo>
                  <a:pt x="642397" y="125333"/>
                </a:lnTo>
                <a:lnTo>
                  <a:pt x="647460" y="131409"/>
                </a:lnTo>
                <a:lnTo>
                  <a:pt x="649431" y="133893"/>
                </a:lnTo>
                <a:lnTo>
                  <a:pt x="638846" y="142278"/>
                </a:lnTo>
                <a:lnTo>
                  <a:pt x="636928" y="139861"/>
                </a:lnTo>
                <a:lnTo>
                  <a:pt x="637036" y="139996"/>
                </a:lnTo>
                <a:lnTo>
                  <a:pt x="632081" y="134042"/>
                </a:lnTo>
                <a:lnTo>
                  <a:pt x="632190" y="134177"/>
                </a:lnTo>
                <a:lnTo>
                  <a:pt x="627072" y="128331"/>
                </a:lnTo>
                <a:lnTo>
                  <a:pt x="627181" y="128452"/>
                </a:lnTo>
                <a:lnTo>
                  <a:pt x="621901" y="122728"/>
                </a:lnTo>
                <a:lnTo>
                  <a:pt x="622009" y="122849"/>
                </a:lnTo>
                <a:lnTo>
                  <a:pt x="616595" y="117233"/>
                </a:lnTo>
                <a:lnTo>
                  <a:pt x="616703" y="117354"/>
                </a:lnTo>
                <a:lnTo>
                  <a:pt x="612207" y="112926"/>
                </a:lnTo>
                <a:lnTo>
                  <a:pt x="621686" y="103299"/>
                </a:lnTo>
                <a:moveTo>
                  <a:pt x="657815" y="144897"/>
                </a:moveTo>
                <a:lnTo>
                  <a:pt x="661663" y="150298"/>
                </a:lnTo>
                <a:lnTo>
                  <a:pt x="666065" y="156805"/>
                </a:lnTo>
                <a:lnTo>
                  <a:pt x="670290" y="163407"/>
                </a:lnTo>
                <a:lnTo>
                  <a:pt x="674327" y="170104"/>
                </a:lnTo>
                <a:lnTo>
                  <a:pt x="678202" y="176909"/>
                </a:lnTo>
                <a:lnTo>
                  <a:pt x="679795" y="179919"/>
                </a:lnTo>
                <a:lnTo>
                  <a:pt x="667887" y="186279"/>
                </a:lnTo>
                <a:lnTo>
                  <a:pt x="666321" y="183349"/>
                </a:lnTo>
                <a:lnTo>
                  <a:pt x="666415" y="183497"/>
                </a:lnTo>
                <a:lnTo>
                  <a:pt x="662635" y="176855"/>
                </a:lnTo>
                <a:lnTo>
                  <a:pt x="662729" y="177003"/>
                </a:lnTo>
                <a:lnTo>
                  <a:pt x="658774" y="170455"/>
                </a:lnTo>
                <a:lnTo>
                  <a:pt x="658868" y="170603"/>
                </a:lnTo>
                <a:lnTo>
                  <a:pt x="654737" y="164150"/>
                </a:lnTo>
                <a:lnTo>
                  <a:pt x="654831" y="164285"/>
                </a:lnTo>
                <a:lnTo>
                  <a:pt x="650524" y="157926"/>
                </a:lnTo>
                <a:lnTo>
                  <a:pt x="650632" y="158074"/>
                </a:lnTo>
                <a:lnTo>
                  <a:pt x="646825" y="152741"/>
                </a:lnTo>
                <a:lnTo>
                  <a:pt x="657815" y="144897"/>
                </a:lnTo>
                <a:moveTo>
                  <a:pt x="686074" y="192287"/>
                </a:moveTo>
                <a:lnTo>
                  <a:pt x="688679" y="197863"/>
                </a:lnTo>
                <a:lnTo>
                  <a:pt x="691785" y="205019"/>
                </a:lnTo>
                <a:lnTo>
                  <a:pt x="694701" y="212269"/>
                </a:lnTo>
                <a:lnTo>
                  <a:pt x="697428" y="219600"/>
                </a:lnTo>
                <a:lnTo>
                  <a:pt x="699939" y="226999"/>
                </a:lnTo>
                <a:lnTo>
                  <a:pt x="701127" y="230834"/>
                </a:lnTo>
                <a:lnTo>
                  <a:pt x="688234" y="234830"/>
                </a:lnTo>
                <a:lnTo>
                  <a:pt x="687072" y="231076"/>
                </a:lnTo>
                <a:lnTo>
                  <a:pt x="687126" y="231252"/>
                </a:lnTo>
                <a:lnTo>
                  <a:pt x="684669" y="224029"/>
                </a:lnTo>
                <a:lnTo>
                  <a:pt x="684737" y="224204"/>
                </a:lnTo>
                <a:lnTo>
                  <a:pt x="682077" y="217048"/>
                </a:lnTo>
                <a:lnTo>
                  <a:pt x="682144" y="217224"/>
                </a:lnTo>
                <a:lnTo>
                  <a:pt x="679296" y="210149"/>
                </a:lnTo>
                <a:lnTo>
                  <a:pt x="679363" y="210325"/>
                </a:lnTo>
                <a:lnTo>
                  <a:pt x="676325" y="203331"/>
                </a:lnTo>
                <a:lnTo>
                  <a:pt x="676406" y="203493"/>
                </a:lnTo>
                <a:lnTo>
                  <a:pt x="673828" y="197998"/>
                </a:lnTo>
                <a:lnTo>
                  <a:pt x="686074" y="192287"/>
                </a:lnTo>
                <a:moveTo>
                  <a:pt x="704894" y="244186"/>
                </a:moveTo>
                <a:lnTo>
                  <a:pt x="706258" y="249654"/>
                </a:lnTo>
                <a:lnTo>
                  <a:pt x="707945" y="257350"/>
                </a:lnTo>
                <a:lnTo>
                  <a:pt x="709417" y="265113"/>
                </a:lnTo>
                <a:lnTo>
                  <a:pt x="710673" y="272931"/>
                </a:lnTo>
                <a:lnTo>
                  <a:pt x="711700" y="280815"/>
                </a:lnTo>
                <a:lnTo>
                  <a:pt x="712118" y="284988"/>
                </a:lnTo>
                <a:lnTo>
                  <a:pt x="698684" y="286351"/>
                </a:lnTo>
                <a:lnTo>
                  <a:pt x="698279" y="282274"/>
                </a:lnTo>
                <a:lnTo>
                  <a:pt x="698292" y="282463"/>
                </a:lnTo>
                <a:lnTo>
                  <a:pt x="697293" y="274780"/>
                </a:lnTo>
                <a:lnTo>
                  <a:pt x="697321" y="274970"/>
                </a:lnTo>
                <a:lnTo>
                  <a:pt x="696105" y="267341"/>
                </a:lnTo>
                <a:lnTo>
                  <a:pt x="696132" y="267530"/>
                </a:lnTo>
                <a:lnTo>
                  <a:pt x="694701" y="259956"/>
                </a:lnTo>
                <a:lnTo>
                  <a:pt x="694741" y="260145"/>
                </a:lnTo>
                <a:lnTo>
                  <a:pt x="693094" y="252638"/>
                </a:lnTo>
                <a:lnTo>
                  <a:pt x="693135" y="252827"/>
                </a:lnTo>
                <a:lnTo>
                  <a:pt x="691798" y="247454"/>
                </a:lnTo>
                <a:lnTo>
                  <a:pt x="704894" y="244186"/>
                </a:lnTo>
                <a:moveTo>
                  <a:pt x="713171" y="298840"/>
                </a:moveTo>
                <a:lnTo>
                  <a:pt x="713427" y="304794"/>
                </a:lnTo>
                <a:lnTo>
                  <a:pt x="713549" y="312895"/>
                </a:lnTo>
                <a:lnTo>
                  <a:pt x="713427" y="320995"/>
                </a:lnTo>
                <a:lnTo>
                  <a:pt x="713077" y="329043"/>
                </a:lnTo>
                <a:lnTo>
                  <a:pt x="712510" y="337035"/>
                </a:lnTo>
                <a:lnTo>
                  <a:pt x="712172" y="340262"/>
                </a:lnTo>
                <a:lnTo>
                  <a:pt x="698738" y="338898"/>
                </a:lnTo>
                <a:lnTo>
                  <a:pt x="699062" y="335766"/>
                </a:lnTo>
                <a:lnTo>
                  <a:pt x="699048" y="335955"/>
                </a:lnTo>
                <a:lnTo>
                  <a:pt x="699615" y="328165"/>
                </a:lnTo>
                <a:lnTo>
                  <a:pt x="699602" y="328354"/>
                </a:lnTo>
                <a:lnTo>
                  <a:pt x="699939" y="320510"/>
                </a:lnTo>
                <a:lnTo>
                  <a:pt x="699939" y="320699"/>
                </a:lnTo>
                <a:lnTo>
                  <a:pt x="700047" y="312800"/>
                </a:lnTo>
                <a:lnTo>
                  <a:pt x="700047" y="312989"/>
                </a:lnTo>
                <a:lnTo>
                  <a:pt x="699939" y="305091"/>
                </a:lnTo>
                <a:lnTo>
                  <a:pt x="699939" y="305280"/>
                </a:lnTo>
                <a:lnTo>
                  <a:pt x="699683" y="299420"/>
                </a:lnTo>
                <a:lnTo>
                  <a:pt x="713171" y="298840"/>
                </a:lnTo>
                <a:moveTo>
                  <a:pt x="710471" y="354047"/>
                </a:moveTo>
                <a:lnTo>
                  <a:pt x="709417" y="360677"/>
                </a:lnTo>
                <a:lnTo>
                  <a:pt x="707945" y="368440"/>
                </a:lnTo>
                <a:lnTo>
                  <a:pt x="706258" y="376135"/>
                </a:lnTo>
                <a:lnTo>
                  <a:pt x="704368" y="383750"/>
                </a:lnTo>
                <a:lnTo>
                  <a:pt x="702261" y="391311"/>
                </a:lnTo>
                <a:lnTo>
                  <a:pt x="701290" y="394430"/>
                </a:lnTo>
                <a:lnTo>
                  <a:pt x="688396" y="390447"/>
                </a:lnTo>
                <a:lnTo>
                  <a:pt x="689327" y="387409"/>
                </a:lnTo>
                <a:lnTo>
                  <a:pt x="689273" y="387585"/>
                </a:lnTo>
                <a:lnTo>
                  <a:pt x="691339" y="380213"/>
                </a:lnTo>
                <a:lnTo>
                  <a:pt x="691285" y="380402"/>
                </a:lnTo>
                <a:lnTo>
                  <a:pt x="693135" y="372962"/>
                </a:lnTo>
                <a:lnTo>
                  <a:pt x="693094" y="373152"/>
                </a:lnTo>
                <a:lnTo>
                  <a:pt x="694741" y="365645"/>
                </a:lnTo>
                <a:lnTo>
                  <a:pt x="694701" y="365834"/>
                </a:lnTo>
                <a:lnTo>
                  <a:pt x="696132" y="358259"/>
                </a:lnTo>
                <a:lnTo>
                  <a:pt x="696105" y="358449"/>
                </a:lnTo>
                <a:lnTo>
                  <a:pt x="697144" y="351914"/>
                </a:lnTo>
                <a:lnTo>
                  <a:pt x="710471" y="354047"/>
                </a:lnTo>
                <a:moveTo>
                  <a:pt x="696902" y="407594"/>
                </a:moveTo>
                <a:lnTo>
                  <a:pt x="694701" y="413521"/>
                </a:lnTo>
                <a:lnTo>
                  <a:pt x="691785" y="420758"/>
                </a:lnTo>
                <a:lnTo>
                  <a:pt x="688679" y="427927"/>
                </a:lnTo>
                <a:lnTo>
                  <a:pt x="685371" y="435002"/>
                </a:lnTo>
                <a:lnTo>
                  <a:pt x="681874" y="441982"/>
                </a:lnTo>
                <a:lnTo>
                  <a:pt x="680065" y="445384"/>
                </a:lnTo>
                <a:lnTo>
                  <a:pt x="668144" y="439025"/>
                </a:lnTo>
                <a:lnTo>
                  <a:pt x="669926" y="435704"/>
                </a:lnTo>
                <a:lnTo>
                  <a:pt x="669845" y="435866"/>
                </a:lnTo>
                <a:lnTo>
                  <a:pt x="673261" y="429034"/>
                </a:lnTo>
                <a:lnTo>
                  <a:pt x="673180" y="429209"/>
                </a:lnTo>
                <a:lnTo>
                  <a:pt x="676406" y="422297"/>
                </a:lnTo>
                <a:lnTo>
                  <a:pt x="676325" y="422459"/>
                </a:lnTo>
                <a:lnTo>
                  <a:pt x="679363" y="415465"/>
                </a:lnTo>
                <a:lnTo>
                  <a:pt x="679296" y="415641"/>
                </a:lnTo>
                <a:lnTo>
                  <a:pt x="682144" y="408566"/>
                </a:lnTo>
                <a:lnTo>
                  <a:pt x="682077" y="408741"/>
                </a:lnTo>
                <a:lnTo>
                  <a:pt x="684250" y="402895"/>
                </a:lnTo>
                <a:lnTo>
                  <a:pt x="696902" y="407594"/>
                </a:lnTo>
                <a:moveTo>
                  <a:pt x="673261" y="457454"/>
                </a:moveTo>
                <a:lnTo>
                  <a:pt x="670290" y="462382"/>
                </a:lnTo>
                <a:lnTo>
                  <a:pt x="666065" y="468985"/>
                </a:lnTo>
                <a:lnTo>
                  <a:pt x="661663" y="475492"/>
                </a:lnTo>
                <a:lnTo>
                  <a:pt x="657099" y="481892"/>
                </a:lnTo>
                <a:lnTo>
                  <a:pt x="652360" y="488184"/>
                </a:lnTo>
                <a:lnTo>
                  <a:pt x="649768" y="491464"/>
                </a:lnTo>
                <a:lnTo>
                  <a:pt x="639183" y="483080"/>
                </a:lnTo>
                <a:lnTo>
                  <a:pt x="641735" y="479867"/>
                </a:lnTo>
                <a:lnTo>
                  <a:pt x="641627" y="480002"/>
                </a:lnTo>
                <a:lnTo>
                  <a:pt x="646257" y="473845"/>
                </a:lnTo>
                <a:lnTo>
                  <a:pt x="646163" y="473980"/>
                </a:lnTo>
                <a:lnTo>
                  <a:pt x="650632" y="467715"/>
                </a:lnTo>
                <a:lnTo>
                  <a:pt x="650524" y="467864"/>
                </a:lnTo>
                <a:lnTo>
                  <a:pt x="654831" y="461505"/>
                </a:lnTo>
                <a:lnTo>
                  <a:pt x="654737" y="461640"/>
                </a:lnTo>
                <a:lnTo>
                  <a:pt x="658868" y="455186"/>
                </a:lnTo>
                <a:lnTo>
                  <a:pt x="658774" y="455335"/>
                </a:lnTo>
                <a:lnTo>
                  <a:pt x="661704" y="450488"/>
                </a:lnTo>
                <a:lnTo>
                  <a:pt x="673261" y="457454"/>
                </a:lnTo>
                <a:moveTo>
                  <a:pt x="640939" y="502117"/>
                </a:moveTo>
                <a:lnTo>
                  <a:pt x="637158" y="506410"/>
                </a:lnTo>
                <a:lnTo>
                  <a:pt x="631784" y="512270"/>
                </a:lnTo>
                <a:lnTo>
                  <a:pt x="626235" y="517994"/>
                </a:lnTo>
                <a:lnTo>
                  <a:pt x="620551" y="523598"/>
                </a:lnTo>
                <a:lnTo>
                  <a:pt x="614705" y="529093"/>
                </a:lnTo>
                <a:lnTo>
                  <a:pt x="611977" y="531537"/>
                </a:lnTo>
                <a:lnTo>
                  <a:pt x="602972" y="521478"/>
                </a:lnTo>
                <a:lnTo>
                  <a:pt x="605646" y="519088"/>
                </a:lnTo>
                <a:lnTo>
                  <a:pt x="605524" y="519196"/>
                </a:lnTo>
                <a:lnTo>
                  <a:pt x="611248" y="513823"/>
                </a:lnTo>
                <a:lnTo>
                  <a:pt x="611127" y="513931"/>
                </a:lnTo>
                <a:lnTo>
                  <a:pt x="616703" y="508436"/>
                </a:lnTo>
                <a:lnTo>
                  <a:pt x="616595" y="508557"/>
                </a:lnTo>
                <a:lnTo>
                  <a:pt x="622009" y="502940"/>
                </a:lnTo>
                <a:lnTo>
                  <a:pt x="621901" y="503062"/>
                </a:lnTo>
                <a:lnTo>
                  <a:pt x="627181" y="497338"/>
                </a:lnTo>
                <a:lnTo>
                  <a:pt x="627072" y="497459"/>
                </a:lnTo>
                <a:lnTo>
                  <a:pt x="630785" y="493220"/>
                </a:lnTo>
                <a:lnTo>
                  <a:pt x="640939" y="502117"/>
                </a:lnTo>
                <a:moveTo>
                  <a:pt x="601514" y="540569"/>
                </a:moveTo>
                <a:lnTo>
                  <a:pt x="596330" y="544795"/>
                </a:lnTo>
                <a:lnTo>
                  <a:pt x="589917" y="549764"/>
                </a:lnTo>
                <a:lnTo>
                  <a:pt x="583368" y="554611"/>
                </a:lnTo>
                <a:lnTo>
                  <a:pt x="576699" y="559309"/>
                </a:lnTo>
                <a:lnTo>
                  <a:pt x="569894" y="563872"/>
                </a:lnTo>
                <a:lnTo>
                  <a:pt x="568219" y="564939"/>
                </a:lnTo>
                <a:lnTo>
                  <a:pt x="560956" y="553557"/>
                </a:lnTo>
                <a:lnTo>
                  <a:pt x="562562" y="552532"/>
                </a:lnTo>
                <a:lnTo>
                  <a:pt x="562441" y="552612"/>
                </a:lnTo>
                <a:lnTo>
                  <a:pt x="569111" y="548130"/>
                </a:lnTo>
                <a:lnTo>
                  <a:pt x="568989" y="548225"/>
                </a:lnTo>
                <a:lnTo>
                  <a:pt x="575538" y="543607"/>
                </a:lnTo>
                <a:lnTo>
                  <a:pt x="575402" y="543701"/>
                </a:lnTo>
                <a:lnTo>
                  <a:pt x="581829" y="538962"/>
                </a:lnTo>
                <a:lnTo>
                  <a:pt x="581694" y="539057"/>
                </a:lnTo>
                <a:lnTo>
                  <a:pt x="587986" y="534169"/>
                </a:lnTo>
                <a:lnTo>
                  <a:pt x="587865" y="534277"/>
                </a:lnTo>
                <a:lnTo>
                  <a:pt x="592982" y="530092"/>
                </a:lnTo>
                <a:lnTo>
                  <a:pt x="601514" y="540569"/>
                </a:lnTo>
                <a:moveTo>
                  <a:pt x="556622" y="572135"/>
                </a:moveTo>
                <a:lnTo>
                  <a:pt x="555906" y="572568"/>
                </a:lnTo>
                <a:lnTo>
                  <a:pt x="548737" y="576699"/>
                </a:lnTo>
                <a:lnTo>
                  <a:pt x="541446" y="580682"/>
                </a:lnTo>
                <a:lnTo>
                  <a:pt x="534035" y="584516"/>
                </a:lnTo>
                <a:lnTo>
                  <a:pt x="526514" y="588188"/>
                </a:lnTo>
                <a:lnTo>
                  <a:pt x="520033" y="591173"/>
                </a:lnTo>
                <a:lnTo>
                  <a:pt x="514376" y="578913"/>
                </a:lnTo>
                <a:lnTo>
                  <a:pt x="520789" y="575956"/>
                </a:lnTo>
                <a:lnTo>
                  <a:pt x="520655" y="576023"/>
                </a:lnTo>
                <a:lnTo>
                  <a:pt x="528039" y="572419"/>
                </a:lnTo>
                <a:lnTo>
                  <a:pt x="527905" y="572486"/>
                </a:lnTo>
                <a:lnTo>
                  <a:pt x="535168" y="568719"/>
                </a:lnTo>
                <a:lnTo>
                  <a:pt x="535034" y="568787"/>
                </a:lnTo>
                <a:lnTo>
                  <a:pt x="542202" y="564885"/>
                </a:lnTo>
                <a:lnTo>
                  <a:pt x="542068" y="564953"/>
                </a:lnTo>
                <a:lnTo>
                  <a:pt x="549102" y="560902"/>
                </a:lnTo>
                <a:lnTo>
                  <a:pt x="548980" y="560983"/>
                </a:lnTo>
                <a:lnTo>
                  <a:pt x="549614" y="560592"/>
                </a:lnTo>
                <a:lnTo>
                  <a:pt x="556622" y="572135"/>
                </a:lnTo>
                <a:moveTo>
                  <a:pt x="507355" y="596627"/>
                </a:moveTo>
                <a:lnTo>
                  <a:pt x="503305" y="598274"/>
                </a:lnTo>
                <a:lnTo>
                  <a:pt x="495367" y="601312"/>
                </a:lnTo>
                <a:lnTo>
                  <a:pt x="487319" y="604188"/>
                </a:lnTo>
                <a:lnTo>
                  <a:pt x="479178" y="606888"/>
                </a:lnTo>
                <a:lnTo>
                  <a:pt x="470956" y="609426"/>
                </a:lnTo>
                <a:lnTo>
                  <a:pt x="468404" y="610155"/>
                </a:lnTo>
                <a:lnTo>
                  <a:pt x="464718" y="597167"/>
                </a:lnTo>
                <a:lnTo>
                  <a:pt x="467188" y="596465"/>
                </a:lnTo>
                <a:lnTo>
                  <a:pt x="467054" y="596505"/>
                </a:lnTo>
                <a:lnTo>
                  <a:pt x="475141" y="594008"/>
                </a:lnTo>
                <a:lnTo>
                  <a:pt x="474992" y="594062"/>
                </a:lnTo>
                <a:lnTo>
                  <a:pt x="482985" y="591402"/>
                </a:lnTo>
                <a:lnTo>
                  <a:pt x="482850" y="591442"/>
                </a:lnTo>
                <a:lnTo>
                  <a:pt x="490748" y="588621"/>
                </a:lnTo>
                <a:lnTo>
                  <a:pt x="490600" y="588675"/>
                </a:lnTo>
                <a:lnTo>
                  <a:pt x="498404" y="585691"/>
                </a:lnTo>
                <a:lnTo>
                  <a:pt x="498269" y="585745"/>
                </a:lnTo>
                <a:lnTo>
                  <a:pt x="502238" y="584125"/>
                </a:lnTo>
                <a:lnTo>
                  <a:pt x="507355" y="596627"/>
                </a:lnTo>
                <a:moveTo>
                  <a:pt x="455227" y="613720"/>
                </a:moveTo>
                <a:lnTo>
                  <a:pt x="454227" y="613976"/>
                </a:lnTo>
                <a:lnTo>
                  <a:pt x="445735" y="615988"/>
                </a:lnTo>
                <a:lnTo>
                  <a:pt x="437161" y="617811"/>
                </a:lnTo>
                <a:lnTo>
                  <a:pt x="428507" y="619471"/>
                </a:lnTo>
                <a:lnTo>
                  <a:pt x="419772" y="620929"/>
                </a:lnTo>
                <a:lnTo>
                  <a:pt x="414763" y="621658"/>
                </a:lnTo>
                <a:lnTo>
                  <a:pt x="412832" y="608292"/>
                </a:lnTo>
                <a:lnTo>
                  <a:pt x="417760" y="607577"/>
                </a:lnTo>
                <a:lnTo>
                  <a:pt x="417625" y="607604"/>
                </a:lnTo>
                <a:lnTo>
                  <a:pt x="426199" y="606159"/>
                </a:lnTo>
                <a:lnTo>
                  <a:pt x="426050" y="606186"/>
                </a:lnTo>
                <a:lnTo>
                  <a:pt x="434556" y="604566"/>
                </a:lnTo>
                <a:lnTo>
                  <a:pt x="434407" y="604593"/>
                </a:lnTo>
                <a:lnTo>
                  <a:pt x="442846" y="602797"/>
                </a:lnTo>
                <a:lnTo>
                  <a:pt x="442697" y="602837"/>
                </a:lnTo>
                <a:lnTo>
                  <a:pt x="451041" y="600853"/>
                </a:lnTo>
                <a:lnTo>
                  <a:pt x="450893" y="600893"/>
                </a:lnTo>
                <a:lnTo>
                  <a:pt x="451824" y="600650"/>
                </a:lnTo>
                <a:lnTo>
                  <a:pt x="455227" y="613720"/>
                </a:lnTo>
                <a:moveTo>
                  <a:pt x="401072" y="623387"/>
                </a:moveTo>
                <a:lnTo>
                  <a:pt x="393160" y="624184"/>
                </a:lnTo>
                <a:lnTo>
                  <a:pt x="384155" y="624885"/>
                </a:lnTo>
                <a:lnTo>
                  <a:pt x="375082" y="625385"/>
                </a:lnTo>
                <a:lnTo>
                  <a:pt x="365955" y="625696"/>
                </a:lnTo>
                <a:lnTo>
                  <a:pt x="360055" y="625749"/>
                </a:lnTo>
                <a:lnTo>
                  <a:pt x="359907" y="612248"/>
                </a:lnTo>
                <a:lnTo>
                  <a:pt x="365740" y="612194"/>
                </a:lnTo>
                <a:lnTo>
                  <a:pt x="365590" y="612194"/>
                </a:lnTo>
                <a:lnTo>
                  <a:pt x="374556" y="611897"/>
                </a:lnTo>
                <a:lnTo>
                  <a:pt x="374408" y="611897"/>
                </a:lnTo>
                <a:lnTo>
                  <a:pt x="383331" y="611411"/>
                </a:lnTo>
                <a:lnTo>
                  <a:pt x="383183" y="611411"/>
                </a:lnTo>
                <a:lnTo>
                  <a:pt x="392040" y="610722"/>
                </a:lnTo>
                <a:lnTo>
                  <a:pt x="391891" y="610736"/>
                </a:lnTo>
                <a:lnTo>
                  <a:pt x="399735" y="609953"/>
                </a:lnTo>
                <a:lnTo>
                  <a:pt x="401072" y="623387"/>
                </a:lnTo>
                <a:moveTo>
                  <a:pt x="346256" y="625642"/>
                </a:moveTo>
                <a:lnTo>
                  <a:pt x="338467" y="625385"/>
                </a:lnTo>
                <a:lnTo>
                  <a:pt x="329393" y="624885"/>
                </a:lnTo>
                <a:lnTo>
                  <a:pt x="320388" y="624184"/>
                </a:lnTo>
                <a:lnTo>
                  <a:pt x="311450" y="623292"/>
                </a:lnTo>
                <a:lnTo>
                  <a:pt x="305293" y="622536"/>
                </a:lnTo>
                <a:lnTo>
                  <a:pt x="306927" y="609129"/>
                </a:lnTo>
                <a:lnTo>
                  <a:pt x="313016" y="609885"/>
                </a:lnTo>
                <a:lnTo>
                  <a:pt x="312868" y="609858"/>
                </a:lnTo>
                <a:lnTo>
                  <a:pt x="321657" y="610736"/>
                </a:lnTo>
                <a:lnTo>
                  <a:pt x="321509" y="610722"/>
                </a:lnTo>
                <a:lnTo>
                  <a:pt x="330365" y="611411"/>
                </a:lnTo>
                <a:lnTo>
                  <a:pt x="330217" y="611411"/>
                </a:lnTo>
                <a:lnTo>
                  <a:pt x="339142" y="611897"/>
                </a:lnTo>
                <a:lnTo>
                  <a:pt x="338993" y="611897"/>
                </a:lnTo>
                <a:lnTo>
                  <a:pt x="346702" y="612153"/>
                </a:lnTo>
                <a:lnTo>
                  <a:pt x="346256" y="625642"/>
                </a:lnTo>
                <a:moveTo>
                  <a:pt x="291630" y="620565"/>
                </a:moveTo>
                <a:lnTo>
                  <a:pt x="285041" y="619471"/>
                </a:lnTo>
                <a:lnTo>
                  <a:pt x="276387" y="617811"/>
                </a:lnTo>
                <a:lnTo>
                  <a:pt x="267814" y="615988"/>
                </a:lnTo>
                <a:lnTo>
                  <a:pt x="259321" y="613976"/>
                </a:lnTo>
                <a:lnTo>
                  <a:pt x="251463" y="611938"/>
                </a:lnTo>
                <a:lnTo>
                  <a:pt x="254866" y="598868"/>
                </a:lnTo>
                <a:lnTo>
                  <a:pt x="262656" y="600893"/>
                </a:lnTo>
                <a:lnTo>
                  <a:pt x="262508" y="600853"/>
                </a:lnTo>
                <a:lnTo>
                  <a:pt x="270851" y="602837"/>
                </a:lnTo>
                <a:lnTo>
                  <a:pt x="270703" y="602797"/>
                </a:lnTo>
                <a:lnTo>
                  <a:pt x="279142" y="604593"/>
                </a:lnTo>
                <a:lnTo>
                  <a:pt x="278993" y="604566"/>
                </a:lnTo>
                <a:lnTo>
                  <a:pt x="287498" y="606186"/>
                </a:lnTo>
                <a:lnTo>
                  <a:pt x="287350" y="606159"/>
                </a:lnTo>
                <a:lnTo>
                  <a:pt x="293871" y="607252"/>
                </a:lnTo>
                <a:lnTo>
                  <a:pt x="291630" y="620565"/>
                </a:lnTo>
                <a:moveTo>
                  <a:pt x="238219" y="608076"/>
                </a:moveTo>
                <a:lnTo>
                  <a:pt x="234370" y="606888"/>
                </a:lnTo>
                <a:lnTo>
                  <a:pt x="226229" y="604188"/>
                </a:lnTo>
                <a:lnTo>
                  <a:pt x="218183" y="601312"/>
                </a:lnTo>
                <a:lnTo>
                  <a:pt x="210244" y="598274"/>
                </a:lnTo>
                <a:lnTo>
                  <a:pt x="202400" y="595074"/>
                </a:lnTo>
                <a:lnTo>
                  <a:pt x="199524" y="593818"/>
                </a:lnTo>
                <a:lnTo>
                  <a:pt x="204910" y="581438"/>
                </a:lnTo>
                <a:lnTo>
                  <a:pt x="207719" y="582653"/>
                </a:lnTo>
                <a:lnTo>
                  <a:pt x="207570" y="582599"/>
                </a:lnTo>
                <a:lnTo>
                  <a:pt x="215280" y="585745"/>
                </a:lnTo>
                <a:lnTo>
                  <a:pt x="215144" y="585691"/>
                </a:lnTo>
                <a:lnTo>
                  <a:pt x="222948" y="588675"/>
                </a:lnTo>
                <a:lnTo>
                  <a:pt x="222800" y="588621"/>
                </a:lnTo>
                <a:lnTo>
                  <a:pt x="230698" y="591442"/>
                </a:lnTo>
                <a:lnTo>
                  <a:pt x="230563" y="591402"/>
                </a:lnTo>
                <a:lnTo>
                  <a:pt x="238556" y="594062"/>
                </a:lnTo>
                <a:lnTo>
                  <a:pt x="238408" y="594008"/>
                </a:lnTo>
                <a:lnTo>
                  <a:pt x="242188" y="595182"/>
                </a:lnTo>
                <a:lnTo>
                  <a:pt x="238219" y="608076"/>
                </a:lnTo>
                <a:moveTo>
                  <a:pt x="186954" y="588148"/>
                </a:moveTo>
                <a:lnTo>
                  <a:pt x="179515" y="584516"/>
                </a:lnTo>
                <a:lnTo>
                  <a:pt x="172102" y="580682"/>
                </a:lnTo>
                <a:lnTo>
                  <a:pt x="164811" y="576699"/>
                </a:lnTo>
                <a:lnTo>
                  <a:pt x="157642" y="572568"/>
                </a:lnTo>
                <a:lnTo>
                  <a:pt x="150878" y="568463"/>
                </a:lnTo>
                <a:lnTo>
                  <a:pt x="157871" y="556919"/>
                </a:lnTo>
                <a:lnTo>
                  <a:pt x="164568" y="560983"/>
                </a:lnTo>
                <a:lnTo>
                  <a:pt x="164447" y="560902"/>
                </a:lnTo>
                <a:lnTo>
                  <a:pt x="171481" y="564953"/>
                </a:lnTo>
                <a:lnTo>
                  <a:pt x="171346" y="564885"/>
                </a:lnTo>
                <a:lnTo>
                  <a:pt x="178515" y="568787"/>
                </a:lnTo>
                <a:lnTo>
                  <a:pt x="178380" y="568719"/>
                </a:lnTo>
                <a:lnTo>
                  <a:pt x="185644" y="572486"/>
                </a:lnTo>
                <a:lnTo>
                  <a:pt x="185509" y="572419"/>
                </a:lnTo>
                <a:lnTo>
                  <a:pt x="192881" y="576010"/>
                </a:lnTo>
                <a:lnTo>
                  <a:pt x="186954" y="588148"/>
                </a:lnTo>
                <a:moveTo>
                  <a:pt x="139294" y="560942"/>
                </a:moveTo>
                <a:lnTo>
                  <a:pt x="136850" y="559309"/>
                </a:lnTo>
                <a:lnTo>
                  <a:pt x="130180" y="554611"/>
                </a:lnTo>
                <a:lnTo>
                  <a:pt x="123633" y="549764"/>
                </a:lnTo>
                <a:lnTo>
                  <a:pt x="117219" y="544795"/>
                </a:lnTo>
                <a:lnTo>
                  <a:pt x="110955" y="539692"/>
                </a:lnTo>
                <a:lnTo>
                  <a:pt x="106513" y="535884"/>
                </a:lnTo>
                <a:lnTo>
                  <a:pt x="115275" y="525623"/>
                </a:lnTo>
                <a:lnTo>
                  <a:pt x="119663" y="529363"/>
                </a:lnTo>
                <a:lnTo>
                  <a:pt x="119541" y="529268"/>
                </a:lnTo>
                <a:lnTo>
                  <a:pt x="125684" y="534277"/>
                </a:lnTo>
                <a:lnTo>
                  <a:pt x="125563" y="534169"/>
                </a:lnTo>
                <a:lnTo>
                  <a:pt x="131854" y="539057"/>
                </a:lnTo>
                <a:lnTo>
                  <a:pt x="131720" y="538962"/>
                </a:lnTo>
                <a:lnTo>
                  <a:pt x="138146" y="543701"/>
                </a:lnTo>
                <a:lnTo>
                  <a:pt x="138012" y="543607"/>
                </a:lnTo>
                <a:lnTo>
                  <a:pt x="144559" y="548225"/>
                </a:lnTo>
                <a:lnTo>
                  <a:pt x="144438" y="548130"/>
                </a:lnTo>
                <a:lnTo>
                  <a:pt x="146814" y="549737"/>
                </a:lnTo>
                <a:lnTo>
                  <a:pt x="139294" y="560942"/>
                </a:lnTo>
                <a:moveTo>
                  <a:pt x="96238" y="526649"/>
                </a:moveTo>
                <a:lnTo>
                  <a:pt x="92997" y="523598"/>
                </a:lnTo>
                <a:lnTo>
                  <a:pt x="87313" y="517994"/>
                </a:lnTo>
                <a:lnTo>
                  <a:pt x="81764" y="512270"/>
                </a:lnTo>
                <a:lnTo>
                  <a:pt x="76378" y="506410"/>
                </a:lnTo>
                <a:lnTo>
                  <a:pt x="71152" y="500456"/>
                </a:lnTo>
                <a:lnTo>
                  <a:pt x="67925" y="496582"/>
                </a:lnTo>
                <a:lnTo>
                  <a:pt x="78294" y="487927"/>
                </a:lnTo>
                <a:lnTo>
                  <a:pt x="81467" y="491748"/>
                </a:lnTo>
                <a:lnTo>
                  <a:pt x="81359" y="491613"/>
                </a:lnTo>
                <a:lnTo>
                  <a:pt x="86476" y="497459"/>
                </a:lnTo>
                <a:lnTo>
                  <a:pt x="86369" y="497338"/>
                </a:lnTo>
                <a:lnTo>
                  <a:pt x="91647" y="503062"/>
                </a:lnTo>
                <a:lnTo>
                  <a:pt x="91526" y="502940"/>
                </a:lnTo>
                <a:lnTo>
                  <a:pt x="96953" y="508557"/>
                </a:lnTo>
                <a:lnTo>
                  <a:pt x="96845" y="508436"/>
                </a:lnTo>
                <a:lnTo>
                  <a:pt x="102421" y="513931"/>
                </a:lnTo>
                <a:lnTo>
                  <a:pt x="102300" y="513823"/>
                </a:lnTo>
                <a:lnTo>
                  <a:pt x="105486" y="516807"/>
                </a:lnTo>
                <a:lnTo>
                  <a:pt x="96238" y="526649"/>
                </a:lnTo>
                <a:moveTo>
                  <a:pt x="59339" y="485726"/>
                </a:moveTo>
                <a:lnTo>
                  <a:pt x="56449" y="481892"/>
                </a:lnTo>
                <a:lnTo>
                  <a:pt x="51885" y="475492"/>
                </a:lnTo>
                <a:lnTo>
                  <a:pt x="47484" y="468985"/>
                </a:lnTo>
                <a:lnTo>
                  <a:pt x="43258" y="462382"/>
                </a:lnTo>
                <a:lnTo>
                  <a:pt x="39221" y="455685"/>
                </a:lnTo>
                <a:lnTo>
                  <a:pt x="36656" y="451176"/>
                </a:lnTo>
                <a:lnTo>
                  <a:pt x="48389" y="444507"/>
                </a:lnTo>
                <a:lnTo>
                  <a:pt x="50913" y="448935"/>
                </a:lnTo>
                <a:lnTo>
                  <a:pt x="50819" y="448786"/>
                </a:lnTo>
                <a:lnTo>
                  <a:pt x="54775" y="455335"/>
                </a:lnTo>
                <a:lnTo>
                  <a:pt x="54680" y="455186"/>
                </a:lnTo>
                <a:lnTo>
                  <a:pt x="58812" y="461640"/>
                </a:lnTo>
                <a:lnTo>
                  <a:pt x="58717" y="461505"/>
                </a:lnTo>
                <a:lnTo>
                  <a:pt x="63011" y="467864"/>
                </a:lnTo>
                <a:lnTo>
                  <a:pt x="62916" y="467715"/>
                </a:lnTo>
                <a:lnTo>
                  <a:pt x="67385" y="473980"/>
                </a:lnTo>
                <a:lnTo>
                  <a:pt x="67291" y="473845"/>
                </a:lnTo>
                <a:lnTo>
                  <a:pt x="70126" y="477612"/>
                </a:lnTo>
                <a:lnTo>
                  <a:pt x="59339" y="485726"/>
                </a:lnTo>
                <a:moveTo>
                  <a:pt x="30148" y="438944"/>
                </a:moveTo>
                <a:lnTo>
                  <a:pt x="28177" y="435002"/>
                </a:lnTo>
                <a:lnTo>
                  <a:pt x="24870" y="427927"/>
                </a:lnTo>
                <a:lnTo>
                  <a:pt x="21763" y="420758"/>
                </a:lnTo>
                <a:lnTo>
                  <a:pt x="18847" y="413521"/>
                </a:lnTo>
                <a:lnTo>
                  <a:pt x="16121" y="406189"/>
                </a:lnTo>
                <a:lnTo>
                  <a:pt x="14271" y="400722"/>
                </a:lnTo>
                <a:lnTo>
                  <a:pt x="27043" y="396374"/>
                </a:lnTo>
                <a:lnTo>
                  <a:pt x="28879" y="401761"/>
                </a:lnTo>
                <a:lnTo>
                  <a:pt x="28811" y="401586"/>
                </a:lnTo>
                <a:lnTo>
                  <a:pt x="31471" y="408741"/>
                </a:lnTo>
                <a:lnTo>
                  <a:pt x="31404" y="408566"/>
                </a:lnTo>
                <a:lnTo>
                  <a:pt x="34253" y="415641"/>
                </a:lnTo>
                <a:lnTo>
                  <a:pt x="34186" y="415465"/>
                </a:lnTo>
                <a:lnTo>
                  <a:pt x="37223" y="422459"/>
                </a:lnTo>
                <a:lnTo>
                  <a:pt x="37142" y="422297"/>
                </a:lnTo>
                <a:lnTo>
                  <a:pt x="40369" y="429209"/>
                </a:lnTo>
                <a:lnTo>
                  <a:pt x="40288" y="429034"/>
                </a:lnTo>
                <a:lnTo>
                  <a:pt x="42219" y="432896"/>
                </a:lnTo>
                <a:lnTo>
                  <a:pt x="30148" y="438944"/>
                </a:lnTo>
                <a:moveTo>
                  <a:pt x="10220" y="387450"/>
                </a:moveTo>
                <a:lnTo>
                  <a:pt x="9181" y="383750"/>
                </a:lnTo>
                <a:lnTo>
                  <a:pt x="7290" y="376135"/>
                </a:lnTo>
                <a:lnTo>
                  <a:pt x="5603" y="368440"/>
                </a:lnTo>
                <a:lnTo>
                  <a:pt x="4131" y="360677"/>
                </a:lnTo>
                <a:lnTo>
                  <a:pt x="2876" y="352859"/>
                </a:lnTo>
                <a:lnTo>
                  <a:pt x="2092" y="346837"/>
                </a:lnTo>
                <a:lnTo>
                  <a:pt x="15486" y="345082"/>
                </a:lnTo>
                <a:lnTo>
                  <a:pt x="16256" y="351009"/>
                </a:lnTo>
                <a:lnTo>
                  <a:pt x="16229" y="350820"/>
                </a:lnTo>
                <a:lnTo>
                  <a:pt x="17443" y="358449"/>
                </a:lnTo>
                <a:lnTo>
                  <a:pt x="17416" y="358259"/>
                </a:lnTo>
                <a:lnTo>
                  <a:pt x="18847" y="365834"/>
                </a:lnTo>
                <a:lnTo>
                  <a:pt x="18807" y="365645"/>
                </a:lnTo>
                <a:lnTo>
                  <a:pt x="20455" y="373152"/>
                </a:lnTo>
                <a:lnTo>
                  <a:pt x="20414" y="372962"/>
                </a:lnTo>
                <a:lnTo>
                  <a:pt x="22264" y="380402"/>
                </a:lnTo>
                <a:lnTo>
                  <a:pt x="22210" y="380213"/>
                </a:lnTo>
                <a:lnTo>
                  <a:pt x="23222" y="383818"/>
                </a:lnTo>
                <a:lnTo>
                  <a:pt x="10220" y="387450"/>
                </a:lnTo>
                <a:moveTo>
                  <a:pt x="756" y="333012"/>
                </a:moveTo>
                <a:lnTo>
                  <a:pt x="473" y="329043"/>
                </a:lnTo>
                <a:lnTo>
                  <a:pt x="121" y="321091"/>
                </a:lnTo>
                <a:lnTo>
                  <a:pt x="13609" y="320510"/>
                </a:lnTo>
                <a:lnTo>
                  <a:pt x="13947" y="328354"/>
                </a:lnTo>
                <a:lnTo>
                  <a:pt x="13933" y="328165"/>
                </a:lnTo>
                <a:lnTo>
                  <a:pt x="14217" y="332040"/>
                </a:lnTo>
                <a:lnTo>
                  <a:pt x="756" y="333012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28898F60-2275-47F6-A4EB-C66DFDCA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5013" y="865838"/>
            <a:ext cx="1693076" cy="1044333"/>
          </a:xfrm>
          <a:custGeom xmlns:a="http://schemas.openxmlformats.org/drawingml/2006/main">
            <a:pathLst>
              <a:path w="1693076" h="1044333">
                <a:moveTo>
                  <a:pt x="67" y="528904"/>
                </a:moveTo>
                <a:lnTo>
                  <a:pt x="0" y="522167"/>
                </a:lnTo>
                <a:lnTo>
                  <a:pt x="67" y="515362"/>
                </a:lnTo>
                <a:lnTo>
                  <a:pt x="283" y="508584"/>
                </a:lnTo>
                <a:lnTo>
                  <a:pt x="634" y="501820"/>
                </a:lnTo>
                <a:lnTo>
                  <a:pt x="1121" y="495056"/>
                </a:lnTo>
                <a:lnTo>
                  <a:pt x="1876" y="487698"/>
                </a:lnTo>
                <a:lnTo>
                  <a:pt x="15310" y="489088"/>
                </a:lnTo>
                <a:lnTo>
                  <a:pt x="14554" y="496338"/>
                </a:lnTo>
                <a:lnTo>
                  <a:pt x="14581" y="496136"/>
                </a:lnTo>
                <a:lnTo>
                  <a:pt x="14096" y="502725"/>
                </a:lnTo>
                <a:lnTo>
                  <a:pt x="14109" y="502590"/>
                </a:lnTo>
                <a:lnTo>
                  <a:pt x="13771" y="509205"/>
                </a:lnTo>
                <a:lnTo>
                  <a:pt x="13771" y="509070"/>
                </a:lnTo>
                <a:lnTo>
                  <a:pt x="13569" y="515713"/>
                </a:lnTo>
                <a:lnTo>
                  <a:pt x="13569" y="515578"/>
                </a:lnTo>
                <a:lnTo>
                  <a:pt x="13501" y="522234"/>
                </a:lnTo>
                <a:lnTo>
                  <a:pt x="13501" y="522099"/>
                </a:lnTo>
                <a:lnTo>
                  <a:pt x="13569" y="528755"/>
                </a:lnTo>
                <a:lnTo>
                  <a:pt x="67" y="528904"/>
                </a:lnTo>
                <a:moveTo>
                  <a:pt x="3605" y="474034"/>
                </a:moveTo>
                <a:lnTo>
                  <a:pt x="4428" y="468363"/>
                </a:lnTo>
                <a:lnTo>
                  <a:pt x="6886" y="455159"/>
                </a:lnTo>
                <a:lnTo>
                  <a:pt x="9870" y="442049"/>
                </a:lnTo>
                <a:lnTo>
                  <a:pt x="12137" y="433638"/>
                </a:lnTo>
                <a:lnTo>
                  <a:pt x="25180" y="437162"/>
                </a:lnTo>
                <a:lnTo>
                  <a:pt x="22938" y="445438"/>
                </a:lnTo>
                <a:lnTo>
                  <a:pt x="23006" y="445168"/>
                </a:lnTo>
                <a:lnTo>
                  <a:pt x="20076" y="458021"/>
                </a:lnTo>
                <a:lnTo>
                  <a:pt x="20131" y="457752"/>
                </a:lnTo>
                <a:lnTo>
                  <a:pt x="17727" y="470699"/>
                </a:lnTo>
                <a:lnTo>
                  <a:pt x="17767" y="470429"/>
                </a:lnTo>
                <a:lnTo>
                  <a:pt x="16972" y="475965"/>
                </a:lnTo>
                <a:lnTo>
                  <a:pt x="3605" y="474034"/>
                </a:lnTo>
                <a:moveTo>
                  <a:pt x="16066" y="420447"/>
                </a:moveTo>
                <a:lnTo>
                  <a:pt x="17403" y="416154"/>
                </a:lnTo>
                <a:lnTo>
                  <a:pt x="21940" y="403395"/>
                </a:lnTo>
                <a:lnTo>
                  <a:pt x="26962" y="390744"/>
                </a:lnTo>
                <a:lnTo>
                  <a:pt x="30837" y="381955"/>
                </a:lnTo>
                <a:lnTo>
                  <a:pt x="43190" y="387396"/>
                </a:lnTo>
                <a:lnTo>
                  <a:pt x="39370" y="396077"/>
                </a:lnTo>
                <a:lnTo>
                  <a:pt x="39464" y="395848"/>
                </a:lnTo>
                <a:lnTo>
                  <a:pt x="34523" y="408255"/>
                </a:lnTo>
                <a:lnTo>
                  <a:pt x="34617" y="408026"/>
                </a:lnTo>
                <a:lnTo>
                  <a:pt x="30175" y="420555"/>
                </a:lnTo>
                <a:lnTo>
                  <a:pt x="30257" y="420299"/>
                </a:lnTo>
                <a:lnTo>
                  <a:pt x="28946" y="424471"/>
                </a:lnTo>
                <a:lnTo>
                  <a:pt x="16066" y="420447"/>
                </a:lnTo>
                <a:moveTo>
                  <a:pt x="36697" y="369520"/>
                </a:moveTo>
                <a:lnTo>
                  <a:pt x="38479" y="365847"/>
                </a:lnTo>
                <a:lnTo>
                  <a:pt x="44960" y="353602"/>
                </a:lnTo>
                <a:lnTo>
                  <a:pt x="51913" y="341491"/>
                </a:lnTo>
                <a:lnTo>
                  <a:pt x="56813" y="333579"/>
                </a:lnTo>
                <a:lnTo>
                  <a:pt x="68289" y="340694"/>
                </a:lnTo>
                <a:lnTo>
                  <a:pt x="63443" y="348498"/>
                </a:lnTo>
                <a:lnTo>
                  <a:pt x="63565" y="348309"/>
                </a:lnTo>
                <a:lnTo>
                  <a:pt x="56733" y="360217"/>
                </a:lnTo>
                <a:lnTo>
                  <a:pt x="56841" y="360015"/>
                </a:lnTo>
                <a:lnTo>
                  <a:pt x="50468" y="372058"/>
                </a:lnTo>
                <a:lnTo>
                  <a:pt x="50576" y="371842"/>
                </a:lnTo>
                <a:lnTo>
                  <a:pt x="48847" y="375407"/>
                </a:lnTo>
                <a:lnTo>
                  <a:pt x="36697" y="369520"/>
                </a:lnTo>
                <a:moveTo>
                  <a:pt x="64280" y="322076"/>
                </a:moveTo>
                <a:lnTo>
                  <a:pt x="67183" y="317715"/>
                </a:lnTo>
                <a:lnTo>
                  <a:pt x="75499" y="306050"/>
                </a:lnTo>
                <a:lnTo>
                  <a:pt x="84249" y="294547"/>
                </a:lnTo>
                <a:lnTo>
                  <a:pt x="88731" y="289011"/>
                </a:lnTo>
                <a:lnTo>
                  <a:pt x="99222" y="297517"/>
                </a:lnTo>
                <a:lnTo>
                  <a:pt x="94806" y="302958"/>
                </a:lnTo>
                <a:lnTo>
                  <a:pt x="94929" y="302796"/>
                </a:lnTo>
                <a:lnTo>
                  <a:pt x="86301" y="314137"/>
                </a:lnTo>
                <a:lnTo>
                  <a:pt x="86436" y="313975"/>
                </a:lnTo>
                <a:lnTo>
                  <a:pt x="78240" y="325465"/>
                </a:lnTo>
                <a:lnTo>
                  <a:pt x="78362" y="325289"/>
                </a:lnTo>
                <a:lnTo>
                  <a:pt x="75513" y="329556"/>
                </a:lnTo>
                <a:lnTo>
                  <a:pt x="64280" y="322076"/>
                </a:lnTo>
                <a:moveTo>
                  <a:pt x="97493" y="278480"/>
                </a:moveTo>
                <a:lnTo>
                  <a:pt x="103056" y="272013"/>
                </a:lnTo>
                <a:lnTo>
                  <a:pt x="113087" y="260995"/>
                </a:lnTo>
                <a:lnTo>
                  <a:pt x="123524" y="250154"/>
                </a:lnTo>
                <a:lnTo>
                  <a:pt x="125374" y="248345"/>
                </a:lnTo>
                <a:lnTo>
                  <a:pt x="134838" y="257971"/>
                </a:lnTo>
                <a:lnTo>
                  <a:pt x="133056" y="259713"/>
                </a:lnTo>
                <a:lnTo>
                  <a:pt x="133191" y="259591"/>
                </a:lnTo>
                <a:lnTo>
                  <a:pt x="122877" y="270298"/>
                </a:lnTo>
                <a:lnTo>
                  <a:pt x="122998" y="270163"/>
                </a:lnTo>
                <a:lnTo>
                  <a:pt x="113101" y="281031"/>
                </a:lnTo>
                <a:lnTo>
                  <a:pt x="113222" y="280883"/>
                </a:lnTo>
                <a:lnTo>
                  <a:pt x="107727" y="287283"/>
                </a:lnTo>
                <a:lnTo>
                  <a:pt x="97493" y="278480"/>
                </a:lnTo>
                <a:moveTo>
                  <a:pt x="135149" y="238772"/>
                </a:moveTo>
                <a:lnTo>
                  <a:pt x="145626" y="228997"/>
                </a:lnTo>
                <a:lnTo>
                  <a:pt x="157278" y="218682"/>
                </a:lnTo>
                <a:lnTo>
                  <a:pt x="165662" y="211634"/>
                </a:lnTo>
                <a:lnTo>
                  <a:pt x="174357" y="221963"/>
                </a:lnTo>
                <a:lnTo>
                  <a:pt x="166027" y="228970"/>
                </a:lnTo>
                <a:lnTo>
                  <a:pt x="166162" y="228849"/>
                </a:lnTo>
                <a:lnTo>
                  <a:pt x="154645" y="239042"/>
                </a:lnTo>
                <a:lnTo>
                  <a:pt x="154780" y="238934"/>
                </a:lnTo>
                <a:lnTo>
                  <a:pt x="144357" y="248655"/>
                </a:lnTo>
                <a:lnTo>
                  <a:pt x="135149" y="238772"/>
                </a:lnTo>
                <a:moveTo>
                  <a:pt x="176260" y="203007"/>
                </a:moveTo>
                <a:lnTo>
                  <a:pt x="181702" y="198633"/>
                </a:lnTo>
                <a:lnTo>
                  <a:pt x="194488" y="188898"/>
                </a:lnTo>
                <a:lnTo>
                  <a:pt x="207624" y="179352"/>
                </a:lnTo>
                <a:lnTo>
                  <a:pt x="209015" y="178394"/>
                </a:lnTo>
                <a:lnTo>
                  <a:pt x="216697" y="189506"/>
                </a:lnTo>
                <a:lnTo>
                  <a:pt x="215375" y="190424"/>
                </a:lnTo>
                <a:lnTo>
                  <a:pt x="215496" y="190329"/>
                </a:lnTo>
                <a:lnTo>
                  <a:pt x="202481" y="199780"/>
                </a:lnTo>
                <a:lnTo>
                  <a:pt x="202602" y="199686"/>
                </a:lnTo>
                <a:lnTo>
                  <a:pt x="189950" y="209326"/>
                </a:lnTo>
                <a:lnTo>
                  <a:pt x="190085" y="209231"/>
                </a:lnTo>
                <a:lnTo>
                  <a:pt x="184699" y="213538"/>
                </a:lnTo>
                <a:lnTo>
                  <a:pt x="176260" y="203007"/>
                </a:lnTo>
                <a:moveTo>
                  <a:pt x="220112" y="170725"/>
                </a:moveTo>
                <a:lnTo>
                  <a:pt x="221140" y="170023"/>
                </a:lnTo>
                <a:lnTo>
                  <a:pt x="234992" y="160883"/>
                </a:lnTo>
                <a:lnTo>
                  <a:pt x="249182" y="151958"/>
                </a:lnTo>
                <a:lnTo>
                  <a:pt x="254636" y="148691"/>
                </a:lnTo>
                <a:lnTo>
                  <a:pt x="261576" y="160275"/>
                </a:lnTo>
                <a:lnTo>
                  <a:pt x="256189" y="163502"/>
                </a:lnTo>
                <a:lnTo>
                  <a:pt x="256311" y="163434"/>
                </a:lnTo>
                <a:lnTo>
                  <a:pt x="242228" y="172278"/>
                </a:lnTo>
                <a:lnTo>
                  <a:pt x="242363" y="172197"/>
                </a:lnTo>
                <a:lnTo>
                  <a:pt x="228633" y="181243"/>
                </a:lnTo>
                <a:lnTo>
                  <a:pt x="228753" y="181162"/>
                </a:lnTo>
                <a:lnTo>
                  <a:pt x="227795" y="181823"/>
                </a:lnTo>
                <a:lnTo>
                  <a:pt x="220112" y="170725"/>
                </a:lnTo>
                <a:moveTo>
                  <a:pt x="266369" y="141738"/>
                </a:moveTo>
                <a:lnTo>
                  <a:pt x="278587" y="134757"/>
                </a:lnTo>
                <a:lnTo>
                  <a:pt x="293790" y="126481"/>
                </a:lnTo>
                <a:lnTo>
                  <a:pt x="302121" y="122147"/>
                </a:lnTo>
                <a:lnTo>
                  <a:pt x="308345" y="134136"/>
                </a:lnTo>
                <a:lnTo>
                  <a:pt x="300068" y="138430"/>
                </a:lnTo>
                <a:lnTo>
                  <a:pt x="300190" y="138362"/>
                </a:lnTo>
                <a:lnTo>
                  <a:pt x="285109" y="146571"/>
                </a:lnTo>
                <a:lnTo>
                  <a:pt x="285230" y="146504"/>
                </a:lnTo>
                <a:lnTo>
                  <a:pt x="273065" y="153457"/>
                </a:lnTo>
                <a:lnTo>
                  <a:pt x="266369" y="141738"/>
                </a:lnTo>
                <a:moveTo>
                  <a:pt x="314272" y="115963"/>
                </a:moveTo>
                <a:lnTo>
                  <a:pt x="325127" y="110603"/>
                </a:lnTo>
                <a:lnTo>
                  <a:pt x="341261" y="103016"/>
                </a:lnTo>
                <a:lnTo>
                  <a:pt x="351144" y="98587"/>
                </a:lnTo>
                <a:lnTo>
                  <a:pt x="356653" y="110914"/>
                </a:lnTo>
                <a:lnTo>
                  <a:pt x="346837" y="115302"/>
                </a:lnTo>
                <a:lnTo>
                  <a:pt x="346958" y="115248"/>
                </a:lnTo>
                <a:lnTo>
                  <a:pt x="330932" y="122795"/>
                </a:lnTo>
                <a:lnTo>
                  <a:pt x="331054" y="122728"/>
                </a:lnTo>
                <a:lnTo>
                  <a:pt x="320252" y="128074"/>
                </a:lnTo>
                <a:lnTo>
                  <a:pt x="314272" y="115963"/>
                </a:lnTo>
                <a:moveTo>
                  <a:pt x="363620" y="93133"/>
                </a:moveTo>
                <a:lnTo>
                  <a:pt x="374421" y="88542"/>
                </a:lnTo>
                <a:lnTo>
                  <a:pt x="391433" y="81670"/>
                </a:lnTo>
                <a:lnTo>
                  <a:pt x="401396" y="77849"/>
                </a:lnTo>
                <a:lnTo>
                  <a:pt x="406230" y="90459"/>
                </a:lnTo>
                <a:lnTo>
                  <a:pt x="396320" y="94253"/>
                </a:lnTo>
                <a:lnTo>
                  <a:pt x="396428" y="94213"/>
                </a:lnTo>
                <a:lnTo>
                  <a:pt x="379538" y="101031"/>
                </a:lnTo>
                <a:lnTo>
                  <a:pt x="379646" y="100990"/>
                </a:lnTo>
                <a:lnTo>
                  <a:pt x="368912" y="105554"/>
                </a:lnTo>
                <a:lnTo>
                  <a:pt x="363620" y="93133"/>
                </a:lnTo>
                <a:moveTo>
                  <a:pt x="414155" y="73070"/>
                </a:moveTo>
                <a:lnTo>
                  <a:pt x="426279" y="68668"/>
                </a:lnTo>
                <a:lnTo>
                  <a:pt x="444115" y="62552"/>
                </a:lnTo>
                <a:lnTo>
                  <a:pt x="452661" y="59784"/>
                </a:lnTo>
                <a:lnTo>
                  <a:pt x="456820" y="72624"/>
                </a:lnTo>
                <a:lnTo>
                  <a:pt x="448327" y="75378"/>
                </a:lnTo>
                <a:lnTo>
                  <a:pt x="448435" y="75338"/>
                </a:lnTo>
                <a:lnTo>
                  <a:pt x="430721" y="81427"/>
                </a:lnTo>
                <a:lnTo>
                  <a:pt x="430830" y="81386"/>
                </a:lnTo>
                <a:lnTo>
                  <a:pt x="418759" y="85761"/>
                </a:lnTo>
                <a:lnTo>
                  <a:pt x="414155" y="73070"/>
                </a:lnTo>
                <a:moveTo>
                  <a:pt x="465636" y="55653"/>
                </a:moveTo>
                <a:lnTo>
                  <a:pt x="480541" y="51103"/>
                </a:lnTo>
                <a:lnTo>
                  <a:pt x="499133" y="45770"/>
                </a:lnTo>
                <a:lnTo>
                  <a:pt x="504736" y="44271"/>
                </a:lnTo>
                <a:lnTo>
                  <a:pt x="508247" y="57313"/>
                </a:lnTo>
                <a:lnTo>
                  <a:pt x="502684" y="58799"/>
                </a:lnTo>
                <a:lnTo>
                  <a:pt x="502792" y="58772"/>
                </a:lnTo>
                <a:lnTo>
                  <a:pt x="484308" y="64064"/>
                </a:lnTo>
                <a:lnTo>
                  <a:pt x="484430" y="64037"/>
                </a:lnTo>
                <a:lnTo>
                  <a:pt x="469579" y="68560"/>
                </a:lnTo>
                <a:lnTo>
                  <a:pt x="465636" y="55653"/>
                </a:lnTo>
                <a:moveTo>
                  <a:pt x="517778" y="40761"/>
                </a:moveTo>
                <a:lnTo>
                  <a:pt x="517953" y="40720"/>
                </a:lnTo>
                <a:lnTo>
                  <a:pt x="537019" y="35941"/>
                </a:lnTo>
                <a:lnTo>
                  <a:pt x="556311" y="31445"/>
                </a:lnTo>
                <a:lnTo>
                  <a:pt x="557472" y="31188"/>
                </a:lnTo>
                <a:lnTo>
                  <a:pt x="560335" y="44379"/>
                </a:lnTo>
                <a:lnTo>
                  <a:pt x="559215" y="44622"/>
                </a:lnTo>
                <a:lnTo>
                  <a:pt x="559322" y="44595"/>
                </a:lnTo>
                <a:lnTo>
                  <a:pt x="540136" y="49078"/>
                </a:lnTo>
                <a:lnTo>
                  <a:pt x="540244" y="49050"/>
                </a:lnTo>
                <a:lnTo>
                  <a:pt x="521303" y="53803"/>
                </a:lnTo>
                <a:lnTo>
                  <a:pt x="521411" y="53776"/>
                </a:lnTo>
                <a:lnTo>
                  <a:pt x="521289" y="53803"/>
                </a:lnTo>
                <a:lnTo>
                  <a:pt x="517778" y="40761"/>
                </a:lnTo>
                <a:moveTo>
                  <a:pt x="570677" y="28339"/>
                </a:moveTo>
                <a:lnTo>
                  <a:pt x="575821" y="27219"/>
                </a:lnTo>
                <a:lnTo>
                  <a:pt x="595546" y="23290"/>
                </a:lnTo>
                <a:lnTo>
                  <a:pt x="610642" y="20536"/>
                </a:lnTo>
                <a:lnTo>
                  <a:pt x="613072" y="33821"/>
                </a:lnTo>
                <a:lnTo>
                  <a:pt x="598018" y="36562"/>
                </a:lnTo>
                <a:lnTo>
                  <a:pt x="598126" y="36548"/>
                </a:lnTo>
                <a:lnTo>
                  <a:pt x="578508" y="40450"/>
                </a:lnTo>
                <a:lnTo>
                  <a:pt x="578616" y="40437"/>
                </a:lnTo>
                <a:lnTo>
                  <a:pt x="573526" y="41530"/>
                </a:lnTo>
                <a:lnTo>
                  <a:pt x="570677" y="28339"/>
                </a:lnTo>
                <a:moveTo>
                  <a:pt x="624048" y="18227"/>
                </a:moveTo>
                <a:lnTo>
                  <a:pt x="635605" y="16310"/>
                </a:lnTo>
                <a:lnTo>
                  <a:pt x="655939" y="13258"/>
                </a:lnTo>
                <a:lnTo>
                  <a:pt x="664309" y="12151"/>
                </a:lnTo>
                <a:lnTo>
                  <a:pt x="666105" y="25531"/>
                </a:lnTo>
                <a:lnTo>
                  <a:pt x="657774" y="26638"/>
                </a:lnTo>
                <a:lnTo>
                  <a:pt x="657883" y="26625"/>
                </a:lnTo>
                <a:lnTo>
                  <a:pt x="637657" y="29649"/>
                </a:lnTo>
                <a:lnTo>
                  <a:pt x="637765" y="29635"/>
                </a:lnTo>
                <a:lnTo>
                  <a:pt x="626262" y="31553"/>
                </a:lnTo>
                <a:lnTo>
                  <a:pt x="624048" y="18227"/>
                </a:lnTo>
                <a:moveTo>
                  <a:pt x="677797" y="10369"/>
                </a:moveTo>
                <a:lnTo>
                  <a:pt x="697144" y="8087"/>
                </a:lnTo>
                <a:lnTo>
                  <a:pt x="718018" y="5968"/>
                </a:lnTo>
                <a:lnTo>
                  <a:pt x="718275" y="5941"/>
                </a:lnTo>
                <a:lnTo>
                  <a:pt x="719435" y="19402"/>
                </a:lnTo>
                <a:lnTo>
                  <a:pt x="719220" y="19415"/>
                </a:lnTo>
                <a:lnTo>
                  <a:pt x="719327" y="19402"/>
                </a:lnTo>
                <a:lnTo>
                  <a:pt x="698562" y="21521"/>
                </a:lnTo>
                <a:lnTo>
                  <a:pt x="698670" y="21508"/>
                </a:lnTo>
                <a:lnTo>
                  <a:pt x="679377" y="23776"/>
                </a:lnTo>
                <a:lnTo>
                  <a:pt x="677797" y="10369"/>
                </a:lnTo>
                <a:moveTo>
                  <a:pt x="731736" y="4793"/>
                </a:moveTo>
                <a:lnTo>
                  <a:pt x="739053" y="4158"/>
                </a:lnTo>
                <a:lnTo>
                  <a:pt x="760250" y="2673"/>
                </a:lnTo>
                <a:lnTo>
                  <a:pt x="772347" y="2012"/>
                </a:lnTo>
                <a:lnTo>
                  <a:pt x="773076" y="15500"/>
                </a:lnTo>
                <a:lnTo>
                  <a:pt x="761047" y="16148"/>
                </a:lnTo>
                <a:lnTo>
                  <a:pt x="761142" y="16148"/>
                </a:lnTo>
                <a:lnTo>
                  <a:pt x="740052" y="17619"/>
                </a:lnTo>
                <a:lnTo>
                  <a:pt x="740159" y="17619"/>
                </a:lnTo>
                <a:lnTo>
                  <a:pt x="732882" y="18240"/>
                </a:lnTo>
                <a:lnTo>
                  <a:pt x="731736" y="4793"/>
                </a:lnTo>
                <a:moveTo>
                  <a:pt x="785930" y="1337"/>
                </a:moveTo>
                <a:lnTo>
                  <a:pt x="803117" y="675"/>
                </a:lnTo>
                <a:lnTo>
                  <a:pt x="824760" y="175"/>
                </a:lnTo>
                <a:lnTo>
                  <a:pt x="826637" y="148"/>
                </a:lnTo>
                <a:lnTo>
                  <a:pt x="826730" y="13650"/>
                </a:lnTo>
                <a:lnTo>
                  <a:pt x="824909" y="13663"/>
                </a:lnTo>
                <a:lnTo>
                  <a:pt x="825017" y="13663"/>
                </a:lnTo>
                <a:lnTo>
                  <a:pt x="803482" y="14176"/>
                </a:lnTo>
                <a:lnTo>
                  <a:pt x="803589" y="14163"/>
                </a:lnTo>
                <a:lnTo>
                  <a:pt x="786456" y="14838"/>
                </a:lnTo>
                <a:lnTo>
                  <a:pt x="785930" y="1337"/>
                </a:lnTo>
                <a:moveTo>
                  <a:pt x="840138" y="54"/>
                </a:moveTo>
                <a:lnTo>
                  <a:pt x="846538" y="0"/>
                </a:lnTo>
                <a:lnTo>
                  <a:pt x="868315" y="175"/>
                </a:lnTo>
                <a:lnTo>
                  <a:pt x="880845" y="459"/>
                </a:lnTo>
                <a:lnTo>
                  <a:pt x="880534" y="13960"/>
                </a:lnTo>
                <a:lnTo>
                  <a:pt x="868059" y="13663"/>
                </a:lnTo>
                <a:lnTo>
                  <a:pt x="868154" y="13663"/>
                </a:lnTo>
                <a:lnTo>
                  <a:pt x="846484" y="13501"/>
                </a:lnTo>
                <a:lnTo>
                  <a:pt x="846591" y="13501"/>
                </a:lnTo>
                <a:lnTo>
                  <a:pt x="840232" y="13555"/>
                </a:lnTo>
                <a:lnTo>
                  <a:pt x="840138" y="54"/>
                </a:lnTo>
                <a:moveTo>
                  <a:pt x="894441" y="850"/>
                </a:moveTo>
                <a:lnTo>
                  <a:pt x="911466" y="1512"/>
                </a:lnTo>
                <a:lnTo>
                  <a:pt x="932825" y="2673"/>
                </a:lnTo>
                <a:lnTo>
                  <a:pt x="935107" y="2835"/>
                </a:lnTo>
                <a:lnTo>
                  <a:pt x="934162" y="16296"/>
                </a:lnTo>
                <a:lnTo>
                  <a:pt x="931934" y="16148"/>
                </a:lnTo>
                <a:lnTo>
                  <a:pt x="932028" y="16148"/>
                </a:lnTo>
                <a:lnTo>
                  <a:pt x="910778" y="15000"/>
                </a:lnTo>
                <a:lnTo>
                  <a:pt x="910886" y="15000"/>
                </a:lnTo>
                <a:lnTo>
                  <a:pt x="893914" y="14339"/>
                </a:lnTo>
                <a:lnTo>
                  <a:pt x="894441" y="850"/>
                </a:lnTo>
                <a:moveTo>
                  <a:pt x="948581" y="3780"/>
                </a:moveTo>
                <a:lnTo>
                  <a:pt x="954023" y="4158"/>
                </a:lnTo>
                <a:lnTo>
                  <a:pt x="975057" y="5968"/>
                </a:lnTo>
                <a:lnTo>
                  <a:pt x="989126" y="7399"/>
                </a:lnTo>
                <a:lnTo>
                  <a:pt x="987762" y="20833"/>
                </a:lnTo>
                <a:lnTo>
                  <a:pt x="973748" y="19402"/>
                </a:lnTo>
                <a:lnTo>
                  <a:pt x="973856" y="19415"/>
                </a:lnTo>
                <a:lnTo>
                  <a:pt x="952915" y="17619"/>
                </a:lnTo>
                <a:lnTo>
                  <a:pt x="953023" y="17619"/>
                </a:lnTo>
                <a:lnTo>
                  <a:pt x="947636" y="17241"/>
                </a:lnTo>
                <a:lnTo>
                  <a:pt x="948581" y="3780"/>
                </a:lnTo>
                <a:moveTo>
                  <a:pt x="1002655" y="8884"/>
                </a:moveTo>
                <a:lnTo>
                  <a:pt x="1016628" y="10517"/>
                </a:lnTo>
                <a:lnTo>
                  <a:pt x="1037137" y="13258"/>
                </a:lnTo>
                <a:lnTo>
                  <a:pt x="1043023" y="14149"/>
                </a:lnTo>
                <a:lnTo>
                  <a:pt x="1041025" y="27502"/>
                </a:lnTo>
                <a:lnTo>
                  <a:pt x="1035192" y="26625"/>
                </a:lnTo>
                <a:lnTo>
                  <a:pt x="1035301" y="26638"/>
                </a:lnTo>
                <a:lnTo>
                  <a:pt x="1014887" y="23911"/>
                </a:lnTo>
                <a:lnTo>
                  <a:pt x="1014995" y="23924"/>
                </a:lnTo>
                <a:lnTo>
                  <a:pt x="1001075" y="22291"/>
                </a:lnTo>
                <a:lnTo>
                  <a:pt x="1002655" y="8884"/>
                </a:lnTo>
                <a:moveTo>
                  <a:pt x="1056377" y="16148"/>
                </a:moveTo>
                <a:lnTo>
                  <a:pt x="1057470" y="16310"/>
                </a:lnTo>
                <a:lnTo>
                  <a:pt x="1077601" y="19658"/>
                </a:lnTo>
                <a:lnTo>
                  <a:pt x="1096503" y="23101"/>
                </a:lnTo>
                <a:lnTo>
                  <a:pt x="1094072" y="36386"/>
                </a:lnTo>
                <a:lnTo>
                  <a:pt x="1075224" y="32943"/>
                </a:lnTo>
                <a:lnTo>
                  <a:pt x="1075332" y="32957"/>
                </a:lnTo>
                <a:lnTo>
                  <a:pt x="1055310" y="29635"/>
                </a:lnTo>
                <a:lnTo>
                  <a:pt x="1055418" y="29649"/>
                </a:lnTo>
                <a:lnTo>
                  <a:pt x="1054378" y="29500"/>
                </a:lnTo>
                <a:lnTo>
                  <a:pt x="1056377" y="16148"/>
                </a:lnTo>
                <a:moveTo>
                  <a:pt x="1109856" y="25747"/>
                </a:moveTo>
                <a:lnTo>
                  <a:pt x="1117254" y="27219"/>
                </a:lnTo>
                <a:lnTo>
                  <a:pt x="1136763" y="31445"/>
                </a:lnTo>
                <a:lnTo>
                  <a:pt x="1149630" y="34442"/>
                </a:lnTo>
                <a:lnTo>
                  <a:pt x="1146566" y="47592"/>
                </a:lnTo>
                <a:lnTo>
                  <a:pt x="1133753" y="44595"/>
                </a:lnTo>
                <a:lnTo>
                  <a:pt x="1133861" y="44622"/>
                </a:lnTo>
                <a:lnTo>
                  <a:pt x="1114460" y="40437"/>
                </a:lnTo>
                <a:lnTo>
                  <a:pt x="1114567" y="40450"/>
                </a:lnTo>
                <a:lnTo>
                  <a:pt x="1107210" y="38992"/>
                </a:lnTo>
                <a:lnTo>
                  <a:pt x="1109856" y="25747"/>
                </a:lnTo>
                <a:moveTo>
                  <a:pt x="1162862" y="37642"/>
                </a:moveTo>
                <a:lnTo>
                  <a:pt x="1175121" y="40720"/>
                </a:lnTo>
                <a:lnTo>
                  <a:pt x="1193943" y="45770"/>
                </a:lnTo>
                <a:lnTo>
                  <a:pt x="1202218" y="48146"/>
                </a:lnTo>
                <a:lnTo>
                  <a:pt x="1198492" y="61121"/>
                </a:lnTo>
                <a:lnTo>
                  <a:pt x="1190283" y="58772"/>
                </a:lnTo>
                <a:lnTo>
                  <a:pt x="1190392" y="58799"/>
                </a:lnTo>
                <a:lnTo>
                  <a:pt x="1171665" y="53776"/>
                </a:lnTo>
                <a:lnTo>
                  <a:pt x="1171773" y="53803"/>
                </a:lnTo>
                <a:lnTo>
                  <a:pt x="1159581" y="50738"/>
                </a:lnTo>
                <a:lnTo>
                  <a:pt x="1162862" y="37642"/>
                </a:lnTo>
                <a:moveTo>
                  <a:pt x="1215289" y="51940"/>
                </a:moveTo>
                <a:lnTo>
                  <a:pt x="1230882" y="56692"/>
                </a:lnTo>
                <a:lnTo>
                  <a:pt x="1248960" y="62552"/>
                </a:lnTo>
                <a:lnTo>
                  <a:pt x="1254091" y="64321"/>
                </a:lnTo>
                <a:lnTo>
                  <a:pt x="1249717" y="77079"/>
                </a:lnTo>
                <a:lnTo>
                  <a:pt x="1244640" y="75338"/>
                </a:lnTo>
                <a:lnTo>
                  <a:pt x="1244748" y="75378"/>
                </a:lnTo>
                <a:lnTo>
                  <a:pt x="1226778" y="69559"/>
                </a:lnTo>
                <a:lnTo>
                  <a:pt x="1226885" y="69600"/>
                </a:lnTo>
                <a:lnTo>
                  <a:pt x="1211345" y="64861"/>
                </a:lnTo>
                <a:lnTo>
                  <a:pt x="1215289" y="51940"/>
                </a:lnTo>
                <a:moveTo>
                  <a:pt x="1266985" y="68735"/>
                </a:moveTo>
                <a:lnTo>
                  <a:pt x="1284361" y="75041"/>
                </a:lnTo>
                <a:lnTo>
                  <a:pt x="1301643" y="81670"/>
                </a:lnTo>
                <a:lnTo>
                  <a:pt x="1305112" y="83074"/>
                </a:lnTo>
                <a:lnTo>
                  <a:pt x="1300063" y="95590"/>
                </a:lnTo>
                <a:lnTo>
                  <a:pt x="1296647" y="94213"/>
                </a:lnTo>
                <a:lnTo>
                  <a:pt x="1296755" y="94253"/>
                </a:lnTo>
                <a:lnTo>
                  <a:pt x="1279581" y="87678"/>
                </a:lnTo>
                <a:lnTo>
                  <a:pt x="1279690" y="87718"/>
                </a:lnTo>
                <a:lnTo>
                  <a:pt x="1262367" y="81427"/>
                </a:lnTo>
                <a:lnTo>
                  <a:pt x="1266985" y="68735"/>
                </a:lnTo>
                <a:moveTo>
                  <a:pt x="1317643" y="88124"/>
                </a:moveTo>
                <a:lnTo>
                  <a:pt x="1318655" y="88542"/>
                </a:lnTo>
                <a:lnTo>
                  <a:pt x="1335382" y="95657"/>
                </a:lnTo>
                <a:lnTo>
                  <a:pt x="1351814" y="103016"/>
                </a:lnTo>
                <a:lnTo>
                  <a:pt x="1355068" y="104541"/>
                </a:lnTo>
                <a:lnTo>
                  <a:pt x="1349330" y="116760"/>
                </a:lnTo>
                <a:lnTo>
                  <a:pt x="1346117" y="115248"/>
                </a:lnTo>
                <a:lnTo>
                  <a:pt x="1346238" y="115302"/>
                </a:lnTo>
                <a:lnTo>
                  <a:pt x="1329915" y="107998"/>
                </a:lnTo>
                <a:lnTo>
                  <a:pt x="1330036" y="108052"/>
                </a:lnTo>
                <a:lnTo>
                  <a:pt x="1313430" y="100990"/>
                </a:lnTo>
                <a:lnTo>
                  <a:pt x="1313538" y="101031"/>
                </a:lnTo>
                <a:lnTo>
                  <a:pt x="1312579" y="100653"/>
                </a:lnTo>
                <a:lnTo>
                  <a:pt x="1317643" y="88124"/>
                </a:lnTo>
                <a:moveTo>
                  <a:pt x="1367287" y="110293"/>
                </a:moveTo>
                <a:lnTo>
                  <a:pt x="1367948" y="110603"/>
                </a:lnTo>
                <a:lnTo>
                  <a:pt x="1383772" y="118421"/>
                </a:lnTo>
                <a:lnTo>
                  <a:pt x="1399286" y="126481"/>
                </a:lnTo>
                <a:lnTo>
                  <a:pt x="1403714" y="128884"/>
                </a:lnTo>
                <a:lnTo>
                  <a:pt x="1397260" y="140752"/>
                </a:lnTo>
                <a:lnTo>
                  <a:pt x="1392886" y="138362"/>
                </a:lnTo>
                <a:lnTo>
                  <a:pt x="1393007" y="138430"/>
                </a:lnTo>
                <a:lnTo>
                  <a:pt x="1377615" y="130437"/>
                </a:lnTo>
                <a:lnTo>
                  <a:pt x="1377723" y="130504"/>
                </a:lnTo>
                <a:lnTo>
                  <a:pt x="1362022" y="122728"/>
                </a:lnTo>
                <a:lnTo>
                  <a:pt x="1362143" y="122795"/>
                </a:lnTo>
                <a:lnTo>
                  <a:pt x="1361535" y="122512"/>
                </a:lnTo>
                <a:lnTo>
                  <a:pt x="1367287" y="110293"/>
                </a:lnTo>
                <a:moveTo>
                  <a:pt x="1415676" y="135433"/>
                </a:moveTo>
                <a:lnTo>
                  <a:pt x="1429353" y="143250"/>
                </a:lnTo>
                <a:lnTo>
                  <a:pt x="1443893" y="151958"/>
                </a:lnTo>
                <a:lnTo>
                  <a:pt x="1450738" y="156265"/>
                </a:lnTo>
                <a:lnTo>
                  <a:pt x="1443556" y="167701"/>
                </a:lnTo>
                <a:lnTo>
                  <a:pt x="1436765" y="163434"/>
                </a:lnTo>
                <a:lnTo>
                  <a:pt x="1436886" y="163502"/>
                </a:lnTo>
                <a:lnTo>
                  <a:pt x="1422467" y="154861"/>
                </a:lnTo>
                <a:lnTo>
                  <a:pt x="1422589" y="154929"/>
                </a:lnTo>
                <a:lnTo>
                  <a:pt x="1408978" y="147165"/>
                </a:lnTo>
                <a:lnTo>
                  <a:pt x="1415676" y="135433"/>
                </a:lnTo>
                <a:moveTo>
                  <a:pt x="1462242" y="163623"/>
                </a:moveTo>
                <a:lnTo>
                  <a:pt x="1471936" y="170023"/>
                </a:lnTo>
                <a:lnTo>
                  <a:pt x="1485438" y="179352"/>
                </a:lnTo>
                <a:lnTo>
                  <a:pt x="1495779" y="186859"/>
                </a:lnTo>
                <a:lnTo>
                  <a:pt x="1487840" y="197782"/>
                </a:lnTo>
                <a:lnTo>
                  <a:pt x="1477580" y="190329"/>
                </a:lnTo>
                <a:lnTo>
                  <a:pt x="1477701" y="190424"/>
                </a:lnTo>
                <a:lnTo>
                  <a:pt x="1464321" y="181162"/>
                </a:lnTo>
                <a:lnTo>
                  <a:pt x="1464443" y="181243"/>
                </a:lnTo>
                <a:lnTo>
                  <a:pt x="1454803" y="174897"/>
                </a:lnTo>
                <a:lnTo>
                  <a:pt x="1462242" y="163623"/>
                </a:lnTo>
                <a:moveTo>
                  <a:pt x="1506689" y="195068"/>
                </a:moveTo>
                <a:lnTo>
                  <a:pt x="1511360" y="198633"/>
                </a:lnTo>
                <a:lnTo>
                  <a:pt x="1523767" y="208570"/>
                </a:lnTo>
                <a:lnTo>
                  <a:pt x="1535797" y="218682"/>
                </a:lnTo>
                <a:lnTo>
                  <a:pt x="1538430" y="221018"/>
                </a:lnTo>
                <a:lnTo>
                  <a:pt x="1529479" y="231117"/>
                </a:lnTo>
                <a:lnTo>
                  <a:pt x="1526914" y="228849"/>
                </a:lnTo>
                <a:lnTo>
                  <a:pt x="1527035" y="228970"/>
                </a:lnTo>
                <a:lnTo>
                  <a:pt x="1515140" y="218952"/>
                </a:lnTo>
                <a:lnTo>
                  <a:pt x="1515276" y="219060"/>
                </a:lnTo>
                <a:lnTo>
                  <a:pt x="1502989" y="209231"/>
                </a:lnTo>
                <a:lnTo>
                  <a:pt x="1503111" y="209326"/>
                </a:lnTo>
                <a:lnTo>
                  <a:pt x="1498507" y="205815"/>
                </a:lnTo>
                <a:lnTo>
                  <a:pt x="1506689" y="195068"/>
                </a:lnTo>
                <a:moveTo>
                  <a:pt x="1548638" y="230118"/>
                </a:moveTo>
                <a:lnTo>
                  <a:pt x="1558696" y="239488"/>
                </a:lnTo>
                <a:lnTo>
                  <a:pt x="1569537" y="250154"/>
                </a:lnTo>
                <a:lnTo>
                  <a:pt x="1577801" y="258727"/>
                </a:lnTo>
                <a:lnTo>
                  <a:pt x="1568080" y="268097"/>
                </a:lnTo>
                <a:lnTo>
                  <a:pt x="1559884" y="259591"/>
                </a:lnTo>
                <a:lnTo>
                  <a:pt x="1560006" y="259713"/>
                </a:lnTo>
                <a:lnTo>
                  <a:pt x="1549286" y="249182"/>
                </a:lnTo>
                <a:lnTo>
                  <a:pt x="1549421" y="249303"/>
                </a:lnTo>
                <a:lnTo>
                  <a:pt x="1539430" y="239988"/>
                </a:lnTo>
                <a:lnTo>
                  <a:pt x="1548638" y="230118"/>
                </a:lnTo>
                <a:moveTo>
                  <a:pt x="1587076" y="268786"/>
                </a:moveTo>
                <a:lnTo>
                  <a:pt x="1590020" y="272013"/>
                </a:lnTo>
                <a:lnTo>
                  <a:pt x="1599632" y="283192"/>
                </a:lnTo>
                <a:lnTo>
                  <a:pt x="1608826" y="294547"/>
                </a:lnTo>
                <a:lnTo>
                  <a:pt x="1613296" y="300420"/>
                </a:lnTo>
                <a:lnTo>
                  <a:pt x="1602548" y="308601"/>
                </a:lnTo>
                <a:lnTo>
                  <a:pt x="1598133" y="302796"/>
                </a:lnTo>
                <a:lnTo>
                  <a:pt x="1598268" y="302958"/>
                </a:lnTo>
                <a:lnTo>
                  <a:pt x="1589209" y="291765"/>
                </a:lnTo>
                <a:lnTo>
                  <a:pt x="1589331" y="291927"/>
                </a:lnTo>
                <a:lnTo>
                  <a:pt x="1579853" y="280883"/>
                </a:lnTo>
                <a:lnTo>
                  <a:pt x="1579975" y="281031"/>
                </a:lnTo>
                <a:lnTo>
                  <a:pt x="1577099" y="277872"/>
                </a:lnTo>
                <a:lnTo>
                  <a:pt x="1587076" y="268786"/>
                </a:lnTo>
                <a:moveTo>
                  <a:pt x="1621437" y="311464"/>
                </a:moveTo>
                <a:lnTo>
                  <a:pt x="1625893" y="317715"/>
                </a:lnTo>
                <a:lnTo>
                  <a:pt x="1633750" y="329529"/>
                </a:lnTo>
                <a:lnTo>
                  <a:pt x="1641162" y="341491"/>
                </a:lnTo>
                <a:lnTo>
                  <a:pt x="1643768" y="346027"/>
                </a:lnTo>
                <a:lnTo>
                  <a:pt x="1632050" y="352737"/>
                </a:lnTo>
                <a:lnTo>
                  <a:pt x="1629511" y="348309"/>
                </a:lnTo>
                <a:lnTo>
                  <a:pt x="1629632" y="348498"/>
                </a:lnTo>
                <a:lnTo>
                  <a:pt x="1622328" y="336725"/>
                </a:lnTo>
                <a:lnTo>
                  <a:pt x="1622450" y="336914"/>
                </a:lnTo>
                <a:lnTo>
                  <a:pt x="1614713" y="325289"/>
                </a:lnTo>
                <a:lnTo>
                  <a:pt x="1614835" y="325465"/>
                </a:lnTo>
                <a:lnTo>
                  <a:pt x="1610433" y="319295"/>
                </a:lnTo>
                <a:lnTo>
                  <a:pt x="1621437" y="311464"/>
                </a:lnTo>
                <a:moveTo>
                  <a:pt x="1650451" y="358017"/>
                </a:moveTo>
                <a:lnTo>
                  <a:pt x="1654596" y="365847"/>
                </a:lnTo>
                <a:lnTo>
                  <a:pt x="1660591" y="378228"/>
                </a:lnTo>
                <a:lnTo>
                  <a:pt x="1666113" y="390744"/>
                </a:lnTo>
                <a:lnTo>
                  <a:pt x="1667937" y="395334"/>
                </a:lnTo>
                <a:lnTo>
                  <a:pt x="1655393" y="400316"/>
                </a:lnTo>
                <a:lnTo>
                  <a:pt x="1653611" y="395848"/>
                </a:lnTo>
                <a:lnTo>
                  <a:pt x="1653706" y="396077"/>
                </a:lnTo>
                <a:lnTo>
                  <a:pt x="1648291" y="383791"/>
                </a:lnTo>
                <a:lnTo>
                  <a:pt x="1648386" y="384007"/>
                </a:lnTo>
                <a:lnTo>
                  <a:pt x="1642499" y="371842"/>
                </a:lnTo>
                <a:lnTo>
                  <a:pt x="1642607" y="372058"/>
                </a:lnTo>
                <a:lnTo>
                  <a:pt x="1638517" y="364335"/>
                </a:lnTo>
                <a:lnTo>
                  <a:pt x="1650451" y="358017"/>
                </a:lnTo>
                <a:moveTo>
                  <a:pt x="1672837" y="408188"/>
                </a:moveTo>
                <a:lnTo>
                  <a:pt x="1675672" y="416154"/>
                </a:lnTo>
                <a:lnTo>
                  <a:pt x="1679696" y="429048"/>
                </a:lnTo>
                <a:lnTo>
                  <a:pt x="1683206" y="442049"/>
                </a:lnTo>
                <a:lnTo>
                  <a:pt x="1684503" y="447761"/>
                </a:lnTo>
                <a:lnTo>
                  <a:pt x="1671338" y="450758"/>
                </a:lnTo>
                <a:lnTo>
                  <a:pt x="1670069" y="445168"/>
                </a:lnTo>
                <a:lnTo>
                  <a:pt x="1670137" y="445438"/>
                </a:lnTo>
                <a:lnTo>
                  <a:pt x="1666694" y="432693"/>
                </a:lnTo>
                <a:lnTo>
                  <a:pt x="1666761" y="432936"/>
                </a:lnTo>
                <a:lnTo>
                  <a:pt x="1662819" y="420299"/>
                </a:lnTo>
                <a:lnTo>
                  <a:pt x="1662900" y="420555"/>
                </a:lnTo>
                <a:lnTo>
                  <a:pt x="1660119" y="412697"/>
                </a:lnTo>
                <a:lnTo>
                  <a:pt x="1672837" y="408188"/>
                </a:lnTo>
                <a:moveTo>
                  <a:pt x="1687324" y="461235"/>
                </a:moveTo>
                <a:lnTo>
                  <a:pt x="1688648" y="468363"/>
                </a:lnTo>
                <a:lnTo>
                  <a:pt x="1690578" y="481676"/>
                </a:lnTo>
                <a:lnTo>
                  <a:pt x="1691955" y="495056"/>
                </a:lnTo>
                <a:lnTo>
                  <a:pt x="1692442" y="501820"/>
                </a:lnTo>
                <a:lnTo>
                  <a:pt x="1692468" y="502293"/>
                </a:lnTo>
                <a:lnTo>
                  <a:pt x="1678980" y="502981"/>
                </a:lnTo>
                <a:lnTo>
                  <a:pt x="1678966" y="502590"/>
                </a:lnTo>
                <a:lnTo>
                  <a:pt x="1678980" y="502725"/>
                </a:lnTo>
                <a:lnTo>
                  <a:pt x="1678494" y="496136"/>
                </a:lnTo>
                <a:lnTo>
                  <a:pt x="1678521" y="496338"/>
                </a:lnTo>
                <a:lnTo>
                  <a:pt x="1677158" y="483202"/>
                </a:lnTo>
                <a:lnTo>
                  <a:pt x="1677198" y="483472"/>
                </a:lnTo>
                <a:lnTo>
                  <a:pt x="1675308" y="470429"/>
                </a:lnTo>
                <a:lnTo>
                  <a:pt x="1675348" y="470699"/>
                </a:lnTo>
                <a:lnTo>
                  <a:pt x="1674052" y="463706"/>
                </a:lnTo>
                <a:lnTo>
                  <a:pt x="1687324" y="461235"/>
                </a:lnTo>
                <a:moveTo>
                  <a:pt x="1693009" y="516050"/>
                </a:moveTo>
                <a:lnTo>
                  <a:pt x="1693076" y="522167"/>
                </a:lnTo>
                <a:lnTo>
                  <a:pt x="1693009" y="528971"/>
                </a:lnTo>
                <a:lnTo>
                  <a:pt x="1692792" y="535749"/>
                </a:lnTo>
                <a:lnTo>
                  <a:pt x="1692442" y="542513"/>
                </a:lnTo>
                <a:lnTo>
                  <a:pt x="1691955" y="549277"/>
                </a:lnTo>
                <a:lnTo>
                  <a:pt x="1691131" y="557257"/>
                </a:lnTo>
                <a:lnTo>
                  <a:pt x="1677697" y="555866"/>
                </a:lnTo>
                <a:lnTo>
                  <a:pt x="1678521" y="547995"/>
                </a:lnTo>
                <a:lnTo>
                  <a:pt x="1678494" y="548197"/>
                </a:lnTo>
                <a:lnTo>
                  <a:pt x="1678980" y="541609"/>
                </a:lnTo>
                <a:lnTo>
                  <a:pt x="1678966" y="541744"/>
                </a:lnTo>
                <a:lnTo>
                  <a:pt x="1679304" y="535128"/>
                </a:lnTo>
                <a:lnTo>
                  <a:pt x="1679304" y="535263"/>
                </a:lnTo>
                <a:lnTo>
                  <a:pt x="1679507" y="528620"/>
                </a:lnTo>
                <a:lnTo>
                  <a:pt x="1679507" y="528755"/>
                </a:lnTo>
                <a:lnTo>
                  <a:pt x="1679575" y="522099"/>
                </a:lnTo>
                <a:lnTo>
                  <a:pt x="1679575" y="522234"/>
                </a:lnTo>
                <a:lnTo>
                  <a:pt x="1679507" y="516199"/>
                </a:lnTo>
                <a:lnTo>
                  <a:pt x="1693009" y="516050"/>
                </a:lnTo>
                <a:moveTo>
                  <a:pt x="1689376" y="570907"/>
                </a:moveTo>
                <a:lnTo>
                  <a:pt x="1688648" y="575970"/>
                </a:lnTo>
                <a:lnTo>
                  <a:pt x="1686190" y="589174"/>
                </a:lnTo>
                <a:lnTo>
                  <a:pt x="1683206" y="602284"/>
                </a:lnTo>
                <a:lnTo>
                  <a:pt x="1680776" y="611289"/>
                </a:lnTo>
                <a:lnTo>
                  <a:pt x="1667733" y="607766"/>
                </a:lnTo>
                <a:lnTo>
                  <a:pt x="1670137" y="598895"/>
                </a:lnTo>
                <a:lnTo>
                  <a:pt x="1670069" y="599165"/>
                </a:lnTo>
                <a:lnTo>
                  <a:pt x="1673000" y="586312"/>
                </a:lnTo>
                <a:lnTo>
                  <a:pt x="1672945" y="586582"/>
                </a:lnTo>
                <a:lnTo>
                  <a:pt x="1675348" y="573634"/>
                </a:lnTo>
                <a:lnTo>
                  <a:pt x="1675308" y="573904"/>
                </a:lnTo>
                <a:lnTo>
                  <a:pt x="1676024" y="568976"/>
                </a:lnTo>
                <a:lnTo>
                  <a:pt x="1689376" y="570907"/>
                </a:lnTo>
                <a:moveTo>
                  <a:pt x="1676820" y="624467"/>
                </a:moveTo>
                <a:lnTo>
                  <a:pt x="1675672" y="628180"/>
                </a:lnTo>
                <a:lnTo>
                  <a:pt x="1671136" y="640938"/>
                </a:lnTo>
                <a:lnTo>
                  <a:pt x="1666113" y="653589"/>
                </a:lnTo>
                <a:lnTo>
                  <a:pt x="1661981" y="662946"/>
                </a:lnTo>
                <a:lnTo>
                  <a:pt x="1649628" y="657505"/>
                </a:lnTo>
                <a:lnTo>
                  <a:pt x="1653706" y="648256"/>
                </a:lnTo>
                <a:lnTo>
                  <a:pt x="1653611" y="648486"/>
                </a:lnTo>
                <a:lnTo>
                  <a:pt x="1658553" y="636078"/>
                </a:lnTo>
                <a:lnTo>
                  <a:pt x="1658458" y="636307"/>
                </a:lnTo>
                <a:lnTo>
                  <a:pt x="1662900" y="623778"/>
                </a:lnTo>
                <a:lnTo>
                  <a:pt x="1662819" y="624035"/>
                </a:lnTo>
                <a:lnTo>
                  <a:pt x="1663940" y="620443"/>
                </a:lnTo>
                <a:lnTo>
                  <a:pt x="1676820" y="624467"/>
                </a:lnTo>
                <a:moveTo>
                  <a:pt x="1656095" y="675367"/>
                </a:moveTo>
                <a:lnTo>
                  <a:pt x="1654596" y="678486"/>
                </a:lnTo>
                <a:lnTo>
                  <a:pt x="1648116" y="690732"/>
                </a:lnTo>
                <a:lnTo>
                  <a:pt x="1641162" y="702842"/>
                </a:lnTo>
                <a:lnTo>
                  <a:pt x="1635938" y="711281"/>
                </a:lnTo>
                <a:lnTo>
                  <a:pt x="1624461" y="704166"/>
                </a:lnTo>
                <a:lnTo>
                  <a:pt x="1629632" y="695835"/>
                </a:lnTo>
                <a:lnTo>
                  <a:pt x="1629511" y="696024"/>
                </a:lnTo>
                <a:lnTo>
                  <a:pt x="1636343" y="684116"/>
                </a:lnTo>
                <a:lnTo>
                  <a:pt x="1636234" y="684318"/>
                </a:lnTo>
                <a:lnTo>
                  <a:pt x="1642607" y="672275"/>
                </a:lnTo>
                <a:lnTo>
                  <a:pt x="1642499" y="672491"/>
                </a:lnTo>
                <a:lnTo>
                  <a:pt x="1643958" y="669480"/>
                </a:lnTo>
                <a:lnTo>
                  <a:pt x="1656095" y="675367"/>
                </a:lnTo>
                <a:moveTo>
                  <a:pt x="1628444" y="722771"/>
                </a:moveTo>
                <a:lnTo>
                  <a:pt x="1625893" y="726618"/>
                </a:lnTo>
                <a:lnTo>
                  <a:pt x="1617575" y="738284"/>
                </a:lnTo>
                <a:lnTo>
                  <a:pt x="1608826" y="749787"/>
                </a:lnTo>
                <a:lnTo>
                  <a:pt x="1603953" y="755795"/>
                </a:lnTo>
                <a:lnTo>
                  <a:pt x="1593462" y="747303"/>
                </a:lnTo>
                <a:lnTo>
                  <a:pt x="1598268" y="741376"/>
                </a:lnTo>
                <a:lnTo>
                  <a:pt x="1598133" y="741537"/>
                </a:lnTo>
                <a:lnTo>
                  <a:pt x="1606761" y="730196"/>
                </a:lnTo>
                <a:lnTo>
                  <a:pt x="1606639" y="730358"/>
                </a:lnTo>
                <a:lnTo>
                  <a:pt x="1614835" y="718869"/>
                </a:lnTo>
                <a:lnTo>
                  <a:pt x="1614713" y="719044"/>
                </a:lnTo>
                <a:lnTo>
                  <a:pt x="1617211" y="715291"/>
                </a:lnTo>
                <a:lnTo>
                  <a:pt x="1628444" y="722771"/>
                </a:lnTo>
                <a:moveTo>
                  <a:pt x="1595177" y="766312"/>
                </a:moveTo>
                <a:lnTo>
                  <a:pt x="1590020" y="772321"/>
                </a:lnTo>
                <a:lnTo>
                  <a:pt x="1579988" y="783338"/>
                </a:lnTo>
                <a:lnTo>
                  <a:pt x="1569537" y="794179"/>
                </a:lnTo>
                <a:lnTo>
                  <a:pt x="1567256" y="796420"/>
                </a:lnTo>
                <a:lnTo>
                  <a:pt x="1557792" y="786794"/>
                </a:lnTo>
                <a:lnTo>
                  <a:pt x="1560006" y="784620"/>
                </a:lnTo>
                <a:lnTo>
                  <a:pt x="1559884" y="784742"/>
                </a:lnTo>
                <a:lnTo>
                  <a:pt x="1570199" y="774035"/>
                </a:lnTo>
                <a:lnTo>
                  <a:pt x="1570064" y="774170"/>
                </a:lnTo>
                <a:lnTo>
                  <a:pt x="1579975" y="763302"/>
                </a:lnTo>
                <a:lnTo>
                  <a:pt x="1579853" y="763450"/>
                </a:lnTo>
                <a:lnTo>
                  <a:pt x="1584943" y="757523"/>
                </a:lnTo>
                <a:lnTo>
                  <a:pt x="1595177" y="766312"/>
                </a:lnTo>
                <a:moveTo>
                  <a:pt x="1557481" y="805980"/>
                </a:moveTo>
                <a:lnTo>
                  <a:pt x="1547435" y="815336"/>
                </a:lnTo>
                <a:lnTo>
                  <a:pt x="1535797" y="825651"/>
                </a:lnTo>
                <a:lnTo>
                  <a:pt x="1526941" y="833104"/>
                </a:lnTo>
                <a:lnTo>
                  <a:pt x="1518246" y="822775"/>
                </a:lnTo>
                <a:lnTo>
                  <a:pt x="1527035" y="815363"/>
                </a:lnTo>
                <a:lnTo>
                  <a:pt x="1526914" y="815485"/>
                </a:lnTo>
                <a:lnTo>
                  <a:pt x="1538430" y="805291"/>
                </a:lnTo>
                <a:lnTo>
                  <a:pt x="1538295" y="805399"/>
                </a:lnTo>
                <a:lnTo>
                  <a:pt x="1548273" y="796110"/>
                </a:lnTo>
                <a:lnTo>
                  <a:pt x="1557481" y="805980"/>
                </a:lnTo>
                <a:moveTo>
                  <a:pt x="1516329" y="841718"/>
                </a:moveTo>
                <a:lnTo>
                  <a:pt x="1511360" y="845701"/>
                </a:lnTo>
                <a:lnTo>
                  <a:pt x="1498588" y="855435"/>
                </a:lnTo>
                <a:lnTo>
                  <a:pt x="1485438" y="864981"/>
                </a:lnTo>
                <a:lnTo>
                  <a:pt x="1483547" y="866290"/>
                </a:lnTo>
                <a:lnTo>
                  <a:pt x="1475865" y="855178"/>
                </a:lnTo>
                <a:lnTo>
                  <a:pt x="1477701" y="853910"/>
                </a:lnTo>
                <a:lnTo>
                  <a:pt x="1477580" y="854004"/>
                </a:lnTo>
                <a:lnTo>
                  <a:pt x="1490595" y="844553"/>
                </a:lnTo>
                <a:lnTo>
                  <a:pt x="1490460" y="844648"/>
                </a:lnTo>
                <a:lnTo>
                  <a:pt x="1503111" y="835008"/>
                </a:lnTo>
                <a:lnTo>
                  <a:pt x="1502989" y="835102"/>
                </a:lnTo>
                <a:lnTo>
                  <a:pt x="1507890" y="831187"/>
                </a:lnTo>
                <a:lnTo>
                  <a:pt x="1516329" y="841718"/>
                </a:lnTo>
                <a:moveTo>
                  <a:pt x="1472450" y="873973"/>
                </a:moveTo>
                <a:lnTo>
                  <a:pt x="1471936" y="874310"/>
                </a:lnTo>
                <a:lnTo>
                  <a:pt x="1458084" y="883451"/>
                </a:lnTo>
                <a:lnTo>
                  <a:pt x="1443893" y="892375"/>
                </a:lnTo>
                <a:lnTo>
                  <a:pt x="1437913" y="895953"/>
                </a:lnTo>
                <a:lnTo>
                  <a:pt x="1430973" y="884369"/>
                </a:lnTo>
                <a:lnTo>
                  <a:pt x="1436886" y="880831"/>
                </a:lnTo>
                <a:lnTo>
                  <a:pt x="1436765" y="880899"/>
                </a:lnTo>
                <a:lnTo>
                  <a:pt x="1450834" y="872055"/>
                </a:lnTo>
                <a:lnTo>
                  <a:pt x="1450711" y="872137"/>
                </a:lnTo>
                <a:lnTo>
                  <a:pt x="1464443" y="863090"/>
                </a:lnTo>
                <a:lnTo>
                  <a:pt x="1464321" y="863172"/>
                </a:lnTo>
                <a:lnTo>
                  <a:pt x="1464767" y="862861"/>
                </a:lnTo>
                <a:lnTo>
                  <a:pt x="1472450" y="873973"/>
                </a:lnTo>
                <a:moveTo>
                  <a:pt x="1426166" y="902906"/>
                </a:moveTo>
                <a:lnTo>
                  <a:pt x="1414475" y="909576"/>
                </a:lnTo>
                <a:lnTo>
                  <a:pt x="1399286" y="917852"/>
                </a:lnTo>
                <a:lnTo>
                  <a:pt x="1390401" y="922470"/>
                </a:lnTo>
                <a:lnTo>
                  <a:pt x="1384177" y="910481"/>
                </a:lnTo>
                <a:lnTo>
                  <a:pt x="1393007" y="905903"/>
                </a:lnTo>
                <a:lnTo>
                  <a:pt x="1392886" y="905971"/>
                </a:lnTo>
                <a:lnTo>
                  <a:pt x="1407967" y="897762"/>
                </a:lnTo>
                <a:lnTo>
                  <a:pt x="1407845" y="897830"/>
                </a:lnTo>
                <a:lnTo>
                  <a:pt x="1419470" y="891174"/>
                </a:lnTo>
                <a:lnTo>
                  <a:pt x="1426166" y="902906"/>
                </a:lnTo>
                <a:moveTo>
                  <a:pt x="1378249" y="928640"/>
                </a:moveTo>
                <a:lnTo>
                  <a:pt x="1367948" y="933730"/>
                </a:lnTo>
                <a:lnTo>
                  <a:pt x="1351814" y="941318"/>
                </a:lnTo>
                <a:lnTo>
                  <a:pt x="1341364" y="946003"/>
                </a:lnTo>
                <a:lnTo>
                  <a:pt x="1335856" y="933676"/>
                </a:lnTo>
                <a:lnTo>
                  <a:pt x="1346238" y="929032"/>
                </a:lnTo>
                <a:lnTo>
                  <a:pt x="1346117" y="929086"/>
                </a:lnTo>
                <a:lnTo>
                  <a:pt x="1362143" y="921538"/>
                </a:lnTo>
                <a:lnTo>
                  <a:pt x="1362022" y="921606"/>
                </a:lnTo>
                <a:lnTo>
                  <a:pt x="1372255" y="916543"/>
                </a:lnTo>
                <a:lnTo>
                  <a:pt x="1378249" y="928640"/>
                </a:lnTo>
                <a:moveTo>
                  <a:pt x="1328875" y="951444"/>
                </a:moveTo>
                <a:lnTo>
                  <a:pt x="1318655" y="955791"/>
                </a:lnTo>
                <a:lnTo>
                  <a:pt x="1301643" y="962663"/>
                </a:lnTo>
                <a:lnTo>
                  <a:pt x="1291099" y="966700"/>
                </a:lnTo>
                <a:lnTo>
                  <a:pt x="1286265" y="954104"/>
                </a:lnTo>
                <a:lnTo>
                  <a:pt x="1296755" y="950080"/>
                </a:lnTo>
                <a:lnTo>
                  <a:pt x="1296647" y="950120"/>
                </a:lnTo>
                <a:lnTo>
                  <a:pt x="1313538" y="943302"/>
                </a:lnTo>
                <a:lnTo>
                  <a:pt x="1313430" y="943343"/>
                </a:lnTo>
                <a:lnTo>
                  <a:pt x="1323596" y="939022"/>
                </a:lnTo>
                <a:lnTo>
                  <a:pt x="1328875" y="951444"/>
                </a:lnTo>
                <a:moveTo>
                  <a:pt x="1278340" y="971480"/>
                </a:moveTo>
                <a:lnTo>
                  <a:pt x="1266797" y="975665"/>
                </a:lnTo>
                <a:lnTo>
                  <a:pt x="1248960" y="981781"/>
                </a:lnTo>
                <a:lnTo>
                  <a:pt x="1239820" y="984738"/>
                </a:lnTo>
                <a:lnTo>
                  <a:pt x="1235661" y="971898"/>
                </a:lnTo>
                <a:lnTo>
                  <a:pt x="1244748" y="968955"/>
                </a:lnTo>
                <a:lnTo>
                  <a:pt x="1244640" y="968995"/>
                </a:lnTo>
                <a:lnTo>
                  <a:pt x="1262353" y="962906"/>
                </a:lnTo>
                <a:lnTo>
                  <a:pt x="1262245" y="962947"/>
                </a:lnTo>
                <a:lnTo>
                  <a:pt x="1273735" y="958775"/>
                </a:lnTo>
                <a:lnTo>
                  <a:pt x="1278340" y="971480"/>
                </a:lnTo>
                <a:moveTo>
                  <a:pt x="1226845" y="988870"/>
                </a:moveTo>
                <a:lnTo>
                  <a:pt x="1212534" y="993231"/>
                </a:lnTo>
                <a:lnTo>
                  <a:pt x="1193943" y="998564"/>
                </a:lnTo>
                <a:lnTo>
                  <a:pt x="1187731" y="1000224"/>
                </a:lnTo>
                <a:lnTo>
                  <a:pt x="1184234" y="987182"/>
                </a:lnTo>
                <a:lnTo>
                  <a:pt x="1190392" y="985535"/>
                </a:lnTo>
                <a:lnTo>
                  <a:pt x="1190283" y="985562"/>
                </a:lnTo>
                <a:lnTo>
                  <a:pt x="1208754" y="980269"/>
                </a:lnTo>
                <a:lnTo>
                  <a:pt x="1208645" y="980296"/>
                </a:lnTo>
                <a:lnTo>
                  <a:pt x="1222902" y="975949"/>
                </a:lnTo>
                <a:lnTo>
                  <a:pt x="1226845" y="988870"/>
                </a:lnTo>
                <a:moveTo>
                  <a:pt x="1174581" y="1003748"/>
                </a:moveTo>
                <a:lnTo>
                  <a:pt x="1156057" y="1008392"/>
                </a:lnTo>
                <a:lnTo>
                  <a:pt x="1136763" y="1012889"/>
                </a:lnTo>
                <a:lnTo>
                  <a:pt x="1134996" y="1013280"/>
                </a:lnTo>
                <a:lnTo>
                  <a:pt x="1132134" y="1000076"/>
                </a:lnTo>
                <a:lnTo>
                  <a:pt x="1133861" y="999711"/>
                </a:lnTo>
                <a:lnTo>
                  <a:pt x="1133753" y="999738"/>
                </a:lnTo>
                <a:lnTo>
                  <a:pt x="1152925" y="995256"/>
                </a:lnTo>
                <a:lnTo>
                  <a:pt x="1152817" y="995283"/>
                </a:lnTo>
                <a:lnTo>
                  <a:pt x="1171301" y="990652"/>
                </a:lnTo>
                <a:lnTo>
                  <a:pt x="1174581" y="1003748"/>
                </a:lnTo>
                <a:moveTo>
                  <a:pt x="1121790" y="1016129"/>
                </a:moveTo>
                <a:lnTo>
                  <a:pt x="1117254" y="1017115"/>
                </a:lnTo>
                <a:lnTo>
                  <a:pt x="1097528" y="1021043"/>
                </a:lnTo>
                <a:lnTo>
                  <a:pt x="1081826" y="1023906"/>
                </a:lnTo>
                <a:lnTo>
                  <a:pt x="1079397" y="1010634"/>
                </a:lnTo>
                <a:lnTo>
                  <a:pt x="1095058" y="1007771"/>
                </a:lnTo>
                <a:lnTo>
                  <a:pt x="1094950" y="1007785"/>
                </a:lnTo>
                <a:lnTo>
                  <a:pt x="1114567" y="1003883"/>
                </a:lnTo>
                <a:lnTo>
                  <a:pt x="1114460" y="1003897"/>
                </a:lnTo>
                <a:lnTo>
                  <a:pt x="1118941" y="1002938"/>
                </a:lnTo>
                <a:lnTo>
                  <a:pt x="1121790" y="1016129"/>
                </a:lnTo>
                <a:moveTo>
                  <a:pt x="1068406" y="1026201"/>
                </a:moveTo>
                <a:lnTo>
                  <a:pt x="1057470" y="1028024"/>
                </a:lnTo>
                <a:lnTo>
                  <a:pt x="1037137" y="1031075"/>
                </a:lnTo>
                <a:lnTo>
                  <a:pt x="1028145" y="1032277"/>
                </a:lnTo>
                <a:lnTo>
                  <a:pt x="1026363" y="1018883"/>
                </a:lnTo>
                <a:lnTo>
                  <a:pt x="1035301" y="1017695"/>
                </a:lnTo>
                <a:lnTo>
                  <a:pt x="1035192" y="1017708"/>
                </a:lnTo>
                <a:lnTo>
                  <a:pt x="1055418" y="1014684"/>
                </a:lnTo>
                <a:lnTo>
                  <a:pt x="1055310" y="1014698"/>
                </a:lnTo>
                <a:lnTo>
                  <a:pt x="1066192" y="1012889"/>
                </a:lnTo>
                <a:lnTo>
                  <a:pt x="1068406" y="1026201"/>
                </a:lnTo>
                <a:moveTo>
                  <a:pt x="1014657" y="1034045"/>
                </a:moveTo>
                <a:lnTo>
                  <a:pt x="995930" y="1036246"/>
                </a:lnTo>
                <a:lnTo>
                  <a:pt x="975057" y="1038366"/>
                </a:lnTo>
                <a:lnTo>
                  <a:pt x="974180" y="1038447"/>
                </a:lnTo>
                <a:lnTo>
                  <a:pt x="973019" y="1024986"/>
                </a:lnTo>
                <a:lnTo>
                  <a:pt x="973856" y="1024918"/>
                </a:lnTo>
                <a:lnTo>
                  <a:pt x="973748" y="1024932"/>
                </a:lnTo>
                <a:lnTo>
                  <a:pt x="994513" y="1022812"/>
                </a:lnTo>
                <a:lnTo>
                  <a:pt x="994404" y="1022826"/>
                </a:lnTo>
                <a:lnTo>
                  <a:pt x="1013077" y="1020638"/>
                </a:lnTo>
                <a:lnTo>
                  <a:pt x="1014657" y="1034045"/>
                </a:lnTo>
                <a:moveTo>
                  <a:pt x="960732" y="1039594"/>
                </a:moveTo>
                <a:lnTo>
                  <a:pt x="954023" y="1040175"/>
                </a:lnTo>
                <a:lnTo>
                  <a:pt x="932825" y="1041660"/>
                </a:lnTo>
                <a:lnTo>
                  <a:pt x="920107" y="1042349"/>
                </a:lnTo>
                <a:lnTo>
                  <a:pt x="919378" y="1028874"/>
                </a:lnTo>
                <a:lnTo>
                  <a:pt x="932028" y="1028186"/>
                </a:lnTo>
                <a:lnTo>
                  <a:pt x="931934" y="1028186"/>
                </a:lnTo>
                <a:lnTo>
                  <a:pt x="953023" y="1026714"/>
                </a:lnTo>
                <a:lnTo>
                  <a:pt x="952915" y="1026714"/>
                </a:lnTo>
                <a:lnTo>
                  <a:pt x="959572" y="1026147"/>
                </a:lnTo>
                <a:lnTo>
                  <a:pt x="960732" y="1039594"/>
                </a:lnTo>
                <a:moveTo>
                  <a:pt x="906512" y="1043010"/>
                </a:moveTo>
                <a:lnTo>
                  <a:pt x="889958" y="1043659"/>
                </a:lnTo>
                <a:lnTo>
                  <a:pt x="868315" y="1044158"/>
                </a:lnTo>
                <a:lnTo>
                  <a:pt x="865818" y="1044185"/>
                </a:lnTo>
                <a:lnTo>
                  <a:pt x="865723" y="1030683"/>
                </a:lnTo>
                <a:lnTo>
                  <a:pt x="868154" y="1030670"/>
                </a:lnTo>
                <a:lnTo>
                  <a:pt x="868059" y="1030670"/>
                </a:lnTo>
                <a:lnTo>
                  <a:pt x="889593" y="1030157"/>
                </a:lnTo>
                <a:lnTo>
                  <a:pt x="889485" y="1030171"/>
                </a:lnTo>
                <a:lnTo>
                  <a:pt x="905998" y="1029522"/>
                </a:lnTo>
                <a:lnTo>
                  <a:pt x="906512" y="1043010"/>
                </a:lnTo>
                <a:moveTo>
                  <a:pt x="852316" y="1044293"/>
                </a:moveTo>
                <a:lnTo>
                  <a:pt x="846538" y="1044333"/>
                </a:lnTo>
                <a:lnTo>
                  <a:pt x="824760" y="1044158"/>
                </a:lnTo>
                <a:lnTo>
                  <a:pt x="811609" y="1043861"/>
                </a:lnTo>
                <a:lnTo>
                  <a:pt x="811920" y="1030359"/>
                </a:lnTo>
                <a:lnTo>
                  <a:pt x="825017" y="1030670"/>
                </a:lnTo>
                <a:lnTo>
                  <a:pt x="824909" y="1030670"/>
                </a:lnTo>
                <a:lnTo>
                  <a:pt x="846591" y="1030832"/>
                </a:lnTo>
                <a:lnTo>
                  <a:pt x="846484" y="1030832"/>
                </a:lnTo>
                <a:lnTo>
                  <a:pt x="852221" y="1030792"/>
                </a:lnTo>
                <a:lnTo>
                  <a:pt x="852316" y="1044293"/>
                </a:lnTo>
                <a:moveTo>
                  <a:pt x="798014" y="1043456"/>
                </a:moveTo>
                <a:lnTo>
                  <a:pt x="781609" y="1042821"/>
                </a:lnTo>
                <a:lnTo>
                  <a:pt x="760250" y="1041660"/>
                </a:lnTo>
                <a:lnTo>
                  <a:pt x="757347" y="1041458"/>
                </a:lnTo>
                <a:lnTo>
                  <a:pt x="758293" y="1027983"/>
                </a:lnTo>
                <a:lnTo>
                  <a:pt x="761142" y="1028186"/>
                </a:lnTo>
                <a:lnTo>
                  <a:pt x="761047" y="1028186"/>
                </a:lnTo>
                <a:lnTo>
                  <a:pt x="782284" y="1029334"/>
                </a:lnTo>
                <a:lnTo>
                  <a:pt x="782190" y="1029334"/>
                </a:lnTo>
                <a:lnTo>
                  <a:pt x="798541" y="1029968"/>
                </a:lnTo>
                <a:lnTo>
                  <a:pt x="798014" y="1043456"/>
                </a:lnTo>
                <a:moveTo>
                  <a:pt x="743873" y="1040512"/>
                </a:moveTo>
                <a:lnTo>
                  <a:pt x="739053" y="1040175"/>
                </a:lnTo>
                <a:lnTo>
                  <a:pt x="718018" y="1038366"/>
                </a:lnTo>
                <a:lnTo>
                  <a:pt x="703329" y="1036867"/>
                </a:lnTo>
                <a:lnTo>
                  <a:pt x="704692" y="1023433"/>
                </a:lnTo>
                <a:lnTo>
                  <a:pt x="719327" y="1024932"/>
                </a:lnTo>
                <a:lnTo>
                  <a:pt x="719220" y="1024918"/>
                </a:lnTo>
                <a:lnTo>
                  <a:pt x="740159" y="1026714"/>
                </a:lnTo>
                <a:lnTo>
                  <a:pt x="740052" y="1026714"/>
                </a:lnTo>
                <a:lnTo>
                  <a:pt x="744818" y="1027038"/>
                </a:lnTo>
                <a:lnTo>
                  <a:pt x="743873" y="1040512"/>
                </a:lnTo>
                <a:moveTo>
                  <a:pt x="689800" y="1035382"/>
                </a:moveTo>
                <a:lnTo>
                  <a:pt x="676447" y="1033816"/>
                </a:lnTo>
                <a:lnTo>
                  <a:pt x="655939" y="1031075"/>
                </a:lnTo>
                <a:lnTo>
                  <a:pt x="649431" y="1030090"/>
                </a:lnTo>
                <a:lnTo>
                  <a:pt x="651429" y="1016736"/>
                </a:lnTo>
                <a:lnTo>
                  <a:pt x="657883" y="1017708"/>
                </a:lnTo>
                <a:lnTo>
                  <a:pt x="657774" y="1017695"/>
                </a:lnTo>
                <a:lnTo>
                  <a:pt x="678189" y="1020422"/>
                </a:lnTo>
                <a:lnTo>
                  <a:pt x="678081" y="1020409"/>
                </a:lnTo>
                <a:lnTo>
                  <a:pt x="691379" y="1021975"/>
                </a:lnTo>
                <a:lnTo>
                  <a:pt x="689800" y="1035382"/>
                </a:lnTo>
                <a:moveTo>
                  <a:pt x="636078" y="1028091"/>
                </a:moveTo>
                <a:lnTo>
                  <a:pt x="635605" y="1028024"/>
                </a:lnTo>
                <a:lnTo>
                  <a:pt x="615474" y="1024675"/>
                </a:lnTo>
                <a:lnTo>
                  <a:pt x="595965" y="1021125"/>
                </a:lnTo>
                <a:lnTo>
                  <a:pt x="598382" y="1007839"/>
                </a:lnTo>
                <a:lnTo>
                  <a:pt x="617852" y="1011390"/>
                </a:lnTo>
                <a:lnTo>
                  <a:pt x="617743" y="1011376"/>
                </a:lnTo>
                <a:lnTo>
                  <a:pt x="637765" y="1014698"/>
                </a:lnTo>
                <a:lnTo>
                  <a:pt x="637657" y="1014684"/>
                </a:lnTo>
                <a:lnTo>
                  <a:pt x="638076" y="1014738"/>
                </a:lnTo>
                <a:lnTo>
                  <a:pt x="636078" y="1028091"/>
                </a:lnTo>
                <a:moveTo>
                  <a:pt x="582612" y="1018464"/>
                </a:moveTo>
                <a:lnTo>
                  <a:pt x="575821" y="1017115"/>
                </a:lnTo>
                <a:lnTo>
                  <a:pt x="556311" y="1012889"/>
                </a:lnTo>
                <a:lnTo>
                  <a:pt x="542837" y="1009756"/>
                </a:lnTo>
                <a:lnTo>
                  <a:pt x="545901" y="996606"/>
                </a:lnTo>
                <a:lnTo>
                  <a:pt x="559322" y="999738"/>
                </a:lnTo>
                <a:lnTo>
                  <a:pt x="559215" y="999711"/>
                </a:lnTo>
                <a:lnTo>
                  <a:pt x="578616" y="1003897"/>
                </a:lnTo>
                <a:lnTo>
                  <a:pt x="578508" y="1003883"/>
                </a:lnTo>
                <a:lnTo>
                  <a:pt x="585259" y="1005220"/>
                </a:lnTo>
                <a:lnTo>
                  <a:pt x="582612" y="1018464"/>
                </a:lnTo>
                <a:moveTo>
                  <a:pt x="529606" y="1006529"/>
                </a:moveTo>
                <a:lnTo>
                  <a:pt x="517953" y="1003613"/>
                </a:lnTo>
                <a:lnTo>
                  <a:pt x="499133" y="998564"/>
                </a:lnTo>
                <a:lnTo>
                  <a:pt x="490263" y="996012"/>
                </a:lnTo>
                <a:lnTo>
                  <a:pt x="493990" y="983037"/>
                </a:lnTo>
                <a:lnTo>
                  <a:pt x="502792" y="985562"/>
                </a:lnTo>
                <a:lnTo>
                  <a:pt x="502684" y="985535"/>
                </a:lnTo>
                <a:lnTo>
                  <a:pt x="521411" y="990557"/>
                </a:lnTo>
                <a:lnTo>
                  <a:pt x="521303" y="990530"/>
                </a:lnTo>
                <a:lnTo>
                  <a:pt x="532900" y="993433"/>
                </a:lnTo>
                <a:lnTo>
                  <a:pt x="529606" y="1006529"/>
                </a:lnTo>
                <a:moveTo>
                  <a:pt x="477193" y="992205"/>
                </a:moveTo>
                <a:lnTo>
                  <a:pt x="462192" y="987641"/>
                </a:lnTo>
                <a:lnTo>
                  <a:pt x="444115" y="981781"/>
                </a:lnTo>
                <a:lnTo>
                  <a:pt x="438390" y="979810"/>
                </a:lnTo>
                <a:lnTo>
                  <a:pt x="442765" y="967052"/>
                </a:lnTo>
                <a:lnTo>
                  <a:pt x="448435" y="968995"/>
                </a:lnTo>
                <a:lnTo>
                  <a:pt x="448327" y="968955"/>
                </a:lnTo>
                <a:lnTo>
                  <a:pt x="466297" y="974774"/>
                </a:lnTo>
                <a:lnTo>
                  <a:pt x="466190" y="974734"/>
                </a:lnTo>
                <a:lnTo>
                  <a:pt x="481136" y="979297"/>
                </a:lnTo>
                <a:lnTo>
                  <a:pt x="477193" y="992205"/>
                </a:lnTo>
                <a:moveTo>
                  <a:pt x="425510" y="975382"/>
                </a:moveTo>
                <a:lnTo>
                  <a:pt x="408714" y="969293"/>
                </a:lnTo>
                <a:lnTo>
                  <a:pt x="391433" y="962663"/>
                </a:lnTo>
                <a:lnTo>
                  <a:pt x="387382" y="961030"/>
                </a:lnTo>
                <a:lnTo>
                  <a:pt x="392431" y="948514"/>
                </a:lnTo>
                <a:lnTo>
                  <a:pt x="396428" y="950120"/>
                </a:lnTo>
                <a:lnTo>
                  <a:pt x="396320" y="950080"/>
                </a:lnTo>
                <a:lnTo>
                  <a:pt x="413493" y="956655"/>
                </a:lnTo>
                <a:lnTo>
                  <a:pt x="413372" y="956615"/>
                </a:lnTo>
                <a:lnTo>
                  <a:pt x="430114" y="962691"/>
                </a:lnTo>
                <a:lnTo>
                  <a:pt x="425510" y="975382"/>
                </a:lnTo>
                <a:moveTo>
                  <a:pt x="374866" y="955967"/>
                </a:moveTo>
                <a:lnTo>
                  <a:pt x="374421" y="955791"/>
                </a:lnTo>
                <a:lnTo>
                  <a:pt x="357692" y="948676"/>
                </a:lnTo>
                <a:lnTo>
                  <a:pt x="341261" y="941318"/>
                </a:lnTo>
                <a:lnTo>
                  <a:pt x="337440" y="939522"/>
                </a:lnTo>
                <a:lnTo>
                  <a:pt x="343192" y="927303"/>
                </a:lnTo>
                <a:lnTo>
                  <a:pt x="346958" y="929086"/>
                </a:lnTo>
                <a:lnTo>
                  <a:pt x="346837" y="929032"/>
                </a:lnTo>
                <a:lnTo>
                  <a:pt x="363146" y="936336"/>
                </a:lnTo>
                <a:lnTo>
                  <a:pt x="363039" y="936282"/>
                </a:lnTo>
                <a:lnTo>
                  <a:pt x="379646" y="943343"/>
                </a:lnTo>
                <a:lnTo>
                  <a:pt x="379538" y="943302"/>
                </a:lnTo>
                <a:lnTo>
                  <a:pt x="379915" y="943451"/>
                </a:lnTo>
                <a:lnTo>
                  <a:pt x="374866" y="955967"/>
                </a:lnTo>
                <a:moveTo>
                  <a:pt x="325222" y="933770"/>
                </a:moveTo>
                <a:lnTo>
                  <a:pt x="325127" y="933730"/>
                </a:lnTo>
                <a:lnTo>
                  <a:pt x="309303" y="925913"/>
                </a:lnTo>
                <a:lnTo>
                  <a:pt x="293790" y="917852"/>
                </a:lnTo>
                <a:lnTo>
                  <a:pt x="288808" y="915152"/>
                </a:lnTo>
                <a:lnTo>
                  <a:pt x="295275" y="903284"/>
                </a:lnTo>
                <a:lnTo>
                  <a:pt x="300190" y="905971"/>
                </a:lnTo>
                <a:lnTo>
                  <a:pt x="300068" y="905903"/>
                </a:lnTo>
                <a:lnTo>
                  <a:pt x="315460" y="913896"/>
                </a:lnTo>
                <a:lnTo>
                  <a:pt x="315352" y="913829"/>
                </a:lnTo>
                <a:lnTo>
                  <a:pt x="331054" y="921606"/>
                </a:lnTo>
                <a:lnTo>
                  <a:pt x="330932" y="921538"/>
                </a:lnTo>
                <a:lnTo>
                  <a:pt x="331000" y="921565"/>
                </a:lnTo>
                <a:lnTo>
                  <a:pt x="330973" y="921565"/>
                </a:lnTo>
                <a:lnTo>
                  <a:pt x="325222" y="933770"/>
                </a:lnTo>
                <a:moveTo>
                  <a:pt x="276860" y="908590"/>
                </a:moveTo>
                <a:lnTo>
                  <a:pt x="263723" y="901084"/>
                </a:lnTo>
                <a:lnTo>
                  <a:pt x="249182" y="892375"/>
                </a:lnTo>
                <a:lnTo>
                  <a:pt x="241810" y="887731"/>
                </a:lnTo>
                <a:lnTo>
                  <a:pt x="248993" y="876308"/>
                </a:lnTo>
                <a:lnTo>
                  <a:pt x="256311" y="880899"/>
                </a:lnTo>
                <a:lnTo>
                  <a:pt x="256189" y="880831"/>
                </a:lnTo>
                <a:lnTo>
                  <a:pt x="270609" y="889472"/>
                </a:lnTo>
                <a:lnTo>
                  <a:pt x="270487" y="889405"/>
                </a:lnTo>
                <a:lnTo>
                  <a:pt x="283556" y="896871"/>
                </a:lnTo>
                <a:lnTo>
                  <a:pt x="276860" y="908590"/>
                </a:lnTo>
                <a:moveTo>
                  <a:pt x="230321" y="880373"/>
                </a:moveTo>
                <a:lnTo>
                  <a:pt x="221140" y="874310"/>
                </a:lnTo>
                <a:lnTo>
                  <a:pt x="207624" y="864981"/>
                </a:lnTo>
                <a:lnTo>
                  <a:pt x="196796" y="857110"/>
                </a:lnTo>
                <a:lnTo>
                  <a:pt x="204722" y="846187"/>
                </a:lnTo>
                <a:lnTo>
                  <a:pt x="215496" y="854004"/>
                </a:lnTo>
                <a:lnTo>
                  <a:pt x="215375" y="853910"/>
                </a:lnTo>
                <a:lnTo>
                  <a:pt x="228753" y="863172"/>
                </a:lnTo>
                <a:lnTo>
                  <a:pt x="228633" y="863090"/>
                </a:lnTo>
                <a:lnTo>
                  <a:pt x="237746" y="869099"/>
                </a:lnTo>
                <a:lnTo>
                  <a:pt x="230321" y="880373"/>
                </a:lnTo>
                <a:moveTo>
                  <a:pt x="185887" y="848887"/>
                </a:moveTo>
                <a:lnTo>
                  <a:pt x="181702" y="845701"/>
                </a:lnTo>
                <a:lnTo>
                  <a:pt x="169307" y="835764"/>
                </a:lnTo>
                <a:lnTo>
                  <a:pt x="157278" y="825651"/>
                </a:lnTo>
                <a:lnTo>
                  <a:pt x="154185" y="822910"/>
                </a:lnTo>
                <a:lnTo>
                  <a:pt x="163137" y="812798"/>
                </a:lnTo>
                <a:lnTo>
                  <a:pt x="166162" y="815485"/>
                </a:lnTo>
                <a:lnTo>
                  <a:pt x="166027" y="815363"/>
                </a:lnTo>
                <a:lnTo>
                  <a:pt x="177935" y="825381"/>
                </a:lnTo>
                <a:lnTo>
                  <a:pt x="177800" y="825273"/>
                </a:lnTo>
                <a:lnTo>
                  <a:pt x="190085" y="835102"/>
                </a:lnTo>
                <a:lnTo>
                  <a:pt x="189950" y="835008"/>
                </a:lnTo>
                <a:lnTo>
                  <a:pt x="194069" y="838154"/>
                </a:lnTo>
                <a:lnTo>
                  <a:pt x="185887" y="848887"/>
                </a:lnTo>
                <a:moveTo>
                  <a:pt x="143979" y="813797"/>
                </a:moveTo>
                <a:lnTo>
                  <a:pt x="134380" y="804846"/>
                </a:lnTo>
                <a:lnTo>
                  <a:pt x="123524" y="794179"/>
                </a:lnTo>
                <a:lnTo>
                  <a:pt x="114842" y="785160"/>
                </a:lnTo>
                <a:lnTo>
                  <a:pt x="124564" y="775791"/>
                </a:lnTo>
                <a:lnTo>
                  <a:pt x="133191" y="784742"/>
                </a:lnTo>
                <a:lnTo>
                  <a:pt x="133056" y="784620"/>
                </a:lnTo>
                <a:lnTo>
                  <a:pt x="143790" y="795152"/>
                </a:lnTo>
                <a:lnTo>
                  <a:pt x="143655" y="795030"/>
                </a:lnTo>
                <a:lnTo>
                  <a:pt x="153187" y="803927"/>
                </a:lnTo>
                <a:lnTo>
                  <a:pt x="143979" y="813797"/>
                </a:lnTo>
                <a:moveTo>
                  <a:pt x="105567" y="775088"/>
                </a:moveTo>
                <a:lnTo>
                  <a:pt x="103056" y="772321"/>
                </a:lnTo>
                <a:lnTo>
                  <a:pt x="93443" y="761142"/>
                </a:lnTo>
                <a:lnTo>
                  <a:pt x="84249" y="749787"/>
                </a:lnTo>
                <a:lnTo>
                  <a:pt x="79401" y="743414"/>
                </a:lnTo>
                <a:lnTo>
                  <a:pt x="90149" y="735246"/>
                </a:lnTo>
                <a:lnTo>
                  <a:pt x="94929" y="741537"/>
                </a:lnTo>
                <a:lnTo>
                  <a:pt x="94806" y="741376"/>
                </a:lnTo>
                <a:lnTo>
                  <a:pt x="103866" y="752568"/>
                </a:lnTo>
                <a:lnTo>
                  <a:pt x="103745" y="752406"/>
                </a:lnTo>
                <a:lnTo>
                  <a:pt x="113222" y="763450"/>
                </a:lnTo>
                <a:lnTo>
                  <a:pt x="113101" y="763302"/>
                </a:lnTo>
                <a:lnTo>
                  <a:pt x="115558" y="766002"/>
                </a:lnTo>
                <a:lnTo>
                  <a:pt x="105567" y="775088"/>
                </a:lnTo>
                <a:moveTo>
                  <a:pt x="71288" y="732370"/>
                </a:moveTo>
                <a:lnTo>
                  <a:pt x="67183" y="726618"/>
                </a:lnTo>
                <a:lnTo>
                  <a:pt x="59325" y="714805"/>
                </a:lnTo>
                <a:lnTo>
                  <a:pt x="51913" y="702842"/>
                </a:lnTo>
                <a:lnTo>
                  <a:pt x="48996" y="697779"/>
                </a:lnTo>
                <a:lnTo>
                  <a:pt x="60716" y="691056"/>
                </a:lnTo>
                <a:lnTo>
                  <a:pt x="63565" y="696024"/>
                </a:lnTo>
                <a:lnTo>
                  <a:pt x="63443" y="695835"/>
                </a:lnTo>
                <a:lnTo>
                  <a:pt x="70734" y="707608"/>
                </a:lnTo>
                <a:lnTo>
                  <a:pt x="70626" y="707419"/>
                </a:lnTo>
                <a:lnTo>
                  <a:pt x="78362" y="719044"/>
                </a:lnTo>
                <a:lnTo>
                  <a:pt x="78240" y="718869"/>
                </a:lnTo>
                <a:lnTo>
                  <a:pt x="82277" y="724526"/>
                </a:lnTo>
                <a:lnTo>
                  <a:pt x="71288" y="732370"/>
                </a:lnTo>
                <a:moveTo>
                  <a:pt x="42340" y="685763"/>
                </a:moveTo>
                <a:lnTo>
                  <a:pt x="38479" y="678486"/>
                </a:lnTo>
                <a:lnTo>
                  <a:pt x="32484" y="666105"/>
                </a:lnTo>
                <a:lnTo>
                  <a:pt x="26962" y="653589"/>
                </a:lnTo>
                <a:lnTo>
                  <a:pt x="24910" y="648418"/>
                </a:lnTo>
                <a:lnTo>
                  <a:pt x="37452" y="643436"/>
                </a:lnTo>
                <a:lnTo>
                  <a:pt x="39464" y="648486"/>
                </a:lnTo>
                <a:lnTo>
                  <a:pt x="39370" y="648256"/>
                </a:lnTo>
                <a:lnTo>
                  <a:pt x="44784" y="660542"/>
                </a:lnTo>
                <a:lnTo>
                  <a:pt x="44676" y="660326"/>
                </a:lnTo>
                <a:lnTo>
                  <a:pt x="50576" y="672491"/>
                </a:lnTo>
                <a:lnTo>
                  <a:pt x="50468" y="672275"/>
                </a:lnTo>
                <a:lnTo>
                  <a:pt x="54262" y="679458"/>
                </a:lnTo>
                <a:lnTo>
                  <a:pt x="42340" y="685763"/>
                </a:lnTo>
                <a:moveTo>
                  <a:pt x="20022" y="635565"/>
                </a:moveTo>
                <a:lnTo>
                  <a:pt x="17403" y="628180"/>
                </a:lnTo>
                <a:lnTo>
                  <a:pt x="13380" y="615286"/>
                </a:lnTo>
                <a:lnTo>
                  <a:pt x="9870" y="602284"/>
                </a:lnTo>
                <a:lnTo>
                  <a:pt x="8438" y="595965"/>
                </a:lnTo>
                <a:lnTo>
                  <a:pt x="21601" y="592968"/>
                </a:lnTo>
                <a:lnTo>
                  <a:pt x="23006" y="599165"/>
                </a:lnTo>
                <a:lnTo>
                  <a:pt x="22938" y="598895"/>
                </a:lnTo>
                <a:lnTo>
                  <a:pt x="26381" y="611640"/>
                </a:lnTo>
                <a:lnTo>
                  <a:pt x="26314" y="611397"/>
                </a:lnTo>
                <a:lnTo>
                  <a:pt x="30257" y="624035"/>
                </a:lnTo>
                <a:lnTo>
                  <a:pt x="30175" y="623778"/>
                </a:lnTo>
                <a:lnTo>
                  <a:pt x="32755" y="631056"/>
                </a:lnTo>
                <a:lnTo>
                  <a:pt x="20022" y="635565"/>
                </a:lnTo>
                <a:moveTo>
                  <a:pt x="5644" y="582491"/>
                </a:moveTo>
                <a:lnTo>
                  <a:pt x="4428" y="575970"/>
                </a:lnTo>
                <a:lnTo>
                  <a:pt x="2498" y="562657"/>
                </a:lnTo>
                <a:lnTo>
                  <a:pt x="1121" y="549277"/>
                </a:lnTo>
                <a:lnTo>
                  <a:pt x="634" y="542513"/>
                </a:lnTo>
                <a:lnTo>
                  <a:pt x="567" y="541420"/>
                </a:lnTo>
                <a:lnTo>
                  <a:pt x="14055" y="540731"/>
                </a:lnTo>
                <a:lnTo>
                  <a:pt x="14109" y="541744"/>
                </a:lnTo>
                <a:lnTo>
                  <a:pt x="14096" y="541609"/>
                </a:lnTo>
                <a:lnTo>
                  <a:pt x="14581" y="548197"/>
                </a:lnTo>
                <a:lnTo>
                  <a:pt x="14554" y="547995"/>
                </a:lnTo>
                <a:lnTo>
                  <a:pt x="15918" y="561132"/>
                </a:lnTo>
                <a:lnTo>
                  <a:pt x="15878" y="560862"/>
                </a:lnTo>
                <a:lnTo>
                  <a:pt x="17767" y="573904"/>
                </a:lnTo>
                <a:lnTo>
                  <a:pt x="17727" y="573634"/>
                </a:lnTo>
                <a:lnTo>
                  <a:pt x="18915" y="580007"/>
                </a:lnTo>
                <a:lnTo>
                  <a:pt x="5644" y="582491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135D066B-DE4B-4D93-B6CD-B27A85D2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9753" y="1582142"/>
            <a:ext cx="1118942" cy="170401"/>
          </a:xfrm>
          <a:custGeom xmlns:a="http://schemas.openxmlformats.org/drawingml/2006/main">
            <a:pathLst>
              <a:path w="1118942" h="170401">
                <a:moveTo>
                  <a:pt x="109550" y="151081"/>
                </a:moveTo>
                <a:lnTo>
                  <a:pt x="24181" y="112237"/>
                </a:lnTo>
                <a:lnTo>
                  <a:pt x="25949" y="129640"/>
                </a:lnTo>
                <a:lnTo>
                  <a:pt x="101773" y="74447"/>
                </a:lnTo>
                <a:lnTo>
                  <a:pt x="103569" y="72786"/>
                </a:lnTo>
                <a:lnTo>
                  <a:pt x="104906" y="70747"/>
                </a:lnTo>
                <a:lnTo>
                  <a:pt x="105702" y="68439"/>
                </a:lnTo>
                <a:lnTo>
                  <a:pt x="105945" y="66008"/>
                </a:lnTo>
                <a:lnTo>
                  <a:pt x="105580" y="63592"/>
                </a:lnTo>
                <a:lnTo>
                  <a:pt x="104662" y="61337"/>
                </a:lnTo>
                <a:lnTo>
                  <a:pt x="103231" y="59366"/>
                </a:lnTo>
                <a:lnTo>
                  <a:pt x="101355" y="57786"/>
                </a:lnTo>
                <a:lnTo>
                  <a:pt x="99167" y="56706"/>
                </a:lnTo>
                <a:lnTo>
                  <a:pt x="96791" y="56179"/>
                </a:lnTo>
                <a:lnTo>
                  <a:pt x="94348" y="56247"/>
                </a:lnTo>
                <a:lnTo>
                  <a:pt x="91998" y="56895"/>
                </a:lnTo>
                <a:lnTo>
                  <a:pt x="89865" y="58083"/>
                </a:lnTo>
                <a:lnTo>
                  <a:pt x="0" y="123484"/>
                </a:lnTo>
                <a:lnTo>
                  <a:pt x="101165" y="169510"/>
                </a:lnTo>
                <a:lnTo>
                  <a:pt x="103488" y="170239"/>
                </a:lnTo>
                <a:lnTo>
                  <a:pt x="105932" y="170401"/>
                </a:lnTo>
                <a:lnTo>
                  <a:pt x="108334" y="169969"/>
                </a:lnTo>
                <a:lnTo>
                  <a:pt x="110562" y="168984"/>
                </a:lnTo>
                <a:lnTo>
                  <a:pt x="112493" y="167485"/>
                </a:lnTo>
                <a:lnTo>
                  <a:pt x="114005" y="165568"/>
                </a:lnTo>
                <a:lnTo>
                  <a:pt x="115018" y="163340"/>
                </a:lnTo>
                <a:lnTo>
                  <a:pt x="115463" y="160950"/>
                </a:lnTo>
                <a:lnTo>
                  <a:pt x="115328" y="158507"/>
                </a:lnTo>
                <a:lnTo>
                  <a:pt x="114613" y="156171"/>
                </a:lnTo>
                <a:lnTo>
                  <a:pt x="113357" y="154078"/>
                </a:lnTo>
                <a:lnTo>
                  <a:pt x="111629" y="152350"/>
                </a:lnTo>
                <a:lnTo>
                  <a:pt x="109550" y="151081"/>
                </a:lnTo>
                <a:moveTo>
                  <a:pt x="1116889" y="0"/>
                </a:moveTo>
                <a:lnTo>
                  <a:pt x="18969" y="111387"/>
                </a:lnTo>
                <a:lnTo>
                  <a:pt x="21021" y="131531"/>
                </a:lnTo>
                <a:lnTo>
                  <a:pt x="1118942" y="20144"/>
                </a:lnTo>
                <a:lnTo>
                  <a:pt x="1116889" y="0"/>
                </a:lnTo>
              </a:path>
            </a:pathLst>
          </a:cu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50B1699E-2573-49DA-9B3C-EA01BE25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7616" y="7159923"/>
            <a:ext cx="1380515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(different attributes: </a:t>
            </a:r>
          </a:p>
        </p:txBody>
      </p:sp>
      <p:sp>
        <p:nvSpPr>
          <p:cNvPr id="332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649FAA8A-5228-4761-AABF-86366AA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8134" y="7159923"/>
            <a:ext cx="555366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</a:t>
            </a:r>
          </a:p>
        </p:txBody>
      </p:sp>
      <p:sp>
        <p:nvSpPr>
          <p:cNvPr id="333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A5528C1C-E40D-4D96-9E98-D50ECFAA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3716" y="7159923"/>
            <a:ext cx="2000178" cy="162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colors; instances: a, b,  c1, c2)</a:t>
            </a:r>
          </a:p>
        </p:txBody>
      </p:sp>
    </p:spTree>
    <p:extLst>
      <p:ext uri="{BB962C8B-B14F-4D97-AF65-F5344CB8AC3E}">
        <p14:creationId xmlns:p14="http://schemas.microsoft.com/office/powerpoint/2010/main" val="1332754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2026-10-09T21:00:48.4280000Z</dcterms:created>
  <dcterms:modified xsi:type="dcterms:W3CDTF">2026-10-09T21:00:48.4280000Z</dcterms:modified>
</coreProperties>
</file>