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f71784a65d47a4" /><Relationship Type="http://schemas.openxmlformats.org/officeDocument/2006/relationships/extended-properties" Target="/docProps/app.xml" Id="R83b10bc417974ad6" /><Relationship Type="http://schemas.openxmlformats.org/officeDocument/2006/relationships/officeDocument" Target="/ppt/presentation.xml" Id="Rd9258f80342846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02e7814a6942cc"/>
  </p:sldMasterIdLst>
  <p:notesMasterIdLst>
    <p:notesMasterId xmlns:r="http://schemas.openxmlformats.org/officeDocument/2006/relationships" r:id="R23d47c2d66d64fcc"/>
  </p:notesMasterIdLst>
  <p:sldIdLst>
    <p:sldId xmlns:r="http://schemas.openxmlformats.org/officeDocument/2006/relationships" id="256" r:id="R4fc98489a41f48f6"/>
  </p:sldIdLst>
  <p:sldSz cx="9115425" cy="2686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2e38a7744b42d7" /><Relationship Type="http://schemas.openxmlformats.org/officeDocument/2006/relationships/slideMaster" Target="/ppt/slideMasters/slideMaster1.xml" Id="R4002e7814a6942cc" /><Relationship Type="http://schemas.openxmlformats.org/officeDocument/2006/relationships/notesMaster" Target="/ppt/notesMasters/notesMaster1.xml" Id="R23d47c2d66d64fcc" /><Relationship Type="http://schemas.openxmlformats.org/officeDocument/2006/relationships/presProps" Target="/ppt/presProps.xml" Id="R1a1f604171c54f3a" /><Relationship Type="http://schemas.openxmlformats.org/officeDocument/2006/relationships/tableStyles" Target="/ppt/tableStyles.xml" Id="R8fbd59bf7cb14c09" /><Relationship Type="http://schemas.openxmlformats.org/officeDocument/2006/relationships/slide" Target="/ppt/slides/slide1.xml" Id="R4fc98489a41f48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e84b16c03848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f607e4237545b2" /><Relationship Type="http://schemas.openxmlformats.org/officeDocument/2006/relationships/notesMaster" Target="/ppt/notesMasters/notesMaster1.xml" Id="R1f579961aa2140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"Unsupervised Skill Discovery via Recurrent Skill Training",</a:t>
            </a:r>
          </a:p>
          <a:p xmlns:a="http://schemas.openxmlformats.org/drawingml/2006/main">
            <a:r>
              <a:t>  "paper_url": "https://proceedings.neurips.cc/paper_files/paper/2022/file/ff6b031d5bdc552b795175a0f3b35a50-Paper-Conference.pdf",</a:t>
            </a:r>
          </a:p>
          <a:p xmlns:a="http://schemas.openxmlformats.org/drawingml/2006/main">
            <a:r>
              <a:t>  "figure": "Figure 3",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"notes": "Original vector geometry and editable text; source photo/plot/formula assets preserved separately with their transparency. Internal pixels of raster subassets are not editable. Freeform arrows lack semantic endpoint attachment. Independent cross-format QA pending.",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"41a5560ebdf0f65e6f161b5ae47cfd26786ddb6606eaebc5570e97f723fa7ab3",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146,</a:t>
            </a:r>
          </a:p>
          <a:p xmlns:a="http://schemas.openxmlformats.org/drawingml/2006/main">
            <a:r>
              <a:t>    548,</a:t>
            </a:r>
          </a:p>
          <a:p xmlns:a="http://schemas.openxmlformats.org/drawingml/2006/main">
            <a:r>
              <a:t>    465,</a:t>
            </a:r>
          </a:p>
          <a:p xmlns:a="http://schemas.openxmlformats.org/drawingml/2006/main">
            <a:r>
              <a:t>    642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"7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229",</a:t>
            </a:r>
          </a:p>
          <a:p xmlns:a="http://schemas.openxmlformats.org/drawingml/2006/main">
            <a:r>
              <a:t>    "path crosses crop boundary: 230"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ffe8d34af44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e847e346b44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d5fdedf3241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3ed86cb2e43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d202e787247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0e600940740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8394B9-0617-4382-8CA4-92222C0ACB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1543" y="1014730"/>
            <a:ext cx="7292340" cy="387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E3D8175-F89C-431C-9ED9-3BFFFAB372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67314" y="1477328"/>
            <a:ext cx="6380798" cy="29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F952D5A-569B-4D76-A808-B17A792DF5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1543" y="1119188"/>
            <a:ext cx="729234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4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9DD986-B814-453F-908A-DAD02C766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2743" y="208915"/>
            <a:ext cx="8089940" cy="328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66693E-DE71-46BE-A646-8BB8E1047A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2743" y="746125"/>
            <a:ext cx="808994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95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1pPr>
            <a:lvl2pPr marL="2089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2pPr>
            <a:lvl3pPr marL="3282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3pPr>
            <a:lvl4pPr marL="4476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4pPr>
            <a:lvl5pPr marL="56705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5pPr>
            <a:lvl6pPr marL="6864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6pPr>
            <a:lvl7pPr marL="8058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7pPr>
            <a:lvl8pPr marL="9251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8pPr>
            <a:lvl9pPr marL="10445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48839D-361B-4747-B8E5-5BA3A064D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2743" y="208915"/>
            <a:ext cx="8089940" cy="328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03B322-2E2E-42FD-A84D-03769D3F4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2743" y="746125"/>
            <a:ext cx="3760113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95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1pPr>
            <a:lvl2pPr marL="2089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2pPr>
            <a:lvl3pPr marL="3282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3pPr>
            <a:lvl4pPr marL="4476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4pPr>
            <a:lvl5pPr marL="56705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5pPr>
            <a:lvl6pPr marL="6864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6pPr>
            <a:lvl7pPr marL="8058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7pPr>
            <a:lvl8pPr marL="9251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8pPr>
            <a:lvl9pPr marL="10445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0804178-C321-41FC-BC38-E0F3114098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42570" y="746125"/>
            <a:ext cx="3760113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95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1pPr>
            <a:lvl2pPr marL="2089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2pPr>
            <a:lvl3pPr marL="3282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3pPr>
            <a:lvl4pPr marL="4476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4pPr>
            <a:lvl5pPr marL="56705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5pPr>
            <a:lvl6pPr marL="6864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6pPr>
            <a:lvl7pPr marL="8058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7pPr>
            <a:lvl8pPr marL="9251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8pPr>
            <a:lvl9pPr marL="10445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D1AA7F-B012-47F1-B508-B70CB36B1C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2743" y="208915"/>
            <a:ext cx="8089940" cy="328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224500-5220-4214-ABBB-B1321726AC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2743" y="746125"/>
            <a:ext cx="3760113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95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1pPr>
            <a:lvl2pPr marL="2089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2pPr>
            <a:lvl3pPr marL="3282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3pPr>
            <a:lvl4pPr marL="4476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4pPr>
            <a:lvl5pPr marL="56705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5pPr>
            <a:lvl6pPr marL="68643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6pPr>
            <a:lvl7pPr marL="80581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7pPr>
            <a:lvl8pPr marL="92519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8pPr>
            <a:lvl9pPr marL="1044575" indent="-89535">
              <a:lnSpc>
                <a:spcPct val="110000"/>
              </a:lnSpc>
              <a:spcBef>
                <a:spcPts val="0"/>
              </a:spcBef>
              <a:spcAft>
                <a:spcPts val="47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fe2b802e734ff1" /><Relationship Type="http://schemas.openxmlformats.org/officeDocument/2006/relationships/slideLayout" Target="/ppt/slideLayouts/slideLayout1.xml" Id="Rf63e728363224702" /><Relationship Type="http://schemas.openxmlformats.org/officeDocument/2006/relationships/slideLayout" Target="/ppt/slideLayouts/slideLayout2.xml" Id="R3cb00f86fb43497c" /><Relationship Type="http://schemas.openxmlformats.org/officeDocument/2006/relationships/slideLayout" Target="/ppt/slideLayouts/slideLayout3.xml" Id="R47d97c52842d4afe" /><Relationship Type="http://schemas.openxmlformats.org/officeDocument/2006/relationships/slideLayout" Target="/ppt/slideLayouts/slideLayout4.xml" Id="Re35072fc67e14689" /><Relationship Type="http://schemas.openxmlformats.org/officeDocument/2006/relationships/slideLayout" Target="/ppt/slideLayouts/slideLayout5.xml" Id="Rb9330113b9f542a3" /><Relationship Type="http://schemas.openxmlformats.org/officeDocument/2006/relationships/slideLayout" Target="/ppt/slideLayouts/slideLayout6.xml" Id="Rc896c2b361ca4e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3e728363224702"/>
    <p:sldLayoutId xmlns:r="http://schemas.openxmlformats.org/officeDocument/2006/relationships" id="2147483650" r:id="R3cb00f86fb43497c"/>
    <p:sldLayoutId xmlns:r="http://schemas.openxmlformats.org/officeDocument/2006/relationships" id="2147483651" r:id="R47d97c52842d4afe"/>
    <p:sldLayoutId xmlns:r="http://schemas.openxmlformats.org/officeDocument/2006/relationships" id="2147483652" r:id="Re35072fc67e14689"/>
    <p:sldLayoutId xmlns:r="http://schemas.openxmlformats.org/officeDocument/2006/relationships" id="2147483653" r:id="Rb9330113b9f542a3"/>
    <p:sldLayoutId xmlns:r="http://schemas.openxmlformats.org/officeDocument/2006/relationships" id="2147483654" r:id="Rc896c2b361ca4e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45396bda349f2" /><Relationship Type="http://schemas.openxmlformats.org/officeDocument/2006/relationships/image" Target="/ppt/media/image.png" Id="R670e993fc66541ff" /><Relationship Type="http://schemas.openxmlformats.org/officeDocument/2006/relationships/image" Target="/ppt/media/image2.png" Id="R10134a80aa134394" /><Relationship Type="http://schemas.openxmlformats.org/officeDocument/2006/relationships/image" Target="/ppt/media/image3.png" Id="Rab2598df38df473b" /><Relationship Type="http://schemas.openxmlformats.org/officeDocument/2006/relationships/image" Target="/ppt/media/image4.png" Id="Rd591b1f88e6e4204" /><Relationship Type="http://schemas.openxmlformats.org/officeDocument/2006/relationships/image" Target="/ppt/media/image5.png" Id="R067b3e8cd64e4dff" /><Relationship Type="http://schemas.openxmlformats.org/officeDocument/2006/relationships/image" Target="/ppt/media/image6.png" Id="R419a828d218f45d3" /><Relationship Type="http://schemas.openxmlformats.org/officeDocument/2006/relationships/image" Target="/ppt/media/image7.png" Id="Rd670d4937742491f" /><Relationship Type="http://schemas.openxmlformats.org/officeDocument/2006/relationships/image" Target="/ppt/media/image8.png" Id="R1c4171cebda04f22" /><Relationship Type="http://schemas.openxmlformats.org/officeDocument/2006/relationships/image" Target="/ppt/media/image9.png" Id="Rf6940662c5814ee5" /><Relationship Type="http://schemas.openxmlformats.org/officeDocument/2006/relationships/image" Target="/ppt/media/image10.png" Id="Rf47bc784ca0e4b4a" /><Relationship Type="http://schemas.openxmlformats.org/officeDocument/2006/relationships/image" Target="/ppt/media/image11.png" Id="R99d3aea899f34178" /><Relationship Type="http://schemas.openxmlformats.org/officeDocument/2006/relationships/image" Target="/ppt/media/image12.png" Id="Rf7c76c2102a94932" /><Relationship Type="http://schemas.openxmlformats.org/officeDocument/2006/relationships/image" Target="/ppt/media/image13.png" Id="R2e2060cf853a464c" /><Relationship Type="http://schemas.openxmlformats.org/officeDocument/2006/relationships/image" Target="/ppt/media/image14.png" Id="R0a656243ae994d2d" /><Relationship Type="http://schemas.openxmlformats.org/officeDocument/2006/relationships/notesSlide" Target="/ppt/notesSlides/notesSlide1.xml" Id="Re1ac475469904b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D450C31-AAB5-45A8-8896-385D89F7AA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e993fc66541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847" y="563789"/>
            <a:ext cx="991255" cy="1022939"/>
          </a:xfrm>
          <a:prstGeom xmlns:a="http://schemas.openxmlformats.org/drawingml/2006/main" prst="rect">
            <a:avLst/>
          </a:prstGeom>
        </p:spPr>
      </p:pic>
      <p:sp>
        <p:nvSpPr>
          <p:cNvPr id="2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AF7C8F3D-72A7-4D48-BAA5-B9D42AC5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47" y="563789"/>
            <a:ext cx="991255" cy="1022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23D21B69-FE4B-4FB3-B99D-DE49B802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8" y="331016"/>
            <a:ext cx="1374964" cy="1374964"/>
          </a:xfrm>
          <a:custGeom xmlns:a="http://schemas.openxmlformats.org/drawingml/2006/main">
            <a:pathLst>
              <a:path w="1374964" h="1374964">
                <a:moveTo>
                  <a:pt x="0" y="0"/>
                </a:moveTo>
                <a:lnTo>
                  <a:pt x="1374964" y="0"/>
                </a:lnTo>
                <a:lnTo>
                  <a:pt x="1374964" y="1374964"/>
                </a:lnTo>
                <a:lnTo>
                  <a:pt x="0" y="13749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30">
            <a:solidFill>
              <a:srgbClr val="000000"/>
            </a:solidFill>
            <a:prstDash val="solid"/>
          </a:ln>
        </p:spPr>
      </p:sp>
      <p:sp>
        <p:nvSpPr>
          <p:cNvPr id="4" name="pdf-path-233">
            <a:extLst xmlns:a="http://schemas.openxmlformats.org/drawingml/2006/main">
              <a:ext uri="{FF2B5EF4-FFF2-40B4-BE49-F238E27FC236}">
                <a16:creationId xmlns:a16="http://schemas.microsoft.com/office/drawing/2014/main" id="{81CD5AF1-2773-46F4-903E-8A578922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24" y="408690"/>
            <a:ext cx="390343" cy="611047"/>
          </a:xfrm>
          <a:custGeom xmlns:a="http://schemas.openxmlformats.org/drawingml/2006/main">
            <a:pathLst>
              <a:path w="390343" h="611047">
                <a:moveTo>
                  <a:pt x="0" y="611047"/>
                </a:moveTo>
                <a:cubicBezTo>
                  <a:pt x="11316" y="606260"/>
                  <a:pt x="22822" y="601901"/>
                  <a:pt x="33947" y="596686"/>
                </a:cubicBezTo>
                <a:cubicBezTo>
                  <a:pt x="36789" y="595354"/>
                  <a:pt x="39169" y="593203"/>
                  <a:pt x="41780" y="591463"/>
                </a:cubicBezTo>
                <a:cubicBezTo>
                  <a:pt x="49014" y="586640"/>
                  <a:pt x="51667" y="585245"/>
                  <a:pt x="58754" y="575796"/>
                </a:cubicBezTo>
                <a:lnTo>
                  <a:pt x="66588" y="565350"/>
                </a:lnTo>
                <a:cubicBezTo>
                  <a:pt x="70796" y="559740"/>
                  <a:pt x="70823" y="560078"/>
                  <a:pt x="74422" y="553599"/>
                </a:cubicBezTo>
                <a:cubicBezTo>
                  <a:pt x="75367" y="551897"/>
                  <a:pt x="76243" y="550154"/>
                  <a:pt x="77034" y="548377"/>
                </a:cubicBezTo>
                <a:cubicBezTo>
                  <a:pt x="77986" y="546235"/>
                  <a:pt x="78453" y="543865"/>
                  <a:pt x="79645" y="541849"/>
                </a:cubicBezTo>
                <a:cubicBezTo>
                  <a:pt x="84128" y="534262"/>
                  <a:pt x="90734" y="527833"/>
                  <a:pt x="94007" y="519652"/>
                </a:cubicBezTo>
                <a:lnTo>
                  <a:pt x="99230" y="506596"/>
                </a:lnTo>
                <a:cubicBezTo>
                  <a:pt x="100100" y="499632"/>
                  <a:pt x="100688" y="492627"/>
                  <a:pt x="101841" y="485705"/>
                </a:cubicBezTo>
                <a:cubicBezTo>
                  <a:pt x="103361" y="476582"/>
                  <a:pt x="104612" y="467462"/>
                  <a:pt x="105758" y="458287"/>
                </a:cubicBezTo>
                <a:cubicBezTo>
                  <a:pt x="106193" y="444794"/>
                  <a:pt x="106125" y="431276"/>
                  <a:pt x="107064" y="417810"/>
                </a:cubicBezTo>
                <a:cubicBezTo>
                  <a:pt x="107432" y="412529"/>
                  <a:pt x="108804" y="407365"/>
                  <a:pt x="109675" y="402143"/>
                </a:cubicBezTo>
                <a:cubicBezTo>
                  <a:pt x="110110" y="399530"/>
                  <a:pt x="110521" y="396916"/>
                  <a:pt x="110981" y="394308"/>
                </a:cubicBezTo>
                <a:cubicBezTo>
                  <a:pt x="111601" y="390798"/>
                  <a:pt x="114771" y="372494"/>
                  <a:pt x="116204" y="368196"/>
                </a:cubicBezTo>
                <a:cubicBezTo>
                  <a:pt x="117126" y="365427"/>
                  <a:pt x="118897" y="363013"/>
                  <a:pt x="120120" y="360362"/>
                </a:cubicBezTo>
                <a:cubicBezTo>
                  <a:pt x="121509" y="357353"/>
                  <a:pt x="122368" y="354085"/>
                  <a:pt x="124038" y="351221"/>
                </a:cubicBezTo>
                <a:cubicBezTo>
                  <a:pt x="125442" y="348814"/>
                  <a:pt x="127681" y="346990"/>
                  <a:pt x="129259" y="344693"/>
                </a:cubicBezTo>
                <a:cubicBezTo>
                  <a:pt x="132475" y="340017"/>
                  <a:pt x="135253" y="335053"/>
                  <a:pt x="138400" y="330332"/>
                </a:cubicBezTo>
                <a:cubicBezTo>
                  <a:pt x="146612" y="318014"/>
                  <a:pt x="141930" y="323792"/>
                  <a:pt x="152762" y="315970"/>
                </a:cubicBezTo>
                <a:cubicBezTo>
                  <a:pt x="179280" y="296818"/>
                  <a:pt x="159146" y="308795"/>
                  <a:pt x="174958" y="301607"/>
                </a:cubicBezTo>
                <a:cubicBezTo>
                  <a:pt x="177616" y="300399"/>
                  <a:pt x="180005" y="298560"/>
                  <a:pt x="182792" y="297690"/>
                </a:cubicBezTo>
                <a:cubicBezTo>
                  <a:pt x="187028" y="296366"/>
                  <a:pt x="195848" y="295079"/>
                  <a:pt x="195848" y="295079"/>
                </a:cubicBezTo>
                <a:cubicBezTo>
                  <a:pt x="202376" y="295515"/>
                  <a:pt x="208923" y="295733"/>
                  <a:pt x="215434" y="296384"/>
                </a:cubicBezTo>
                <a:cubicBezTo>
                  <a:pt x="217642" y="296605"/>
                  <a:pt x="219768" y="297353"/>
                  <a:pt x="221962" y="297690"/>
                </a:cubicBezTo>
                <a:cubicBezTo>
                  <a:pt x="225430" y="298224"/>
                  <a:pt x="228945" y="298419"/>
                  <a:pt x="232407" y="298996"/>
                </a:cubicBezTo>
                <a:cubicBezTo>
                  <a:pt x="238976" y="300092"/>
                  <a:pt x="239433" y="301468"/>
                  <a:pt x="246769" y="304218"/>
                </a:cubicBezTo>
                <a:cubicBezTo>
                  <a:pt x="254115" y="306974"/>
                  <a:pt x="261560" y="309461"/>
                  <a:pt x="268965" y="312052"/>
                </a:cubicBezTo>
                <a:cubicBezTo>
                  <a:pt x="270264" y="312508"/>
                  <a:pt x="271533" y="313088"/>
                  <a:pt x="272882" y="313359"/>
                </a:cubicBezTo>
                <a:cubicBezTo>
                  <a:pt x="280760" y="314934"/>
                  <a:pt x="277305" y="313962"/>
                  <a:pt x="283327" y="315970"/>
                </a:cubicBezTo>
                <a:cubicBezTo>
                  <a:pt x="284305" y="315848"/>
                  <a:pt x="296121" y="314794"/>
                  <a:pt x="298995" y="313359"/>
                </a:cubicBezTo>
                <a:cubicBezTo>
                  <a:pt x="300941" y="312384"/>
                  <a:pt x="302407" y="310648"/>
                  <a:pt x="304218" y="309442"/>
                </a:cubicBezTo>
                <a:cubicBezTo>
                  <a:pt x="306330" y="308034"/>
                  <a:pt x="308635" y="306932"/>
                  <a:pt x="310747" y="305524"/>
                </a:cubicBezTo>
                <a:cubicBezTo>
                  <a:pt x="312557" y="304316"/>
                  <a:pt x="314124" y="302760"/>
                  <a:pt x="315969" y="301607"/>
                </a:cubicBezTo>
                <a:cubicBezTo>
                  <a:pt x="317619" y="300576"/>
                  <a:pt x="319608" y="300128"/>
                  <a:pt x="321191" y="298996"/>
                </a:cubicBezTo>
                <a:cubicBezTo>
                  <a:pt x="322694" y="297924"/>
                  <a:pt x="323882" y="296459"/>
                  <a:pt x="325109" y="295079"/>
                </a:cubicBezTo>
                <a:cubicBezTo>
                  <a:pt x="331969" y="287362"/>
                  <a:pt x="340580" y="275891"/>
                  <a:pt x="344694" y="267660"/>
                </a:cubicBezTo>
                <a:cubicBezTo>
                  <a:pt x="345999" y="265050"/>
                  <a:pt x="347425" y="262494"/>
                  <a:pt x="348611" y="259826"/>
                </a:cubicBezTo>
                <a:cubicBezTo>
                  <a:pt x="349170" y="258569"/>
                  <a:pt x="349153" y="257055"/>
                  <a:pt x="349916" y="255909"/>
                </a:cubicBezTo>
                <a:cubicBezTo>
                  <a:pt x="350940" y="254372"/>
                  <a:pt x="352725" y="253469"/>
                  <a:pt x="353833" y="251992"/>
                </a:cubicBezTo>
                <a:cubicBezTo>
                  <a:pt x="355356" y="249961"/>
                  <a:pt x="356306" y="247549"/>
                  <a:pt x="357750" y="245464"/>
                </a:cubicBezTo>
                <a:cubicBezTo>
                  <a:pt x="360227" y="241886"/>
                  <a:pt x="363345" y="238751"/>
                  <a:pt x="365584" y="235018"/>
                </a:cubicBezTo>
                <a:cubicBezTo>
                  <a:pt x="368195" y="230667"/>
                  <a:pt x="371419" y="226627"/>
                  <a:pt x="373418" y="221962"/>
                </a:cubicBezTo>
                <a:cubicBezTo>
                  <a:pt x="374723" y="218915"/>
                  <a:pt x="375797" y="215758"/>
                  <a:pt x="377335" y="212821"/>
                </a:cubicBezTo>
                <a:cubicBezTo>
                  <a:pt x="380590" y="206605"/>
                  <a:pt x="387780" y="194543"/>
                  <a:pt x="387780" y="194543"/>
                </a:cubicBezTo>
                <a:cubicBezTo>
                  <a:pt x="390343" y="184290"/>
                  <a:pt x="389598" y="189611"/>
                  <a:pt x="387780" y="172346"/>
                </a:cubicBezTo>
                <a:cubicBezTo>
                  <a:pt x="387152" y="166380"/>
                  <a:pt x="385986" y="160516"/>
                  <a:pt x="382557" y="155373"/>
                </a:cubicBezTo>
                <a:cubicBezTo>
                  <a:pt x="378864" y="149834"/>
                  <a:pt x="376578" y="149482"/>
                  <a:pt x="372112" y="146234"/>
                </a:cubicBezTo>
                <a:cubicBezTo>
                  <a:pt x="368592" y="143674"/>
                  <a:pt x="364745" y="141476"/>
                  <a:pt x="361667" y="138400"/>
                </a:cubicBezTo>
                <a:cubicBezTo>
                  <a:pt x="360361" y="137095"/>
                  <a:pt x="359227" y="135592"/>
                  <a:pt x="357750" y="134482"/>
                </a:cubicBezTo>
                <a:cubicBezTo>
                  <a:pt x="353984" y="131659"/>
                  <a:pt x="349916" y="129261"/>
                  <a:pt x="345999" y="126648"/>
                </a:cubicBezTo>
                <a:cubicBezTo>
                  <a:pt x="344694" y="125780"/>
                  <a:pt x="343321" y="125000"/>
                  <a:pt x="342082" y="124037"/>
                </a:cubicBezTo>
                <a:cubicBezTo>
                  <a:pt x="338165" y="120990"/>
                  <a:pt x="334938" y="116742"/>
                  <a:pt x="330331" y="114898"/>
                </a:cubicBezTo>
                <a:cubicBezTo>
                  <a:pt x="321247" y="111264"/>
                  <a:pt x="326026" y="113029"/>
                  <a:pt x="315969" y="109675"/>
                </a:cubicBezTo>
                <a:cubicBezTo>
                  <a:pt x="313792" y="107500"/>
                  <a:pt x="311728" y="105206"/>
                  <a:pt x="309441" y="103147"/>
                </a:cubicBezTo>
                <a:cubicBezTo>
                  <a:pt x="291568" y="87061"/>
                  <a:pt x="314758" y="109769"/>
                  <a:pt x="296384" y="91397"/>
                </a:cubicBezTo>
                <a:cubicBezTo>
                  <a:pt x="295513" y="89656"/>
                  <a:pt x="293773" y="88120"/>
                  <a:pt x="293773" y="86173"/>
                </a:cubicBezTo>
                <a:cubicBezTo>
                  <a:pt x="293773" y="82162"/>
                  <a:pt x="295115" y="78229"/>
                  <a:pt x="296384" y="74423"/>
                </a:cubicBezTo>
                <a:cubicBezTo>
                  <a:pt x="296880" y="72934"/>
                  <a:pt x="298015" y="71731"/>
                  <a:pt x="298995" y="70506"/>
                </a:cubicBezTo>
                <a:cubicBezTo>
                  <a:pt x="301502" y="67372"/>
                  <a:pt x="303992" y="64203"/>
                  <a:pt x="306829" y="61365"/>
                </a:cubicBezTo>
                <a:cubicBezTo>
                  <a:pt x="309666" y="58530"/>
                  <a:pt x="313132" y="56369"/>
                  <a:pt x="315969" y="53533"/>
                </a:cubicBezTo>
                <a:cubicBezTo>
                  <a:pt x="318806" y="50695"/>
                  <a:pt x="321052" y="47315"/>
                  <a:pt x="323803" y="44392"/>
                </a:cubicBezTo>
                <a:cubicBezTo>
                  <a:pt x="328021" y="39912"/>
                  <a:pt x="332507" y="35689"/>
                  <a:pt x="336860" y="31336"/>
                </a:cubicBezTo>
                <a:lnTo>
                  <a:pt x="344694" y="23503"/>
                </a:lnTo>
                <a:cubicBezTo>
                  <a:pt x="346435" y="21761"/>
                  <a:pt x="347994" y="19818"/>
                  <a:pt x="349916" y="18280"/>
                </a:cubicBezTo>
                <a:cubicBezTo>
                  <a:pt x="354268" y="14799"/>
                  <a:pt x="357912" y="10170"/>
                  <a:pt x="362973" y="7834"/>
                </a:cubicBezTo>
                <a:lnTo>
                  <a:pt x="3799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5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345F9475-1855-4631-852B-E7EB234A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50" y="490948"/>
            <a:ext cx="348611" cy="651524"/>
          </a:xfrm>
          <a:custGeom xmlns:a="http://schemas.openxmlformats.org/drawingml/2006/main">
            <a:pathLst>
              <a:path w="348611" h="651524">
                <a:moveTo>
                  <a:pt x="308135" y="531404"/>
                </a:moveTo>
                <a:cubicBezTo>
                  <a:pt x="312487" y="516171"/>
                  <a:pt x="318721" y="501353"/>
                  <a:pt x="321191" y="485705"/>
                </a:cubicBezTo>
                <a:lnTo>
                  <a:pt x="325109" y="460897"/>
                </a:lnTo>
                <a:cubicBezTo>
                  <a:pt x="327041" y="426112"/>
                  <a:pt x="327062" y="437604"/>
                  <a:pt x="325109" y="391698"/>
                </a:cubicBezTo>
                <a:cubicBezTo>
                  <a:pt x="324886" y="386462"/>
                  <a:pt x="324496" y="381224"/>
                  <a:pt x="323803" y="376029"/>
                </a:cubicBezTo>
                <a:cubicBezTo>
                  <a:pt x="323621" y="374665"/>
                  <a:pt x="322807" y="373455"/>
                  <a:pt x="322497" y="372113"/>
                </a:cubicBezTo>
                <a:cubicBezTo>
                  <a:pt x="319098" y="357379"/>
                  <a:pt x="320426" y="358126"/>
                  <a:pt x="315969" y="342082"/>
                </a:cubicBezTo>
                <a:cubicBezTo>
                  <a:pt x="314354" y="336266"/>
                  <a:pt x="308586" y="326792"/>
                  <a:pt x="306829" y="322498"/>
                </a:cubicBezTo>
                <a:cubicBezTo>
                  <a:pt x="304043" y="315687"/>
                  <a:pt x="297413" y="293413"/>
                  <a:pt x="296385" y="287245"/>
                </a:cubicBezTo>
                <a:lnTo>
                  <a:pt x="293773" y="271578"/>
                </a:lnTo>
                <a:cubicBezTo>
                  <a:pt x="294208" y="261131"/>
                  <a:pt x="294306" y="250666"/>
                  <a:pt x="295078" y="240242"/>
                </a:cubicBezTo>
                <a:cubicBezTo>
                  <a:pt x="295180" y="238869"/>
                  <a:pt x="296051" y="237659"/>
                  <a:pt x="296385" y="236325"/>
                </a:cubicBezTo>
                <a:cubicBezTo>
                  <a:pt x="297358" y="232432"/>
                  <a:pt x="297788" y="228399"/>
                  <a:pt x="298996" y="224573"/>
                </a:cubicBezTo>
                <a:cubicBezTo>
                  <a:pt x="310432" y="188357"/>
                  <a:pt x="298952" y="226798"/>
                  <a:pt x="308135" y="204989"/>
                </a:cubicBezTo>
                <a:cubicBezTo>
                  <a:pt x="310646" y="199026"/>
                  <a:pt x="311770" y="192496"/>
                  <a:pt x="314663" y="186709"/>
                </a:cubicBezTo>
                <a:cubicBezTo>
                  <a:pt x="317471" y="181095"/>
                  <a:pt x="321627" y="176264"/>
                  <a:pt x="325109" y="171042"/>
                </a:cubicBezTo>
                <a:lnTo>
                  <a:pt x="332943" y="159290"/>
                </a:lnTo>
                <a:cubicBezTo>
                  <a:pt x="336067" y="154606"/>
                  <a:pt x="336910" y="153687"/>
                  <a:pt x="339471" y="147539"/>
                </a:cubicBezTo>
                <a:cubicBezTo>
                  <a:pt x="343168" y="138668"/>
                  <a:pt x="342391" y="136089"/>
                  <a:pt x="344694" y="125344"/>
                </a:cubicBezTo>
                <a:cubicBezTo>
                  <a:pt x="344982" y="123997"/>
                  <a:pt x="345564" y="122733"/>
                  <a:pt x="345999" y="121426"/>
                </a:cubicBezTo>
                <a:cubicBezTo>
                  <a:pt x="346790" y="115891"/>
                  <a:pt x="348611" y="104073"/>
                  <a:pt x="348611" y="99229"/>
                </a:cubicBezTo>
                <a:cubicBezTo>
                  <a:pt x="348611" y="90950"/>
                  <a:pt x="347895" y="82683"/>
                  <a:pt x="347305" y="74423"/>
                </a:cubicBezTo>
                <a:cubicBezTo>
                  <a:pt x="346726" y="66317"/>
                  <a:pt x="345430" y="55676"/>
                  <a:pt x="342082" y="48309"/>
                </a:cubicBezTo>
                <a:cubicBezTo>
                  <a:pt x="339734" y="43143"/>
                  <a:pt x="336259" y="38553"/>
                  <a:pt x="332943" y="33947"/>
                </a:cubicBezTo>
                <a:cubicBezTo>
                  <a:pt x="325178" y="23163"/>
                  <a:pt x="314747" y="7529"/>
                  <a:pt x="300301" y="3917"/>
                </a:cubicBezTo>
                <a:cubicBezTo>
                  <a:pt x="286452" y="455"/>
                  <a:pt x="293417" y="1751"/>
                  <a:pt x="279411" y="0"/>
                </a:cubicBezTo>
                <a:cubicBezTo>
                  <a:pt x="272513" y="689"/>
                  <a:pt x="262613" y="1045"/>
                  <a:pt x="255908" y="3917"/>
                </a:cubicBezTo>
                <a:cubicBezTo>
                  <a:pt x="253024" y="5154"/>
                  <a:pt x="250687" y="7398"/>
                  <a:pt x="248075" y="9141"/>
                </a:cubicBezTo>
                <a:cubicBezTo>
                  <a:pt x="244594" y="16539"/>
                  <a:pt x="240775" y="23788"/>
                  <a:pt x="237630" y="31336"/>
                </a:cubicBezTo>
                <a:cubicBezTo>
                  <a:pt x="236411" y="34261"/>
                  <a:pt x="236020" y="37470"/>
                  <a:pt x="235018" y="40477"/>
                </a:cubicBezTo>
                <a:cubicBezTo>
                  <a:pt x="233842" y="44003"/>
                  <a:pt x="232407" y="47439"/>
                  <a:pt x="231101" y="50920"/>
                </a:cubicBezTo>
                <a:cubicBezTo>
                  <a:pt x="229360" y="60495"/>
                  <a:pt x="227672" y="70081"/>
                  <a:pt x="225879" y="79645"/>
                </a:cubicBezTo>
                <a:cubicBezTo>
                  <a:pt x="225061" y="84007"/>
                  <a:pt x="223895" y="88308"/>
                  <a:pt x="223267" y="92701"/>
                </a:cubicBezTo>
                <a:cubicBezTo>
                  <a:pt x="221962" y="101842"/>
                  <a:pt x="220868" y="111014"/>
                  <a:pt x="219350" y="120122"/>
                </a:cubicBezTo>
                <a:cubicBezTo>
                  <a:pt x="217821" y="129297"/>
                  <a:pt x="215010" y="138278"/>
                  <a:pt x="214128" y="147539"/>
                </a:cubicBezTo>
                <a:cubicBezTo>
                  <a:pt x="211266" y="177593"/>
                  <a:pt x="213026" y="165902"/>
                  <a:pt x="210211" y="182792"/>
                </a:cubicBezTo>
                <a:cubicBezTo>
                  <a:pt x="209998" y="188985"/>
                  <a:pt x="208062" y="246585"/>
                  <a:pt x="207599" y="254602"/>
                </a:cubicBezTo>
                <a:cubicBezTo>
                  <a:pt x="206946" y="265934"/>
                  <a:pt x="205875" y="277235"/>
                  <a:pt x="204988" y="288551"/>
                </a:cubicBezTo>
                <a:cubicBezTo>
                  <a:pt x="204135" y="299432"/>
                  <a:pt x="204170" y="310425"/>
                  <a:pt x="202376" y="321191"/>
                </a:cubicBezTo>
                <a:cubicBezTo>
                  <a:pt x="201941" y="323804"/>
                  <a:pt x="201399" y="326399"/>
                  <a:pt x="201071" y="329026"/>
                </a:cubicBezTo>
                <a:cubicBezTo>
                  <a:pt x="200093" y="336848"/>
                  <a:pt x="199574" y="344724"/>
                  <a:pt x="198460" y="352527"/>
                </a:cubicBezTo>
                <a:cubicBezTo>
                  <a:pt x="197832" y="356922"/>
                  <a:pt x="196578" y="361208"/>
                  <a:pt x="195848" y="365585"/>
                </a:cubicBezTo>
                <a:cubicBezTo>
                  <a:pt x="195272" y="369045"/>
                  <a:pt x="195190" y="372581"/>
                  <a:pt x="194543" y="376029"/>
                </a:cubicBezTo>
                <a:cubicBezTo>
                  <a:pt x="193881" y="379557"/>
                  <a:pt x="192610" y="382951"/>
                  <a:pt x="191932" y="386474"/>
                </a:cubicBezTo>
                <a:cubicBezTo>
                  <a:pt x="188318" y="405267"/>
                  <a:pt x="188880" y="409869"/>
                  <a:pt x="184098" y="426951"/>
                </a:cubicBezTo>
                <a:cubicBezTo>
                  <a:pt x="182613" y="432251"/>
                  <a:pt x="180616" y="437396"/>
                  <a:pt x="178875" y="442618"/>
                </a:cubicBezTo>
                <a:cubicBezTo>
                  <a:pt x="178005" y="445230"/>
                  <a:pt x="177348" y="447921"/>
                  <a:pt x="176264" y="450452"/>
                </a:cubicBezTo>
                <a:cubicBezTo>
                  <a:pt x="174958" y="453499"/>
                  <a:pt x="173461" y="456471"/>
                  <a:pt x="172347" y="459591"/>
                </a:cubicBezTo>
                <a:cubicBezTo>
                  <a:pt x="169155" y="468530"/>
                  <a:pt x="170639" y="469363"/>
                  <a:pt x="165818" y="477871"/>
                </a:cubicBezTo>
                <a:cubicBezTo>
                  <a:pt x="160041" y="488067"/>
                  <a:pt x="151711" y="496949"/>
                  <a:pt x="147539" y="507900"/>
                </a:cubicBezTo>
                <a:lnTo>
                  <a:pt x="137094" y="535321"/>
                </a:lnTo>
                <a:cubicBezTo>
                  <a:pt x="135382" y="539834"/>
                  <a:pt x="129704" y="555322"/>
                  <a:pt x="127954" y="558822"/>
                </a:cubicBezTo>
                <a:cubicBezTo>
                  <a:pt x="119222" y="576286"/>
                  <a:pt x="125862" y="562094"/>
                  <a:pt x="118815" y="579713"/>
                </a:cubicBezTo>
                <a:cubicBezTo>
                  <a:pt x="117017" y="584206"/>
                  <a:pt x="114263" y="592323"/>
                  <a:pt x="109676" y="595380"/>
                </a:cubicBezTo>
                <a:cubicBezTo>
                  <a:pt x="105300" y="598298"/>
                  <a:pt x="99979" y="599482"/>
                  <a:pt x="95313" y="601908"/>
                </a:cubicBezTo>
                <a:cubicBezTo>
                  <a:pt x="89087" y="605147"/>
                  <a:pt x="83157" y="608924"/>
                  <a:pt x="77034" y="612353"/>
                </a:cubicBezTo>
                <a:cubicBezTo>
                  <a:pt x="72276" y="615018"/>
                  <a:pt x="67406" y="617483"/>
                  <a:pt x="62671" y="620188"/>
                </a:cubicBezTo>
                <a:cubicBezTo>
                  <a:pt x="58265" y="622706"/>
                  <a:pt x="54021" y="625504"/>
                  <a:pt x="49615" y="628022"/>
                </a:cubicBezTo>
                <a:cubicBezTo>
                  <a:pt x="45117" y="630591"/>
                  <a:pt x="27517" y="640192"/>
                  <a:pt x="22196" y="642383"/>
                </a:cubicBezTo>
                <a:lnTo>
                  <a:pt x="0" y="651524"/>
                </a:ln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6" name="pdf-path-235">
            <a:extLst xmlns:a="http://schemas.openxmlformats.org/drawingml/2006/main">
              <a:ext uri="{FF2B5EF4-FFF2-40B4-BE49-F238E27FC236}">
                <a16:creationId xmlns:a16="http://schemas.microsoft.com/office/drawing/2014/main" id="{EE408DDA-4930-4F1D-9591-10816A74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8" y="988928"/>
            <a:ext cx="617576" cy="424092"/>
          </a:xfrm>
          <a:custGeom xmlns:a="http://schemas.openxmlformats.org/drawingml/2006/main">
            <a:pathLst>
              <a:path w="617576" h="424092">
                <a:moveTo>
                  <a:pt x="617576" y="25586"/>
                </a:moveTo>
                <a:cubicBezTo>
                  <a:pt x="608001" y="17317"/>
                  <a:pt x="600033" y="6699"/>
                  <a:pt x="588851" y="780"/>
                </a:cubicBezTo>
                <a:cubicBezTo>
                  <a:pt x="587379" y="0"/>
                  <a:pt x="572794" y="1578"/>
                  <a:pt x="567960" y="3390"/>
                </a:cubicBezTo>
                <a:cubicBezTo>
                  <a:pt x="566138" y="4074"/>
                  <a:pt x="564479" y="5131"/>
                  <a:pt x="562739" y="6001"/>
                </a:cubicBezTo>
                <a:cubicBezTo>
                  <a:pt x="560997" y="8178"/>
                  <a:pt x="558993" y="10166"/>
                  <a:pt x="557516" y="12529"/>
                </a:cubicBezTo>
                <a:cubicBezTo>
                  <a:pt x="556787" y="13696"/>
                  <a:pt x="556572" y="15119"/>
                  <a:pt x="556210" y="16447"/>
                </a:cubicBezTo>
                <a:cubicBezTo>
                  <a:pt x="555265" y="19909"/>
                  <a:pt x="554734" y="23488"/>
                  <a:pt x="553598" y="26892"/>
                </a:cubicBezTo>
                <a:cubicBezTo>
                  <a:pt x="547674" y="44666"/>
                  <a:pt x="549455" y="37161"/>
                  <a:pt x="547070" y="49089"/>
                </a:cubicBezTo>
                <a:cubicBezTo>
                  <a:pt x="547505" y="57792"/>
                  <a:pt x="547755" y="66509"/>
                  <a:pt x="548376" y="75201"/>
                </a:cubicBezTo>
                <a:cubicBezTo>
                  <a:pt x="548626" y="78702"/>
                  <a:pt x="548831" y="82242"/>
                  <a:pt x="549682" y="85647"/>
                </a:cubicBezTo>
                <a:cubicBezTo>
                  <a:pt x="551017" y="90987"/>
                  <a:pt x="554904" y="101314"/>
                  <a:pt x="554904" y="101314"/>
                </a:cubicBezTo>
                <a:cubicBezTo>
                  <a:pt x="555339" y="103926"/>
                  <a:pt x="555691" y="106553"/>
                  <a:pt x="556210" y="109148"/>
                </a:cubicBezTo>
                <a:cubicBezTo>
                  <a:pt x="556562" y="110908"/>
                  <a:pt x="557221" y="112601"/>
                  <a:pt x="557516" y="114372"/>
                </a:cubicBezTo>
                <a:cubicBezTo>
                  <a:pt x="558093" y="117832"/>
                  <a:pt x="558386" y="121334"/>
                  <a:pt x="558821" y="124815"/>
                </a:cubicBezTo>
                <a:cubicBezTo>
                  <a:pt x="558451" y="134053"/>
                  <a:pt x="558323" y="156529"/>
                  <a:pt x="556210" y="169209"/>
                </a:cubicBezTo>
                <a:cubicBezTo>
                  <a:pt x="555868" y="171258"/>
                  <a:pt x="553383" y="182188"/>
                  <a:pt x="552293" y="186182"/>
                </a:cubicBezTo>
                <a:cubicBezTo>
                  <a:pt x="551459" y="189240"/>
                  <a:pt x="550819" y="192363"/>
                  <a:pt x="549682" y="195321"/>
                </a:cubicBezTo>
                <a:cubicBezTo>
                  <a:pt x="547588" y="200766"/>
                  <a:pt x="543743" y="207235"/>
                  <a:pt x="539236" y="210990"/>
                </a:cubicBezTo>
                <a:cubicBezTo>
                  <a:pt x="532485" y="216616"/>
                  <a:pt x="529677" y="215858"/>
                  <a:pt x="522262" y="218824"/>
                </a:cubicBezTo>
                <a:cubicBezTo>
                  <a:pt x="511479" y="223138"/>
                  <a:pt x="520111" y="220145"/>
                  <a:pt x="509207" y="222740"/>
                </a:cubicBezTo>
                <a:cubicBezTo>
                  <a:pt x="478836" y="229971"/>
                  <a:pt x="498599" y="226249"/>
                  <a:pt x="472648" y="230574"/>
                </a:cubicBezTo>
                <a:cubicBezTo>
                  <a:pt x="468295" y="232315"/>
                  <a:pt x="463784" y="233701"/>
                  <a:pt x="459591" y="235798"/>
                </a:cubicBezTo>
                <a:cubicBezTo>
                  <a:pt x="452445" y="239370"/>
                  <a:pt x="446280" y="245022"/>
                  <a:pt x="438701" y="247548"/>
                </a:cubicBezTo>
                <a:cubicBezTo>
                  <a:pt x="437395" y="247984"/>
                  <a:pt x="436130" y="248566"/>
                  <a:pt x="434783" y="248854"/>
                </a:cubicBezTo>
                <a:cubicBezTo>
                  <a:pt x="430468" y="249778"/>
                  <a:pt x="420785" y="251025"/>
                  <a:pt x="415199" y="252771"/>
                </a:cubicBezTo>
                <a:cubicBezTo>
                  <a:pt x="409944" y="254414"/>
                  <a:pt x="404905" y="256800"/>
                  <a:pt x="399531" y="257993"/>
                </a:cubicBezTo>
                <a:cubicBezTo>
                  <a:pt x="369454" y="264676"/>
                  <a:pt x="402316" y="256952"/>
                  <a:pt x="379946" y="263215"/>
                </a:cubicBezTo>
                <a:cubicBezTo>
                  <a:pt x="342047" y="273827"/>
                  <a:pt x="367644" y="265576"/>
                  <a:pt x="343387" y="273662"/>
                </a:cubicBezTo>
                <a:cubicBezTo>
                  <a:pt x="330162" y="282480"/>
                  <a:pt x="356592" y="265175"/>
                  <a:pt x="327720" y="281494"/>
                </a:cubicBezTo>
                <a:cubicBezTo>
                  <a:pt x="321413" y="285059"/>
                  <a:pt x="315919" y="290007"/>
                  <a:pt x="309441" y="293246"/>
                </a:cubicBezTo>
                <a:cubicBezTo>
                  <a:pt x="299377" y="298278"/>
                  <a:pt x="299761" y="297852"/>
                  <a:pt x="285939" y="307609"/>
                </a:cubicBezTo>
                <a:cubicBezTo>
                  <a:pt x="284430" y="308672"/>
                  <a:pt x="283540" y="310474"/>
                  <a:pt x="282022" y="311524"/>
                </a:cubicBezTo>
                <a:cubicBezTo>
                  <a:pt x="264703" y="323515"/>
                  <a:pt x="266765" y="317740"/>
                  <a:pt x="245463" y="333721"/>
                </a:cubicBezTo>
                <a:cubicBezTo>
                  <a:pt x="236405" y="340516"/>
                  <a:pt x="238703" y="338407"/>
                  <a:pt x="227184" y="350694"/>
                </a:cubicBezTo>
                <a:cubicBezTo>
                  <a:pt x="218152" y="360329"/>
                  <a:pt x="221886" y="359702"/>
                  <a:pt x="208905" y="368974"/>
                </a:cubicBezTo>
                <a:cubicBezTo>
                  <a:pt x="206997" y="370336"/>
                  <a:pt x="204450" y="370495"/>
                  <a:pt x="202376" y="371585"/>
                </a:cubicBezTo>
                <a:cubicBezTo>
                  <a:pt x="196166" y="374855"/>
                  <a:pt x="190300" y="378748"/>
                  <a:pt x="184098" y="382030"/>
                </a:cubicBezTo>
                <a:cubicBezTo>
                  <a:pt x="182882" y="382674"/>
                  <a:pt x="181388" y="382677"/>
                  <a:pt x="180180" y="383336"/>
                </a:cubicBezTo>
                <a:cubicBezTo>
                  <a:pt x="176576" y="385302"/>
                  <a:pt x="173340" y="387899"/>
                  <a:pt x="169736" y="389865"/>
                </a:cubicBezTo>
                <a:cubicBezTo>
                  <a:pt x="168527" y="390524"/>
                  <a:pt x="167088" y="390641"/>
                  <a:pt x="165818" y="391171"/>
                </a:cubicBezTo>
                <a:cubicBezTo>
                  <a:pt x="161861" y="392819"/>
                  <a:pt x="157901" y="394476"/>
                  <a:pt x="154067" y="396393"/>
                </a:cubicBezTo>
                <a:cubicBezTo>
                  <a:pt x="152664" y="397094"/>
                  <a:pt x="151535" y="398266"/>
                  <a:pt x="150150" y="399004"/>
                </a:cubicBezTo>
                <a:cubicBezTo>
                  <a:pt x="144998" y="401752"/>
                  <a:pt x="139649" y="404119"/>
                  <a:pt x="134482" y="406838"/>
                </a:cubicBezTo>
                <a:cubicBezTo>
                  <a:pt x="124786" y="411943"/>
                  <a:pt x="126376" y="412344"/>
                  <a:pt x="116204" y="415977"/>
                </a:cubicBezTo>
                <a:cubicBezTo>
                  <a:pt x="105710" y="419725"/>
                  <a:pt x="101332" y="419219"/>
                  <a:pt x="88785" y="421200"/>
                </a:cubicBezTo>
                <a:cubicBezTo>
                  <a:pt x="70473" y="424092"/>
                  <a:pt x="99780" y="420914"/>
                  <a:pt x="67894" y="423811"/>
                </a:cubicBezTo>
                <a:cubicBezTo>
                  <a:pt x="59190" y="423377"/>
                  <a:pt x="50463" y="423262"/>
                  <a:pt x="41780" y="422507"/>
                </a:cubicBezTo>
                <a:cubicBezTo>
                  <a:pt x="40409" y="422386"/>
                  <a:pt x="39187" y="421579"/>
                  <a:pt x="37864" y="421200"/>
                </a:cubicBezTo>
                <a:cubicBezTo>
                  <a:pt x="36138" y="420707"/>
                  <a:pt x="34382" y="420330"/>
                  <a:pt x="32641" y="419894"/>
                </a:cubicBezTo>
                <a:cubicBezTo>
                  <a:pt x="29594" y="418154"/>
                  <a:pt x="26057" y="417077"/>
                  <a:pt x="23501" y="414672"/>
                </a:cubicBezTo>
                <a:cubicBezTo>
                  <a:pt x="18550" y="410012"/>
                  <a:pt x="14692" y="404313"/>
                  <a:pt x="10445" y="399004"/>
                </a:cubicBezTo>
                <a:cubicBezTo>
                  <a:pt x="9465" y="397779"/>
                  <a:pt x="8482" y="396516"/>
                  <a:pt x="7834" y="395088"/>
                </a:cubicBezTo>
                <a:cubicBezTo>
                  <a:pt x="6295" y="391703"/>
                  <a:pt x="4855" y="388239"/>
                  <a:pt x="3917" y="384641"/>
                </a:cubicBezTo>
                <a:cubicBezTo>
                  <a:pt x="2236" y="378200"/>
                  <a:pt x="0" y="365057"/>
                  <a:pt x="0" y="365057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7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E2039427-412C-452A-A32C-105688BF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37" y="876116"/>
            <a:ext cx="623237" cy="711584"/>
          </a:xfrm>
          <a:custGeom xmlns:a="http://schemas.openxmlformats.org/drawingml/2006/main">
            <a:pathLst>
              <a:path w="623237" h="711584">
                <a:moveTo>
                  <a:pt x="534184" y="141011"/>
                </a:moveTo>
                <a:cubicBezTo>
                  <a:pt x="528526" y="151892"/>
                  <a:pt x="521517" y="162170"/>
                  <a:pt x="517210" y="173653"/>
                </a:cubicBezTo>
                <a:cubicBezTo>
                  <a:pt x="516130" y="176534"/>
                  <a:pt x="518010" y="179757"/>
                  <a:pt x="518516" y="182792"/>
                </a:cubicBezTo>
                <a:cubicBezTo>
                  <a:pt x="519433" y="188296"/>
                  <a:pt x="519892" y="190769"/>
                  <a:pt x="522433" y="195850"/>
                </a:cubicBezTo>
                <a:cubicBezTo>
                  <a:pt x="523568" y="198119"/>
                  <a:pt x="524555" y="200583"/>
                  <a:pt x="526350" y="202378"/>
                </a:cubicBezTo>
                <a:cubicBezTo>
                  <a:pt x="529428" y="205454"/>
                  <a:pt x="533105" y="207905"/>
                  <a:pt x="536795" y="210212"/>
                </a:cubicBezTo>
                <a:cubicBezTo>
                  <a:pt x="543570" y="214445"/>
                  <a:pt x="551619" y="216763"/>
                  <a:pt x="557686" y="221962"/>
                </a:cubicBezTo>
                <a:cubicBezTo>
                  <a:pt x="568017" y="230817"/>
                  <a:pt x="563487" y="227571"/>
                  <a:pt x="570742" y="232407"/>
                </a:cubicBezTo>
                <a:cubicBezTo>
                  <a:pt x="572918" y="235454"/>
                  <a:pt x="575344" y="238337"/>
                  <a:pt x="577271" y="241546"/>
                </a:cubicBezTo>
                <a:cubicBezTo>
                  <a:pt x="582110" y="249613"/>
                  <a:pt x="582404" y="251723"/>
                  <a:pt x="585105" y="259826"/>
                </a:cubicBezTo>
                <a:cubicBezTo>
                  <a:pt x="584670" y="264613"/>
                  <a:pt x="584434" y="269424"/>
                  <a:pt x="583798" y="274188"/>
                </a:cubicBezTo>
                <a:cubicBezTo>
                  <a:pt x="583562" y="275967"/>
                  <a:pt x="583000" y="277689"/>
                  <a:pt x="582493" y="279410"/>
                </a:cubicBezTo>
                <a:cubicBezTo>
                  <a:pt x="580823" y="285091"/>
                  <a:pt x="578707" y="290640"/>
                  <a:pt x="577271" y="296384"/>
                </a:cubicBezTo>
                <a:cubicBezTo>
                  <a:pt x="576400" y="299867"/>
                  <a:pt x="575672" y="303386"/>
                  <a:pt x="574659" y="306831"/>
                </a:cubicBezTo>
                <a:cubicBezTo>
                  <a:pt x="573494" y="310791"/>
                  <a:pt x="570742" y="318581"/>
                  <a:pt x="570742" y="318581"/>
                </a:cubicBezTo>
                <a:cubicBezTo>
                  <a:pt x="570307" y="321191"/>
                  <a:pt x="569261" y="323773"/>
                  <a:pt x="569436" y="326415"/>
                </a:cubicBezTo>
                <a:cubicBezTo>
                  <a:pt x="569704" y="330418"/>
                  <a:pt x="571014" y="334288"/>
                  <a:pt x="572048" y="338165"/>
                </a:cubicBezTo>
                <a:cubicBezTo>
                  <a:pt x="575051" y="349428"/>
                  <a:pt x="581049" y="360960"/>
                  <a:pt x="589021" y="369501"/>
                </a:cubicBezTo>
                <a:cubicBezTo>
                  <a:pt x="592179" y="372884"/>
                  <a:pt x="595799" y="375820"/>
                  <a:pt x="599467" y="378641"/>
                </a:cubicBezTo>
                <a:cubicBezTo>
                  <a:pt x="601478" y="380188"/>
                  <a:pt x="604117" y="380851"/>
                  <a:pt x="605995" y="382559"/>
                </a:cubicBezTo>
                <a:cubicBezTo>
                  <a:pt x="613638" y="389507"/>
                  <a:pt x="615351" y="394436"/>
                  <a:pt x="620357" y="403449"/>
                </a:cubicBezTo>
                <a:cubicBezTo>
                  <a:pt x="621227" y="407801"/>
                  <a:pt x="623237" y="412075"/>
                  <a:pt x="622969" y="416505"/>
                </a:cubicBezTo>
                <a:cubicBezTo>
                  <a:pt x="620798" y="452320"/>
                  <a:pt x="620722" y="436299"/>
                  <a:pt x="615134" y="453063"/>
                </a:cubicBezTo>
                <a:cubicBezTo>
                  <a:pt x="613698" y="457374"/>
                  <a:pt x="613163" y="462014"/>
                  <a:pt x="611217" y="466119"/>
                </a:cubicBezTo>
                <a:cubicBezTo>
                  <a:pt x="609203" y="470375"/>
                  <a:pt x="605489" y="473661"/>
                  <a:pt x="603384" y="477871"/>
                </a:cubicBezTo>
                <a:cubicBezTo>
                  <a:pt x="597112" y="490413"/>
                  <a:pt x="599606" y="484702"/>
                  <a:pt x="595550" y="494844"/>
                </a:cubicBezTo>
                <a:cubicBezTo>
                  <a:pt x="595114" y="499197"/>
                  <a:pt x="594728" y="503554"/>
                  <a:pt x="594244" y="507900"/>
                </a:cubicBezTo>
                <a:cubicBezTo>
                  <a:pt x="593856" y="511389"/>
                  <a:pt x="593061" y="514840"/>
                  <a:pt x="592938" y="518347"/>
                </a:cubicBezTo>
                <a:cubicBezTo>
                  <a:pt x="592190" y="539664"/>
                  <a:pt x="592422" y="561008"/>
                  <a:pt x="591633" y="582324"/>
                </a:cubicBezTo>
                <a:cubicBezTo>
                  <a:pt x="591550" y="584540"/>
                  <a:pt x="591086" y="586766"/>
                  <a:pt x="590326" y="588852"/>
                </a:cubicBezTo>
                <a:cubicBezTo>
                  <a:pt x="588857" y="592893"/>
                  <a:pt x="586336" y="597051"/>
                  <a:pt x="583798" y="600603"/>
                </a:cubicBezTo>
                <a:cubicBezTo>
                  <a:pt x="582534" y="602374"/>
                  <a:pt x="581345" y="604215"/>
                  <a:pt x="579882" y="605825"/>
                </a:cubicBezTo>
                <a:cubicBezTo>
                  <a:pt x="576984" y="609013"/>
                  <a:pt x="574188" y="612379"/>
                  <a:pt x="570742" y="614966"/>
                </a:cubicBezTo>
                <a:cubicBezTo>
                  <a:pt x="567260" y="617577"/>
                  <a:pt x="564190" y="620854"/>
                  <a:pt x="560297" y="622799"/>
                </a:cubicBezTo>
                <a:cubicBezTo>
                  <a:pt x="557686" y="624105"/>
                  <a:pt x="554892" y="625097"/>
                  <a:pt x="552463" y="626716"/>
                </a:cubicBezTo>
                <a:cubicBezTo>
                  <a:pt x="549634" y="628601"/>
                  <a:pt x="547457" y="631359"/>
                  <a:pt x="544629" y="633244"/>
                </a:cubicBezTo>
                <a:cubicBezTo>
                  <a:pt x="543484" y="634008"/>
                  <a:pt x="542000" y="634067"/>
                  <a:pt x="540712" y="634550"/>
                </a:cubicBezTo>
                <a:cubicBezTo>
                  <a:pt x="538518" y="635373"/>
                  <a:pt x="536325" y="636209"/>
                  <a:pt x="534184" y="637161"/>
                </a:cubicBezTo>
                <a:cubicBezTo>
                  <a:pt x="532406" y="637953"/>
                  <a:pt x="530808" y="639158"/>
                  <a:pt x="528961" y="639772"/>
                </a:cubicBezTo>
                <a:cubicBezTo>
                  <a:pt x="526855" y="640475"/>
                  <a:pt x="524599" y="640597"/>
                  <a:pt x="522433" y="641078"/>
                </a:cubicBezTo>
                <a:cubicBezTo>
                  <a:pt x="500449" y="645963"/>
                  <a:pt x="530746" y="639327"/>
                  <a:pt x="513293" y="643689"/>
                </a:cubicBezTo>
                <a:cubicBezTo>
                  <a:pt x="504307" y="645936"/>
                  <a:pt x="495054" y="646689"/>
                  <a:pt x="485874" y="647606"/>
                </a:cubicBezTo>
                <a:lnTo>
                  <a:pt x="479346" y="648913"/>
                </a:lnTo>
                <a:cubicBezTo>
                  <a:pt x="476741" y="649385"/>
                  <a:pt x="474097" y="649643"/>
                  <a:pt x="471512" y="650217"/>
                </a:cubicBezTo>
                <a:cubicBezTo>
                  <a:pt x="469213" y="650728"/>
                  <a:pt x="462332" y="653629"/>
                  <a:pt x="461067" y="654134"/>
                </a:cubicBezTo>
                <a:cubicBezTo>
                  <a:pt x="459761" y="655441"/>
                  <a:pt x="458552" y="656850"/>
                  <a:pt x="457149" y="658052"/>
                </a:cubicBezTo>
                <a:cubicBezTo>
                  <a:pt x="455498" y="659468"/>
                  <a:pt x="453373" y="660342"/>
                  <a:pt x="451927" y="661969"/>
                </a:cubicBezTo>
                <a:cubicBezTo>
                  <a:pt x="449842" y="664315"/>
                  <a:pt x="448243" y="667067"/>
                  <a:pt x="446705" y="669803"/>
                </a:cubicBezTo>
                <a:cubicBezTo>
                  <a:pt x="444319" y="674043"/>
                  <a:pt x="442259" y="678461"/>
                  <a:pt x="440176" y="682859"/>
                </a:cubicBezTo>
                <a:cubicBezTo>
                  <a:pt x="436713" y="690171"/>
                  <a:pt x="435109" y="696394"/>
                  <a:pt x="429731" y="702444"/>
                </a:cubicBezTo>
                <a:cubicBezTo>
                  <a:pt x="428286" y="704071"/>
                  <a:pt x="426319" y="705154"/>
                  <a:pt x="424509" y="706361"/>
                </a:cubicBezTo>
                <a:cubicBezTo>
                  <a:pt x="417731" y="710880"/>
                  <a:pt x="419530" y="709891"/>
                  <a:pt x="412758" y="711584"/>
                </a:cubicBezTo>
                <a:cubicBezTo>
                  <a:pt x="402312" y="710714"/>
                  <a:pt x="391792" y="710498"/>
                  <a:pt x="381422" y="708972"/>
                </a:cubicBezTo>
                <a:cubicBezTo>
                  <a:pt x="376926" y="708311"/>
                  <a:pt x="372650" y="706568"/>
                  <a:pt x="368365" y="705056"/>
                </a:cubicBezTo>
                <a:cubicBezTo>
                  <a:pt x="361416" y="702602"/>
                  <a:pt x="355562" y="699744"/>
                  <a:pt x="350086" y="694609"/>
                </a:cubicBezTo>
                <a:cubicBezTo>
                  <a:pt x="330753" y="676487"/>
                  <a:pt x="346568" y="686316"/>
                  <a:pt x="326584" y="672414"/>
                </a:cubicBezTo>
                <a:cubicBezTo>
                  <a:pt x="303233" y="656170"/>
                  <a:pt x="313981" y="667473"/>
                  <a:pt x="301776" y="652828"/>
                </a:cubicBezTo>
                <a:cubicBezTo>
                  <a:pt x="300471" y="646736"/>
                  <a:pt x="298119" y="640777"/>
                  <a:pt x="297860" y="634550"/>
                </a:cubicBezTo>
                <a:cubicBezTo>
                  <a:pt x="297675" y="630115"/>
                  <a:pt x="299455" y="625814"/>
                  <a:pt x="300471" y="621494"/>
                </a:cubicBezTo>
                <a:cubicBezTo>
                  <a:pt x="302281" y="613801"/>
                  <a:pt x="303143" y="611267"/>
                  <a:pt x="306999" y="604519"/>
                </a:cubicBezTo>
                <a:cubicBezTo>
                  <a:pt x="312207" y="595406"/>
                  <a:pt x="325228" y="576399"/>
                  <a:pt x="330501" y="571878"/>
                </a:cubicBezTo>
                <a:lnTo>
                  <a:pt x="348780" y="556210"/>
                </a:lnTo>
                <a:cubicBezTo>
                  <a:pt x="351370" y="554009"/>
                  <a:pt x="353732" y="551485"/>
                  <a:pt x="356615" y="549682"/>
                </a:cubicBezTo>
                <a:cubicBezTo>
                  <a:pt x="374947" y="538223"/>
                  <a:pt x="358929" y="547777"/>
                  <a:pt x="380116" y="536625"/>
                </a:cubicBezTo>
                <a:cubicBezTo>
                  <a:pt x="384081" y="534538"/>
                  <a:pt x="388384" y="532917"/>
                  <a:pt x="391867" y="530097"/>
                </a:cubicBezTo>
                <a:cubicBezTo>
                  <a:pt x="394722" y="527786"/>
                  <a:pt x="408863" y="511905"/>
                  <a:pt x="415369" y="507900"/>
                </a:cubicBezTo>
                <a:cubicBezTo>
                  <a:pt x="418192" y="506165"/>
                  <a:pt x="421499" y="505373"/>
                  <a:pt x="424509" y="503985"/>
                </a:cubicBezTo>
                <a:cubicBezTo>
                  <a:pt x="427159" y="502761"/>
                  <a:pt x="429692" y="501290"/>
                  <a:pt x="432343" y="500068"/>
                </a:cubicBezTo>
                <a:cubicBezTo>
                  <a:pt x="435805" y="498468"/>
                  <a:pt x="442902" y="495821"/>
                  <a:pt x="446705" y="493540"/>
                </a:cubicBezTo>
                <a:cubicBezTo>
                  <a:pt x="449396" y="491925"/>
                  <a:pt x="451927" y="490057"/>
                  <a:pt x="454538" y="488316"/>
                </a:cubicBezTo>
                <a:cubicBezTo>
                  <a:pt x="455844" y="487446"/>
                  <a:pt x="457476" y="486930"/>
                  <a:pt x="458456" y="485705"/>
                </a:cubicBezTo>
                <a:cubicBezTo>
                  <a:pt x="464659" y="477951"/>
                  <a:pt x="462133" y="481495"/>
                  <a:pt x="466290" y="475260"/>
                </a:cubicBezTo>
                <a:cubicBezTo>
                  <a:pt x="467160" y="471777"/>
                  <a:pt x="467976" y="468282"/>
                  <a:pt x="468901" y="464815"/>
                </a:cubicBezTo>
                <a:cubicBezTo>
                  <a:pt x="469716" y="461754"/>
                  <a:pt x="470799" y="458763"/>
                  <a:pt x="471512" y="455676"/>
                </a:cubicBezTo>
                <a:cubicBezTo>
                  <a:pt x="472108" y="453096"/>
                  <a:pt x="472383" y="450452"/>
                  <a:pt x="472818" y="447841"/>
                </a:cubicBezTo>
                <a:cubicBezTo>
                  <a:pt x="471637" y="443117"/>
                  <a:pt x="469995" y="434953"/>
                  <a:pt x="466290" y="432172"/>
                </a:cubicBezTo>
                <a:cubicBezTo>
                  <a:pt x="464549" y="430868"/>
                  <a:pt x="462933" y="429377"/>
                  <a:pt x="461067" y="428257"/>
                </a:cubicBezTo>
                <a:cubicBezTo>
                  <a:pt x="456680" y="425623"/>
                  <a:pt x="450432" y="422889"/>
                  <a:pt x="445399" y="421729"/>
                </a:cubicBezTo>
                <a:cubicBezTo>
                  <a:pt x="442400" y="421037"/>
                  <a:pt x="439306" y="420857"/>
                  <a:pt x="436259" y="420423"/>
                </a:cubicBezTo>
                <a:cubicBezTo>
                  <a:pt x="431037" y="420857"/>
                  <a:pt x="425737" y="420738"/>
                  <a:pt x="420591" y="421729"/>
                </a:cubicBezTo>
                <a:cubicBezTo>
                  <a:pt x="414368" y="422925"/>
                  <a:pt x="408405" y="425210"/>
                  <a:pt x="402312" y="426951"/>
                </a:cubicBezTo>
                <a:cubicBezTo>
                  <a:pt x="399266" y="427821"/>
                  <a:pt x="396322" y="429211"/>
                  <a:pt x="393173" y="429562"/>
                </a:cubicBezTo>
                <a:cubicBezTo>
                  <a:pt x="377011" y="431358"/>
                  <a:pt x="385287" y="430095"/>
                  <a:pt x="368365" y="433479"/>
                </a:cubicBezTo>
                <a:cubicBezTo>
                  <a:pt x="350957" y="433044"/>
                  <a:pt x="333509" y="433414"/>
                  <a:pt x="316138" y="432172"/>
                </a:cubicBezTo>
                <a:cubicBezTo>
                  <a:pt x="309072" y="431668"/>
                  <a:pt x="302241" y="429394"/>
                  <a:pt x="295248" y="428257"/>
                </a:cubicBezTo>
                <a:cubicBezTo>
                  <a:pt x="283523" y="426347"/>
                  <a:pt x="271747" y="424774"/>
                  <a:pt x="259996" y="423033"/>
                </a:cubicBezTo>
                <a:cubicBezTo>
                  <a:pt x="251944" y="420351"/>
                  <a:pt x="251349" y="420358"/>
                  <a:pt x="240411" y="413895"/>
                </a:cubicBezTo>
                <a:cubicBezTo>
                  <a:pt x="235837" y="411191"/>
                  <a:pt x="231808" y="407649"/>
                  <a:pt x="227354" y="404754"/>
                </a:cubicBezTo>
                <a:cubicBezTo>
                  <a:pt x="214396" y="396332"/>
                  <a:pt x="188184" y="379948"/>
                  <a:pt x="188184" y="379948"/>
                </a:cubicBezTo>
                <a:cubicBezTo>
                  <a:pt x="144321" y="321460"/>
                  <a:pt x="211914" y="412707"/>
                  <a:pt x="164683" y="344693"/>
                </a:cubicBezTo>
                <a:cubicBezTo>
                  <a:pt x="158129" y="335256"/>
                  <a:pt x="149534" y="327228"/>
                  <a:pt x="143792" y="317276"/>
                </a:cubicBezTo>
                <a:cubicBezTo>
                  <a:pt x="136394" y="304452"/>
                  <a:pt x="131639" y="290276"/>
                  <a:pt x="125513" y="276799"/>
                </a:cubicBezTo>
                <a:cubicBezTo>
                  <a:pt x="122934" y="271128"/>
                  <a:pt x="119993" y="265611"/>
                  <a:pt x="117679" y="259826"/>
                </a:cubicBezTo>
                <a:cubicBezTo>
                  <a:pt x="112659" y="247277"/>
                  <a:pt x="109761" y="235376"/>
                  <a:pt x="99400" y="225879"/>
                </a:cubicBezTo>
                <a:cubicBezTo>
                  <a:pt x="93170" y="220169"/>
                  <a:pt x="85706" y="215945"/>
                  <a:pt x="78509" y="211517"/>
                </a:cubicBezTo>
                <a:cubicBezTo>
                  <a:pt x="70295" y="206462"/>
                  <a:pt x="59018" y="202074"/>
                  <a:pt x="49784" y="199765"/>
                </a:cubicBezTo>
                <a:cubicBezTo>
                  <a:pt x="42911" y="198047"/>
                  <a:pt x="35857" y="197154"/>
                  <a:pt x="28894" y="195850"/>
                </a:cubicBezTo>
                <a:cubicBezTo>
                  <a:pt x="27192" y="195140"/>
                  <a:pt x="9690" y="188268"/>
                  <a:pt x="5393" y="185404"/>
                </a:cubicBezTo>
                <a:cubicBezTo>
                  <a:pt x="3856" y="184381"/>
                  <a:pt x="2781" y="182792"/>
                  <a:pt x="1475" y="181487"/>
                </a:cubicBezTo>
                <a:cubicBezTo>
                  <a:pt x="1040" y="179311"/>
                  <a:pt x="0" y="177171"/>
                  <a:pt x="170" y="174959"/>
                </a:cubicBezTo>
                <a:cubicBezTo>
                  <a:pt x="445" y="171380"/>
                  <a:pt x="1750" y="167951"/>
                  <a:pt x="2781" y="164514"/>
                </a:cubicBezTo>
                <a:cubicBezTo>
                  <a:pt x="5669" y="154890"/>
                  <a:pt x="9034" y="145413"/>
                  <a:pt x="11921" y="135789"/>
                </a:cubicBezTo>
                <a:cubicBezTo>
                  <a:pt x="14257" y="128001"/>
                  <a:pt x="16575" y="120198"/>
                  <a:pt x="18449" y="112287"/>
                </a:cubicBezTo>
                <a:cubicBezTo>
                  <a:pt x="21038" y="101357"/>
                  <a:pt x="25962" y="74378"/>
                  <a:pt x="27588" y="62672"/>
                </a:cubicBezTo>
                <a:cubicBezTo>
                  <a:pt x="28672" y="54865"/>
                  <a:pt x="29329" y="47005"/>
                  <a:pt x="30200" y="39170"/>
                </a:cubicBezTo>
                <a:cubicBezTo>
                  <a:pt x="28643" y="9582"/>
                  <a:pt x="28894" y="22643"/>
                  <a:pt x="2889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sp>
        <p:nvSpPr>
          <p:cNvPr id="8" name="pdf-path-237">
            <a:extLst xmlns:a="http://schemas.openxmlformats.org/drawingml/2006/main">
              <a:ext uri="{FF2B5EF4-FFF2-40B4-BE49-F238E27FC236}">
                <a16:creationId xmlns:a16="http://schemas.microsoft.com/office/drawing/2014/main" id="{E93AAD60-1124-47BA-91B6-144A8E2D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23" y="1027572"/>
            <a:ext cx="846066" cy="334248"/>
          </a:xfrm>
          <a:custGeom xmlns:a="http://schemas.openxmlformats.org/drawingml/2006/main">
            <a:pathLst>
              <a:path w="846066" h="334248">
                <a:moveTo>
                  <a:pt x="592768" y="0"/>
                </a:moveTo>
                <a:cubicBezTo>
                  <a:pt x="604954" y="2177"/>
                  <a:pt x="617341" y="3434"/>
                  <a:pt x="629327" y="6528"/>
                </a:cubicBezTo>
                <a:cubicBezTo>
                  <a:pt x="630871" y="6927"/>
                  <a:pt x="635179" y="12842"/>
                  <a:pt x="635855" y="14362"/>
                </a:cubicBezTo>
                <a:cubicBezTo>
                  <a:pt x="636973" y="16877"/>
                  <a:pt x="636940" y="19905"/>
                  <a:pt x="638466" y="22197"/>
                </a:cubicBezTo>
                <a:cubicBezTo>
                  <a:pt x="644896" y="31840"/>
                  <a:pt x="641805" y="27520"/>
                  <a:pt x="647606" y="35253"/>
                </a:cubicBezTo>
                <a:cubicBezTo>
                  <a:pt x="648041" y="36994"/>
                  <a:pt x="647916" y="38982"/>
                  <a:pt x="648911" y="40475"/>
                </a:cubicBezTo>
                <a:cubicBezTo>
                  <a:pt x="649782" y="41781"/>
                  <a:pt x="651498" y="42256"/>
                  <a:pt x="652828" y="43086"/>
                </a:cubicBezTo>
                <a:cubicBezTo>
                  <a:pt x="654981" y="44432"/>
                  <a:pt x="657087" y="45869"/>
                  <a:pt x="659357" y="47005"/>
                </a:cubicBezTo>
                <a:cubicBezTo>
                  <a:pt x="662338" y="48494"/>
                  <a:pt x="666827" y="48871"/>
                  <a:pt x="669802" y="49616"/>
                </a:cubicBezTo>
                <a:cubicBezTo>
                  <a:pt x="671137" y="49949"/>
                  <a:pt x="672384" y="50587"/>
                  <a:pt x="673719" y="50920"/>
                </a:cubicBezTo>
                <a:cubicBezTo>
                  <a:pt x="675872" y="51459"/>
                  <a:pt x="678071" y="51790"/>
                  <a:pt x="680247" y="52226"/>
                </a:cubicBezTo>
                <a:cubicBezTo>
                  <a:pt x="682545" y="51996"/>
                  <a:pt x="694207" y="51466"/>
                  <a:pt x="698527" y="49616"/>
                </a:cubicBezTo>
                <a:cubicBezTo>
                  <a:pt x="702999" y="47699"/>
                  <a:pt x="711583" y="43086"/>
                  <a:pt x="711583" y="43086"/>
                </a:cubicBezTo>
                <a:cubicBezTo>
                  <a:pt x="713324" y="40911"/>
                  <a:pt x="714455" y="38054"/>
                  <a:pt x="716806" y="36558"/>
                </a:cubicBezTo>
                <a:cubicBezTo>
                  <a:pt x="719479" y="34857"/>
                  <a:pt x="722988" y="35084"/>
                  <a:pt x="725945" y="33947"/>
                </a:cubicBezTo>
                <a:cubicBezTo>
                  <a:pt x="728670" y="32899"/>
                  <a:pt x="731276" y="31533"/>
                  <a:pt x="733779" y="30030"/>
                </a:cubicBezTo>
                <a:cubicBezTo>
                  <a:pt x="737816" y="27609"/>
                  <a:pt x="741614" y="24808"/>
                  <a:pt x="745530" y="22197"/>
                </a:cubicBezTo>
                <a:cubicBezTo>
                  <a:pt x="749819" y="19338"/>
                  <a:pt x="755157" y="15545"/>
                  <a:pt x="759892" y="14362"/>
                </a:cubicBezTo>
                <a:cubicBezTo>
                  <a:pt x="761633" y="13926"/>
                  <a:pt x="763389" y="13550"/>
                  <a:pt x="765115" y="13056"/>
                </a:cubicBezTo>
                <a:cubicBezTo>
                  <a:pt x="778234" y="9308"/>
                  <a:pt x="757922" y="14528"/>
                  <a:pt x="774254" y="10445"/>
                </a:cubicBezTo>
                <a:cubicBezTo>
                  <a:pt x="788398" y="11330"/>
                  <a:pt x="791827" y="10827"/>
                  <a:pt x="802979" y="13056"/>
                </a:cubicBezTo>
                <a:cubicBezTo>
                  <a:pt x="804377" y="13337"/>
                  <a:pt x="810458" y="14837"/>
                  <a:pt x="812119" y="15669"/>
                </a:cubicBezTo>
                <a:cubicBezTo>
                  <a:pt x="813522" y="16370"/>
                  <a:pt x="814759" y="17368"/>
                  <a:pt x="816036" y="18280"/>
                </a:cubicBezTo>
                <a:cubicBezTo>
                  <a:pt x="819836" y="20993"/>
                  <a:pt x="822179" y="22617"/>
                  <a:pt x="825175" y="26112"/>
                </a:cubicBezTo>
                <a:cubicBezTo>
                  <a:pt x="827605" y="28948"/>
                  <a:pt x="829637" y="32152"/>
                  <a:pt x="831704" y="35253"/>
                </a:cubicBezTo>
                <a:cubicBezTo>
                  <a:pt x="832574" y="37864"/>
                  <a:pt x="832789" y="40796"/>
                  <a:pt x="834315" y="43086"/>
                </a:cubicBezTo>
                <a:cubicBezTo>
                  <a:pt x="835186" y="44392"/>
                  <a:pt x="835922" y="45798"/>
                  <a:pt x="836927" y="47005"/>
                </a:cubicBezTo>
                <a:cubicBezTo>
                  <a:pt x="845307" y="57061"/>
                  <a:pt x="836968" y="45109"/>
                  <a:pt x="843455" y="54837"/>
                </a:cubicBezTo>
                <a:cubicBezTo>
                  <a:pt x="840844" y="67888"/>
                  <a:pt x="844503" y="55877"/>
                  <a:pt x="838232" y="65283"/>
                </a:cubicBezTo>
                <a:cubicBezTo>
                  <a:pt x="837469" y="66429"/>
                  <a:pt x="837469" y="67934"/>
                  <a:pt x="836927" y="69200"/>
                </a:cubicBezTo>
                <a:cubicBezTo>
                  <a:pt x="836160" y="70988"/>
                  <a:pt x="835039" y="72615"/>
                  <a:pt x="834315" y="74422"/>
                </a:cubicBezTo>
                <a:cubicBezTo>
                  <a:pt x="833293" y="76978"/>
                  <a:pt x="832726" y="79701"/>
                  <a:pt x="831704" y="82256"/>
                </a:cubicBezTo>
                <a:lnTo>
                  <a:pt x="829093" y="88784"/>
                </a:lnTo>
                <a:cubicBezTo>
                  <a:pt x="826996" y="101355"/>
                  <a:pt x="829316" y="92180"/>
                  <a:pt x="825175" y="101842"/>
                </a:cubicBezTo>
                <a:cubicBezTo>
                  <a:pt x="824633" y="103106"/>
                  <a:pt x="824485" y="104526"/>
                  <a:pt x="823870" y="105757"/>
                </a:cubicBezTo>
                <a:cubicBezTo>
                  <a:pt x="823168" y="107161"/>
                  <a:pt x="822037" y="108313"/>
                  <a:pt x="821258" y="109675"/>
                </a:cubicBezTo>
                <a:cubicBezTo>
                  <a:pt x="820293" y="111365"/>
                  <a:pt x="819613" y="113208"/>
                  <a:pt x="818647" y="114898"/>
                </a:cubicBezTo>
                <a:cubicBezTo>
                  <a:pt x="817868" y="116260"/>
                  <a:pt x="816737" y="117411"/>
                  <a:pt x="816036" y="118815"/>
                </a:cubicBezTo>
                <a:cubicBezTo>
                  <a:pt x="810623" y="129639"/>
                  <a:pt x="815510" y="121346"/>
                  <a:pt x="812119" y="129261"/>
                </a:cubicBezTo>
                <a:cubicBezTo>
                  <a:pt x="808021" y="138824"/>
                  <a:pt x="810611" y="130073"/>
                  <a:pt x="808202" y="139704"/>
                </a:cubicBezTo>
                <a:cubicBezTo>
                  <a:pt x="806564" y="154445"/>
                  <a:pt x="805875" y="154506"/>
                  <a:pt x="808202" y="172346"/>
                </a:cubicBezTo>
                <a:cubicBezTo>
                  <a:pt x="808612" y="175488"/>
                  <a:pt x="810044" y="178412"/>
                  <a:pt x="810813" y="181485"/>
                </a:cubicBezTo>
                <a:cubicBezTo>
                  <a:pt x="811351" y="183639"/>
                  <a:pt x="811638" y="185847"/>
                  <a:pt x="812119" y="188014"/>
                </a:cubicBezTo>
                <a:cubicBezTo>
                  <a:pt x="812508" y="189766"/>
                  <a:pt x="812989" y="191496"/>
                  <a:pt x="813424" y="193237"/>
                </a:cubicBezTo>
                <a:cubicBezTo>
                  <a:pt x="813859" y="197590"/>
                  <a:pt x="814011" y="201980"/>
                  <a:pt x="814730" y="206293"/>
                </a:cubicBezTo>
                <a:cubicBezTo>
                  <a:pt x="816969" y="219724"/>
                  <a:pt x="816478" y="212703"/>
                  <a:pt x="818647" y="220656"/>
                </a:cubicBezTo>
                <a:cubicBezTo>
                  <a:pt x="819591" y="224118"/>
                  <a:pt x="820388" y="227620"/>
                  <a:pt x="821258" y="231101"/>
                </a:cubicBezTo>
                <a:lnTo>
                  <a:pt x="822564" y="236325"/>
                </a:lnTo>
                <a:cubicBezTo>
                  <a:pt x="822999" y="238065"/>
                  <a:pt x="823575" y="239776"/>
                  <a:pt x="823870" y="241546"/>
                </a:cubicBezTo>
                <a:cubicBezTo>
                  <a:pt x="824305" y="244157"/>
                  <a:pt x="824782" y="246763"/>
                  <a:pt x="825175" y="249381"/>
                </a:cubicBezTo>
                <a:cubicBezTo>
                  <a:pt x="826089" y="255468"/>
                  <a:pt x="825500" y="261945"/>
                  <a:pt x="827786" y="267660"/>
                </a:cubicBezTo>
                <a:cubicBezTo>
                  <a:pt x="828657" y="269837"/>
                  <a:pt x="829575" y="271994"/>
                  <a:pt x="830398" y="274188"/>
                </a:cubicBezTo>
                <a:cubicBezTo>
                  <a:pt x="831995" y="278446"/>
                  <a:pt x="831125" y="279025"/>
                  <a:pt x="835620" y="282023"/>
                </a:cubicBezTo>
                <a:cubicBezTo>
                  <a:pt x="836765" y="282785"/>
                  <a:pt x="838232" y="282893"/>
                  <a:pt x="839537" y="283327"/>
                </a:cubicBezTo>
                <a:cubicBezTo>
                  <a:pt x="840843" y="284198"/>
                  <a:pt x="842623" y="284608"/>
                  <a:pt x="843455" y="285938"/>
                </a:cubicBezTo>
                <a:cubicBezTo>
                  <a:pt x="844914" y="288274"/>
                  <a:pt x="846066" y="293773"/>
                  <a:pt x="846066" y="293773"/>
                </a:cubicBezTo>
                <a:cubicBezTo>
                  <a:pt x="844772" y="297653"/>
                  <a:pt x="843948" y="302420"/>
                  <a:pt x="840843" y="305524"/>
                </a:cubicBezTo>
                <a:cubicBezTo>
                  <a:pt x="839734" y="306634"/>
                  <a:pt x="838232" y="307265"/>
                  <a:pt x="836927" y="308135"/>
                </a:cubicBezTo>
                <a:cubicBezTo>
                  <a:pt x="831002" y="319985"/>
                  <a:pt x="833863" y="315342"/>
                  <a:pt x="829093" y="322498"/>
                </a:cubicBezTo>
                <a:cubicBezTo>
                  <a:pt x="829527" y="324238"/>
                  <a:pt x="829905" y="325995"/>
                  <a:pt x="830398" y="327720"/>
                </a:cubicBezTo>
                <a:cubicBezTo>
                  <a:pt x="830776" y="329043"/>
                  <a:pt x="832215" y="330358"/>
                  <a:pt x="831704" y="331637"/>
                </a:cubicBezTo>
                <a:cubicBezTo>
                  <a:pt x="831121" y="333093"/>
                  <a:pt x="829093" y="333377"/>
                  <a:pt x="827786" y="334248"/>
                </a:cubicBezTo>
                <a:cubicBezTo>
                  <a:pt x="822564" y="333813"/>
                  <a:pt x="817319" y="333592"/>
                  <a:pt x="812119" y="332943"/>
                </a:cubicBezTo>
                <a:cubicBezTo>
                  <a:pt x="808854" y="332535"/>
                  <a:pt x="806073" y="331260"/>
                  <a:pt x="802979" y="330332"/>
                </a:cubicBezTo>
                <a:cubicBezTo>
                  <a:pt x="799944" y="329422"/>
                  <a:pt x="796931" y="328419"/>
                  <a:pt x="793839" y="327720"/>
                </a:cubicBezTo>
                <a:cubicBezTo>
                  <a:pt x="783432" y="325370"/>
                  <a:pt x="762504" y="321191"/>
                  <a:pt x="762504" y="321191"/>
                </a:cubicBezTo>
                <a:cubicBezTo>
                  <a:pt x="756846" y="317710"/>
                  <a:pt x="751698" y="313214"/>
                  <a:pt x="745530" y="310746"/>
                </a:cubicBezTo>
                <a:cubicBezTo>
                  <a:pt x="743354" y="309876"/>
                  <a:pt x="741212" y="308915"/>
                  <a:pt x="739002" y="308135"/>
                </a:cubicBezTo>
                <a:cubicBezTo>
                  <a:pt x="735163" y="306780"/>
                  <a:pt x="722463" y="302995"/>
                  <a:pt x="716806" y="300301"/>
                </a:cubicBezTo>
                <a:cubicBezTo>
                  <a:pt x="709776" y="296954"/>
                  <a:pt x="703302" y="292316"/>
                  <a:pt x="695916" y="289856"/>
                </a:cubicBezTo>
                <a:cubicBezTo>
                  <a:pt x="687454" y="287037"/>
                  <a:pt x="689885" y="287951"/>
                  <a:pt x="676331" y="282023"/>
                </a:cubicBezTo>
                <a:cubicBezTo>
                  <a:pt x="674547" y="281242"/>
                  <a:pt x="672896" y="280178"/>
                  <a:pt x="671108" y="279410"/>
                </a:cubicBezTo>
                <a:cubicBezTo>
                  <a:pt x="666931" y="277621"/>
                  <a:pt x="662227" y="277284"/>
                  <a:pt x="658051" y="275493"/>
                </a:cubicBezTo>
                <a:cubicBezTo>
                  <a:pt x="643807" y="269389"/>
                  <a:pt x="645663" y="264190"/>
                  <a:pt x="629327" y="253298"/>
                </a:cubicBezTo>
                <a:cubicBezTo>
                  <a:pt x="626715" y="251557"/>
                  <a:pt x="624030" y="249921"/>
                  <a:pt x="621493" y="248074"/>
                </a:cubicBezTo>
                <a:cubicBezTo>
                  <a:pt x="619239" y="246435"/>
                  <a:pt x="617283" y="244398"/>
                  <a:pt x="614965" y="242853"/>
                </a:cubicBezTo>
                <a:cubicBezTo>
                  <a:pt x="604082" y="235597"/>
                  <a:pt x="595972" y="233000"/>
                  <a:pt x="586240" y="223268"/>
                </a:cubicBezTo>
                <a:cubicBezTo>
                  <a:pt x="582323" y="219351"/>
                  <a:pt x="577709" y="216025"/>
                  <a:pt x="574489" y="211517"/>
                </a:cubicBezTo>
                <a:cubicBezTo>
                  <a:pt x="572313" y="208470"/>
                  <a:pt x="570448" y="205175"/>
                  <a:pt x="567960" y="202378"/>
                </a:cubicBezTo>
                <a:cubicBezTo>
                  <a:pt x="566918" y="201206"/>
                  <a:pt x="565239" y="200782"/>
                  <a:pt x="564044" y="199765"/>
                </a:cubicBezTo>
                <a:cubicBezTo>
                  <a:pt x="556526" y="193375"/>
                  <a:pt x="547767" y="188075"/>
                  <a:pt x="541848" y="180181"/>
                </a:cubicBezTo>
                <a:cubicBezTo>
                  <a:pt x="540542" y="178440"/>
                  <a:pt x="539469" y="176497"/>
                  <a:pt x="537931" y="174959"/>
                </a:cubicBezTo>
                <a:cubicBezTo>
                  <a:pt x="536393" y="173419"/>
                  <a:pt x="534246" y="172578"/>
                  <a:pt x="532708" y="171040"/>
                </a:cubicBezTo>
                <a:cubicBezTo>
                  <a:pt x="529029" y="167362"/>
                  <a:pt x="529148" y="165611"/>
                  <a:pt x="526180" y="161901"/>
                </a:cubicBezTo>
                <a:cubicBezTo>
                  <a:pt x="519600" y="153676"/>
                  <a:pt x="513938" y="147626"/>
                  <a:pt x="505289" y="141011"/>
                </a:cubicBezTo>
                <a:cubicBezTo>
                  <a:pt x="501545" y="138149"/>
                  <a:pt x="491560" y="133389"/>
                  <a:pt x="487010" y="131872"/>
                </a:cubicBezTo>
                <a:cubicBezTo>
                  <a:pt x="484905" y="131170"/>
                  <a:pt x="482623" y="131150"/>
                  <a:pt x="480482" y="130565"/>
                </a:cubicBezTo>
                <a:cubicBezTo>
                  <a:pt x="477826" y="129841"/>
                  <a:pt x="475260" y="128825"/>
                  <a:pt x="472648" y="127954"/>
                </a:cubicBezTo>
                <a:lnTo>
                  <a:pt x="449146" y="129261"/>
                </a:lnTo>
                <a:cubicBezTo>
                  <a:pt x="437399" y="129782"/>
                  <a:pt x="425607" y="129533"/>
                  <a:pt x="413893" y="130565"/>
                </a:cubicBezTo>
                <a:cubicBezTo>
                  <a:pt x="410550" y="130860"/>
                  <a:pt x="401741" y="134191"/>
                  <a:pt x="398225" y="135789"/>
                </a:cubicBezTo>
                <a:cubicBezTo>
                  <a:pt x="393740" y="137826"/>
                  <a:pt x="386202" y="141614"/>
                  <a:pt x="382557" y="144928"/>
                </a:cubicBezTo>
                <a:cubicBezTo>
                  <a:pt x="380043" y="147214"/>
                  <a:pt x="378433" y="150359"/>
                  <a:pt x="376029" y="152762"/>
                </a:cubicBezTo>
                <a:cubicBezTo>
                  <a:pt x="374059" y="154733"/>
                  <a:pt x="371731" y="156313"/>
                  <a:pt x="369501" y="157984"/>
                </a:cubicBezTo>
                <a:cubicBezTo>
                  <a:pt x="364765" y="161537"/>
                  <a:pt x="360215" y="165384"/>
                  <a:pt x="355139" y="168431"/>
                </a:cubicBezTo>
                <a:cubicBezTo>
                  <a:pt x="352962" y="169736"/>
                  <a:pt x="350966" y="171405"/>
                  <a:pt x="348611" y="172346"/>
                </a:cubicBezTo>
                <a:cubicBezTo>
                  <a:pt x="344392" y="174035"/>
                  <a:pt x="339931" y="175048"/>
                  <a:pt x="335554" y="176264"/>
                </a:cubicBezTo>
                <a:cubicBezTo>
                  <a:pt x="332096" y="177225"/>
                  <a:pt x="328576" y="177950"/>
                  <a:pt x="325109" y="178875"/>
                </a:cubicBezTo>
                <a:cubicBezTo>
                  <a:pt x="310983" y="182642"/>
                  <a:pt x="321007" y="180137"/>
                  <a:pt x="308135" y="184098"/>
                </a:cubicBezTo>
                <a:cubicBezTo>
                  <a:pt x="305107" y="185029"/>
                  <a:pt x="301979" y="185643"/>
                  <a:pt x="298995" y="186709"/>
                </a:cubicBezTo>
                <a:cubicBezTo>
                  <a:pt x="295874" y="187823"/>
                  <a:pt x="293076" y="189845"/>
                  <a:pt x="289856" y="190626"/>
                </a:cubicBezTo>
                <a:cubicBezTo>
                  <a:pt x="278657" y="193340"/>
                  <a:pt x="255908" y="197154"/>
                  <a:pt x="255908" y="197154"/>
                </a:cubicBezTo>
                <a:cubicBezTo>
                  <a:pt x="250251" y="199765"/>
                  <a:pt x="244791" y="202859"/>
                  <a:pt x="238935" y="204989"/>
                </a:cubicBezTo>
                <a:cubicBezTo>
                  <a:pt x="235164" y="206359"/>
                  <a:pt x="231119" y="206813"/>
                  <a:pt x="227184" y="207600"/>
                </a:cubicBezTo>
                <a:cubicBezTo>
                  <a:pt x="222413" y="208554"/>
                  <a:pt x="217634" y="209488"/>
                  <a:pt x="212822" y="210210"/>
                </a:cubicBezTo>
                <a:cubicBezTo>
                  <a:pt x="208925" y="210795"/>
                  <a:pt x="204985" y="211056"/>
                  <a:pt x="201071" y="211517"/>
                </a:cubicBezTo>
                <a:cubicBezTo>
                  <a:pt x="195711" y="212146"/>
                  <a:pt x="186962" y="213252"/>
                  <a:pt x="181486" y="214128"/>
                </a:cubicBezTo>
                <a:lnTo>
                  <a:pt x="157985" y="218045"/>
                </a:lnTo>
                <a:cubicBezTo>
                  <a:pt x="155798" y="218425"/>
                  <a:pt x="153626" y="218885"/>
                  <a:pt x="151456" y="219351"/>
                </a:cubicBezTo>
                <a:cubicBezTo>
                  <a:pt x="147533" y="220192"/>
                  <a:pt x="143657" y="221264"/>
                  <a:pt x="139705" y="221962"/>
                </a:cubicBezTo>
                <a:cubicBezTo>
                  <a:pt x="136250" y="222571"/>
                  <a:pt x="132737" y="222792"/>
                  <a:pt x="129259" y="223268"/>
                </a:cubicBezTo>
                <a:lnTo>
                  <a:pt x="110981" y="225879"/>
                </a:lnTo>
                <a:cubicBezTo>
                  <a:pt x="107464" y="225558"/>
                  <a:pt x="90921" y="224217"/>
                  <a:pt x="86173" y="223268"/>
                </a:cubicBezTo>
                <a:cubicBezTo>
                  <a:pt x="76049" y="221243"/>
                  <a:pt x="63891" y="215375"/>
                  <a:pt x="56143" y="210210"/>
                </a:cubicBezTo>
                <a:cubicBezTo>
                  <a:pt x="26235" y="190274"/>
                  <a:pt x="59836" y="212282"/>
                  <a:pt x="35252" y="197154"/>
                </a:cubicBezTo>
                <a:cubicBezTo>
                  <a:pt x="20557" y="188111"/>
                  <a:pt x="34549" y="195585"/>
                  <a:pt x="18279" y="186709"/>
                </a:cubicBezTo>
                <a:cubicBezTo>
                  <a:pt x="16571" y="185778"/>
                  <a:pt x="14903" y="184714"/>
                  <a:pt x="13056" y="184098"/>
                </a:cubicBezTo>
                <a:cubicBezTo>
                  <a:pt x="7860" y="182366"/>
                  <a:pt x="5349" y="182792"/>
                  <a:pt x="0" y="182792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sp>
        <p:nvSpPr>
          <p:cNvPr id="9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56AB473A-DD71-484F-B75E-6EBE65D9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83" y="981875"/>
            <a:ext cx="383999" cy="539236"/>
          </a:xfrm>
          <a:custGeom xmlns:a="http://schemas.openxmlformats.org/drawingml/2006/main">
            <a:pathLst>
              <a:path w="383999" h="539236">
                <a:moveTo>
                  <a:pt x="47004" y="41781"/>
                </a:moveTo>
                <a:cubicBezTo>
                  <a:pt x="57450" y="49616"/>
                  <a:pt x="68182" y="57078"/>
                  <a:pt x="78340" y="65283"/>
                </a:cubicBezTo>
                <a:cubicBezTo>
                  <a:pt x="79561" y="66268"/>
                  <a:pt x="80144" y="67853"/>
                  <a:pt x="80951" y="69200"/>
                </a:cubicBezTo>
                <a:cubicBezTo>
                  <a:pt x="82756" y="72208"/>
                  <a:pt x="84494" y="75259"/>
                  <a:pt x="86174" y="78339"/>
                </a:cubicBezTo>
                <a:cubicBezTo>
                  <a:pt x="87105" y="80048"/>
                  <a:pt x="87754" y="81911"/>
                  <a:pt x="88785" y="83562"/>
                </a:cubicBezTo>
                <a:cubicBezTo>
                  <a:pt x="89938" y="85408"/>
                  <a:pt x="91437" y="87014"/>
                  <a:pt x="92702" y="88784"/>
                </a:cubicBezTo>
                <a:cubicBezTo>
                  <a:pt x="93613" y="90061"/>
                  <a:pt x="94203" y="91592"/>
                  <a:pt x="95313" y="92701"/>
                </a:cubicBezTo>
                <a:cubicBezTo>
                  <a:pt x="97896" y="95284"/>
                  <a:pt x="106726" y="101558"/>
                  <a:pt x="109676" y="103147"/>
                </a:cubicBezTo>
                <a:cubicBezTo>
                  <a:pt x="117246" y="107224"/>
                  <a:pt x="121306" y="107366"/>
                  <a:pt x="129260" y="110981"/>
                </a:cubicBezTo>
                <a:cubicBezTo>
                  <a:pt x="130689" y="111630"/>
                  <a:pt x="131806" y="112830"/>
                  <a:pt x="133177" y="113592"/>
                </a:cubicBezTo>
                <a:cubicBezTo>
                  <a:pt x="135729" y="115010"/>
                  <a:pt x="138400" y="116203"/>
                  <a:pt x="141011" y="117509"/>
                </a:cubicBezTo>
                <a:cubicBezTo>
                  <a:pt x="143705" y="120202"/>
                  <a:pt x="148352" y="124358"/>
                  <a:pt x="150150" y="127954"/>
                </a:cubicBezTo>
                <a:cubicBezTo>
                  <a:pt x="152026" y="131706"/>
                  <a:pt x="152944" y="136889"/>
                  <a:pt x="154068" y="141011"/>
                </a:cubicBezTo>
                <a:cubicBezTo>
                  <a:pt x="157410" y="153264"/>
                  <a:pt x="156327" y="149271"/>
                  <a:pt x="161901" y="163207"/>
                </a:cubicBezTo>
                <a:cubicBezTo>
                  <a:pt x="163671" y="167634"/>
                  <a:pt x="167416" y="178109"/>
                  <a:pt x="171041" y="180181"/>
                </a:cubicBezTo>
                <a:cubicBezTo>
                  <a:pt x="174088" y="181921"/>
                  <a:pt x="177229" y="183505"/>
                  <a:pt x="180181" y="185403"/>
                </a:cubicBezTo>
                <a:cubicBezTo>
                  <a:pt x="183331" y="187428"/>
                  <a:pt x="186017" y="190169"/>
                  <a:pt x="189320" y="191932"/>
                </a:cubicBezTo>
                <a:cubicBezTo>
                  <a:pt x="192601" y="193682"/>
                  <a:pt x="196284" y="194543"/>
                  <a:pt x="199766" y="195848"/>
                </a:cubicBezTo>
                <a:cubicBezTo>
                  <a:pt x="208547" y="194594"/>
                  <a:pt x="224654" y="192438"/>
                  <a:pt x="233713" y="190626"/>
                </a:cubicBezTo>
                <a:cubicBezTo>
                  <a:pt x="235062" y="190356"/>
                  <a:pt x="236295" y="189653"/>
                  <a:pt x="237630" y="189320"/>
                </a:cubicBezTo>
                <a:cubicBezTo>
                  <a:pt x="241523" y="188347"/>
                  <a:pt x="245423" y="187370"/>
                  <a:pt x="249381" y="186709"/>
                </a:cubicBezTo>
                <a:cubicBezTo>
                  <a:pt x="253268" y="186060"/>
                  <a:pt x="257243" y="186051"/>
                  <a:pt x="261131" y="185403"/>
                </a:cubicBezTo>
                <a:cubicBezTo>
                  <a:pt x="270309" y="183873"/>
                  <a:pt x="279723" y="183123"/>
                  <a:pt x="288550" y="180181"/>
                </a:cubicBezTo>
                <a:cubicBezTo>
                  <a:pt x="291162" y="179311"/>
                  <a:pt x="293725" y="178278"/>
                  <a:pt x="296385" y="177570"/>
                </a:cubicBezTo>
                <a:cubicBezTo>
                  <a:pt x="300262" y="176536"/>
                  <a:pt x="304286" y="176091"/>
                  <a:pt x="308135" y="174959"/>
                </a:cubicBezTo>
                <a:cubicBezTo>
                  <a:pt x="311703" y="173909"/>
                  <a:pt x="315079" y="172292"/>
                  <a:pt x="318581" y="171040"/>
                </a:cubicBezTo>
                <a:cubicBezTo>
                  <a:pt x="325127" y="168703"/>
                  <a:pt x="326848" y="168588"/>
                  <a:pt x="332943" y="165818"/>
                </a:cubicBezTo>
                <a:cubicBezTo>
                  <a:pt x="335601" y="164610"/>
                  <a:pt x="337990" y="162771"/>
                  <a:pt x="340777" y="161901"/>
                </a:cubicBezTo>
                <a:cubicBezTo>
                  <a:pt x="345013" y="160577"/>
                  <a:pt x="353833" y="159290"/>
                  <a:pt x="353833" y="159290"/>
                </a:cubicBezTo>
                <a:cubicBezTo>
                  <a:pt x="360963" y="154536"/>
                  <a:pt x="360931" y="156010"/>
                  <a:pt x="364278" y="150151"/>
                </a:cubicBezTo>
                <a:cubicBezTo>
                  <a:pt x="365245" y="148461"/>
                  <a:pt x="366225" y="146757"/>
                  <a:pt x="366890" y="144928"/>
                </a:cubicBezTo>
                <a:cubicBezTo>
                  <a:pt x="367972" y="141951"/>
                  <a:pt x="368324" y="138729"/>
                  <a:pt x="369502" y="135789"/>
                </a:cubicBezTo>
                <a:cubicBezTo>
                  <a:pt x="370947" y="132173"/>
                  <a:pt x="373278" y="128957"/>
                  <a:pt x="374724" y="125344"/>
                </a:cubicBezTo>
                <a:cubicBezTo>
                  <a:pt x="375595" y="123167"/>
                  <a:pt x="376384" y="120955"/>
                  <a:pt x="377336" y="118815"/>
                </a:cubicBezTo>
                <a:cubicBezTo>
                  <a:pt x="378126" y="117036"/>
                  <a:pt x="379281" y="115421"/>
                  <a:pt x="379946" y="113592"/>
                </a:cubicBezTo>
                <a:cubicBezTo>
                  <a:pt x="381029" y="110615"/>
                  <a:pt x="381687" y="107500"/>
                  <a:pt x="382557" y="104453"/>
                </a:cubicBezTo>
                <a:cubicBezTo>
                  <a:pt x="382992" y="100972"/>
                  <a:pt x="383999" y="97513"/>
                  <a:pt x="383864" y="94008"/>
                </a:cubicBezTo>
                <a:cubicBezTo>
                  <a:pt x="383674" y="89084"/>
                  <a:pt x="382048" y="72383"/>
                  <a:pt x="379946" y="63976"/>
                </a:cubicBezTo>
                <a:cubicBezTo>
                  <a:pt x="379178" y="60903"/>
                  <a:pt x="378151" y="57898"/>
                  <a:pt x="377336" y="54837"/>
                </a:cubicBezTo>
                <a:cubicBezTo>
                  <a:pt x="376411" y="51370"/>
                  <a:pt x="375919" y="47777"/>
                  <a:pt x="374724" y="44392"/>
                </a:cubicBezTo>
                <a:cubicBezTo>
                  <a:pt x="373298" y="40351"/>
                  <a:pt x="371243" y="36558"/>
                  <a:pt x="369502" y="32640"/>
                </a:cubicBezTo>
                <a:cubicBezTo>
                  <a:pt x="366638" y="18329"/>
                  <a:pt x="370219" y="33251"/>
                  <a:pt x="365584" y="20891"/>
                </a:cubicBezTo>
                <a:cubicBezTo>
                  <a:pt x="362594" y="12917"/>
                  <a:pt x="366889" y="16645"/>
                  <a:pt x="359056" y="7834"/>
                </a:cubicBezTo>
                <a:cubicBezTo>
                  <a:pt x="355037" y="3312"/>
                  <a:pt x="348863" y="1824"/>
                  <a:pt x="343388" y="0"/>
                </a:cubicBezTo>
                <a:cubicBezTo>
                  <a:pt x="342518" y="1305"/>
                  <a:pt x="340933" y="2355"/>
                  <a:pt x="340777" y="3917"/>
                </a:cubicBezTo>
                <a:cubicBezTo>
                  <a:pt x="340315" y="8534"/>
                  <a:pt x="341987" y="12768"/>
                  <a:pt x="343388" y="16973"/>
                </a:cubicBezTo>
                <a:cubicBezTo>
                  <a:pt x="342953" y="26112"/>
                  <a:pt x="342758" y="35267"/>
                  <a:pt x="342082" y="44392"/>
                </a:cubicBezTo>
                <a:cubicBezTo>
                  <a:pt x="341887" y="47033"/>
                  <a:pt x="341707" y="49748"/>
                  <a:pt x="340777" y="52226"/>
                </a:cubicBezTo>
                <a:cubicBezTo>
                  <a:pt x="328417" y="85184"/>
                  <a:pt x="338602" y="55270"/>
                  <a:pt x="331637" y="69200"/>
                </a:cubicBezTo>
                <a:cubicBezTo>
                  <a:pt x="330155" y="72165"/>
                  <a:pt x="329122" y="75336"/>
                  <a:pt x="327720" y="78339"/>
                </a:cubicBezTo>
                <a:cubicBezTo>
                  <a:pt x="316431" y="102531"/>
                  <a:pt x="326820" y="80570"/>
                  <a:pt x="319886" y="92701"/>
                </a:cubicBezTo>
                <a:cubicBezTo>
                  <a:pt x="317770" y="96406"/>
                  <a:pt x="317389" y="98661"/>
                  <a:pt x="314663" y="101842"/>
                </a:cubicBezTo>
                <a:cubicBezTo>
                  <a:pt x="308135" y="109458"/>
                  <a:pt x="306171" y="108592"/>
                  <a:pt x="296385" y="116203"/>
                </a:cubicBezTo>
                <a:cubicBezTo>
                  <a:pt x="292733" y="119044"/>
                  <a:pt x="289103" y="121967"/>
                  <a:pt x="285939" y="125344"/>
                </a:cubicBezTo>
                <a:cubicBezTo>
                  <a:pt x="282545" y="128962"/>
                  <a:pt x="280005" y="133305"/>
                  <a:pt x="276799" y="137093"/>
                </a:cubicBezTo>
                <a:cubicBezTo>
                  <a:pt x="275209" y="138973"/>
                  <a:pt x="273153" y="140425"/>
                  <a:pt x="271577" y="142317"/>
                </a:cubicBezTo>
                <a:cubicBezTo>
                  <a:pt x="268790" y="145660"/>
                  <a:pt x="266462" y="149363"/>
                  <a:pt x="263743" y="152762"/>
                </a:cubicBezTo>
                <a:cubicBezTo>
                  <a:pt x="261236" y="155895"/>
                  <a:pt x="259104" y="159473"/>
                  <a:pt x="255909" y="161901"/>
                </a:cubicBezTo>
                <a:cubicBezTo>
                  <a:pt x="248123" y="167819"/>
                  <a:pt x="238018" y="170655"/>
                  <a:pt x="231101" y="177570"/>
                </a:cubicBezTo>
                <a:cubicBezTo>
                  <a:pt x="227620" y="181051"/>
                  <a:pt x="223808" y="184232"/>
                  <a:pt x="220656" y="188014"/>
                </a:cubicBezTo>
                <a:cubicBezTo>
                  <a:pt x="217255" y="192096"/>
                  <a:pt x="215767" y="197883"/>
                  <a:pt x="211517" y="201071"/>
                </a:cubicBezTo>
                <a:cubicBezTo>
                  <a:pt x="209776" y="202376"/>
                  <a:pt x="207965" y="203595"/>
                  <a:pt x="206294" y="204989"/>
                </a:cubicBezTo>
                <a:cubicBezTo>
                  <a:pt x="202740" y="207950"/>
                  <a:pt x="199667" y="211515"/>
                  <a:pt x="195848" y="214128"/>
                </a:cubicBezTo>
                <a:cubicBezTo>
                  <a:pt x="191348" y="217208"/>
                  <a:pt x="186123" y="219091"/>
                  <a:pt x="181486" y="221962"/>
                </a:cubicBezTo>
                <a:cubicBezTo>
                  <a:pt x="175164" y="225876"/>
                  <a:pt x="164894" y="233330"/>
                  <a:pt x="159290" y="238935"/>
                </a:cubicBezTo>
                <a:cubicBezTo>
                  <a:pt x="148806" y="249419"/>
                  <a:pt x="159317" y="241515"/>
                  <a:pt x="148845" y="254602"/>
                </a:cubicBezTo>
                <a:cubicBezTo>
                  <a:pt x="141944" y="263230"/>
                  <a:pt x="137200" y="266377"/>
                  <a:pt x="127954" y="271578"/>
                </a:cubicBezTo>
                <a:cubicBezTo>
                  <a:pt x="123276" y="274208"/>
                  <a:pt x="113652" y="278735"/>
                  <a:pt x="108369" y="280717"/>
                </a:cubicBezTo>
                <a:cubicBezTo>
                  <a:pt x="104503" y="282166"/>
                  <a:pt x="100535" y="283327"/>
                  <a:pt x="96619" y="284634"/>
                </a:cubicBezTo>
                <a:cubicBezTo>
                  <a:pt x="94007" y="285502"/>
                  <a:pt x="91500" y="286791"/>
                  <a:pt x="88785" y="287245"/>
                </a:cubicBezTo>
                <a:cubicBezTo>
                  <a:pt x="83134" y="288186"/>
                  <a:pt x="79882" y="288642"/>
                  <a:pt x="74422" y="289856"/>
                </a:cubicBezTo>
                <a:cubicBezTo>
                  <a:pt x="72671" y="290244"/>
                  <a:pt x="70926" y="290668"/>
                  <a:pt x="69200" y="291162"/>
                </a:cubicBezTo>
                <a:cubicBezTo>
                  <a:pt x="67877" y="291540"/>
                  <a:pt x="66633" y="292196"/>
                  <a:pt x="65283" y="292466"/>
                </a:cubicBezTo>
                <a:cubicBezTo>
                  <a:pt x="62265" y="293070"/>
                  <a:pt x="59184" y="293305"/>
                  <a:pt x="56143" y="293773"/>
                </a:cubicBezTo>
                <a:cubicBezTo>
                  <a:pt x="53527" y="294176"/>
                  <a:pt x="50921" y="294643"/>
                  <a:pt x="48309" y="295079"/>
                </a:cubicBezTo>
                <a:cubicBezTo>
                  <a:pt x="45931" y="296269"/>
                  <a:pt x="37285" y="300051"/>
                  <a:pt x="33947" y="302912"/>
                </a:cubicBezTo>
                <a:cubicBezTo>
                  <a:pt x="32078" y="304515"/>
                  <a:pt x="30667" y="306623"/>
                  <a:pt x="28725" y="308135"/>
                </a:cubicBezTo>
                <a:cubicBezTo>
                  <a:pt x="21763" y="313549"/>
                  <a:pt x="24199" y="310821"/>
                  <a:pt x="18280" y="313359"/>
                </a:cubicBezTo>
                <a:cubicBezTo>
                  <a:pt x="16491" y="314124"/>
                  <a:pt x="14836" y="315178"/>
                  <a:pt x="13057" y="315970"/>
                </a:cubicBezTo>
                <a:cubicBezTo>
                  <a:pt x="10915" y="316922"/>
                  <a:pt x="8704" y="317710"/>
                  <a:pt x="6528" y="318581"/>
                </a:cubicBezTo>
                <a:cubicBezTo>
                  <a:pt x="543" y="327559"/>
                  <a:pt x="2299" y="323436"/>
                  <a:pt x="0" y="330332"/>
                </a:cubicBezTo>
                <a:cubicBezTo>
                  <a:pt x="259" y="331886"/>
                  <a:pt x="1574" y="341053"/>
                  <a:pt x="2611" y="343388"/>
                </a:cubicBezTo>
                <a:cubicBezTo>
                  <a:pt x="6106" y="351251"/>
                  <a:pt x="7811" y="350082"/>
                  <a:pt x="13057" y="357749"/>
                </a:cubicBezTo>
                <a:cubicBezTo>
                  <a:pt x="16808" y="363232"/>
                  <a:pt x="19981" y="369091"/>
                  <a:pt x="23501" y="374724"/>
                </a:cubicBezTo>
                <a:cubicBezTo>
                  <a:pt x="24333" y="376053"/>
                  <a:pt x="25133" y="377415"/>
                  <a:pt x="26113" y="378641"/>
                </a:cubicBezTo>
                <a:cubicBezTo>
                  <a:pt x="27854" y="380816"/>
                  <a:pt x="29365" y="383199"/>
                  <a:pt x="31336" y="385170"/>
                </a:cubicBezTo>
                <a:cubicBezTo>
                  <a:pt x="32446" y="386279"/>
                  <a:pt x="34143" y="386669"/>
                  <a:pt x="35253" y="387780"/>
                </a:cubicBezTo>
                <a:cubicBezTo>
                  <a:pt x="37656" y="390184"/>
                  <a:pt x="39484" y="393109"/>
                  <a:pt x="41781" y="395615"/>
                </a:cubicBezTo>
                <a:cubicBezTo>
                  <a:pt x="49290" y="403805"/>
                  <a:pt x="65200" y="417761"/>
                  <a:pt x="71812" y="421727"/>
                </a:cubicBezTo>
                <a:cubicBezTo>
                  <a:pt x="73988" y="423033"/>
                  <a:pt x="76121" y="424411"/>
                  <a:pt x="78340" y="425644"/>
                </a:cubicBezTo>
                <a:cubicBezTo>
                  <a:pt x="80041" y="426590"/>
                  <a:pt x="81912" y="427225"/>
                  <a:pt x="83562" y="428255"/>
                </a:cubicBezTo>
                <a:cubicBezTo>
                  <a:pt x="85408" y="429408"/>
                  <a:pt x="86949" y="431004"/>
                  <a:pt x="88785" y="432172"/>
                </a:cubicBezTo>
                <a:cubicBezTo>
                  <a:pt x="91746" y="434056"/>
                  <a:pt x="94936" y="435556"/>
                  <a:pt x="97924" y="437394"/>
                </a:cubicBezTo>
                <a:cubicBezTo>
                  <a:pt x="100598" y="439039"/>
                  <a:pt x="103068" y="441003"/>
                  <a:pt x="105759" y="442618"/>
                </a:cubicBezTo>
                <a:cubicBezTo>
                  <a:pt x="109965" y="445141"/>
                  <a:pt x="112922" y="445874"/>
                  <a:pt x="117510" y="447840"/>
                </a:cubicBezTo>
                <a:cubicBezTo>
                  <a:pt x="124621" y="450888"/>
                  <a:pt x="132871" y="454558"/>
                  <a:pt x="139706" y="458287"/>
                </a:cubicBezTo>
                <a:cubicBezTo>
                  <a:pt x="141083" y="459037"/>
                  <a:pt x="142317" y="460027"/>
                  <a:pt x="143622" y="460897"/>
                </a:cubicBezTo>
                <a:cubicBezTo>
                  <a:pt x="145799" y="464379"/>
                  <a:pt x="147522" y="468188"/>
                  <a:pt x="150150" y="471343"/>
                </a:cubicBezTo>
                <a:cubicBezTo>
                  <a:pt x="151935" y="473483"/>
                  <a:pt x="154709" y="474594"/>
                  <a:pt x="156679" y="476565"/>
                </a:cubicBezTo>
                <a:cubicBezTo>
                  <a:pt x="157789" y="477674"/>
                  <a:pt x="158084" y="479477"/>
                  <a:pt x="159290" y="480482"/>
                </a:cubicBezTo>
                <a:cubicBezTo>
                  <a:pt x="163371" y="483883"/>
                  <a:pt x="167969" y="486612"/>
                  <a:pt x="172347" y="489622"/>
                </a:cubicBezTo>
                <a:cubicBezTo>
                  <a:pt x="179926" y="494832"/>
                  <a:pt x="179403" y="494377"/>
                  <a:pt x="186709" y="498761"/>
                </a:cubicBezTo>
                <a:cubicBezTo>
                  <a:pt x="188015" y="500502"/>
                  <a:pt x="189530" y="502103"/>
                  <a:pt x="190627" y="503983"/>
                </a:cubicBezTo>
                <a:cubicBezTo>
                  <a:pt x="192588" y="507346"/>
                  <a:pt x="195848" y="514428"/>
                  <a:pt x="195848" y="514428"/>
                </a:cubicBezTo>
                <a:cubicBezTo>
                  <a:pt x="196284" y="516605"/>
                  <a:pt x="196673" y="518790"/>
                  <a:pt x="197155" y="520957"/>
                </a:cubicBezTo>
                <a:cubicBezTo>
                  <a:pt x="197544" y="522709"/>
                  <a:pt x="198460" y="524385"/>
                  <a:pt x="198460" y="526180"/>
                </a:cubicBezTo>
                <a:cubicBezTo>
                  <a:pt x="198460" y="529689"/>
                  <a:pt x="198163" y="533265"/>
                  <a:pt x="197155" y="536625"/>
                </a:cubicBezTo>
                <a:cubicBezTo>
                  <a:pt x="196801" y="537804"/>
                  <a:pt x="195413" y="538366"/>
                  <a:pt x="194543" y="5392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sp>
        <p:nvSpPr>
          <p:cNvPr id="10" name="pdf-path-239">
            <a:extLst xmlns:a="http://schemas.openxmlformats.org/drawingml/2006/main">
              <a:ext uri="{FF2B5EF4-FFF2-40B4-BE49-F238E27FC236}">
                <a16:creationId xmlns:a16="http://schemas.microsoft.com/office/drawing/2014/main" id="{33024429-5A67-4814-808A-8BFFCBAF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154" y="682877"/>
            <a:ext cx="526180" cy="605825"/>
          </a:xfrm>
          <a:custGeom xmlns:a="http://schemas.openxmlformats.org/drawingml/2006/main">
            <a:pathLst>
              <a:path w="526180" h="605825">
                <a:moveTo>
                  <a:pt x="0" y="322498"/>
                </a:moveTo>
                <a:cubicBezTo>
                  <a:pt x="11316" y="328156"/>
                  <a:pt x="21477" y="337333"/>
                  <a:pt x="33947" y="339471"/>
                </a:cubicBezTo>
                <a:cubicBezTo>
                  <a:pt x="62045" y="344288"/>
                  <a:pt x="78985" y="341649"/>
                  <a:pt x="101841" y="335554"/>
                </a:cubicBezTo>
                <a:cubicBezTo>
                  <a:pt x="104902" y="334738"/>
                  <a:pt x="107976" y="333946"/>
                  <a:pt x="110981" y="332943"/>
                </a:cubicBezTo>
                <a:cubicBezTo>
                  <a:pt x="114509" y="331768"/>
                  <a:pt x="118175" y="330831"/>
                  <a:pt x="121426" y="329026"/>
                </a:cubicBezTo>
                <a:cubicBezTo>
                  <a:pt x="126070" y="326445"/>
                  <a:pt x="130233" y="323073"/>
                  <a:pt x="134483" y="319887"/>
                </a:cubicBezTo>
                <a:cubicBezTo>
                  <a:pt x="139723" y="315957"/>
                  <a:pt x="142255" y="314198"/>
                  <a:pt x="147539" y="309442"/>
                </a:cubicBezTo>
                <a:cubicBezTo>
                  <a:pt x="149370" y="307795"/>
                  <a:pt x="150893" y="305821"/>
                  <a:pt x="152762" y="304218"/>
                </a:cubicBezTo>
                <a:cubicBezTo>
                  <a:pt x="165797" y="293045"/>
                  <a:pt x="143380" y="315045"/>
                  <a:pt x="163207" y="296384"/>
                </a:cubicBezTo>
                <a:cubicBezTo>
                  <a:pt x="168586" y="291322"/>
                  <a:pt x="178876" y="280717"/>
                  <a:pt x="178876" y="280717"/>
                </a:cubicBezTo>
                <a:cubicBezTo>
                  <a:pt x="183444" y="271578"/>
                  <a:pt x="184383" y="270212"/>
                  <a:pt x="188015" y="261131"/>
                </a:cubicBezTo>
                <a:cubicBezTo>
                  <a:pt x="188526" y="259854"/>
                  <a:pt x="188705" y="258446"/>
                  <a:pt x="189320" y="257215"/>
                </a:cubicBezTo>
                <a:cubicBezTo>
                  <a:pt x="190022" y="255811"/>
                  <a:pt x="191230" y="254702"/>
                  <a:pt x="191932" y="253298"/>
                </a:cubicBezTo>
                <a:cubicBezTo>
                  <a:pt x="192980" y="251202"/>
                  <a:pt x="193769" y="248981"/>
                  <a:pt x="194543" y="246770"/>
                </a:cubicBezTo>
                <a:cubicBezTo>
                  <a:pt x="196817" y="240273"/>
                  <a:pt x="199578" y="233902"/>
                  <a:pt x="201071" y="227184"/>
                </a:cubicBezTo>
                <a:cubicBezTo>
                  <a:pt x="201255" y="226357"/>
                  <a:pt x="205577" y="206422"/>
                  <a:pt x="206294" y="204989"/>
                </a:cubicBezTo>
                <a:cubicBezTo>
                  <a:pt x="209663" y="198251"/>
                  <a:pt x="209594" y="197221"/>
                  <a:pt x="214128" y="191932"/>
                </a:cubicBezTo>
                <a:cubicBezTo>
                  <a:pt x="215844" y="189929"/>
                  <a:pt x="220975" y="185054"/>
                  <a:pt x="223267" y="184098"/>
                </a:cubicBezTo>
                <a:cubicBezTo>
                  <a:pt x="226580" y="182717"/>
                  <a:pt x="230308" y="182621"/>
                  <a:pt x="233713" y="181485"/>
                </a:cubicBezTo>
                <a:cubicBezTo>
                  <a:pt x="259785" y="172795"/>
                  <a:pt x="215519" y="185056"/>
                  <a:pt x="245464" y="177570"/>
                </a:cubicBezTo>
                <a:cubicBezTo>
                  <a:pt x="246799" y="177235"/>
                  <a:pt x="248006" y="176328"/>
                  <a:pt x="249381" y="176264"/>
                </a:cubicBezTo>
                <a:cubicBezTo>
                  <a:pt x="266776" y="175454"/>
                  <a:pt x="284199" y="175393"/>
                  <a:pt x="301607" y="174959"/>
                </a:cubicBezTo>
                <a:cubicBezTo>
                  <a:pt x="304218" y="174523"/>
                  <a:pt x="306929" y="174490"/>
                  <a:pt x="309441" y="173653"/>
                </a:cubicBezTo>
                <a:cubicBezTo>
                  <a:pt x="310930" y="173157"/>
                  <a:pt x="311987" y="171804"/>
                  <a:pt x="313358" y="171042"/>
                </a:cubicBezTo>
                <a:cubicBezTo>
                  <a:pt x="315910" y="169624"/>
                  <a:pt x="318581" y="168431"/>
                  <a:pt x="321192" y="167125"/>
                </a:cubicBezTo>
                <a:cubicBezTo>
                  <a:pt x="327445" y="154618"/>
                  <a:pt x="322003" y="163438"/>
                  <a:pt x="330332" y="154069"/>
                </a:cubicBezTo>
                <a:cubicBezTo>
                  <a:pt x="332184" y="151986"/>
                  <a:pt x="333391" y="149297"/>
                  <a:pt x="335554" y="147539"/>
                </a:cubicBezTo>
                <a:cubicBezTo>
                  <a:pt x="340426" y="143581"/>
                  <a:pt x="346784" y="141532"/>
                  <a:pt x="351222" y="137095"/>
                </a:cubicBezTo>
                <a:cubicBezTo>
                  <a:pt x="356113" y="132203"/>
                  <a:pt x="353387" y="133760"/>
                  <a:pt x="359056" y="131872"/>
                </a:cubicBezTo>
                <a:cubicBezTo>
                  <a:pt x="362102" y="128825"/>
                  <a:pt x="365358" y="125975"/>
                  <a:pt x="368195" y="122733"/>
                </a:cubicBezTo>
                <a:cubicBezTo>
                  <a:pt x="374256" y="115805"/>
                  <a:pt x="375861" y="113193"/>
                  <a:pt x="379947" y="107064"/>
                </a:cubicBezTo>
                <a:cubicBezTo>
                  <a:pt x="382122" y="100537"/>
                  <a:pt x="380139" y="105110"/>
                  <a:pt x="385169" y="97925"/>
                </a:cubicBezTo>
                <a:cubicBezTo>
                  <a:pt x="386969" y="95354"/>
                  <a:pt x="388172" y="92311"/>
                  <a:pt x="390392" y="90090"/>
                </a:cubicBezTo>
                <a:cubicBezTo>
                  <a:pt x="392133" y="88350"/>
                  <a:pt x="393774" y="86503"/>
                  <a:pt x="395614" y="84867"/>
                </a:cubicBezTo>
                <a:cubicBezTo>
                  <a:pt x="400268" y="80730"/>
                  <a:pt x="401569" y="80027"/>
                  <a:pt x="406060" y="77034"/>
                </a:cubicBezTo>
                <a:cubicBezTo>
                  <a:pt x="416767" y="60209"/>
                  <a:pt x="412661" y="67747"/>
                  <a:pt x="419116" y="54837"/>
                </a:cubicBezTo>
                <a:cubicBezTo>
                  <a:pt x="419986" y="50920"/>
                  <a:pt x="420625" y="46945"/>
                  <a:pt x="421727" y="43086"/>
                </a:cubicBezTo>
                <a:cubicBezTo>
                  <a:pt x="422371" y="40832"/>
                  <a:pt x="423516" y="38752"/>
                  <a:pt x="424339" y="36558"/>
                </a:cubicBezTo>
                <a:cubicBezTo>
                  <a:pt x="427033" y="29376"/>
                  <a:pt x="424587" y="32665"/>
                  <a:pt x="430867" y="22197"/>
                </a:cubicBezTo>
                <a:cubicBezTo>
                  <a:pt x="433479" y="17844"/>
                  <a:pt x="435112" y="12728"/>
                  <a:pt x="438701" y="9139"/>
                </a:cubicBezTo>
                <a:cubicBezTo>
                  <a:pt x="440007" y="7834"/>
                  <a:pt x="441161" y="6357"/>
                  <a:pt x="442618" y="5224"/>
                </a:cubicBezTo>
                <a:cubicBezTo>
                  <a:pt x="445096" y="3296"/>
                  <a:pt x="450453" y="0"/>
                  <a:pt x="450453" y="0"/>
                </a:cubicBezTo>
                <a:cubicBezTo>
                  <a:pt x="457415" y="1306"/>
                  <a:pt x="464491" y="2114"/>
                  <a:pt x="471343" y="3917"/>
                </a:cubicBezTo>
                <a:cubicBezTo>
                  <a:pt x="472861" y="4317"/>
                  <a:pt x="474054" y="5524"/>
                  <a:pt x="475260" y="6528"/>
                </a:cubicBezTo>
                <a:cubicBezTo>
                  <a:pt x="481441" y="11680"/>
                  <a:pt x="479618" y="12591"/>
                  <a:pt x="485705" y="20891"/>
                </a:cubicBezTo>
                <a:cubicBezTo>
                  <a:pt x="488078" y="24128"/>
                  <a:pt x="491179" y="26786"/>
                  <a:pt x="493539" y="30030"/>
                </a:cubicBezTo>
                <a:cubicBezTo>
                  <a:pt x="494684" y="31604"/>
                  <a:pt x="495184" y="33563"/>
                  <a:pt x="496151" y="35253"/>
                </a:cubicBezTo>
                <a:cubicBezTo>
                  <a:pt x="496929" y="36615"/>
                  <a:pt x="498060" y="37766"/>
                  <a:pt x="498762" y="39170"/>
                </a:cubicBezTo>
                <a:cubicBezTo>
                  <a:pt x="500679" y="43004"/>
                  <a:pt x="502295" y="46980"/>
                  <a:pt x="503984" y="50920"/>
                </a:cubicBezTo>
                <a:cubicBezTo>
                  <a:pt x="504907" y="53074"/>
                  <a:pt x="505547" y="55352"/>
                  <a:pt x="506595" y="57448"/>
                </a:cubicBezTo>
                <a:cubicBezTo>
                  <a:pt x="508926" y="62110"/>
                  <a:pt x="510680" y="62305"/>
                  <a:pt x="514429" y="66589"/>
                </a:cubicBezTo>
                <a:cubicBezTo>
                  <a:pt x="518839" y="71628"/>
                  <a:pt x="519063" y="73244"/>
                  <a:pt x="522263" y="79645"/>
                </a:cubicBezTo>
                <a:cubicBezTo>
                  <a:pt x="522851" y="83168"/>
                  <a:pt x="524617" y="93399"/>
                  <a:pt x="524875" y="96619"/>
                </a:cubicBezTo>
                <a:cubicBezTo>
                  <a:pt x="525501" y="104441"/>
                  <a:pt x="525745" y="112287"/>
                  <a:pt x="526180" y="120122"/>
                </a:cubicBezTo>
                <a:cubicBezTo>
                  <a:pt x="522052" y="153151"/>
                  <a:pt x="526180" y="112045"/>
                  <a:pt x="526180" y="138400"/>
                </a:cubicBezTo>
                <a:cubicBezTo>
                  <a:pt x="526180" y="142774"/>
                  <a:pt x="525357" y="147110"/>
                  <a:pt x="524875" y="151456"/>
                </a:cubicBezTo>
                <a:cubicBezTo>
                  <a:pt x="524052" y="158861"/>
                  <a:pt x="523004" y="166240"/>
                  <a:pt x="522263" y="173653"/>
                </a:cubicBezTo>
                <a:cubicBezTo>
                  <a:pt x="521698" y="179300"/>
                  <a:pt x="521551" y="184982"/>
                  <a:pt x="520957" y="190626"/>
                </a:cubicBezTo>
                <a:cubicBezTo>
                  <a:pt x="519752" y="202074"/>
                  <a:pt x="516860" y="205808"/>
                  <a:pt x="513124" y="219351"/>
                </a:cubicBezTo>
                <a:cubicBezTo>
                  <a:pt x="511580" y="224948"/>
                  <a:pt x="510303" y="230621"/>
                  <a:pt x="509207" y="236325"/>
                </a:cubicBezTo>
                <a:cubicBezTo>
                  <a:pt x="503193" y="267592"/>
                  <a:pt x="508964" y="243819"/>
                  <a:pt x="505290" y="258521"/>
                </a:cubicBezTo>
                <a:cubicBezTo>
                  <a:pt x="504855" y="264179"/>
                  <a:pt x="504647" y="269858"/>
                  <a:pt x="503984" y="275495"/>
                </a:cubicBezTo>
                <a:cubicBezTo>
                  <a:pt x="503774" y="277276"/>
                  <a:pt x="503030" y="278957"/>
                  <a:pt x="502679" y="280717"/>
                </a:cubicBezTo>
                <a:cubicBezTo>
                  <a:pt x="500854" y="289840"/>
                  <a:pt x="498610" y="298904"/>
                  <a:pt x="497456" y="308135"/>
                </a:cubicBezTo>
                <a:cubicBezTo>
                  <a:pt x="497020" y="311616"/>
                  <a:pt x="496483" y="315087"/>
                  <a:pt x="496151" y="318581"/>
                </a:cubicBezTo>
                <a:cubicBezTo>
                  <a:pt x="494004" y="341119"/>
                  <a:pt x="496219" y="328679"/>
                  <a:pt x="493539" y="342082"/>
                </a:cubicBezTo>
                <a:cubicBezTo>
                  <a:pt x="493104" y="358621"/>
                  <a:pt x="492845" y="375165"/>
                  <a:pt x="492233" y="391698"/>
                </a:cubicBezTo>
                <a:cubicBezTo>
                  <a:pt x="491974" y="398670"/>
                  <a:pt x="491196" y="405615"/>
                  <a:pt x="490927" y="412588"/>
                </a:cubicBezTo>
                <a:cubicBezTo>
                  <a:pt x="490325" y="428250"/>
                  <a:pt x="490317" y="443933"/>
                  <a:pt x="489622" y="459591"/>
                </a:cubicBezTo>
                <a:cubicBezTo>
                  <a:pt x="489446" y="463529"/>
                  <a:pt x="488618" y="467413"/>
                  <a:pt x="488316" y="471343"/>
                </a:cubicBezTo>
                <a:cubicBezTo>
                  <a:pt x="486162" y="499342"/>
                  <a:pt x="488678" y="485198"/>
                  <a:pt x="485705" y="500068"/>
                </a:cubicBezTo>
                <a:cubicBezTo>
                  <a:pt x="485270" y="504419"/>
                  <a:pt x="484719" y="508762"/>
                  <a:pt x="484400" y="513124"/>
                </a:cubicBezTo>
                <a:cubicBezTo>
                  <a:pt x="481236" y="556363"/>
                  <a:pt x="486112" y="540632"/>
                  <a:pt x="480482" y="557516"/>
                </a:cubicBezTo>
                <a:cubicBezTo>
                  <a:pt x="482345" y="568690"/>
                  <a:pt x="482253" y="561717"/>
                  <a:pt x="480482" y="570572"/>
                </a:cubicBezTo>
                <a:cubicBezTo>
                  <a:pt x="479963" y="573169"/>
                  <a:pt x="480195" y="575963"/>
                  <a:pt x="479177" y="578407"/>
                </a:cubicBezTo>
                <a:cubicBezTo>
                  <a:pt x="477969" y="581303"/>
                  <a:pt x="473954" y="586241"/>
                  <a:pt x="473954" y="586241"/>
                </a:cubicBezTo>
                <a:cubicBezTo>
                  <a:pt x="470204" y="601238"/>
                  <a:pt x="475448" y="582753"/>
                  <a:pt x="470036" y="595380"/>
                </a:cubicBezTo>
                <a:cubicBezTo>
                  <a:pt x="468400" y="599198"/>
                  <a:pt x="469683" y="601669"/>
                  <a:pt x="466120" y="604519"/>
                </a:cubicBezTo>
                <a:cubicBezTo>
                  <a:pt x="465046" y="605379"/>
                  <a:pt x="463508" y="605389"/>
                  <a:pt x="462203" y="605825"/>
                </a:cubicBezTo>
                <a:cubicBezTo>
                  <a:pt x="455675" y="604519"/>
                  <a:pt x="449056" y="603603"/>
                  <a:pt x="442618" y="601908"/>
                </a:cubicBezTo>
                <a:cubicBezTo>
                  <a:pt x="439965" y="601210"/>
                  <a:pt x="432756" y="596325"/>
                  <a:pt x="430867" y="595380"/>
                </a:cubicBezTo>
                <a:cubicBezTo>
                  <a:pt x="425295" y="592595"/>
                  <a:pt x="419809" y="590671"/>
                  <a:pt x="413894" y="588852"/>
                </a:cubicBezTo>
                <a:cubicBezTo>
                  <a:pt x="410865" y="587919"/>
                  <a:pt x="407841" y="586953"/>
                  <a:pt x="404754" y="586241"/>
                </a:cubicBezTo>
                <a:cubicBezTo>
                  <a:pt x="402174" y="585644"/>
                  <a:pt x="399532" y="585371"/>
                  <a:pt x="396920" y="584935"/>
                </a:cubicBezTo>
                <a:cubicBezTo>
                  <a:pt x="393439" y="583630"/>
                  <a:pt x="390002" y="582195"/>
                  <a:pt x="386475" y="581017"/>
                </a:cubicBezTo>
                <a:cubicBezTo>
                  <a:pt x="381026" y="579202"/>
                  <a:pt x="382105" y="580414"/>
                  <a:pt x="377336" y="578407"/>
                </a:cubicBezTo>
                <a:cubicBezTo>
                  <a:pt x="370330" y="575457"/>
                  <a:pt x="363656" y="571671"/>
                  <a:pt x="356445" y="569266"/>
                </a:cubicBezTo>
                <a:cubicBezTo>
                  <a:pt x="355139" y="568832"/>
                  <a:pt x="353798" y="568491"/>
                  <a:pt x="352528" y="567961"/>
                </a:cubicBezTo>
                <a:cubicBezTo>
                  <a:pt x="348571" y="566313"/>
                  <a:pt x="344532" y="564804"/>
                  <a:pt x="340777" y="562738"/>
                </a:cubicBezTo>
                <a:cubicBezTo>
                  <a:pt x="335805" y="560003"/>
                  <a:pt x="326415" y="553599"/>
                  <a:pt x="326415" y="553599"/>
                </a:cubicBezTo>
                <a:cubicBezTo>
                  <a:pt x="321581" y="546349"/>
                  <a:pt x="324527" y="549826"/>
                  <a:pt x="313358" y="541849"/>
                </a:cubicBezTo>
                <a:cubicBezTo>
                  <a:pt x="306439" y="536906"/>
                  <a:pt x="303179" y="535003"/>
                  <a:pt x="295079" y="531404"/>
                </a:cubicBezTo>
                <a:cubicBezTo>
                  <a:pt x="290796" y="529499"/>
                  <a:pt x="286331" y="528027"/>
                  <a:pt x="282022" y="526180"/>
                </a:cubicBezTo>
                <a:cubicBezTo>
                  <a:pt x="271096" y="521497"/>
                  <a:pt x="249381" y="511818"/>
                  <a:pt x="249381" y="511818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41719C"/>
            </a:solidFill>
            <a:prstDash val="solid"/>
          </a:ln>
        </p:spPr>
      </p:sp>
      <p:sp>
        <p:nvSpPr>
          <p:cNvPr id="11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59D8C428-EE30-4EE8-87B2-E8E59289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70" y="645015"/>
            <a:ext cx="641987" cy="508445"/>
          </a:xfrm>
          <a:custGeom xmlns:a="http://schemas.openxmlformats.org/drawingml/2006/main">
            <a:pathLst>
              <a:path w="641987" h="508445">
                <a:moveTo>
                  <a:pt x="379946" y="353834"/>
                </a:moveTo>
                <a:cubicBezTo>
                  <a:pt x="392132" y="355574"/>
                  <a:pt x="404198" y="359371"/>
                  <a:pt x="416505" y="359055"/>
                </a:cubicBezTo>
                <a:cubicBezTo>
                  <a:pt x="421762" y="358921"/>
                  <a:pt x="426163" y="354878"/>
                  <a:pt x="430867" y="352527"/>
                </a:cubicBezTo>
                <a:cubicBezTo>
                  <a:pt x="443195" y="346362"/>
                  <a:pt x="432483" y="350248"/>
                  <a:pt x="441312" y="347306"/>
                </a:cubicBezTo>
                <a:cubicBezTo>
                  <a:pt x="442618" y="345999"/>
                  <a:pt x="443811" y="344569"/>
                  <a:pt x="445229" y="343388"/>
                </a:cubicBezTo>
                <a:cubicBezTo>
                  <a:pt x="449041" y="340211"/>
                  <a:pt x="453472" y="337757"/>
                  <a:pt x="456981" y="334248"/>
                </a:cubicBezTo>
                <a:cubicBezTo>
                  <a:pt x="462386" y="328841"/>
                  <a:pt x="461430" y="329305"/>
                  <a:pt x="467425" y="325109"/>
                </a:cubicBezTo>
                <a:cubicBezTo>
                  <a:pt x="469997" y="323309"/>
                  <a:pt x="472345" y="321052"/>
                  <a:pt x="475260" y="319887"/>
                </a:cubicBezTo>
                <a:cubicBezTo>
                  <a:pt x="477436" y="319017"/>
                  <a:pt x="479646" y="318227"/>
                  <a:pt x="481788" y="317274"/>
                </a:cubicBezTo>
                <a:cubicBezTo>
                  <a:pt x="490565" y="313374"/>
                  <a:pt x="483325" y="315584"/>
                  <a:pt x="492233" y="313359"/>
                </a:cubicBezTo>
                <a:cubicBezTo>
                  <a:pt x="494409" y="311616"/>
                  <a:pt x="496664" y="309970"/>
                  <a:pt x="498761" y="308135"/>
                </a:cubicBezTo>
                <a:cubicBezTo>
                  <a:pt x="502610" y="304767"/>
                  <a:pt x="502142" y="303833"/>
                  <a:pt x="506595" y="301607"/>
                </a:cubicBezTo>
                <a:cubicBezTo>
                  <a:pt x="512597" y="298606"/>
                  <a:pt x="512528" y="299352"/>
                  <a:pt x="518346" y="297690"/>
                </a:cubicBezTo>
                <a:cubicBezTo>
                  <a:pt x="519669" y="297312"/>
                  <a:pt x="520957" y="296820"/>
                  <a:pt x="522263" y="296384"/>
                </a:cubicBezTo>
                <a:cubicBezTo>
                  <a:pt x="537322" y="296923"/>
                  <a:pt x="551181" y="295452"/>
                  <a:pt x="565350" y="298995"/>
                </a:cubicBezTo>
                <a:cubicBezTo>
                  <a:pt x="568424" y="299764"/>
                  <a:pt x="571577" y="300358"/>
                  <a:pt x="574489" y="301607"/>
                </a:cubicBezTo>
                <a:cubicBezTo>
                  <a:pt x="577715" y="302988"/>
                  <a:pt x="580533" y="305177"/>
                  <a:pt x="583629" y="306829"/>
                </a:cubicBezTo>
                <a:cubicBezTo>
                  <a:pt x="587064" y="308660"/>
                  <a:pt x="590508" y="310492"/>
                  <a:pt x="594074" y="312052"/>
                </a:cubicBezTo>
                <a:cubicBezTo>
                  <a:pt x="597481" y="313542"/>
                  <a:pt x="601135" y="314430"/>
                  <a:pt x="604520" y="315968"/>
                </a:cubicBezTo>
                <a:cubicBezTo>
                  <a:pt x="615545" y="320980"/>
                  <a:pt x="600493" y="316594"/>
                  <a:pt x="613659" y="319887"/>
                </a:cubicBezTo>
                <a:cubicBezTo>
                  <a:pt x="615835" y="321627"/>
                  <a:pt x="617824" y="323631"/>
                  <a:pt x="620187" y="325109"/>
                </a:cubicBezTo>
                <a:cubicBezTo>
                  <a:pt x="621355" y="325838"/>
                  <a:pt x="623029" y="325555"/>
                  <a:pt x="624104" y="326415"/>
                </a:cubicBezTo>
                <a:cubicBezTo>
                  <a:pt x="627469" y="329106"/>
                  <a:pt x="630197" y="332507"/>
                  <a:pt x="633244" y="335554"/>
                </a:cubicBezTo>
                <a:lnTo>
                  <a:pt x="637161" y="339471"/>
                </a:lnTo>
                <a:cubicBezTo>
                  <a:pt x="637596" y="340776"/>
                  <a:pt x="638133" y="342052"/>
                  <a:pt x="638467" y="343388"/>
                </a:cubicBezTo>
                <a:cubicBezTo>
                  <a:pt x="641987" y="357468"/>
                  <a:pt x="639581" y="363201"/>
                  <a:pt x="637161" y="382557"/>
                </a:cubicBezTo>
                <a:cubicBezTo>
                  <a:pt x="636225" y="390046"/>
                  <a:pt x="635264" y="390625"/>
                  <a:pt x="631938" y="395615"/>
                </a:cubicBezTo>
                <a:cubicBezTo>
                  <a:pt x="627739" y="408214"/>
                  <a:pt x="634471" y="388630"/>
                  <a:pt x="628021" y="404754"/>
                </a:cubicBezTo>
                <a:cubicBezTo>
                  <a:pt x="626129" y="409484"/>
                  <a:pt x="625076" y="414561"/>
                  <a:pt x="622799" y="419116"/>
                </a:cubicBezTo>
                <a:cubicBezTo>
                  <a:pt x="620232" y="424249"/>
                  <a:pt x="612893" y="432525"/>
                  <a:pt x="608437" y="436090"/>
                </a:cubicBezTo>
                <a:cubicBezTo>
                  <a:pt x="606917" y="437305"/>
                  <a:pt x="604898" y="437726"/>
                  <a:pt x="603213" y="438701"/>
                </a:cubicBezTo>
                <a:cubicBezTo>
                  <a:pt x="596625" y="442515"/>
                  <a:pt x="590157" y="446535"/>
                  <a:pt x="583629" y="450452"/>
                </a:cubicBezTo>
                <a:cubicBezTo>
                  <a:pt x="581453" y="452629"/>
                  <a:pt x="579483" y="455030"/>
                  <a:pt x="577101" y="456980"/>
                </a:cubicBezTo>
                <a:cubicBezTo>
                  <a:pt x="574672" y="458967"/>
                  <a:pt x="571589" y="460092"/>
                  <a:pt x="569267" y="462202"/>
                </a:cubicBezTo>
                <a:cubicBezTo>
                  <a:pt x="566752" y="464490"/>
                  <a:pt x="564688" y="467253"/>
                  <a:pt x="562739" y="470036"/>
                </a:cubicBezTo>
                <a:cubicBezTo>
                  <a:pt x="561622" y="471632"/>
                  <a:pt x="561504" y="473882"/>
                  <a:pt x="560127" y="475260"/>
                </a:cubicBezTo>
                <a:cubicBezTo>
                  <a:pt x="555962" y="479425"/>
                  <a:pt x="548391" y="482304"/>
                  <a:pt x="543153" y="484399"/>
                </a:cubicBezTo>
                <a:cubicBezTo>
                  <a:pt x="541876" y="484910"/>
                  <a:pt x="540525" y="485220"/>
                  <a:pt x="539237" y="485703"/>
                </a:cubicBezTo>
                <a:cubicBezTo>
                  <a:pt x="537042" y="486527"/>
                  <a:pt x="534911" y="487514"/>
                  <a:pt x="532708" y="488316"/>
                </a:cubicBezTo>
                <a:cubicBezTo>
                  <a:pt x="528828" y="489727"/>
                  <a:pt x="524874" y="490927"/>
                  <a:pt x="520957" y="492233"/>
                </a:cubicBezTo>
                <a:cubicBezTo>
                  <a:pt x="519652" y="492668"/>
                  <a:pt x="518318" y="493027"/>
                  <a:pt x="517041" y="493538"/>
                </a:cubicBezTo>
                <a:cubicBezTo>
                  <a:pt x="514865" y="494408"/>
                  <a:pt x="512757" y="495476"/>
                  <a:pt x="510513" y="496149"/>
                </a:cubicBezTo>
                <a:cubicBezTo>
                  <a:pt x="508387" y="496787"/>
                  <a:pt x="506125" y="496871"/>
                  <a:pt x="503984" y="497455"/>
                </a:cubicBezTo>
                <a:cubicBezTo>
                  <a:pt x="501328" y="498181"/>
                  <a:pt x="498832" y="499449"/>
                  <a:pt x="496150" y="500068"/>
                </a:cubicBezTo>
                <a:cubicBezTo>
                  <a:pt x="493151" y="500758"/>
                  <a:pt x="490064" y="500990"/>
                  <a:pt x="487010" y="501372"/>
                </a:cubicBezTo>
                <a:lnTo>
                  <a:pt x="464814" y="503983"/>
                </a:lnTo>
                <a:cubicBezTo>
                  <a:pt x="463509" y="504419"/>
                  <a:pt x="462246" y="505019"/>
                  <a:pt x="460897" y="505290"/>
                </a:cubicBezTo>
                <a:cubicBezTo>
                  <a:pt x="445123" y="508445"/>
                  <a:pt x="435705" y="506001"/>
                  <a:pt x="416505" y="505290"/>
                </a:cubicBezTo>
                <a:cubicBezTo>
                  <a:pt x="413023" y="504853"/>
                  <a:pt x="409530" y="504505"/>
                  <a:pt x="406060" y="503983"/>
                </a:cubicBezTo>
                <a:cubicBezTo>
                  <a:pt x="400824" y="503198"/>
                  <a:pt x="390392" y="501372"/>
                  <a:pt x="390392" y="501372"/>
                </a:cubicBezTo>
                <a:cubicBezTo>
                  <a:pt x="362349" y="490857"/>
                  <a:pt x="399635" y="504201"/>
                  <a:pt x="366890" y="494844"/>
                </a:cubicBezTo>
                <a:cubicBezTo>
                  <a:pt x="365018" y="494311"/>
                  <a:pt x="363439" y="493039"/>
                  <a:pt x="361667" y="492233"/>
                </a:cubicBezTo>
                <a:cubicBezTo>
                  <a:pt x="358650" y="490861"/>
                  <a:pt x="355446" y="489886"/>
                  <a:pt x="352528" y="488316"/>
                </a:cubicBezTo>
                <a:cubicBezTo>
                  <a:pt x="346382" y="485006"/>
                  <a:pt x="340649" y="479845"/>
                  <a:pt x="335554" y="475260"/>
                </a:cubicBezTo>
                <a:cubicBezTo>
                  <a:pt x="329790" y="470071"/>
                  <a:pt x="333477" y="472133"/>
                  <a:pt x="326414" y="467426"/>
                </a:cubicBezTo>
                <a:cubicBezTo>
                  <a:pt x="324302" y="466018"/>
                  <a:pt x="322156" y="464644"/>
                  <a:pt x="319886" y="463508"/>
                </a:cubicBezTo>
                <a:cubicBezTo>
                  <a:pt x="308402" y="457767"/>
                  <a:pt x="308497" y="459239"/>
                  <a:pt x="297690" y="453063"/>
                </a:cubicBezTo>
                <a:cubicBezTo>
                  <a:pt x="287266" y="447107"/>
                  <a:pt x="292813" y="448420"/>
                  <a:pt x="282022" y="443924"/>
                </a:cubicBezTo>
                <a:cubicBezTo>
                  <a:pt x="279481" y="442865"/>
                  <a:pt x="276650" y="442543"/>
                  <a:pt x="274188" y="441311"/>
                </a:cubicBezTo>
                <a:cubicBezTo>
                  <a:pt x="272447" y="440443"/>
                  <a:pt x="270843" y="439213"/>
                  <a:pt x="268965" y="438701"/>
                </a:cubicBezTo>
                <a:cubicBezTo>
                  <a:pt x="265996" y="437891"/>
                  <a:pt x="262861" y="437900"/>
                  <a:pt x="259826" y="437394"/>
                </a:cubicBezTo>
                <a:cubicBezTo>
                  <a:pt x="255026" y="436594"/>
                  <a:pt x="250222" y="435804"/>
                  <a:pt x="245464" y="434783"/>
                </a:cubicBezTo>
                <a:cubicBezTo>
                  <a:pt x="244118" y="434496"/>
                  <a:pt x="242881" y="433812"/>
                  <a:pt x="241546" y="433479"/>
                </a:cubicBezTo>
                <a:cubicBezTo>
                  <a:pt x="234334" y="431675"/>
                  <a:pt x="233980" y="432340"/>
                  <a:pt x="225879" y="430866"/>
                </a:cubicBezTo>
                <a:cubicBezTo>
                  <a:pt x="224113" y="430545"/>
                  <a:pt x="222426" y="429856"/>
                  <a:pt x="220656" y="429562"/>
                </a:cubicBezTo>
                <a:cubicBezTo>
                  <a:pt x="217195" y="428984"/>
                  <a:pt x="213692" y="428691"/>
                  <a:pt x="210211" y="428255"/>
                </a:cubicBezTo>
                <a:cubicBezTo>
                  <a:pt x="197157" y="428758"/>
                  <a:pt x="174242" y="429206"/>
                  <a:pt x="159290" y="430866"/>
                </a:cubicBezTo>
                <a:cubicBezTo>
                  <a:pt x="157085" y="431112"/>
                  <a:pt x="154955" y="431836"/>
                  <a:pt x="152762" y="432172"/>
                </a:cubicBezTo>
                <a:cubicBezTo>
                  <a:pt x="110157" y="438728"/>
                  <a:pt x="168057" y="429188"/>
                  <a:pt x="134483" y="434783"/>
                </a:cubicBezTo>
                <a:cubicBezTo>
                  <a:pt x="131872" y="435654"/>
                  <a:pt x="129204" y="436372"/>
                  <a:pt x="126649" y="437394"/>
                </a:cubicBezTo>
                <a:cubicBezTo>
                  <a:pt x="124473" y="438265"/>
                  <a:pt x="122344" y="439266"/>
                  <a:pt x="120121" y="440007"/>
                </a:cubicBezTo>
                <a:cubicBezTo>
                  <a:pt x="118418" y="440574"/>
                  <a:pt x="116639" y="440877"/>
                  <a:pt x="114898" y="441311"/>
                </a:cubicBezTo>
                <a:cubicBezTo>
                  <a:pt x="107499" y="440877"/>
                  <a:pt x="100030" y="441116"/>
                  <a:pt x="92702" y="440007"/>
                </a:cubicBezTo>
                <a:cubicBezTo>
                  <a:pt x="85605" y="438931"/>
                  <a:pt x="71811" y="434783"/>
                  <a:pt x="71811" y="434783"/>
                </a:cubicBezTo>
                <a:cubicBezTo>
                  <a:pt x="69199" y="433043"/>
                  <a:pt x="66406" y="431548"/>
                  <a:pt x="63978" y="429562"/>
                </a:cubicBezTo>
                <a:cubicBezTo>
                  <a:pt x="55709" y="422796"/>
                  <a:pt x="59477" y="425147"/>
                  <a:pt x="54837" y="419116"/>
                </a:cubicBezTo>
                <a:cubicBezTo>
                  <a:pt x="51439" y="414699"/>
                  <a:pt x="47260" y="410837"/>
                  <a:pt x="44392" y="406058"/>
                </a:cubicBezTo>
                <a:cubicBezTo>
                  <a:pt x="43087" y="403883"/>
                  <a:pt x="42060" y="401513"/>
                  <a:pt x="40475" y="399530"/>
                </a:cubicBezTo>
                <a:cubicBezTo>
                  <a:pt x="38553" y="397129"/>
                  <a:pt x="36017" y="395280"/>
                  <a:pt x="33947" y="393002"/>
                </a:cubicBezTo>
                <a:cubicBezTo>
                  <a:pt x="31661" y="390489"/>
                  <a:pt x="29595" y="387780"/>
                  <a:pt x="27419" y="385170"/>
                </a:cubicBezTo>
                <a:cubicBezTo>
                  <a:pt x="25678" y="380816"/>
                  <a:pt x="23509" y="376613"/>
                  <a:pt x="22196" y="372112"/>
                </a:cubicBezTo>
                <a:cubicBezTo>
                  <a:pt x="17941" y="357522"/>
                  <a:pt x="16920" y="342745"/>
                  <a:pt x="15668" y="327720"/>
                </a:cubicBezTo>
                <a:cubicBezTo>
                  <a:pt x="16973" y="315534"/>
                  <a:pt x="16926" y="303126"/>
                  <a:pt x="19585" y="291162"/>
                </a:cubicBezTo>
                <a:cubicBezTo>
                  <a:pt x="20455" y="287245"/>
                  <a:pt x="20706" y="283137"/>
                  <a:pt x="22196" y="279410"/>
                </a:cubicBezTo>
                <a:cubicBezTo>
                  <a:pt x="25088" y="272183"/>
                  <a:pt x="29363" y="265581"/>
                  <a:pt x="32642" y="258520"/>
                </a:cubicBezTo>
                <a:cubicBezTo>
                  <a:pt x="35025" y="253389"/>
                  <a:pt x="36848" y="248012"/>
                  <a:pt x="39170" y="242853"/>
                </a:cubicBezTo>
                <a:cubicBezTo>
                  <a:pt x="40767" y="239303"/>
                  <a:pt x="42747" y="235934"/>
                  <a:pt x="44392" y="232407"/>
                </a:cubicBezTo>
                <a:cubicBezTo>
                  <a:pt x="47816" y="225072"/>
                  <a:pt x="49343" y="220511"/>
                  <a:pt x="52227" y="212821"/>
                </a:cubicBezTo>
                <a:cubicBezTo>
                  <a:pt x="53499" y="203918"/>
                  <a:pt x="54837" y="195960"/>
                  <a:pt x="54837" y="186709"/>
                </a:cubicBezTo>
                <a:cubicBezTo>
                  <a:pt x="54837" y="180601"/>
                  <a:pt x="54139" y="174507"/>
                  <a:pt x="53532" y="168429"/>
                </a:cubicBezTo>
                <a:cubicBezTo>
                  <a:pt x="53013" y="163235"/>
                  <a:pt x="52172" y="158671"/>
                  <a:pt x="49615" y="154067"/>
                </a:cubicBezTo>
                <a:cubicBezTo>
                  <a:pt x="48559" y="152166"/>
                  <a:pt x="46946" y="150627"/>
                  <a:pt x="45698" y="148845"/>
                </a:cubicBezTo>
                <a:cubicBezTo>
                  <a:pt x="43898" y="146274"/>
                  <a:pt x="42910" y="142990"/>
                  <a:pt x="40475" y="141011"/>
                </a:cubicBezTo>
                <a:cubicBezTo>
                  <a:pt x="29837" y="132367"/>
                  <a:pt x="28055" y="134099"/>
                  <a:pt x="19585" y="129259"/>
                </a:cubicBezTo>
                <a:cubicBezTo>
                  <a:pt x="18223" y="128481"/>
                  <a:pt x="16973" y="127518"/>
                  <a:pt x="15668" y="126650"/>
                </a:cubicBezTo>
                <a:cubicBezTo>
                  <a:pt x="14362" y="124037"/>
                  <a:pt x="12873" y="121510"/>
                  <a:pt x="11751" y="118815"/>
                </a:cubicBezTo>
                <a:cubicBezTo>
                  <a:pt x="8185" y="110257"/>
                  <a:pt x="6623" y="100499"/>
                  <a:pt x="5223" y="91395"/>
                </a:cubicBezTo>
                <a:cubicBezTo>
                  <a:pt x="4755" y="88355"/>
                  <a:pt x="4385" y="85298"/>
                  <a:pt x="3917" y="82256"/>
                </a:cubicBezTo>
                <a:cubicBezTo>
                  <a:pt x="3514" y="79640"/>
                  <a:pt x="2904" y="77053"/>
                  <a:pt x="2611" y="74422"/>
                </a:cubicBezTo>
                <a:cubicBezTo>
                  <a:pt x="285" y="53479"/>
                  <a:pt x="2876" y="65033"/>
                  <a:pt x="0" y="53533"/>
                </a:cubicBezTo>
                <a:cubicBezTo>
                  <a:pt x="435" y="39605"/>
                  <a:pt x="627" y="25668"/>
                  <a:pt x="1306" y="11752"/>
                </a:cubicBezTo>
                <a:cubicBezTo>
                  <a:pt x="1498" y="7815"/>
                  <a:pt x="2611" y="0"/>
                  <a:pt x="261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41719C"/>
            </a:solidFill>
            <a:prstDash val="solid"/>
          </a:ln>
        </p:spPr>
      </p:sp>
      <p:sp>
        <p:nvSpPr>
          <p:cNvPr id="12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0F4652CC-303A-4A6A-96CC-6D1B9E40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624" y="962864"/>
            <a:ext cx="402142" cy="596109"/>
          </a:xfrm>
          <a:custGeom xmlns:a="http://schemas.openxmlformats.org/drawingml/2006/main">
            <a:pathLst>
              <a:path w="402142" h="596109">
                <a:moveTo>
                  <a:pt x="0" y="35982"/>
                </a:moveTo>
                <a:cubicBezTo>
                  <a:pt x="7834" y="26409"/>
                  <a:pt x="14921" y="16169"/>
                  <a:pt x="23501" y="7259"/>
                </a:cubicBezTo>
                <a:cubicBezTo>
                  <a:pt x="26350" y="4301"/>
                  <a:pt x="29897" y="1404"/>
                  <a:pt x="33947" y="729"/>
                </a:cubicBezTo>
                <a:cubicBezTo>
                  <a:pt x="38325" y="0"/>
                  <a:pt x="42651" y="2471"/>
                  <a:pt x="47004" y="3340"/>
                </a:cubicBezTo>
                <a:cubicBezTo>
                  <a:pt x="56666" y="8173"/>
                  <a:pt x="48204" y="3253"/>
                  <a:pt x="56143" y="9870"/>
                </a:cubicBezTo>
                <a:cubicBezTo>
                  <a:pt x="62874" y="15479"/>
                  <a:pt x="58453" y="8839"/>
                  <a:pt x="66589" y="19009"/>
                </a:cubicBezTo>
                <a:cubicBezTo>
                  <a:pt x="68174" y="20990"/>
                  <a:pt x="69303" y="23303"/>
                  <a:pt x="70506" y="25537"/>
                </a:cubicBezTo>
                <a:cubicBezTo>
                  <a:pt x="76568" y="36797"/>
                  <a:pt x="75128" y="33884"/>
                  <a:pt x="78340" y="45123"/>
                </a:cubicBezTo>
                <a:cubicBezTo>
                  <a:pt x="78775" y="48604"/>
                  <a:pt x="79149" y="52094"/>
                  <a:pt x="79645" y="55568"/>
                </a:cubicBezTo>
                <a:cubicBezTo>
                  <a:pt x="80019" y="58188"/>
                  <a:pt x="80951" y="60753"/>
                  <a:pt x="80951" y="63401"/>
                </a:cubicBezTo>
                <a:cubicBezTo>
                  <a:pt x="80951" y="65195"/>
                  <a:pt x="80080" y="66884"/>
                  <a:pt x="79645" y="68624"/>
                </a:cubicBezTo>
                <a:cubicBezTo>
                  <a:pt x="79210" y="74282"/>
                  <a:pt x="79355" y="80015"/>
                  <a:pt x="78340" y="85598"/>
                </a:cubicBezTo>
                <a:cubicBezTo>
                  <a:pt x="77601" y="89660"/>
                  <a:pt x="75161" y="93287"/>
                  <a:pt x="74422" y="97349"/>
                </a:cubicBezTo>
                <a:cubicBezTo>
                  <a:pt x="73552" y="102137"/>
                  <a:pt x="72533" y="106898"/>
                  <a:pt x="71811" y="111710"/>
                </a:cubicBezTo>
                <a:cubicBezTo>
                  <a:pt x="70863" y="118031"/>
                  <a:pt x="69965" y="130393"/>
                  <a:pt x="69199" y="136518"/>
                </a:cubicBezTo>
                <a:cubicBezTo>
                  <a:pt x="68872" y="139144"/>
                  <a:pt x="68329" y="141741"/>
                  <a:pt x="67894" y="144352"/>
                </a:cubicBezTo>
                <a:cubicBezTo>
                  <a:pt x="69522" y="171204"/>
                  <a:pt x="67857" y="176175"/>
                  <a:pt x="71811" y="193968"/>
                </a:cubicBezTo>
                <a:cubicBezTo>
                  <a:pt x="72200" y="195719"/>
                  <a:pt x="72550" y="197487"/>
                  <a:pt x="73117" y="199190"/>
                </a:cubicBezTo>
                <a:cubicBezTo>
                  <a:pt x="73858" y="201413"/>
                  <a:pt x="74858" y="203541"/>
                  <a:pt x="75728" y="205718"/>
                </a:cubicBezTo>
                <a:cubicBezTo>
                  <a:pt x="77933" y="218947"/>
                  <a:pt x="75644" y="209244"/>
                  <a:pt x="82256" y="225304"/>
                </a:cubicBezTo>
                <a:cubicBezTo>
                  <a:pt x="91538" y="247846"/>
                  <a:pt x="79304" y="222011"/>
                  <a:pt x="94007" y="251416"/>
                </a:cubicBezTo>
                <a:cubicBezTo>
                  <a:pt x="97709" y="258818"/>
                  <a:pt x="102622" y="269115"/>
                  <a:pt x="107064" y="276224"/>
                </a:cubicBezTo>
                <a:cubicBezTo>
                  <a:pt x="109240" y="279705"/>
                  <a:pt x="111128" y="283383"/>
                  <a:pt x="113592" y="286669"/>
                </a:cubicBezTo>
                <a:cubicBezTo>
                  <a:pt x="116368" y="290370"/>
                  <a:pt x="119902" y="293454"/>
                  <a:pt x="122731" y="297114"/>
                </a:cubicBezTo>
                <a:cubicBezTo>
                  <a:pt x="127310" y="303039"/>
                  <a:pt x="135788" y="315394"/>
                  <a:pt x="135788" y="315394"/>
                </a:cubicBezTo>
                <a:cubicBezTo>
                  <a:pt x="138505" y="323544"/>
                  <a:pt x="135782" y="317018"/>
                  <a:pt x="144928" y="328450"/>
                </a:cubicBezTo>
                <a:cubicBezTo>
                  <a:pt x="145908" y="329675"/>
                  <a:pt x="146576" y="331129"/>
                  <a:pt x="147539" y="332368"/>
                </a:cubicBezTo>
                <a:cubicBezTo>
                  <a:pt x="149625" y="335050"/>
                  <a:pt x="151944" y="337546"/>
                  <a:pt x="154067" y="340200"/>
                </a:cubicBezTo>
                <a:cubicBezTo>
                  <a:pt x="155427" y="341901"/>
                  <a:pt x="156552" y="343786"/>
                  <a:pt x="157985" y="345424"/>
                </a:cubicBezTo>
                <a:cubicBezTo>
                  <a:pt x="159606" y="347276"/>
                  <a:pt x="161586" y="348793"/>
                  <a:pt x="163207" y="350645"/>
                </a:cubicBezTo>
                <a:cubicBezTo>
                  <a:pt x="164641" y="352283"/>
                  <a:pt x="165654" y="354264"/>
                  <a:pt x="167124" y="355869"/>
                </a:cubicBezTo>
                <a:cubicBezTo>
                  <a:pt x="181336" y="371372"/>
                  <a:pt x="174287" y="360866"/>
                  <a:pt x="186709" y="378064"/>
                </a:cubicBezTo>
                <a:cubicBezTo>
                  <a:pt x="189465" y="381882"/>
                  <a:pt x="191997" y="385857"/>
                  <a:pt x="194543" y="389816"/>
                </a:cubicBezTo>
                <a:cubicBezTo>
                  <a:pt x="195916" y="391950"/>
                  <a:pt x="196968" y="394291"/>
                  <a:pt x="198460" y="396344"/>
                </a:cubicBezTo>
                <a:cubicBezTo>
                  <a:pt x="200459" y="399093"/>
                  <a:pt x="203141" y="401323"/>
                  <a:pt x="204988" y="404178"/>
                </a:cubicBezTo>
                <a:cubicBezTo>
                  <a:pt x="207951" y="408756"/>
                  <a:pt x="209797" y="414003"/>
                  <a:pt x="212822" y="418541"/>
                </a:cubicBezTo>
                <a:cubicBezTo>
                  <a:pt x="215048" y="421879"/>
                  <a:pt x="218149" y="424546"/>
                  <a:pt x="220656" y="427680"/>
                </a:cubicBezTo>
                <a:cubicBezTo>
                  <a:pt x="225116" y="433254"/>
                  <a:pt x="229212" y="439114"/>
                  <a:pt x="233713" y="444653"/>
                </a:cubicBezTo>
                <a:cubicBezTo>
                  <a:pt x="238293" y="450290"/>
                  <a:pt x="238160" y="447796"/>
                  <a:pt x="244158" y="453794"/>
                </a:cubicBezTo>
                <a:cubicBezTo>
                  <a:pt x="246128" y="455765"/>
                  <a:pt x="247516" y="458250"/>
                  <a:pt x="249380" y="460322"/>
                </a:cubicBezTo>
                <a:cubicBezTo>
                  <a:pt x="251440" y="462608"/>
                  <a:pt x="253882" y="464534"/>
                  <a:pt x="255908" y="466850"/>
                </a:cubicBezTo>
                <a:cubicBezTo>
                  <a:pt x="256942" y="468031"/>
                  <a:pt x="257578" y="469511"/>
                  <a:pt x="258520" y="470767"/>
                </a:cubicBezTo>
                <a:cubicBezTo>
                  <a:pt x="260192" y="472996"/>
                  <a:pt x="261891" y="475213"/>
                  <a:pt x="263743" y="477295"/>
                </a:cubicBezTo>
                <a:cubicBezTo>
                  <a:pt x="265378" y="479135"/>
                  <a:pt x="267319" y="480688"/>
                  <a:pt x="268965" y="482517"/>
                </a:cubicBezTo>
                <a:cubicBezTo>
                  <a:pt x="271239" y="485044"/>
                  <a:pt x="272979" y="488065"/>
                  <a:pt x="275494" y="490351"/>
                </a:cubicBezTo>
                <a:cubicBezTo>
                  <a:pt x="277218" y="491919"/>
                  <a:pt x="285314" y="497106"/>
                  <a:pt x="288551" y="498186"/>
                </a:cubicBezTo>
                <a:cubicBezTo>
                  <a:pt x="291955" y="499320"/>
                  <a:pt x="295683" y="499415"/>
                  <a:pt x="298996" y="500797"/>
                </a:cubicBezTo>
                <a:lnTo>
                  <a:pt x="314663" y="507325"/>
                </a:lnTo>
                <a:cubicBezTo>
                  <a:pt x="316831" y="508218"/>
                  <a:pt x="319317" y="508530"/>
                  <a:pt x="321192" y="509936"/>
                </a:cubicBezTo>
                <a:cubicBezTo>
                  <a:pt x="322932" y="511242"/>
                  <a:pt x="324643" y="512588"/>
                  <a:pt x="326414" y="513853"/>
                </a:cubicBezTo>
                <a:cubicBezTo>
                  <a:pt x="327691" y="514765"/>
                  <a:pt x="329140" y="515444"/>
                  <a:pt x="330332" y="516464"/>
                </a:cubicBezTo>
                <a:cubicBezTo>
                  <a:pt x="336145" y="521447"/>
                  <a:pt x="334519" y="520500"/>
                  <a:pt x="338166" y="525605"/>
                </a:cubicBezTo>
                <a:cubicBezTo>
                  <a:pt x="339430" y="527375"/>
                  <a:pt x="340963" y="528960"/>
                  <a:pt x="342082" y="530826"/>
                </a:cubicBezTo>
                <a:cubicBezTo>
                  <a:pt x="343585" y="533331"/>
                  <a:pt x="344694" y="536050"/>
                  <a:pt x="345999" y="538661"/>
                </a:cubicBezTo>
                <a:cubicBezTo>
                  <a:pt x="346434" y="540837"/>
                  <a:pt x="346767" y="543037"/>
                  <a:pt x="347305" y="545189"/>
                </a:cubicBezTo>
                <a:cubicBezTo>
                  <a:pt x="347639" y="546525"/>
                  <a:pt x="348611" y="547730"/>
                  <a:pt x="348611" y="549106"/>
                </a:cubicBezTo>
                <a:cubicBezTo>
                  <a:pt x="348611" y="555214"/>
                  <a:pt x="347740" y="561292"/>
                  <a:pt x="347305" y="567386"/>
                </a:cubicBezTo>
                <a:cubicBezTo>
                  <a:pt x="347740" y="573044"/>
                  <a:pt x="347565" y="578782"/>
                  <a:pt x="348611" y="584359"/>
                </a:cubicBezTo>
                <a:cubicBezTo>
                  <a:pt x="348899" y="585901"/>
                  <a:pt x="350113" y="587167"/>
                  <a:pt x="351222" y="588276"/>
                </a:cubicBezTo>
                <a:cubicBezTo>
                  <a:pt x="356354" y="593407"/>
                  <a:pt x="355134" y="591257"/>
                  <a:pt x="360361" y="593498"/>
                </a:cubicBezTo>
                <a:cubicBezTo>
                  <a:pt x="362150" y="594265"/>
                  <a:pt x="363843" y="595239"/>
                  <a:pt x="365584" y="596109"/>
                </a:cubicBezTo>
                <a:cubicBezTo>
                  <a:pt x="369320" y="595736"/>
                  <a:pt x="384579" y="594318"/>
                  <a:pt x="389086" y="593498"/>
                </a:cubicBezTo>
                <a:cubicBezTo>
                  <a:pt x="390441" y="593252"/>
                  <a:pt x="391698" y="592628"/>
                  <a:pt x="393003" y="592192"/>
                </a:cubicBezTo>
                <a:cubicBezTo>
                  <a:pt x="394744" y="590887"/>
                  <a:pt x="396810" y="589928"/>
                  <a:pt x="398226" y="588276"/>
                </a:cubicBezTo>
                <a:cubicBezTo>
                  <a:pt x="401644" y="584288"/>
                  <a:pt x="401462" y="578675"/>
                  <a:pt x="402142" y="573914"/>
                </a:cubicBezTo>
                <a:cubicBezTo>
                  <a:pt x="400732" y="559809"/>
                  <a:pt x="401193" y="558840"/>
                  <a:pt x="396920" y="543882"/>
                </a:cubicBezTo>
                <a:cubicBezTo>
                  <a:pt x="394826" y="536554"/>
                  <a:pt x="385312" y="515927"/>
                  <a:pt x="383864" y="512547"/>
                </a:cubicBezTo>
                <a:cubicBezTo>
                  <a:pt x="381635" y="507348"/>
                  <a:pt x="379564" y="502080"/>
                  <a:pt x="377335" y="496880"/>
                </a:cubicBezTo>
                <a:cubicBezTo>
                  <a:pt x="377198" y="496560"/>
                  <a:pt x="368827" y="477885"/>
                  <a:pt x="368195" y="475989"/>
                </a:cubicBezTo>
                <a:cubicBezTo>
                  <a:pt x="367325" y="473378"/>
                  <a:pt x="366902" y="470572"/>
                  <a:pt x="365584" y="468155"/>
                </a:cubicBezTo>
                <a:cubicBezTo>
                  <a:pt x="364250" y="465709"/>
                  <a:pt x="361869" y="463971"/>
                  <a:pt x="360361" y="461626"/>
                </a:cubicBezTo>
                <a:cubicBezTo>
                  <a:pt x="357938" y="457858"/>
                  <a:pt x="355741" y="453930"/>
                  <a:pt x="353833" y="449877"/>
                </a:cubicBezTo>
                <a:cubicBezTo>
                  <a:pt x="349148" y="439920"/>
                  <a:pt x="347437" y="429120"/>
                  <a:pt x="344694" y="418541"/>
                </a:cubicBezTo>
                <a:cubicBezTo>
                  <a:pt x="343449" y="413738"/>
                  <a:pt x="342105" y="408959"/>
                  <a:pt x="340776" y="404178"/>
                </a:cubicBezTo>
                <a:cubicBezTo>
                  <a:pt x="339929" y="401126"/>
                  <a:pt x="338166" y="395039"/>
                  <a:pt x="338166" y="395039"/>
                </a:cubicBezTo>
                <a:lnTo>
                  <a:pt x="336860" y="375453"/>
                </a:ln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41719C"/>
            </a:solidFill>
            <a:prstDash val="solid"/>
          </a:ln>
        </p:spPr>
      </p:sp>
      <p:sp>
        <p:nvSpPr>
          <p:cNvPr id="13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6904501D-6441-4EEC-8F71-34909BB1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40" y="328693"/>
            <a:ext cx="1374964" cy="1374964"/>
          </a:xfrm>
          <a:custGeom xmlns:a="http://schemas.openxmlformats.org/drawingml/2006/main">
            <a:pathLst>
              <a:path w="1374964" h="1374964">
                <a:moveTo>
                  <a:pt x="0" y="0"/>
                </a:moveTo>
                <a:lnTo>
                  <a:pt x="1374964" y="0"/>
                </a:lnTo>
                <a:lnTo>
                  <a:pt x="1374964" y="1374964"/>
                </a:lnTo>
                <a:lnTo>
                  <a:pt x="0" y="13749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30">
            <a:solidFill>
              <a:srgbClr val="000000"/>
            </a:solidFill>
            <a:prstDash val="solid"/>
          </a:ln>
        </p:spPr>
      </p:sp>
      <p:sp>
        <p:nvSpPr>
          <p:cNvPr id="14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6907D1BC-461E-4E5F-9433-EF97447A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356" y="406367"/>
            <a:ext cx="390343" cy="611047"/>
          </a:xfrm>
          <a:custGeom xmlns:a="http://schemas.openxmlformats.org/drawingml/2006/main">
            <a:pathLst>
              <a:path w="390343" h="611047">
                <a:moveTo>
                  <a:pt x="0" y="611047"/>
                </a:moveTo>
                <a:cubicBezTo>
                  <a:pt x="11316" y="606260"/>
                  <a:pt x="22822" y="601901"/>
                  <a:pt x="33947" y="596686"/>
                </a:cubicBezTo>
                <a:cubicBezTo>
                  <a:pt x="36789" y="595354"/>
                  <a:pt x="39169" y="593203"/>
                  <a:pt x="41780" y="591463"/>
                </a:cubicBezTo>
                <a:cubicBezTo>
                  <a:pt x="49014" y="586640"/>
                  <a:pt x="51667" y="585245"/>
                  <a:pt x="58754" y="575796"/>
                </a:cubicBezTo>
                <a:lnTo>
                  <a:pt x="66588" y="565350"/>
                </a:lnTo>
                <a:cubicBezTo>
                  <a:pt x="70796" y="559740"/>
                  <a:pt x="70823" y="560078"/>
                  <a:pt x="74422" y="553599"/>
                </a:cubicBezTo>
                <a:cubicBezTo>
                  <a:pt x="75367" y="551897"/>
                  <a:pt x="76243" y="550154"/>
                  <a:pt x="77034" y="548377"/>
                </a:cubicBezTo>
                <a:cubicBezTo>
                  <a:pt x="77986" y="546235"/>
                  <a:pt x="78453" y="543865"/>
                  <a:pt x="79645" y="541849"/>
                </a:cubicBezTo>
                <a:cubicBezTo>
                  <a:pt x="84128" y="534262"/>
                  <a:pt x="90734" y="527833"/>
                  <a:pt x="94007" y="519652"/>
                </a:cubicBezTo>
                <a:lnTo>
                  <a:pt x="99230" y="506596"/>
                </a:lnTo>
                <a:cubicBezTo>
                  <a:pt x="100100" y="499632"/>
                  <a:pt x="100688" y="492627"/>
                  <a:pt x="101841" y="485705"/>
                </a:cubicBezTo>
                <a:cubicBezTo>
                  <a:pt x="103361" y="476582"/>
                  <a:pt x="104612" y="467462"/>
                  <a:pt x="105758" y="458287"/>
                </a:cubicBezTo>
                <a:cubicBezTo>
                  <a:pt x="106193" y="444794"/>
                  <a:pt x="106125" y="431276"/>
                  <a:pt x="107064" y="417810"/>
                </a:cubicBezTo>
                <a:cubicBezTo>
                  <a:pt x="107432" y="412529"/>
                  <a:pt x="108804" y="407365"/>
                  <a:pt x="109675" y="402143"/>
                </a:cubicBezTo>
                <a:cubicBezTo>
                  <a:pt x="110110" y="399530"/>
                  <a:pt x="110521" y="396916"/>
                  <a:pt x="110981" y="394308"/>
                </a:cubicBezTo>
                <a:cubicBezTo>
                  <a:pt x="111601" y="390798"/>
                  <a:pt x="114771" y="372494"/>
                  <a:pt x="116204" y="368196"/>
                </a:cubicBezTo>
                <a:cubicBezTo>
                  <a:pt x="117126" y="365427"/>
                  <a:pt x="118897" y="363013"/>
                  <a:pt x="120120" y="360362"/>
                </a:cubicBezTo>
                <a:cubicBezTo>
                  <a:pt x="121509" y="357353"/>
                  <a:pt x="122368" y="354085"/>
                  <a:pt x="124038" y="351221"/>
                </a:cubicBezTo>
                <a:cubicBezTo>
                  <a:pt x="125442" y="348814"/>
                  <a:pt x="127681" y="346990"/>
                  <a:pt x="129259" y="344693"/>
                </a:cubicBezTo>
                <a:cubicBezTo>
                  <a:pt x="132475" y="340017"/>
                  <a:pt x="135253" y="335053"/>
                  <a:pt x="138400" y="330332"/>
                </a:cubicBezTo>
                <a:cubicBezTo>
                  <a:pt x="146612" y="318014"/>
                  <a:pt x="141930" y="323792"/>
                  <a:pt x="152762" y="315970"/>
                </a:cubicBezTo>
                <a:cubicBezTo>
                  <a:pt x="179280" y="296818"/>
                  <a:pt x="159146" y="308795"/>
                  <a:pt x="174958" y="301607"/>
                </a:cubicBezTo>
                <a:cubicBezTo>
                  <a:pt x="177616" y="300399"/>
                  <a:pt x="180005" y="298560"/>
                  <a:pt x="182792" y="297690"/>
                </a:cubicBezTo>
                <a:cubicBezTo>
                  <a:pt x="187028" y="296366"/>
                  <a:pt x="195848" y="295079"/>
                  <a:pt x="195848" y="295079"/>
                </a:cubicBezTo>
                <a:cubicBezTo>
                  <a:pt x="202376" y="295515"/>
                  <a:pt x="208923" y="295733"/>
                  <a:pt x="215434" y="296384"/>
                </a:cubicBezTo>
                <a:cubicBezTo>
                  <a:pt x="217642" y="296605"/>
                  <a:pt x="219768" y="297353"/>
                  <a:pt x="221962" y="297690"/>
                </a:cubicBezTo>
                <a:cubicBezTo>
                  <a:pt x="225430" y="298224"/>
                  <a:pt x="228945" y="298419"/>
                  <a:pt x="232407" y="298996"/>
                </a:cubicBezTo>
                <a:cubicBezTo>
                  <a:pt x="238976" y="300092"/>
                  <a:pt x="239433" y="301468"/>
                  <a:pt x="246769" y="304218"/>
                </a:cubicBezTo>
                <a:cubicBezTo>
                  <a:pt x="254115" y="306974"/>
                  <a:pt x="261560" y="309461"/>
                  <a:pt x="268965" y="312052"/>
                </a:cubicBezTo>
                <a:cubicBezTo>
                  <a:pt x="270264" y="312508"/>
                  <a:pt x="271533" y="313088"/>
                  <a:pt x="272882" y="313359"/>
                </a:cubicBezTo>
                <a:cubicBezTo>
                  <a:pt x="280760" y="314934"/>
                  <a:pt x="277305" y="313962"/>
                  <a:pt x="283327" y="315970"/>
                </a:cubicBezTo>
                <a:cubicBezTo>
                  <a:pt x="284305" y="315848"/>
                  <a:pt x="296121" y="314794"/>
                  <a:pt x="298995" y="313359"/>
                </a:cubicBezTo>
                <a:cubicBezTo>
                  <a:pt x="300941" y="312384"/>
                  <a:pt x="302407" y="310648"/>
                  <a:pt x="304218" y="309442"/>
                </a:cubicBezTo>
                <a:cubicBezTo>
                  <a:pt x="306330" y="308034"/>
                  <a:pt x="308635" y="306932"/>
                  <a:pt x="310747" y="305524"/>
                </a:cubicBezTo>
                <a:cubicBezTo>
                  <a:pt x="312557" y="304316"/>
                  <a:pt x="314124" y="302760"/>
                  <a:pt x="315969" y="301607"/>
                </a:cubicBezTo>
                <a:cubicBezTo>
                  <a:pt x="317619" y="300576"/>
                  <a:pt x="319608" y="300128"/>
                  <a:pt x="321191" y="298996"/>
                </a:cubicBezTo>
                <a:cubicBezTo>
                  <a:pt x="322694" y="297924"/>
                  <a:pt x="323882" y="296459"/>
                  <a:pt x="325109" y="295079"/>
                </a:cubicBezTo>
                <a:cubicBezTo>
                  <a:pt x="331969" y="287362"/>
                  <a:pt x="340580" y="275891"/>
                  <a:pt x="344694" y="267660"/>
                </a:cubicBezTo>
                <a:cubicBezTo>
                  <a:pt x="345999" y="265050"/>
                  <a:pt x="347425" y="262494"/>
                  <a:pt x="348611" y="259826"/>
                </a:cubicBezTo>
                <a:cubicBezTo>
                  <a:pt x="349170" y="258569"/>
                  <a:pt x="349153" y="257055"/>
                  <a:pt x="349916" y="255909"/>
                </a:cubicBezTo>
                <a:cubicBezTo>
                  <a:pt x="350940" y="254372"/>
                  <a:pt x="352725" y="253469"/>
                  <a:pt x="353833" y="251992"/>
                </a:cubicBezTo>
                <a:cubicBezTo>
                  <a:pt x="355356" y="249961"/>
                  <a:pt x="356306" y="247549"/>
                  <a:pt x="357750" y="245464"/>
                </a:cubicBezTo>
                <a:cubicBezTo>
                  <a:pt x="360227" y="241886"/>
                  <a:pt x="363345" y="238751"/>
                  <a:pt x="365584" y="235018"/>
                </a:cubicBezTo>
                <a:cubicBezTo>
                  <a:pt x="368195" y="230667"/>
                  <a:pt x="371419" y="226627"/>
                  <a:pt x="373418" y="221962"/>
                </a:cubicBezTo>
                <a:cubicBezTo>
                  <a:pt x="374723" y="218915"/>
                  <a:pt x="375797" y="215758"/>
                  <a:pt x="377335" y="212821"/>
                </a:cubicBezTo>
                <a:cubicBezTo>
                  <a:pt x="380590" y="206605"/>
                  <a:pt x="387780" y="194543"/>
                  <a:pt x="387780" y="194543"/>
                </a:cubicBezTo>
                <a:cubicBezTo>
                  <a:pt x="390343" y="184290"/>
                  <a:pt x="389598" y="189611"/>
                  <a:pt x="387780" y="172346"/>
                </a:cubicBezTo>
                <a:cubicBezTo>
                  <a:pt x="387152" y="166380"/>
                  <a:pt x="385986" y="160516"/>
                  <a:pt x="382557" y="155373"/>
                </a:cubicBezTo>
                <a:cubicBezTo>
                  <a:pt x="378864" y="149834"/>
                  <a:pt x="376578" y="149482"/>
                  <a:pt x="372112" y="146234"/>
                </a:cubicBezTo>
                <a:cubicBezTo>
                  <a:pt x="368592" y="143674"/>
                  <a:pt x="364745" y="141476"/>
                  <a:pt x="361667" y="138400"/>
                </a:cubicBezTo>
                <a:cubicBezTo>
                  <a:pt x="360361" y="137095"/>
                  <a:pt x="359227" y="135592"/>
                  <a:pt x="357750" y="134482"/>
                </a:cubicBezTo>
                <a:cubicBezTo>
                  <a:pt x="353984" y="131659"/>
                  <a:pt x="349916" y="129261"/>
                  <a:pt x="345999" y="126648"/>
                </a:cubicBezTo>
                <a:cubicBezTo>
                  <a:pt x="344694" y="125780"/>
                  <a:pt x="343321" y="125000"/>
                  <a:pt x="342082" y="124037"/>
                </a:cubicBezTo>
                <a:cubicBezTo>
                  <a:pt x="338165" y="120990"/>
                  <a:pt x="334938" y="116742"/>
                  <a:pt x="330331" y="114898"/>
                </a:cubicBezTo>
                <a:cubicBezTo>
                  <a:pt x="321247" y="111264"/>
                  <a:pt x="326026" y="113029"/>
                  <a:pt x="315969" y="109675"/>
                </a:cubicBezTo>
                <a:cubicBezTo>
                  <a:pt x="313792" y="107500"/>
                  <a:pt x="311728" y="105206"/>
                  <a:pt x="309441" y="103147"/>
                </a:cubicBezTo>
                <a:cubicBezTo>
                  <a:pt x="291568" y="87061"/>
                  <a:pt x="314758" y="109769"/>
                  <a:pt x="296384" y="91397"/>
                </a:cubicBezTo>
                <a:cubicBezTo>
                  <a:pt x="295513" y="89656"/>
                  <a:pt x="293773" y="88120"/>
                  <a:pt x="293773" y="86173"/>
                </a:cubicBezTo>
                <a:cubicBezTo>
                  <a:pt x="293773" y="82162"/>
                  <a:pt x="295115" y="78229"/>
                  <a:pt x="296384" y="74423"/>
                </a:cubicBezTo>
                <a:cubicBezTo>
                  <a:pt x="296880" y="72934"/>
                  <a:pt x="298015" y="71731"/>
                  <a:pt x="298995" y="70506"/>
                </a:cubicBezTo>
                <a:cubicBezTo>
                  <a:pt x="301502" y="67372"/>
                  <a:pt x="303992" y="64203"/>
                  <a:pt x="306829" y="61365"/>
                </a:cubicBezTo>
                <a:cubicBezTo>
                  <a:pt x="309666" y="58530"/>
                  <a:pt x="313132" y="56369"/>
                  <a:pt x="315969" y="53533"/>
                </a:cubicBezTo>
                <a:cubicBezTo>
                  <a:pt x="318806" y="50695"/>
                  <a:pt x="321052" y="47315"/>
                  <a:pt x="323803" y="44392"/>
                </a:cubicBezTo>
                <a:cubicBezTo>
                  <a:pt x="328021" y="39912"/>
                  <a:pt x="332507" y="35689"/>
                  <a:pt x="336860" y="31336"/>
                </a:cubicBezTo>
                <a:lnTo>
                  <a:pt x="344694" y="23503"/>
                </a:lnTo>
                <a:cubicBezTo>
                  <a:pt x="346435" y="21761"/>
                  <a:pt x="347994" y="19818"/>
                  <a:pt x="349916" y="18280"/>
                </a:cubicBezTo>
                <a:cubicBezTo>
                  <a:pt x="354268" y="14799"/>
                  <a:pt x="357912" y="10170"/>
                  <a:pt x="362973" y="7834"/>
                </a:cubicBezTo>
                <a:lnTo>
                  <a:pt x="3799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15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5DC3998B-0A55-4846-8438-92FEF5FA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582" y="488625"/>
            <a:ext cx="348611" cy="651524"/>
          </a:xfrm>
          <a:custGeom xmlns:a="http://schemas.openxmlformats.org/drawingml/2006/main">
            <a:pathLst>
              <a:path w="348611" h="651524">
                <a:moveTo>
                  <a:pt x="308135" y="531404"/>
                </a:moveTo>
                <a:cubicBezTo>
                  <a:pt x="312487" y="516171"/>
                  <a:pt x="318721" y="501353"/>
                  <a:pt x="321191" y="485705"/>
                </a:cubicBezTo>
                <a:lnTo>
                  <a:pt x="325109" y="460897"/>
                </a:lnTo>
                <a:cubicBezTo>
                  <a:pt x="327041" y="426112"/>
                  <a:pt x="327062" y="437604"/>
                  <a:pt x="325109" y="391698"/>
                </a:cubicBezTo>
                <a:cubicBezTo>
                  <a:pt x="324886" y="386462"/>
                  <a:pt x="324496" y="381224"/>
                  <a:pt x="323803" y="376029"/>
                </a:cubicBezTo>
                <a:cubicBezTo>
                  <a:pt x="323621" y="374665"/>
                  <a:pt x="322807" y="373455"/>
                  <a:pt x="322497" y="372113"/>
                </a:cubicBezTo>
                <a:cubicBezTo>
                  <a:pt x="319098" y="357379"/>
                  <a:pt x="320426" y="358126"/>
                  <a:pt x="315969" y="342082"/>
                </a:cubicBezTo>
                <a:cubicBezTo>
                  <a:pt x="314354" y="336266"/>
                  <a:pt x="308586" y="326792"/>
                  <a:pt x="306829" y="322498"/>
                </a:cubicBezTo>
                <a:cubicBezTo>
                  <a:pt x="304043" y="315687"/>
                  <a:pt x="297413" y="293413"/>
                  <a:pt x="296385" y="287245"/>
                </a:cubicBezTo>
                <a:lnTo>
                  <a:pt x="293773" y="271578"/>
                </a:lnTo>
                <a:cubicBezTo>
                  <a:pt x="294208" y="261131"/>
                  <a:pt x="294306" y="250666"/>
                  <a:pt x="295078" y="240242"/>
                </a:cubicBezTo>
                <a:cubicBezTo>
                  <a:pt x="295180" y="238869"/>
                  <a:pt x="296051" y="237659"/>
                  <a:pt x="296385" y="236325"/>
                </a:cubicBezTo>
                <a:cubicBezTo>
                  <a:pt x="297358" y="232432"/>
                  <a:pt x="297788" y="228399"/>
                  <a:pt x="298996" y="224573"/>
                </a:cubicBezTo>
                <a:cubicBezTo>
                  <a:pt x="310432" y="188357"/>
                  <a:pt x="298952" y="226798"/>
                  <a:pt x="308135" y="204989"/>
                </a:cubicBezTo>
                <a:cubicBezTo>
                  <a:pt x="310646" y="199026"/>
                  <a:pt x="311770" y="192496"/>
                  <a:pt x="314663" y="186709"/>
                </a:cubicBezTo>
                <a:cubicBezTo>
                  <a:pt x="317471" y="181095"/>
                  <a:pt x="321627" y="176264"/>
                  <a:pt x="325109" y="171042"/>
                </a:cubicBezTo>
                <a:lnTo>
                  <a:pt x="332943" y="159290"/>
                </a:lnTo>
                <a:cubicBezTo>
                  <a:pt x="336067" y="154606"/>
                  <a:pt x="336910" y="153687"/>
                  <a:pt x="339471" y="147539"/>
                </a:cubicBezTo>
                <a:cubicBezTo>
                  <a:pt x="343168" y="138668"/>
                  <a:pt x="342391" y="136089"/>
                  <a:pt x="344694" y="125344"/>
                </a:cubicBezTo>
                <a:cubicBezTo>
                  <a:pt x="344982" y="123997"/>
                  <a:pt x="345564" y="122733"/>
                  <a:pt x="345999" y="121426"/>
                </a:cubicBezTo>
                <a:cubicBezTo>
                  <a:pt x="346790" y="115891"/>
                  <a:pt x="348611" y="104073"/>
                  <a:pt x="348611" y="99229"/>
                </a:cubicBezTo>
                <a:cubicBezTo>
                  <a:pt x="348611" y="90950"/>
                  <a:pt x="347895" y="82683"/>
                  <a:pt x="347305" y="74423"/>
                </a:cubicBezTo>
                <a:cubicBezTo>
                  <a:pt x="346726" y="66317"/>
                  <a:pt x="345430" y="55676"/>
                  <a:pt x="342082" y="48309"/>
                </a:cubicBezTo>
                <a:cubicBezTo>
                  <a:pt x="339734" y="43143"/>
                  <a:pt x="336259" y="38553"/>
                  <a:pt x="332943" y="33947"/>
                </a:cubicBezTo>
                <a:cubicBezTo>
                  <a:pt x="325178" y="23163"/>
                  <a:pt x="314747" y="7529"/>
                  <a:pt x="300301" y="3917"/>
                </a:cubicBezTo>
                <a:cubicBezTo>
                  <a:pt x="286452" y="455"/>
                  <a:pt x="293417" y="1751"/>
                  <a:pt x="279411" y="0"/>
                </a:cubicBezTo>
                <a:cubicBezTo>
                  <a:pt x="272513" y="689"/>
                  <a:pt x="262613" y="1045"/>
                  <a:pt x="255908" y="3917"/>
                </a:cubicBezTo>
                <a:cubicBezTo>
                  <a:pt x="253024" y="5154"/>
                  <a:pt x="250687" y="7398"/>
                  <a:pt x="248075" y="9141"/>
                </a:cubicBezTo>
                <a:cubicBezTo>
                  <a:pt x="244594" y="16539"/>
                  <a:pt x="240775" y="23788"/>
                  <a:pt x="237630" y="31336"/>
                </a:cubicBezTo>
                <a:cubicBezTo>
                  <a:pt x="236411" y="34261"/>
                  <a:pt x="236020" y="37470"/>
                  <a:pt x="235018" y="40477"/>
                </a:cubicBezTo>
                <a:cubicBezTo>
                  <a:pt x="233842" y="44003"/>
                  <a:pt x="232407" y="47439"/>
                  <a:pt x="231101" y="50920"/>
                </a:cubicBezTo>
                <a:cubicBezTo>
                  <a:pt x="229360" y="60495"/>
                  <a:pt x="227672" y="70081"/>
                  <a:pt x="225879" y="79645"/>
                </a:cubicBezTo>
                <a:cubicBezTo>
                  <a:pt x="225061" y="84007"/>
                  <a:pt x="223895" y="88308"/>
                  <a:pt x="223267" y="92701"/>
                </a:cubicBezTo>
                <a:cubicBezTo>
                  <a:pt x="221962" y="101842"/>
                  <a:pt x="220868" y="111014"/>
                  <a:pt x="219350" y="120122"/>
                </a:cubicBezTo>
                <a:cubicBezTo>
                  <a:pt x="217821" y="129297"/>
                  <a:pt x="215010" y="138278"/>
                  <a:pt x="214128" y="147539"/>
                </a:cubicBezTo>
                <a:cubicBezTo>
                  <a:pt x="211266" y="177593"/>
                  <a:pt x="213026" y="165902"/>
                  <a:pt x="210211" y="182792"/>
                </a:cubicBezTo>
                <a:cubicBezTo>
                  <a:pt x="209998" y="188985"/>
                  <a:pt x="208062" y="246585"/>
                  <a:pt x="207599" y="254602"/>
                </a:cubicBezTo>
                <a:cubicBezTo>
                  <a:pt x="206946" y="265934"/>
                  <a:pt x="205875" y="277235"/>
                  <a:pt x="204988" y="288551"/>
                </a:cubicBezTo>
                <a:cubicBezTo>
                  <a:pt x="204135" y="299432"/>
                  <a:pt x="204170" y="310425"/>
                  <a:pt x="202376" y="321191"/>
                </a:cubicBezTo>
                <a:cubicBezTo>
                  <a:pt x="201941" y="323804"/>
                  <a:pt x="201399" y="326399"/>
                  <a:pt x="201071" y="329026"/>
                </a:cubicBezTo>
                <a:cubicBezTo>
                  <a:pt x="200093" y="336848"/>
                  <a:pt x="199574" y="344724"/>
                  <a:pt x="198460" y="352527"/>
                </a:cubicBezTo>
                <a:cubicBezTo>
                  <a:pt x="197832" y="356922"/>
                  <a:pt x="196578" y="361208"/>
                  <a:pt x="195848" y="365585"/>
                </a:cubicBezTo>
                <a:cubicBezTo>
                  <a:pt x="195272" y="369045"/>
                  <a:pt x="195190" y="372581"/>
                  <a:pt x="194543" y="376029"/>
                </a:cubicBezTo>
                <a:cubicBezTo>
                  <a:pt x="193881" y="379557"/>
                  <a:pt x="192610" y="382951"/>
                  <a:pt x="191932" y="386474"/>
                </a:cubicBezTo>
                <a:cubicBezTo>
                  <a:pt x="188318" y="405267"/>
                  <a:pt x="188880" y="409869"/>
                  <a:pt x="184098" y="426951"/>
                </a:cubicBezTo>
                <a:cubicBezTo>
                  <a:pt x="182613" y="432251"/>
                  <a:pt x="180616" y="437396"/>
                  <a:pt x="178875" y="442618"/>
                </a:cubicBezTo>
                <a:cubicBezTo>
                  <a:pt x="178005" y="445230"/>
                  <a:pt x="177348" y="447921"/>
                  <a:pt x="176264" y="450452"/>
                </a:cubicBezTo>
                <a:cubicBezTo>
                  <a:pt x="174958" y="453499"/>
                  <a:pt x="173461" y="456471"/>
                  <a:pt x="172347" y="459591"/>
                </a:cubicBezTo>
                <a:cubicBezTo>
                  <a:pt x="169155" y="468530"/>
                  <a:pt x="170639" y="469363"/>
                  <a:pt x="165818" y="477871"/>
                </a:cubicBezTo>
                <a:cubicBezTo>
                  <a:pt x="160041" y="488067"/>
                  <a:pt x="151711" y="496949"/>
                  <a:pt x="147539" y="507900"/>
                </a:cubicBezTo>
                <a:lnTo>
                  <a:pt x="137094" y="535321"/>
                </a:lnTo>
                <a:cubicBezTo>
                  <a:pt x="135382" y="539834"/>
                  <a:pt x="129704" y="555322"/>
                  <a:pt x="127954" y="558822"/>
                </a:cubicBezTo>
                <a:cubicBezTo>
                  <a:pt x="119222" y="576286"/>
                  <a:pt x="125862" y="562094"/>
                  <a:pt x="118815" y="579713"/>
                </a:cubicBezTo>
                <a:cubicBezTo>
                  <a:pt x="117017" y="584206"/>
                  <a:pt x="114263" y="592323"/>
                  <a:pt x="109676" y="595380"/>
                </a:cubicBezTo>
                <a:cubicBezTo>
                  <a:pt x="105300" y="598298"/>
                  <a:pt x="99979" y="599482"/>
                  <a:pt x="95313" y="601908"/>
                </a:cubicBezTo>
                <a:cubicBezTo>
                  <a:pt x="89087" y="605147"/>
                  <a:pt x="83157" y="608924"/>
                  <a:pt x="77034" y="612353"/>
                </a:cubicBezTo>
                <a:cubicBezTo>
                  <a:pt x="72276" y="615018"/>
                  <a:pt x="67406" y="617483"/>
                  <a:pt x="62671" y="620188"/>
                </a:cubicBezTo>
                <a:cubicBezTo>
                  <a:pt x="58265" y="622706"/>
                  <a:pt x="54021" y="625504"/>
                  <a:pt x="49615" y="628022"/>
                </a:cubicBezTo>
                <a:cubicBezTo>
                  <a:pt x="45117" y="630591"/>
                  <a:pt x="27517" y="640192"/>
                  <a:pt x="22196" y="642383"/>
                </a:cubicBezTo>
                <a:lnTo>
                  <a:pt x="0" y="651524"/>
                </a:ln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16" name="pdf-path-245">
            <a:extLst xmlns:a="http://schemas.openxmlformats.org/drawingml/2006/main">
              <a:ext uri="{FF2B5EF4-FFF2-40B4-BE49-F238E27FC236}">
                <a16:creationId xmlns:a16="http://schemas.microsoft.com/office/drawing/2014/main" id="{6CA4C8BF-9D76-402E-AE4E-C0471953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920" y="986608"/>
            <a:ext cx="617576" cy="424092"/>
          </a:xfrm>
          <a:custGeom xmlns:a="http://schemas.openxmlformats.org/drawingml/2006/main">
            <a:pathLst>
              <a:path w="617576" h="424092">
                <a:moveTo>
                  <a:pt x="617576" y="25586"/>
                </a:moveTo>
                <a:cubicBezTo>
                  <a:pt x="608001" y="17317"/>
                  <a:pt x="600033" y="6699"/>
                  <a:pt x="588851" y="780"/>
                </a:cubicBezTo>
                <a:cubicBezTo>
                  <a:pt x="587379" y="0"/>
                  <a:pt x="572794" y="1578"/>
                  <a:pt x="567960" y="3390"/>
                </a:cubicBezTo>
                <a:cubicBezTo>
                  <a:pt x="566138" y="4074"/>
                  <a:pt x="564479" y="5131"/>
                  <a:pt x="562739" y="6001"/>
                </a:cubicBezTo>
                <a:cubicBezTo>
                  <a:pt x="560997" y="8178"/>
                  <a:pt x="558993" y="10166"/>
                  <a:pt x="557516" y="12529"/>
                </a:cubicBezTo>
                <a:cubicBezTo>
                  <a:pt x="556787" y="13696"/>
                  <a:pt x="556572" y="15119"/>
                  <a:pt x="556210" y="16447"/>
                </a:cubicBezTo>
                <a:cubicBezTo>
                  <a:pt x="555265" y="19909"/>
                  <a:pt x="554734" y="23488"/>
                  <a:pt x="553598" y="26892"/>
                </a:cubicBezTo>
                <a:cubicBezTo>
                  <a:pt x="547674" y="44666"/>
                  <a:pt x="549455" y="37161"/>
                  <a:pt x="547070" y="49089"/>
                </a:cubicBezTo>
                <a:cubicBezTo>
                  <a:pt x="547505" y="57792"/>
                  <a:pt x="547755" y="66509"/>
                  <a:pt x="548376" y="75201"/>
                </a:cubicBezTo>
                <a:cubicBezTo>
                  <a:pt x="548626" y="78702"/>
                  <a:pt x="548831" y="82242"/>
                  <a:pt x="549682" y="85647"/>
                </a:cubicBezTo>
                <a:cubicBezTo>
                  <a:pt x="551017" y="90987"/>
                  <a:pt x="554904" y="101314"/>
                  <a:pt x="554904" y="101314"/>
                </a:cubicBezTo>
                <a:cubicBezTo>
                  <a:pt x="555339" y="103926"/>
                  <a:pt x="555691" y="106553"/>
                  <a:pt x="556210" y="109148"/>
                </a:cubicBezTo>
                <a:cubicBezTo>
                  <a:pt x="556562" y="110908"/>
                  <a:pt x="557221" y="112601"/>
                  <a:pt x="557516" y="114372"/>
                </a:cubicBezTo>
                <a:cubicBezTo>
                  <a:pt x="558093" y="117832"/>
                  <a:pt x="558386" y="121334"/>
                  <a:pt x="558821" y="124815"/>
                </a:cubicBezTo>
                <a:cubicBezTo>
                  <a:pt x="558451" y="134053"/>
                  <a:pt x="558323" y="156529"/>
                  <a:pt x="556210" y="169209"/>
                </a:cubicBezTo>
                <a:cubicBezTo>
                  <a:pt x="555868" y="171258"/>
                  <a:pt x="553383" y="182188"/>
                  <a:pt x="552293" y="186182"/>
                </a:cubicBezTo>
                <a:cubicBezTo>
                  <a:pt x="551459" y="189240"/>
                  <a:pt x="550819" y="192363"/>
                  <a:pt x="549682" y="195321"/>
                </a:cubicBezTo>
                <a:cubicBezTo>
                  <a:pt x="547588" y="200766"/>
                  <a:pt x="543743" y="207235"/>
                  <a:pt x="539236" y="210990"/>
                </a:cubicBezTo>
                <a:cubicBezTo>
                  <a:pt x="532485" y="216616"/>
                  <a:pt x="529677" y="215858"/>
                  <a:pt x="522262" y="218824"/>
                </a:cubicBezTo>
                <a:cubicBezTo>
                  <a:pt x="511479" y="223138"/>
                  <a:pt x="520111" y="220145"/>
                  <a:pt x="509207" y="222740"/>
                </a:cubicBezTo>
                <a:cubicBezTo>
                  <a:pt x="478836" y="229971"/>
                  <a:pt x="498599" y="226249"/>
                  <a:pt x="472648" y="230574"/>
                </a:cubicBezTo>
                <a:cubicBezTo>
                  <a:pt x="468295" y="232315"/>
                  <a:pt x="463784" y="233701"/>
                  <a:pt x="459591" y="235798"/>
                </a:cubicBezTo>
                <a:cubicBezTo>
                  <a:pt x="452445" y="239370"/>
                  <a:pt x="446280" y="245022"/>
                  <a:pt x="438701" y="247548"/>
                </a:cubicBezTo>
                <a:cubicBezTo>
                  <a:pt x="437395" y="247984"/>
                  <a:pt x="436130" y="248566"/>
                  <a:pt x="434783" y="248854"/>
                </a:cubicBezTo>
                <a:cubicBezTo>
                  <a:pt x="430468" y="249778"/>
                  <a:pt x="420785" y="251025"/>
                  <a:pt x="415199" y="252771"/>
                </a:cubicBezTo>
                <a:cubicBezTo>
                  <a:pt x="409944" y="254414"/>
                  <a:pt x="404905" y="256800"/>
                  <a:pt x="399531" y="257993"/>
                </a:cubicBezTo>
                <a:cubicBezTo>
                  <a:pt x="369454" y="264676"/>
                  <a:pt x="402316" y="256952"/>
                  <a:pt x="379946" y="263215"/>
                </a:cubicBezTo>
                <a:cubicBezTo>
                  <a:pt x="342047" y="273827"/>
                  <a:pt x="367644" y="265576"/>
                  <a:pt x="343387" y="273662"/>
                </a:cubicBezTo>
                <a:cubicBezTo>
                  <a:pt x="330162" y="282480"/>
                  <a:pt x="356592" y="265175"/>
                  <a:pt x="327720" y="281494"/>
                </a:cubicBezTo>
                <a:cubicBezTo>
                  <a:pt x="321413" y="285059"/>
                  <a:pt x="315919" y="290007"/>
                  <a:pt x="309441" y="293246"/>
                </a:cubicBezTo>
                <a:cubicBezTo>
                  <a:pt x="299377" y="298278"/>
                  <a:pt x="299761" y="297852"/>
                  <a:pt x="285939" y="307609"/>
                </a:cubicBezTo>
                <a:cubicBezTo>
                  <a:pt x="284430" y="308672"/>
                  <a:pt x="283540" y="310474"/>
                  <a:pt x="282022" y="311524"/>
                </a:cubicBezTo>
                <a:cubicBezTo>
                  <a:pt x="264703" y="323515"/>
                  <a:pt x="266765" y="317740"/>
                  <a:pt x="245463" y="333721"/>
                </a:cubicBezTo>
                <a:cubicBezTo>
                  <a:pt x="236405" y="340516"/>
                  <a:pt x="238703" y="338407"/>
                  <a:pt x="227184" y="350694"/>
                </a:cubicBezTo>
                <a:cubicBezTo>
                  <a:pt x="218152" y="360329"/>
                  <a:pt x="221886" y="359702"/>
                  <a:pt x="208905" y="368974"/>
                </a:cubicBezTo>
                <a:cubicBezTo>
                  <a:pt x="206997" y="370336"/>
                  <a:pt x="204450" y="370495"/>
                  <a:pt x="202376" y="371585"/>
                </a:cubicBezTo>
                <a:cubicBezTo>
                  <a:pt x="196166" y="374855"/>
                  <a:pt x="190300" y="378748"/>
                  <a:pt x="184098" y="382030"/>
                </a:cubicBezTo>
                <a:cubicBezTo>
                  <a:pt x="182882" y="382674"/>
                  <a:pt x="181388" y="382677"/>
                  <a:pt x="180180" y="383336"/>
                </a:cubicBezTo>
                <a:cubicBezTo>
                  <a:pt x="176576" y="385302"/>
                  <a:pt x="173340" y="387899"/>
                  <a:pt x="169736" y="389865"/>
                </a:cubicBezTo>
                <a:cubicBezTo>
                  <a:pt x="168527" y="390524"/>
                  <a:pt x="167088" y="390641"/>
                  <a:pt x="165818" y="391171"/>
                </a:cubicBezTo>
                <a:cubicBezTo>
                  <a:pt x="161861" y="392819"/>
                  <a:pt x="157901" y="394476"/>
                  <a:pt x="154067" y="396393"/>
                </a:cubicBezTo>
                <a:cubicBezTo>
                  <a:pt x="152664" y="397094"/>
                  <a:pt x="151535" y="398266"/>
                  <a:pt x="150150" y="399004"/>
                </a:cubicBezTo>
                <a:cubicBezTo>
                  <a:pt x="144998" y="401752"/>
                  <a:pt x="139649" y="404119"/>
                  <a:pt x="134482" y="406838"/>
                </a:cubicBezTo>
                <a:cubicBezTo>
                  <a:pt x="124786" y="411943"/>
                  <a:pt x="126376" y="412344"/>
                  <a:pt x="116204" y="415977"/>
                </a:cubicBezTo>
                <a:cubicBezTo>
                  <a:pt x="105710" y="419725"/>
                  <a:pt x="101332" y="419219"/>
                  <a:pt x="88785" y="421200"/>
                </a:cubicBezTo>
                <a:cubicBezTo>
                  <a:pt x="70473" y="424092"/>
                  <a:pt x="99780" y="420914"/>
                  <a:pt x="67894" y="423811"/>
                </a:cubicBezTo>
                <a:cubicBezTo>
                  <a:pt x="59190" y="423377"/>
                  <a:pt x="50463" y="423262"/>
                  <a:pt x="41780" y="422507"/>
                </a:cubicBezTo>
                <a:cubicBezTo>
                  <a:pt x="40409" y="422386"/>
                  <a:pt x="39187" y="421579"/>
                  <a:pt x="37864" y="421200"/>
                </a:cubicBezTo>
                <a:cubicBezTo>
                  <a:pt x="36138" y="420707"/>
                  <a:pt x="34382" y="420330"/>
                  <a:pt x="32641" y="419894"/>
                </a:cubicBezTo>
                <a:cubicBezTo>
                  <a:pt x="29594" y="418154"/>
                  <a:pt x="26057" y="417077"/>
                  <a:pt x="23501" y="414672"/>
                </a:cubicBezTo>
                <a:cubicBezTo>
                  <a:pt x="18550" y="410012"/>
                  <a:pt x="14692" y="404313"/>
                  <a:pt x="10445" y="399004"/>
                </a:cubicBezTo>
                <a:cubicBezTo>
                  <a:pt x="9465" y="397779"/>
                  <a:pt x="8482" y="396516"/>
                  <a:pt x="7834" y="395088"/>
                </a:cubicBezTo>
                <a:cubicBezTo>
                  <a:pt x="6295" y="391703"/>
                  <a:pt x="4855" y="388239"/>
                  <a:pt x="3917" y="384641"/>
                </a:cubicBezTo>
                <a:cubicBezTo>
                  <a:pt x="2236" y="378200"/>
                  <a:pt x="0" y="365057"/>
                  <a:pt x="0" y="365057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17" name="pdf-path-246">
            <a:extLst xmlns:a="http://schemas.openxmlformats.org/drawingml/2006/main">
              <a:ext uri="{FF2B5EF4-FFF2-40B4-BE49-F238E27FC236}">
                <a16:creationId xmlns:a16="http://schemas.microsoft.com/office/drawing/2014/main" id="{4DE65A0F-12EB-47C2-8B3C-9F095DF9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66" y="873794"/>
            <a:ext cx="623237" cy="711584"/>
          </a:xfrm>
          <a:custGeom xmlns:a="http://schemas.openxmlformats.org/drawingml/2006/main">
            <a:pathLst>
              <a:path w="623237" h="711584">
                <a:moveTo>
                  <a:pt x="534184" y="141011"/>
                </a:moveTo>
                <a:cubicBezTo>
                  <a:pt x="528526" y="151892"/>
                  <a:pt x="521517" y="162170"/>
                  <a:pt x="517210" y="173653"/>
                </a:cubicBezTo>
                <a:cubicBezTo>
                  <a:pt x="516130" y="176534"/>
                  <a:pt x="518010" y="179757"/>
                  <a:pt x="518516" y="182792"/>
                </a:cubicBezTo>
                <a:cubicBezTo>
                  <a:pt x="519433" y="188296"/>
                  <a:pt x="519892" y="190769"/>
                  <a:pt x="522433" y="195850"/>
                </a:cubicBezTo>
                <a:cubicBezTo>
                  <a:pt x="523568" y="198119"/>
                  <a:pt x="524555" y="200583"/>
                  <a:pt x="526350" y="202378"/>
                </a:cubicBezTo>
                <a:cubicBezTo>
                  <a:pt x="529428" y="205454"/>
                  <a:pt x="533105" y="207905"/>
                  <a:pt x="536795" y="210212"/>
                </a:cubicBezTo>
                <a:cubicBezTo>
                  <a:pt x="543570" y="214445"/>
                  <a:pt x="551619" y="216763"/>
                  <a:pt x="557686" y="221962"/>
                </a:cubicBezTo>
                <a:cubicBezTo>
                  <a:pt x="568017" y="230817"/>
                  <a:pt x="563487" y="227571"/>
                  <a:pt x="570742" y="232407"/>
                </a:cubicBezTo>
                <a:cubicBezTo>
                  <a:pt x="572918" y="235454"/>
                  <a:pt x="575344" y="238337"/>
                  <a:pt x="577271" y="241546"/>
                </a:cubicBezTo>
                <a:cubicBezTo>
                  <a:pt x="582110" y="249613"/>
                  <a:pt x="582404" y="251723"/>
                  <a:pt x="585105" y="259826"/>
                </a:cubicBezTo>
                <a:cubicBezTo>
                  <a:pt x="584670" y="264613"/>
                  <a:pt x="584434" y="269424"/>
                  <a:pt x="583799" y="274188"/>
                </a:cubicBezTo>
                <a:cubicBezTo>
                  <a:pt x="583562" y="275967"/>
                  <a:pt x="583000" y="277689"/>
                  <a:pt x="582493" y="279410"/>
                </a:cubicBezTo>
                <a:cubicBezTo>
                  <a:pt x="580823" y="285091"/>
                  <a:pt x="578707" y="290640"/>
                  <a:pt x="577271" y="296384"/>
                </a:cubicBezTo>
                <a:cubicBezTo>
                  <a:pt x="576400" y="299867"/>
                  <a:pt x="575672" y="303386"/>
                  <a:pt x="574659" y="306831"/>
                </a:cubicBezTo>
                <a:cubicBezTo>
                  <a:pt x="573494" y="310791"/>
                  <a:pt x="570742" y="318581"/>
                  <a:pt x="570742" y="318581"/>
                </a:cubicBezTo>
                <a:cubicBezTo>
                  <a:pt x="570307" y="321191"/>
                  <a:pt x="569261" y="323773"/>
                  <a:pt x="569436" y="326415"/>
                </a:cubicBezTo>
                <a:cubicBezTo>
                  <a:pt x="569704" y="330418"/>
                  <a:pt x="571014" y="334288"/>
                  <a:pt x="572048" y="338165"/>
                </a:cubicBezTo>
                <a:cubicBezTo>
                  <a:pt x="575051" y="349428"/>
                  <a:pt x="581049" y="360960"/>
                  <a:pt x="589021" y="369501"/>
                </a:cubicBezTo>
                <a:cubicBezTo>
                  <a:pt x="592178" y="372884"/>
                  <a:pt x="595800" y="375820"/>
                  <a:pt x="599467" y="378641"/>
                </a:cubicBezTo>
                <a:cubicBezTo>
                  <a:pt x="601478" y="380188"/>
                  <a:pt x="604117" y="380851"/>
                  <a:pt x="605995" y="382559"/>
                </a:cubicBezTo>
                <a:cubicBezTo>
                  <a:pt x="613638" y="389507"/>
                  <a:pt x="615351" y="394436"/>
                  <a:pt x="620357" y="403449"/>
                </a:cubicBezTo>
                <a:cubicBezTo>
                  <a:pt x="621227" y="407801"/>
                  <a:pt x="623237" y="412075"/>
                  <a:pt x="622968" y="416505"/>
                </a:cubicBezTo>
                <a:cubicBezTo>
                  <a:pt x="620798" y="452320"/>
                  <a:pt x="620722" y="436299"/>
                  <a:pt x="615134" y="453063"/>
                </a:cubicBezTo>
                <a:cubicBezTo>
                  <a:pt x="613698" y="457374"/>
                  <a:pt x="613163" y="462014"/>
                  <a:pt x="611217" y="466119"/>
                </a:cubicBezTo>
                <a:cubicBezTo>
                  <a:pt x="609203" y="470375"/>
                  <a:pt x="605489" y="473661"/>
                  <a:pt x="603384" y="477871"/>
                </a:cubicBezTo>
                <a:cubicBezTo>
                  <a:pt x="597112" y="490413"/>
                  <a:pt x="599606" y="484702"/>
                  <a:pt x="595550" y="494844"/>
                </a:cubicBezTo>
                <a:cubicBezTo>
                  <a:pt x="595114" y="499197"/>
                  <a:pt x="594727" y="503554"/>
                  <a:pt x="594244" y="507900"/>
                </a:cubicBezTo>
                <a:cubicBezTo>
                  <a:pt x="593856" y="511389"/>
                  <a:pt x="593061" y="514840"/>
                  <a:pt x="592938" y="518347"/>
                </a:cubicBezTo>
                <a:cubicBezTo>
                  <a:pt x="592190" y="539664"/>
                  <a:pt x="592422" y="561008"/>
                  <a:pt x="591633" y="582324"/>
                </a:cubicBezTo>
                <a:cubicBezTo>
                  <a:pt x="591550" y="584540"/>
                  <a:pt x="591086" y="586766"/>
                  <a:pt x="590326" y="588852"/>
                </a:cubicBezTo>
                <a:cubicBezTo>
                  <a:pt x="588857" y="592893"/>
                  <a:pt x="586336" y="597051"/>
                  <a:pt x="583799" y="600603"/>
                </a:cubicBezTo>
                <a:cubicBezTo>
                  <a:pt x="582534" y="602374"/>
                  <a:pt x="581345" y="604215"/>
                  <a:pt x="579882" y="605825"/>
                </a:cubicBezTo>
                <a:cubicBezTo>
                  <a:pt x="576984" y="609013"/>
                  <a:pt x="574188" y="612379"/>
                  <a:pt x="570742" y="614966"/>
                </a:cubicBezTo>
                <a:cubicBezTo>
                  <a:pt x="567260" y="617577"/>
                  <a:pt x="564190" y="620854"/>
                  <a:pt x="560297" y="622799"/>
                </a:cubicBezTo>
                <a:cubicBezTo>
                  <a:pt x="557686" y="624105"/>
                  <a:pt x="554892" y="625097"/>
                  <a:pt x="552463" y="626716"/>
                </a:cubicBezTo>
                <a:cubicBezTo>
                  <a:pt x="549635" y="628601"/>
                  <a:pt x="547457" y="631359"/>
                  <a:pt x="544629" y="633244"/>
                </a:cubicBezTo>
                <a:cubicBezTo>
                  <a:pt x="543484" y="634008"/>
                  <a:pt x="542000" y="634067"/>
                  <a:pt x="540712" y="634550"/>
                </a:cubicBezTo>
                <a:cubicBezTo>
                  <a:pt x="538518" y="635373"/>
                  <a:pt x="536325" y="636209"/>
                  <a:pt x="534184" y="637161"/>
                </a:cubicBezTo>
                <a:cubicBezTo>
                  <a:pt x="532406" y="637953"/>
                  <a:pt x="530808" y="639158"/>
                  <a:pt x="528961" y="639774"/>
                </a:cubicBezTo>
                <a:cubicBezTo>
                  <a:pt x="526855" y="640475"/>
                  <a:pt x="524599" y="640597"/>
                  <a:pt x="522433" y="641078"/>
                </a:cubicBezTo>
                <a:cubicBezTo>
                  <a:pt x="500449" y="645963"/>
                  <a:pt x="530746" y="639327"/>
                  <a:pt x="513293" y="643689"/>
                </a:cubicBezTo>
                <a:cubicBezTo>
                  <a:pt x="504307" y="645936"/>
                  <a:pt x="495054" y="646689"/>
                  <a:pt x="485874" y="647606"/>
                </a:cubicBezTo>
                <a:lnTo>
                  <a:pt x="479346" y="648913"/>
                </a:lnTo>
                <a:cubicBezTo>
                  <a:pt x="476741" y="649385"/>
                  <a:pt x="474097" y="649643"/>
                  <a:pt x="471512" y="650217"/>
                </a:cubicBezTo>
                <a:cubicBezTo>
                  <a:pt x="469213" y="650728"/>
                  <a:pt x="462332" y="653629"/>
                  <a:pt x="461067" y="654134"/>
                </a:cubicBezTo>
                <a:cubicBezTo>
                  <a:pt x="459761" y="655441"/>
                  <a:pt x="458552" y="656850"/>
                  <a:pt x="457150" y="658052"/>
                </a:cubicBezTo>
                <a:cubicBezTo>
                  <a:pt x="455497" y="659468"/>
                  <a:pt x="453373" y="660342"/>
                  <a:pt x="451927" y="661969"/>
                </a:cubicBezTo>
                <a:cubicBezTo>
                  <a:pt x="449842" y="664315"/>
                  <a:pt x="448243" y="667067"/>
                  <a:pt x="446705" y="669803"/>
                </a:cubicBezTo>
                <a:cubicBezTo>
                  <a:pt x="444319" y="674043"/>
                  <a:pt x="442259" y="678461"/>
                  <a:pt x="440176" y="682859"/>
                </a:cubicBezTo>
                <a:cubicBezTo>
                  <a:pt x="436713" y="690171"/>
                  <a:pt x="435109" y="696394"/>
                  <a:pt x="429731" y="702444"/>
                </a:cubicBezTo>
                <a:cubicBezTo>
                  <a:pt x="428286" y="704071"/>
                  <a:pt x="426320" y="705154"/>
                  <a:pt x="424509" y="706361"/>
                </a:cubicBezTo>
                <a:cubicBezTo>
                  <a:pt x="417731" y="710880"/>
                  <a:pt x="419530" y="709891"/>
                  <a:pt x="412758" y="711584"/>
                </a:cubicBezTo>
                <a:cubicBezTo>
                  <a:pt x="402313" y="710714"/>
                  <a:pt x="391792" y="710498"/>
                  <a:pt x="381422" y="708972"/>
                </a:cubicBezTo>
                <a:cubicBezTo>
                  <a:pt x="376926" y="708311"/>
                  <a:pt x="372650" y="706568"/>
                  <a:pt x="368365" y="705056"/>
                </a:cubicBezTo>
                <a:cubicBezTo>
                  <a:pt x="361416" y="702602"/>
                  <a:pt x="355562" y="699744"/>
                  <a:pt x="350086" y="694611"/>
                </a:cubicBezTo>
                <a:cubicBezTo>
                  <a:pt x="330753" y="676487"/>
                  <a:pt x="346568" y="686316"/>
                  <a:pt x="326584" y="672414"/>
                </a:cubicBezTo>
                <a:cubicBezTo>
                  <a:pt x="303233" y="656170"/>
                  <a:pt x="313981" y="667473"/>
                  <a:pt x="301776" y="652828"/>
                </a:cubicBezTo>
                <a:cubicBezTo>
                  <a:pt x="300471" y="646736"/>
                  <a:pt x="298119" y="640777"/>
                  <a:pt x="297860" y="634550"/>
                </a:cubicBezTo>
                <a:cubicBezTo>
                  <a:pt x="297675" y="630115"/>
                  <a:pt x="299455" y="625814"/>
                  <a:pt x="300471" y="621494"/>
                </a:cubicBezTo>
                <a:cubicBezTo>
                  <a:pt x="302281" y="613801"/>
                  <a:pt x="303143" y="611267"/>
                  <a:pt x="306999" y="604519"/>
                </a:cubicBezTo>
                <a:cubicBezTo>
                  <a:pt x="312207" y="595406"/>
                  <a:pt x="325228" y="576399"/>
                  <a:pt x="330501" y="571878"/>
                </a:cubicBezTo>
                <a:lnTo>
                  <a:pt x="348780" y="556210"/>
                </a:lnTo>
                <a:cubicBezTo>
                  <a:pt x="351370" y="554009"/>
                  <a:pt x="353732" y="551485"/>
                  <a:pt x="356615" y="549682"/>
                </a:cubicBezTo>
                <a:cubicBezTo>
                  <a:pt x="374947" y="538223"/>
                  <a:pt x="358929" y="547777"/>
                  <a:pt x="380116" y="536625"/>
                </a:cubicBezTo>
                <a:cubicBezTo>
                  <a:pt x="384081" y="534538"/>
                  <a:pt x="388384" y="532917"/>
                  <a:pt x="391867" y="530097"/>
                </a:cubicBezTo>
                <a:cubicBezTo>
                  <a:pt x="394722" y="527786"/>
                  <a:pt x="408863" y="511905"/>
                  <a:pt x="415369" y="507900"/>
                </a:cubicBezTo>
                <a:cubicBezTo>
                  <a:pt x="418192" y="506165"/>
                  <a:pt x="421499" y="505373"/>
                  <a:pt x="424509" y="503985"/>
                </a:cubicBezTo>
                <a:cubicBezTo>
                  <a:pt x="427160" y="502761"/>
                  <a:pt x="429692" y="501290"/>
                  <a:pt x="432343" y="500068"/>
                </a:cubicBezTo>
                <a:cubicBezTo>
                  <a:pt x="435805" y="498468"/>
                  <a:pt x="442902" y="495821"/>
                  <a:pt x="446705" y="493540"/>
                </a:cubicBezTo>
                <a:cubicBezTo>
                  <a:pt x="449396" y="491925"/>
                  <a:pt x="451927" y="490057"/>
                  <a:pt x="454538" y="488316"/>
                </a:cubicBezTo>
                <a:cubicBezTo>
                  <a:pt x="455844" y="487446"/>
                  <a:pt x="457476" y="486930"/>
                  <a:pt x="458456" y="485705"/>
                </a:cubicBezTo>
                <a:cubicBezTo>
                  <a:pt x="464659" y="477951"/>
                  <a:pt x="462133" y="481495"/>
                  <a:pt x="466290" y="475260"/>
                </a:cubicBezTo>
                <a:cubicBezTo>
                  <a:pt x="467160" y="471777"/>
                  <a:pt x="467976" y="468282"/>
                  <a:pt x="468901" y="464815"/>
                </a:cubicBezTo>
                <a:cubicBezTo>
                  <a:pt x="469716" y="461754"/>
                  <a:pt x="470799" y="458763"/>
                  <a:pt x="471512" y="455676"/>
                </a:cubicBezTo>
                <a:cubicBezTo>
                  <a:pt x="472107" y="453096"/>
                  <a:pt x="472383" y="450452"/>
                  <a:pt x="472818" y="447841"/>
                </a:cubicBezTo>
                <a:cubicBezTo>
                  <a:pt x="471637" y="443117"/>
                  <a:pt x="469995" y="434953"/>
                  <a:pt x="466290" y="432172"/>
                </a:cubicBezTo>
                <a:cubicBezTo>
                  <a:pt x="464549" y="430868"/>
                  <a:pt x="462933" y="429377"/>
                  <a:pt x="461067" y="428257"/>
                </a:cubicBezTo>
                <a:cubicBezTo>
                  <a:pt x="456680" y="425623"/>
                  <a:pt x="450432" y="422889"/>
                  <a:pt x="445399" y="421729"/>
                </a:cubicBezTo>
                <a:cubicBezTo>
                  <a:pt x="442400" y="421037"/>
                  <a:pt x="439306" y="420857"/>
                  <a:pt x="436259" y="420423"/>
                </a:cubicBezTo>
                <a:cubicBezTo>
                  <a:pt x="431037" y="420857"/>
                  <a:pt x="425737" y="420738"/>
                  <a:pt x="420591" y="421729"/>
                </a:cubicBezTo>
                <a:cubicBezTo>
                  <a:pt x="414368" y="422925"/>
                  <a:pt x="408405" y="425210"/>
                  <a:pt x="402313" y="426951"/>
                </a:cubicBezTo>
                <a:cubicBezTo>
                  <a:pt x="399266" y="427821"/>
                  <a:pt x="396322" y="429211"/>
                  <a:pt x="393173" y="429562"/>
                </a:cubicBezTo>
                <a:cubicBezTo>
                  <a:pt x="377011" y="431358"/>
                  <a:pt x="385287" y="430095"/>
                  <a:pt x="368365" y="433479"/>
                </a:cubicBezTo>
                <a:cubicBezTo>
                  <a:pt x="350956" y="433044"/>
                  <a:pt x="333509" y="433414"/>
                  <a:pt x="316138" y="432172"/>
                </a:cubicBezTo>
                <a:cubicBezTo>
                  <a:pt x="309072" y="431668"/>
                  <a:pt x="302241" y="429394"/>
                  <a:pt x="295248" y="428257"/>
                </a:cubicBezTo>
                <a:cubicBezTo>
                  <a:pt x="283523" y="426347"/>
                  <a:pt x="271747" y="424774"/>
                  <a:pt x="259996" y="423033"/>
                </a:cubicBezTo>
                <a:cubicBezTo>
                  <a:pt x="251944" y="420351"/>
                  <a:pt x="251349" y="420358"/>
                  <a:pt x="240411" y="413895"/>
                </a:cubicBezTo>
                <a:cubicBezTo>
                  <a:pt x="235837" y="411191"/>
                  <a:pt x="231808" y="407649"/>
                  <a:pt x="227354" y="404754"/>
                </a:cubicBezTo>
                <a:cubicBezTo>
                  <a:pt x="214396" y="396332"/>
                  <a:pt x="188184" y="379948"/>
                  <a:pt x="188184" y="379948"/>
                </a:cubicBezTo>
                <a:cubicBezTo>
                  <a:pt x="144321" y="321462"/>
                  <a:pt x="211914" y="412707"/>
                  <a:pt x="164683" y="344693"/>
                </a:cubicBezTo>
                <a:cubicBezTo>
                  <a:pt x="158129" y="335256"/>
                  <a:pt x="149534" y="327228"/>
                  <a:pt x="143792" y="317276"/>
                </a:cubicBezTo>
                <a:cubicBezTo>
                  <a:pt x="136394" y="304452"/>
                  <a:pt x="131639" y="290276"/>
                  <a:pt x="125513" y="276799"/>
                </a:cubicBezTo>
                <a:cubicBezTo>
                  <a:pt x="122934" y="271128"/>
                  <a:pt x="119993" y="265611"/>
                  <a:pt x="117679" y="259826"/>
                </a:cubicBezTo>
                <a:cubicBezTo>
                  <a:pt x="112659" y="247277"/>
                  <a:pt x="109761" y="235376"/>
                  <a:pt x="99400" y="225879"/>
                </a:cubicBezTo>
                <a:cubicBezTo>
                  <a:pt x="93170" y="220169"/>
                  <a:pt x="85706" y="215945"/>
                  <a:pt x="78509" y="211517"/>
                </a:cubicBezTo>
                <a:cubicBezTo>
                  <a:pt x="70295" y="206462"/>
                  <a:pt x="59018" y="202074"/>
                  <a:pt x="49784" y="199765"/>
                </a:cubicBezTo>
                <a:cubicBezTo>
                  <a:pt x="42911" y="198047"/>
                  <a:pt x="35857" y="197154"/>
                  <a:pt x="28894" y="195850"/>
                </a:cubicBezTo>
                <a:cubicBezTo>
                  <a:pt x="27192" y="195140"/>
                  <a:pt x="9690" y="188270"/>
                  <a:pt x="5393" y="185404"/>
                </a:cubicBezTo>
                <a:cubicBezTo>
                  <a:pt x="3856" y="184381"/>
                  <a:pt x="2781" y="182792"/>
                  <a:pt x="1475" y="181487"/>
                </a:cubicBezTo>
                <a:cubicBezTo>
                  <a:pt x="1040" y="179311"/>
                  <a:pt x="0" y="177171"/>
                  <a:pt x="170" y="174959"/>
                </a:cubicBezTo>
                <a:cubicBezTo>
                  <a:pt x="445" y="171380"/>
                  <a:pt x="1750" y="167951"/>
                  <a:pt x="2781" y="164514"/>
                </a:cubicBezTo>
                <a:cubicBezTo>
                  <a:pt x="5669" y="154890"/>
                  <a:pt x="9034" y="145413"/>
                  <a:pt x="11921" y="135789"/>
                </a:cubicBezTo>
                <a:cubicBezTo>
                  <a:pt x="14257" y="128001"/>
                  <a:pt x="16575" y="120198"/>
                  <a:pt x="18449" y="112287"/>
                </a:cubicBezTo>
                <a:cubicBezTo>
                  <a:pt x="21038" y="101357"/>
                  <a:pt x="25962" y="74378"/>
                  <a:pt x="27588" y="62672"/>
                </a:cubicBezTo>
                <a:cubicBezTo>
                  <a:pt x="28672" y="54865"/>
                  <a:pt x="29329" y="47005"/>
                  <a:pt x="30200" y="39170"/>
                </a:cubicBezTo>
                <a:cubicBezTo>
                  <a:pt x="28643" y="9582"/>
                  <a:pt x="28894" y="22643"/>
                  <a:pt x="2889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sp>
        <p:nvSpPr>
          <p:cNvPr id="18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AB60F8E9-A8A3-4E72-A967-1DD4E6DF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255" y="1025250"/>
            <a:ext cx="846066" cy="334248"/>
          </a:xfrm>
          <a:custGeom xmlns:a="http://schemas.openxmlformats.org/drawingml/2006/main">
            <a:pathLst>
              <a:path w="846066" h="334248">
                <a:moveTo>
                  <a:pt x="592768" y="0"/>
                </a:moveTo>
                <a:cubicBezTo>
                  <a:pt x="604954" y="2177"/>
                  <a:pt x="617341" y="3434"/>
                  <a:pt x="629327" y="6528"/>
                </a:cubicBezTo>
                <a:cubicBezTo>
                  <a:pt x="630871" y="6927"/>
                  <a:pt x="635179" y="12842"/>
                  <a:pt x="635855" y="14362"/>
                </a:cubicBezTo>
                <a:cubicBezTo>
                  <a:pt x="636973" y="16877"/>
                  <a:pt x="636940" y="19905"/>
                  <a:pt x="638466" y="22197"/>
                </a:cubicBezTo>
                <a:cubicBezTo>
                  <a:pt x="644896" y="31840"/>
                  <a:pt x="641805" y="27520"/>
                  <a:pt x="647606" y="35253"/>
                </a:cubicBezTo>
                <a:cubicBezTo>
                  <a:pt x="648041" y="36994"/>
                  <a:pt x="647916" y="38982"/>
                  <a:pt x="648911" y="40475"/>
                </a:cubicBezTo>
                <a:cubicBezTo>
                  <a:pt x="649782" y="41781"/>
                  <a:pt x="651498" y="42256"/>
                  <a:pt x="652828" y="43086"/>
                </a:cubicBezTo>
                <a:cubicBezTo>
                  <a:pt x="654981" y="44432"/>
                  <a:pt x="657087" y="45869"/>
                  <a:pt x="659357" y="47005"/>
                </a:cubicBezTo>
                <a:cubicBezTo>
                  <a:pt x="662338" y="48494"/>
                  <a:pt x="666827" y="48871"/>
                  <a:pt x="669802" y="49616"/>
                </a:cubicBezTo>
                <a:cubicBezTo>
                  <a:pt x="671137" y="49949"/>
                  <a:pt x="672384" y="50587"/>
                  <a:pt x="673719" y="50920"/>
                </a:cubicBezTo>
                <a:cubicBezTo>
                  <a:pt x="675872" y="51459"/>
                  <a:pt x="678071" y="51790"/>
                  <a:pt x="680247" y="52226"/>
                </a:cubicBezTo>
                <a:cubicBezTo>
                  <a:pt x="682545" y="51996"/>
                  <a:pt x="694207" y="51466"/>
                  <a:pt x="698527" y="49616"/>
                </a:cubicBezTo>
                <a:cubicBezTo>
                  <a:pt x="702999" y="47699"/>
                  <a:pt x="711583" y="43086"/>
                  <a:pt x="711583" y="43086"/>
                </a:cubicBezTo>
                <a:cubicBezTo>
                  <a:pt x="713324" y="40911"/>
                  <a:pt x="714455" y="38054"/>
                  <a:pt x="716806" y="36558"/>
                </a:cubicBezTo>
                <a:cubicBezTo>
                  <a:pt x="719479" y="34857"/>
                  <a:pt x="722988" y="35084"/>
                  <a:pt x="725945" y="33947"/>
                </a:cubicBezTo>
                <a:cubicBezTo>
                  <a:pt x="728670" y="32899"/>
                  <a:pt x="731276" y="31533"/>
                  <a:pt x="733779" y="30030"/>
                </a:cubicBezTo>
                <a:cubicBezTo>
                  <a:pt x="737816" y="27609"/>
                  <a:pt x="741614" y="24808"/>
                  <a:pt x="745530" y="22197"/>
                </a:cubicBezTo>
                <a:cubicBezTo>
                  <a:pt x="749819" y="19338"/>
                  <a:pt x="755157" y="15545"/>
                  <a:pt x="759892" y="14362"/>
                </a:cubicBezTo>
                <a:cubicBezTo>
                  <a:pt x="761633" y="13926"/>
                  <a:pt x="763389" y="13550"/>
                  <a:pt x="765115" y="13056"/>
                </a:cubicBezTo>
                <a:cubicBezTo>
                  <a:pt x="778234" y="9308"/>
                  <a:pt x="757922" y="14528"/>
                  <a:pt x="774254" y="10445"/>
                </a:cubicBezTo>
                <a:cubicBezTo>
                  <a:pt x="788398" y="11330"/>
                  <a:pt x="791827" y="10827"/>
                  <a:pt x="802979" y="13056"/>
                </a:cubicBezTo>
                <a:cubicBezTo>
                  <a:pt x="804377" y="13337"/>
                  <a:pt x="810458" y="14837"/>
                  <a:pt x="812119" y="15669"/>
                </a:cubicBezTo>
                <a:cubicBezTo>
                  <a:pt x="813522" y="16370"/>
                  <a:pt x="814759" y="17368"/>
                  <a:pt x="816036" y="18280"/>
                </a:cubicBezTo>
                <a:cubicBezTo>
                  <a:pt x="819836" y="20993"/>
                  <a:pt x="822179" y="22617"/>
                  <a:pt x="825175" y="26112"/>
                </a:cubicBezTo>
                <a:cubicBezTo>
                  <a:pt x="827605" y="28948"/>
                  <a:pt x="829637" y="32152"/>
                  <a:pt x="831704" y="35253"/>
                </a:cubicBezTo>
                <a:cubicBezTo>
                  <a:pt x="832574" y="37864"/>
                  <a:pt x="832789" y="40796"/>
                  <a:pt x="834315" y="43086"/>
                </a:cubicBezTo>
                <a:cubicBezTo>
                  <a:pt x="835186" y="44392"/>
                  <a:pt x="835922" y="45798"/>
                  <a:pt x="836927" y="47005"/>
                </a:cubicBezTo>
                <a:cubicBezTo>
                  <a:pt x="845307" y="57061"/>
                  <a:pt x="836968" y="45109"/>
                  <a:pt x="843455" y="54837"/>
                </a:cubicBezTo>
                <a:cubicBezTo>
                  <a:pt x="840844" y="67888"/>
                  <a:pt x="844503" y="55877"/>
                  <a:pt x="838232" y="65283"/>
                </a:cubicBezTo>
                <a:cubicBezTo>
                  <a:pt x="837469" y="66429"/>
                  <a:pt x="837469" y="67934"/>
                  <a:pt x="836927" y="69200"/>
                </a:cubicBezTo>
                <a:cubicBezTo>
                  <a:pt x="836160" y="70988"/>
                  <a:pt x="835039" y="72615"/>
                  <a:pt x="834315" y="74422"/>
                </a:cubicBezTo>
                <a:cubicBezTo>
                  <a:pt x="833293" y="76978"/>
                  <a:pt x="832726" y="79701"/>
                  <a:pt x="831704" y="82256"/>
                </a:cubicBezTo>
                <a:lnTo>
                  <a:pt x="829093" y="88784"/>
                </a:lnTo>
                <a:cubicBezTo>
                  <a:pt x="826996" y="101355"/>
                  <a:pt x="829316" y="92180"/>
                  <a:pt x="825175" y="101842"/>
                </a:cubicBezTo>
                <a:cubicBezTo>
                  <a:pt x="824633" y="103106"/>
                  <a:pt x="824485" y="104526"/>
                  <a:pt x="823870" y="105757"/>
                </a:cubicBezTo>
                <a:cubicBezTo>
                  <a:pt x="823168" y="107161"/>
                  <a:pt x="822037" y="108313"/>
                  <a:pt x="821258" y="109675"/>
                </a:cubicBezTo>
                <a:cubicBezTo>
                  <a:pt x="820293" y="111365"/>
                  <a:pt x="819613" y="113208"/>
                  <a:pt x="818647" y="114898"/>
                </a:cubicBezTo>
                <a:cubicBezTo>
                  <a:pt x="817868" y="116260"/>
                  <a:pt x="816737" y="117411"/>
                  <a:pt x="816036" y="118815"/>
                </a:cubicBezTo>
                <a:cubicBezTo>
                  <a:pt x="810623" y="129639"/>
                  <a:pt x="815510" y="121346"/>
                  <a:pt x="812119" y="129261"/>
                </a:cubicBezTo>
                <a:cubicBezTo>
                  <a:pt x="808021" y="138824"/>
                  <a:pt x="810611" y="130073"/>
                  <a:pt x="808202" y="139704"/>
                </a:cubicBezTo>
                <a:cubicBezTo>
                  <a:pt x="806564" y="154445"/>
                  <a:pt x="805875" y="154506"/>
                  <a:pt x="808202" y="172346"/>
                </a:cubicBezTo>
                <a:cubicBezTo>
                  <a:pt x="808612" y="175488"/>
                  <a:pt x="810044" y="178412"/>
                  <a:pt x="810813" y="181485"/>
                </a:cubicBezTo>
                <a:cubicBezTo>
                  <a:pt x="811351" y="183639"/>
                  <a:pt x="811638" y="185847"/>
                  <a:pt x="812119" y="188014"/>
                </a:cubicBezTo>
                <a:cubicBezTo>
                  <a:pt x="812508" y="189766"/>
                  <a:pt x="812989" y="191496"/>
                  <a:pt x="813424" y="193237"/>
                </a:cubicBezTo>
                <a:cubicBezTo>
                  <a:pt x="813859" y="197590"/>
                  <a:pt x="814011" y="201980"/>
                  <a:pt x="814730" y="206293"/>
                </a:cubicBezTo>
                <a:cubicBezTo>
                  <a:pt x="816969" y="219724"/>
                  <a:pt x="816478" y="212703"/>
                  <a:pt x="818647" y="220656"/>
                </a:cubicBezTo>
                <a:cubicBezTo>
                  <a:pt x="819591" y="224118"/>
                  <a:pt x="820388" y="227620"/>
                  <a:pt x="821258" y="231101"/>
                </a:cubicBezTo>
                <a:lnTo>
                  <a:pt x="822564" y="236325"/>
                </a:lnTo>
                <a:cubicBezTo>
                  <a:pt x="822999" y="238065"/>
                  <a:pt x="823575" y="239776"/>
                  <a:pt x="823870" y="241546"/>
                </a:cubicBezTo>
                <a:cubicBezTo>
                  <a:pt x="824305" y="244157"/>
                  <a:pt x="824782" y="246763"/>
                  <a:pt x="825175" y="249381"/>
                </a:cubicBezTo>
                <a:cubicBezTo>
                  <a:pt x="826089" y="255468"/>
                  <a:pt x="825500" y="261945"/>
                  <a:pt x="827786" y="267660"/>
                </a:cubicBezTo>
                <a:cubicBezTo>
                  <a:pt x="828657" y="269837"/>
                  <a:pt x="829575" y="271994"/>
                  <a:pt x="830398" y="274188"/>
                </a:cubicBezTo>
                <a:cubicBezTo>
                  <a:pt x="831995" y="278446"/>
                  <a:pt x="831125" y="279025"/>
                  <a:pt x="835620" y="282023"/>
                </a:cubicBezTo>
                <a:cubicBezTo>
                  <a:pt x="836765" y="282785"/>
                  <a:pt x="838232" y="282893"/>
                  <a:pt x="839537" y="283327"/>
                </a:cubicBezTo>
                <a:cubicBezTo>
                  <a:pt x="840843" y="284198"/>
                  <a:pt x="842623" y="284608"/>
                  <a:pt x="843455" y="285938"/>
                </a:cubicBezTo>
                <a:cubicBezTo>
                  <a:pt x="844914" y="288274"/>
                  <a:pt x="846066" y="293773"/>
                  <a:pt x="846066" y="293773"/>
                </a:cubicBezTo>
                <a:cubicBezTo>
                  <a:pt x="844772" y="297653"/>
                  <a:pt x="843948" y="302420"/>
                  <a:pt x="840843" y="305524"/>
                </a:cubicBezTo>
                <a:cubicBezTo>
                  <a:pt x="839734" y="306634"/>
                  <a:pt x="838232" y="307265"/>
                  <a:pt x="836927" y="308135"/>
                </a:cubicBezTo>
                <a:cubicBezTo>
                  <a:pt x="831002" y="319985"/>
                  <a:pt x="833863" y="315342"/>
                  <a:pt x="829093" y="322498"/>
                </a:cubicBezTo>
                <a:cubicBezTo>
                  <a:pt x="829527" y="324238"/>
                  <a:pt x="829905" y="325995"/>
                  <a:pt x="830398" y="327720"/>
                </a:cubicBezTo>
                <a:cubicBezTo>
                  <a:pt x="830776" y="329043"/>
                  <a:pt x="832215" y="330358"/>
                  <a:pt x="831704" y="331637"/>
                </a:cubicBezTo>
                <a:cubicBezTo>
                  <a:pt x="831121" y="333093"/>
                  <a:pt x="829093" y="333377"/>
                  <a:pt x="827786" y="334248"/>
                </a:cubicBezTo>
                <a:cubicBezTo>
                  <a:pt x="822564" y="333813"/>
                  <a:pt x="817319" y="333592"/>
                  <a:pt x="812119" y="332943"/>
                </a:cubicBezTo>
                <a:cubicBezTo>
                  <a:pt x="808854" y="332535"/>
                  <a:pt x="806073" y="331260"/>
                  <a:pt x="802979" y="330332"/>
                </a:cubicBezTo>
                <a:cubicBezTo>
                  <a:pt x="799944" y="329422"/>
                  <a:pt x="796931" y="328419"/>
                  <a:pt x="793839" y="327720"/>
                </a:cubicBezTo>
                <a:cubicBezTo>
                  <a:pt x="783432" y="325370"/>
                  <a:pt x="762504" y="321191"/>
                  <a:pt x="762504" y="321191"/>
                </a:cubicBezTo>
                <a:cubicBezTo>
                  <a:pt x="756846" y="317710"/>
                  <a:pt x="751698" y="313214"/>
                  <a:pt x="745530" y="310746"/>
                </a:cubicBezTo>
                <a:cubicBezTo>
                  <a:pt x="743354" y="309876"/>
                  <a:pt x="741212" y="308915"/>
                  <a:pt x="739002" y="308135"/>
                </a:cubicBezTo>
                <a:cubicBezTo>
                  <a:pt x="735163" y="306780"/>
                  <a:pt x="722463" y="302995"/>
                  <a:pt x="716806" y="300301"/>
                </a:cubicBezTo>
                <a:cubicBezTo>
                  <a:pt x="709776" y="296954"/>
                  <a:pt x="703302" y="292316"/>
                  <a:pt x="695916" y="289856"/>
                </a:cubicBezTo>
                <a:cubicBezTo>
                  <a:pt x="687454" y="287037"/>
                  <a:pt x="689885" y="287951"/>
                  <a:pt x="676331" y="282023"/>
                </a:cubicBezTo>
                <a:cubicBezTo>
                  <a:pt x="674547" y="281242"/>
                  <a:pt x="672896" y="280178"/>
                  <a:pt x="671108" y="279410"/>
                </a:cubicBezTo>
                <a:cubicBezTo>
                  <a:pt x="666931" y="277621"/>
                  <a:pt x="662227" y="277284"/>
                  <a:pt x="658051" y="275493"/>
                </a:cubicBezTo>
                <a:cubicBezTo>
                  <a:pt x="643807" y="269389"/>
                  <a:pt x="645663" y="264190"/>
                  <a:pt x="629327" y="253298"/>
                </a:cubicBezTo>
                <a:cubicBezTo>
                  <a:pt x="626715" y="251557"/>
                  <a:pt x="624030" y="249921"/>
                  <a:pt x="621493" y="248074"/>
                </a:cubicBezTo>
                <a:cubicBezTo>
                  <a:pt x="619239" y="246435"/>
                  <a:pt x="617283" y="244398"/>
                  <a:pt x="614965" y="242853"/>
                </a:cubicBezTo>
                <a:cubicBezTo>
                  <a:pt x="604082" y="235597"/>
                  <a:pt x="595972" y="233000"/>
                  <a:pt x="586240" y="223268"/>
                </a:cubicBezTo>
                <a:cubicBezTo>
                  <a:pt x="582323" y="219351"/>
                  <a:pt x="577709" y="216025"/>
                  <a:pt x="574489" y="211517"/>
                </a:cubicBezTo>
                <a:cubicBezTo>
                  <a:pt x="572313" y="208470"/>
                  <a:pt x="570448" y="205175"/>
                  <a:pt x="567960" y="202378"/>
                </a:cubicBezTo>
                <a:cubicBezTo>
                  <a:pt x="566918" y="201204"/>
                  <a:pt x="565239" y="200782"/>
                  <a:pt x="564044" y="199765"/>
                </a:cubicBezTo>
                <a:cubicBezTo>
                  <a:pt x="556526" y="193375"/>
                  <a:pt x="547767" y="188075"/>
                  <a:pt x="541848" y="180181"/>
                </a:cubicBezTo>
                <a:cubicBezTo>
                  <a:pt x="540542" y="178440"/>
                  <a:pt x="539469" y="176497"/>
                  <a:pt x="537931" y="174959"/>
                </a:cubicBezTo>
                <a:cubicBezTo>
                  <a:pt x="536393" y="173419"/>
                  <a:pt x="534246" y="172578"/>
                  <a:pt x="532708" y="171040"/>
                </a:cubicBezTo>
                <a:cubicBezTo>
                  <a:pt x="529029" y="167362"/>
                  <a:pt x="529148" y="165611"/>
                  <a:pt x="526180" y="161901"/>
                </a:cubicBezTo>
                <a:cubicBezTo>
                  <a:pt x="519600" y="153676"/>
                  <a:pt x="513938" y="147626"/>
                  <a:pt x="505289" y="141011"/>
                </a:cubicBezTo>
                <a:cubicBezTo>
                  <a:pt x="501545" y="138149"/>
                  <a:pt x="491560" y="133389"/>
                  <a:pt x="487010" y="131872"/>
                </a:cubicBezTo>
                <a:cubicBezTo>
                  <a:pt x="484905" y="131170"/>
                  <a:pt x="482623" y="131150"/>
                  <a:pt x="480482" y="130565"/>
                </a:cubicBezTo>
                <a:cubicBezTo>
                  <a:pt x="477826" y="129841"/>
                  <a:pt x="475260" y="128825"/>
                  <a:pt x="472648" y="127954"/>
                </a:cubicBezTo>
                <a:lnTo>
                  <a:pt x="449146" y="129261"/>
                </a:lnTo>
                <a:cubicBezTo>
                  <a:pt x="437399" y="129782"/>
                  <a:pt x="425607" y="129533"/>
                  <a:pt x="413893" y="130565"/>
                </a:cubicBezTo>
                <a:cubicBezTo>
                  <a:pt x="410550" y="130860"/>
                  <a:pt x="401741" y="134191"/>
                  <a:pt x="398225" y="135789"/>
                </a:cubicBezTo>
                <a:cubicBezTo>
                  <a:pt x="393740" y="137826"/>
                  <a:pt x="386202" y="141614"/>
                  <a:pt x="382557" y="144928"/>
                </a:cubicBezTo>
                <a:cubicBezTo>
                  <a:pt x="380043" y="147214"/>
                  <a:pt x="378433" y="150359"/>
                  <a:pt x="376029" y="152762"/>
                </a:cubicBezTo>
                <a:cubicBezTo>
                  <a:pt x="374059" y="154733"/>
                  <a:pt x="371731" y="156313"/>
                  <a:pt x="369501" y="157984"/>
                </a:cubicBezTo>
                <a:cubicBezTo>
                  <a:pt x="364765" y="161537"/>
                  <a:pt x="360215" y="165384"/>
                  <a:pt x="355139" y="168431"/>
                </a:cubicBezTo>
                <a:cubicBezTo>
                  <a:pt x="352962" y="169736"/>
                  <a:pt x="350966" y="171405"/>
                  <a:pt x="348611" y="172346"/>
                </a:cubicBezTo>
                <a:cubicBezTo>
                  <a:pt x="344392" y="174035"/>
                  <a:pt x="339931" y="175048"/>
                  <a:pt x="335554" y="176264"/>
                </a:cubicBezTo>
                <a:cubicBezTo>
                  <a:pt x="332096" y="177225"/>
                  <a:pt x="328576" y="177950"/>
                  <a:pt x="325109" y="178875"/>
                </a:cubicBezTo>
                <a:cubicBezTo>
                  <a:pt x="310983" y="182642"/>
                  <a:pt x="321007" y="180137"/>
                  <a:pt x="308135" y="184098"/>
                </a:cubicBezTo>
                <a:cubicBezTo>
                  <a:pt x="305107" y="185029"/>
                  <a:pt x="301979" y="185643"/>
                  <a:pt x="298995" y="186709"/>
                </a:cubicBezTo>
                <a:cubicBezTo>
                  <a:pt x="295874" y="187823"/>
                  <a:pt x="293076" y="189845"/>
                  <a:pt x="289856" y="190626"/>
                </a:cubicBezTo>
                <a:cubicBezTo>
                  <a:pt x="278657" y="193340"/>
                  <a:pt x="255908" y="197154"/>
                  <a:pt x="255908" y="197154"/>
                </a:cubicBezTo>
                <a:cubicBezTo>
                  <a:pt x="250251" y="199765"/>
                  <a:pt x="244791" y="202859"/>
                  <a:pt x="238935" y="204989"/>
                </a:cubicBezTo>
                <a:cubicBezTo>
                  <a:pt x="235164" y="206359"/>
                  <a:pt x="231119" y="206813"/>
                  <a:pt x="227184" y="207600"/>
                </a:cubicBezTo>
                <a:cubicBezTo>
                  <a:pt x="222413" y="208554"/>
                  <a:pt x="217634" y="209488"/>
                  <a:pt x="212822" y="210210"/>
                </a:cubicBezTo>
                <a:cubicBezTo>
                  <a:pt x="208925" y="210795"/>
                  <a:pt x="204985" y="211056"/>
                  <a:pt x="201071" y="211517"/>
                </a:cubicBezTo>
                <a:cubicBezTo>
                  <a:pt x="195711" y="212146"/>
                  <a:pt x="186962" y="213252"/>
                  <a:pt x="181486" y="214128"/>
                </a:cubicBezTo>
                <a:lnTo>
                  <a:pt x="157985" y="218045"/>
                </a:lnTo>
                <a:cubicBezTo>
                  <a:pt x="155798" y="218425"/>
                  <a:pt x="153626" y="218885"/>
                  <a:pt x="151456" y="219351"/>
                </a:cubicBezTo>
                <a:cubicBezTo>
                  <a:pt x="147533" y="220192"/>
                  <a:pt x="143657" y="221264"/>
                  <a:pt x="139705" y="221962"/>
                </a:cubicBezTo>
                <a:cubicBezTo>
                  <a:pt x="136250" y="222571"/>
                  <a:pt x="132737" y="222792"/>
                  <a:pt x="129259" y="223268"/>
                </a:cubicBezTo>
                <a:lnTo>
                  <a:pt x="110981" y="225879"/>
                </a:lnTo>
                <a:cubicBezTo>
                  <a:pt x="107464" y="225558"/>
                  <a:pt x="90921" y="224217"/>
                  <a:pt x="86173" y="223268"/>
                </a:cubicBezTo>
                <a:cubicBezTo>
                  <a:pt x="76049" y="221243"/>
                  <a:pt x="63891" y="215375"/>
                  <a:pt x="56143" y="210210"/>
                </a:cubicBezTo>
                <a:cubicBezTo>
                  <a:pt x="26235" y="190274"/>
                  <a:pt x="59836" y="212282"/>
                  <a:pt x="35252" y="197154"/>
                </a:cubicBezTo>
                <a:cubicBezTo>
                  <a:pt x="20557" y="188111"/>
                  <a:pt x="34549" y="195585"/>
                  <a:pt x="18279" y="186709"/>
                </a:cubicBezTo>
                <a:cubicBezTo>
                  <a:pt x="16571" y="185778"/>
                  <a:pt x="14903" y="184714"/>
                  <a:pt x="13056" y="184098"/>
                </a:cubicBezTo>
                <a:cubicBezTo>
                  <a:pt x="7860" y="182366"/>
                  <a:pt x="5349" y="182792"/>
                  <a:pt x="0" y="182792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sp>
        <p:nvSpPr>
          <p:cNvPr id="19" name="pdf-path-248">
            <a:extLst xmlns:a="http://schemas.openxmlformats.org/drawingml/2006/main">
              <a:ext uri="{FF2B5EF4-FFF2-40B4-BE49-F238E27FC236}">
                <a16:creationId xmlns:a16="http://schemas.microsoft.com/office/drawing/2014/main" id="{FAC2522F-6BEA-4A4D-8DC4-E6FD31A6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715" y="979552"/>
            <a:ext cx="383999" cy="539236"/>
          </a:xfrm>
          <a:custGeom xmlns:a="http://schemas.openxmlformats.org/drawingml/2006/main">
            <a:pathLst>
              <a:path w="383999" h="539236">
                <a:moveTo>
                  <a:pt x="47004" y="41781"/>
                </a:moveTo>
                <a:cubicBezTo>
                  <a:pt x="57450" y="49616"/>
                  <a:pt x="68182" y="57078"/>
                  <a:pt x="78340" y="65283"/>
                </a:cubicBezTo>
                <a:cubicBezTo>
                  <a:pt x="79561" y="66268"/>
                  <a:pt x="80144" y="67853"/>
                  <a:pt x="80951" y="69200"/>
                </a:cubicBezTo>
                <a:cubicBezTo>
                  <a:pt x="82756" y="72208"/>
                  <a:pt x="84494" y="75259"/>
                  <a:pt x="86174" y="78339"/>
                </a:cubicBezTo>
                <a:cubicBezTo>
                  <a:pt x="87105" y="80048"/>
                  <a:pt x="87754" y="81911"/>
                  <a:pt x="88785" y="83562"/>
                </a:cubicBezTo>
                <a:cubicBezTo>
                  <a:pt x="89938" y="85408"/>
                  <a:pt x="91437" y="87014"/>
                  <a:pt x="92702" y="88784"/>
                </a:cubicBezTo>
                <a:cubicBezTo>
                  <a:pt x="93613" y="90061"/>
                  <a:pt x="94203" y="91592"/>
                  <a:pt x="95313" y="92701"/>
                </a:cubicBezTo>
                <a:cubicBezTo>
                  <a:pt x="97896" y="95284"/>
                  <a:pt x="106726" y="101558"/>
                  <a:pt x="109676" y="103147"/>
                </a:cubicBezTo>
                <a:cubicBezTo>
                  <a:pt x="117246" y="107224"/>
                  <a:pt x="121306" y="107366"/>
                  <a:pt x="129260" y="110981"/>
                </a:cubicBezTo>
                <a:cubicBezTo>
                  <a:pt x="130689" y="111630"/>
                  <a:pt x="131806" y="112830"/>
                  <a:pt x="133177" y="113592"/>
                </a:cubicBezTo>
                <a:cubicBezTo>
                  <a:pt x="135729" y="115010"/>
                  <a:pt x="138400" y="116203"/>
                  <a:pt x="141011" y="117509"/>
                </a:cubicBezTo>
                <a:cubicBezTo>
                  <a:pt x="143705" y="120202"/>
                  <a:pt x="148352" y="124358"/>
                  <a:pt x="150150" y="127954"/>
                </a:cubicBezTo>
                <a:cubicBezTo>
                  <a:pt x="152026" y="131706"/>
                  <a:pt x="152944" y="136889"/>
                  <a:pt x="154068" y="141011"/>
                </a:cubicBezTo>
                <a:cubicBezTo>
                  <a:pt x="157410" y="153264"/>
                  <a:pt x="156327" y="149271"/>
                  <a:pt x="161901" y="163207"/>
                </a:cubicBezTo>
                <a:cubicBezTo>
                  <a:pt x="163671" y="167634"/>
                  <a:pt x="167416" y="178109"/>
                  <a:pt x="171041" y="180181"/>
                </a:cubicBezTo>
                <a:cubicBezTo>
                  <a:pt x="174088" y="181921"/>
                  <a:pt x="177229" y="183505"/>
                  <a:pt x="180181" y="185403"/>
                </a:cubicBezTo>
                <a:cubicBezTo>
                  <a:pt x="183331" y="187428"/>
                  <a:pt x="186017" y="190169"/>
                  <a:pt x="189320" y="191932"/>
                </a:cubicBezTo>
                <a:cubicBezTo>
                  <a:pt x="192601" y="193682"/>
                  <a:pt x="196284" y="194543"/>
                  <a:pt x="199766" y="195848"/>
                </a:cubicBezTo>
                <a:cubicBezTo>
                  <a:pt x="208547" y="194594"/>
                  <a:pt x="224654" y="192438"/>
                  <a:pt x="233713" y="190626"/>
                </a:cubicBezTo>
                <a:cubicBezTo>
                  <a:pt x="235062" y="190356"/>
                  <a:pt x="236295" y="189653"/>
                  <a:pt x="237630" y="189320"/>
                </a:cubicBezTo>
                <a:cubicBezTo>
                  <a:pt x="241523" y="188347"/>
                  <a:pt x="245423" y="187370"/>
                  <a:pt x="249381" y="186709"/>
                </a:cubicBezTo>
                <a:cubicBezTo>
                  <a:pt x="253268" y="186060"/>
                  <a:pt x="257243" y="186051"/>
                  <a:pt x="261131" y="185403"/>
                </a:cubicBezTo>
                <a:cubicBezTo>
                  <a:pt x="270309" y="183873"/>
                  <a:pt x="279723" y="183123"/>
                  <a:pt x="288550" y="180181"/>
                </a:cubicBezTo>
                <a:cubicBezTo>
                  <a:pt x="291162" y="179311"/>
                  <a:pt x="293725" y="178278"/>
                  <a:pt x="296385" y="177570"/>
                </a:cubicBezTo>
                <a:cubicBezTo>
                  <a:pt x="300262" y="176536"/>
                  <a:pt x="304286" y="176091"/>
                  <a:pt x="308135" y="174959"/>
                </a:cubicBezTo>
                <a:cubicBezTo>
                  <a:pt x="311703" y="173909"/>
                  <a:pt x="315079" y="172292"/>
                  <a:pt x="318581" y="171040"/>
                </a:cubicBezTo>
                <a:cubicBezTo>
                  <a:pt x="325127" y="168703"/>
                  <a:pt x="326848" y="168588"/>
                  <a:pt x="332943" y="165818"/>
                </a:cubicBezTo>
                <a:cubicBezTo>
                  <a:pt x="335601" y="164610"/>
                  <a:pt x="337990" y="162771"/>
                  <a:pt x="340777" y="161901"/>
                </a:cubicBezTo>
                <a:cubicBezTo>
                  <a:pt x="345013" y="160577"/>
                  <a:pt x="353833" y="159290"/>
                  <a:pt x="353833" y="159290"/>
                </a:cubicBezTo>
                <a:cubicBezTo>
                  <a:pt x="360963" y="154536"/>
                  <a:pt x="360931" y="156010"/>
                  <a:pt x="364278" y="150151"/>
                </a:cubicBezTo>
                <a:cubicBezTo>
                  <a:pt x="365245" y="148461"/>
                  <a:pt x="366225" y="146757"/>
                  <a:pt x="366890" y="144928"/>
                </a:cubicBezTo>
                <a:cubicBezTo>
                  <a:pt x="367972" y="141951"/>
                  <a:pt x="368324" y="138729"/>
                  <a:pt x="369502" y="135789"/>
                </a:cubicBezTo>
                <a:cubicBezTo>
                  <a:pt x="370947" y="132173"/>
                  <a:pt x="373278" y="128957"/>
                  <a:pt x="374724" y="125344"/>
                </a:cubicBezTo>
                <a:cubicBezTo>
                  <a:pt x="375595" y="123167"/>
                  <a:pt x="376384" y="120955"/>
                  <a:pt x="377336" y="118815"/>
                </a:cubicBezTo>
                <a:cubicBezTo>
                  <a:pt x="378126" y="117036"/>
                  <a:pt x="379281" y="115421"/>
                  <a:pt x="379946" y="113592"/>
                </a:cubicBezTo>
                <a:cubicBezTo>
                  <a:pt x="381029" y="110615"/>
                  <a:pt x="381687" y="107500"/>
                  <a:pt x="382557" y="104453"/>
                </a:cubicBezTo>
                <a:cubicBezTo>
                  <a:pt x="382992" y="100972"/>
                  <a:pt x="383999" y="97513"/>
                  <a:pt x="383864" y="94008"/>
                </a:cubicBezTo>
                <a:cubicBezTo>
                  <a:pt x="383674" y="89084"/>
                  <a:pt x="382048" y="72383"/>
                  <a:pt x="379946" y="63976"/>
                </a:cubicBezTo>
                <a:cubicBezTo>
                  <a:pt x="379178" y="60903"/>
                  <a:pt x="378151" y="57898"/>
                  <a:pt x="377336" y="54837"/>
                </a:cubicBezTo>
                <a:cubicBezTo>
                  <a:pt x="376411" y="51370"/>
                  <a:pt x="375919" y="47777"/>
                  <a:pt x="374724" y="44392"/>
                </a:cubicBezTo>
                <a:cubicBezTo>
                  <a:pt x="373298" y="40351"/>
                  <a:pt x="371243" y="36558"/>
                  <a:pt x="369502" y="32640"/>
                </a:cubicBezTo>
                <a:cubicBezTo>
                  <a:pt x="366638" y="18329"/>
                  <a:pt x="370219" y="33251"/>
                  <a:pt x="365584" y="20891"/>
                </a:cubicBezTo>
                <a:cubicBezTo>
                  <a:pt x="362594" y="12917"/>
                  <a:pt x="366889" y="16645"/>
                  <a:pt x="359056" y="7834"/>
                </a:cubicBezTo>
                <a:cubicBezTo>
                  <a:pt x="355037" y="3312"/>
                  <a:pt x="348863" y="1824"/>
                  <a:pt x="343388" y="0"/>
                </a:cubicBezTo>
                <a:cubicBezTo>
                  <a:pt x="342518" y="1305"/>
                  <a:pt x="340933" y="2355"/>
                  <a:pt x="340777" y="3917"/>
                </a:cubicBezTo>
                <a:cubicBezTo>
                  <a:pt x="340315" y="8534"/>
                  <a:pt x="341987" y="12768"/>
                  <a:pt x="343388" y="16973"/>
                </a:cubicBezTo>
                <a:cubicBezTo>
                  <a:pt x="342953" y="26112"/>
                  <a:pt x="342758" y="35267"/>
                  <a:pt x="342082" y="44392"/>
                </a:cubicBezTo>
                <a:cubicBezTo>
                  <a:pt x="341887" y="47033"/>
                  <a:pt x="341707" y="49748"/>
                  <a:pt x="340777" y="52226"/>
                </a:cubicBezTo>
                <a:cubicBezTo>
                  <a:pt x="328417" y="85184"/>
                  <a:pt x="338602" y="55270"/>
                  <a:pt x="331637" y="69200"/>
                </a:cubicBezTo>
                <a:cubicBezTo>
                  <a:pt x="330155" y="72165"/>
                  <a:pt x="329122" y="75336"/>
                  <a:pt x="327720" y="78339"/>
                </a:cubicBezTo>
                <a:cubicBezTo>
                  <a:pt x="316431" y="102531"/>
                  <a:pt x="326820" y="80570"/>
                  <a:pt x="319886" y="92701"/>
                </a:cubicBezTo>
                <a:cubicBezTo>
                  <a:pt x="317770" y="96406"/>
                  <a:pt x="317389" y="98661"/>
                  <a:pt x="314663" y="101842"/>
                </a:cubicBezTo>
                <a:cubicBezTo>
                  <a:pt x="308135" y="109458"/>
                  <a:pt x="306171" y="108592"/>
                  <a:pt x="296385" y="116203"/>
                </a:cubicBezTo>
                <a:cubicBezTo>
                  <a:pt x="292733" y="119044"/>
                  <a:pt x="289103" y="121967"/>
                  <a:pt x="285939" y="125344"/>
                </a:cubicBezTo>
                <a:cubicBezTo>
                  <a:pt x="282545" y="128962"/>
                  <a:pt x="280005" y="133305"/>
                  <a:pt x="276799" y="137093"/>
                </a:cubicBezTo>
                <a:cubicBezTo>
                  <a:pt x="275209" y="138973"/>
                  <a:pt x="273153" y="140425"/>
                  <a:pt x="271577" y="142317"/>
                </a:cubicBezTo>
                <a:cubicBezTo>
                  <a:pt x="268790" y="145660"/>
                  <a:pt x="266462" y="149363"/>
                  <a:pt x="263743" y="152762"/>
                </a:cubicBezTo>
                <a:cubicBezTo>
                  <a:pt x="261236" y="155895"/>
                  <a:pt x="259104" y="159473"/>
                  <a:pt x="255909" y="161901"/>
                </a:cubicBezTo>
                <a:cubicBezTo>
                  <a:pt x="248123" y="167819"/>
                  <a:pt x="238018" y="170655"/>
                  <a:pt x="231101" y="177570"/>
                </a:cubicBezTo>
                <a:cubicBezTo>
                  <a:pt x="227620" y="181051"/>
                  <a:pt x="223808" y="184232"/>
                  <a:pt x="220656" y="188014"/>
                </a:cubicBezTo>
                <a:cubicBezTo>
                  <a:pt x="217255" y="192096"/>
                  <a:pt x="215767" y="197883"/>
                  <a:pt x="211517" y="201071"/>
                </a:cubicBezTo>
                <a:cubicBezTo>
                  <a:pt x="209776" y="202376"/>
                  <a:pt x="207965" y="203595"/>
                  <a:pt x="206294" y="204989"/>
                </a:cubicBezTo>
                <a:cubicBezTo>
                  <a:pt x="202740" y="207950"/>
                  <a:pt x="199667" y="211515"/>
                  <a:pt x="195848" y="214128"/>
                </a:cubicBezTo>
                <a:cubicBezTo>
                  <a:pt x="191348" y="217208"/>
                  <a:pt x="186123" y="219091"/>
                  <a:pt x="181486" y="221962"/>
                </a:cubicBezTo>
                <a:cubicBezTo>
                  <a:pt x="175164" y="225876"/>
                  <a:pt x="164894" y="233330"/>
                  <a:pt x="159290" y="238935"/>
                </a:cubicBezTo>
                <a:cubicBezTo>
                  <a:pt x="148806" y="249419"/>
                  <a:pt x="159317" y="241515"/>
                  <a:pt x="148845" y="254602"/>
                </a:cubicBezTo>
                <a:cubicBezTo>
                  <a:pt x="141944" y="263230"/>
                  <a:pt x="137200" y="266377"/>
                  <a:pt x="127954" y="271578"/>
                </a:cubicBezTo>
                <a:cubicBezTo>
                  <a:pt x="123276" y="274208"/>
                  <a:pt x="113652" y="278735"/>
                  <a:pt x="108369" y="280717"/>
                </a:cubicBezTo>
                <a:cubicBezTo>
                  <a:pt x="104503" y="282166"/>
                  <a:pt x="100535" y="283327"/>
                  <a:pt x="96619" y="284634"/>
                </a:cubicBezTo>
                <a:cubicBezTo>
                  <a:pt x="94007" y="285502"/>
                  <a:pt x="91500" y="286791"/>
                  <a:pt x="88785" y="287245"/>
                </a:cubicBezTo>
                <a:cubicBezTo>
                  <a:pt x="83134" y="288186"/>
                  <a:pt x="79882" y="288642"/>
                  <a:pt x="74422" y="289856"/>
                </a:cubicBezTo>
                <a:cubicBezTo>
                  <a:pt x="72671" y="290244"/>
                  <a:pt x="70926" y="290668"/>
                  <a:pt x="69200" y="291162"/>
                </a:cubicBezTo>
                <a:cubicBezTo>
                  <a:pt x="67877" y="291540"/>
                  <a:pt x="66633" y="292196"/>
                  <a:pt x="65283" y="292466"/>
                </a:cubicBezTo>
                <a:cubicBezTo>
                  <a:pt x="62265" y="293070"/>
                  <a:pt x="59184" y="293305"/>
                  <a:pt x="56143" y="293773"/>
                </a:cubicBezTo>
                <a:cubicBezTo>
                  <a:pt x="53527" y="294176"/>
                  <a:pt x="50921" y="294643"/>
                  <a:pt x="48309" y="295079"/>
                </a:cubicBezTo>
                <a:cubicBezTo>
                  <a:pt x="45931" y="296269"/>
                  <a:pt x="37285" y="300051"/>
                  <a:pt x="33947" y="302912"/>
                </a:cubicBezTo>
                <a:cubicBezTo>
                  <a:pt x="32078" y="304515"/>
                  <a:pt x="30667" y="306623"/>
                  <a:pt x="28725" y="308135"/>
                </a:cubicBezTo>
                <a:cubicBezTo>
                  <a:pt x="21763" y="313549"/>
                  <a:pt x="24199" y="310821"/>
                  <a:pt x="18280" y="313359"/>
                </a:cubicBezTo>
                <a:cubicBezTo>
                  <a:pt x="16491" y="314124"/>
                  <a:pt x="14836" y="315178"/>
                  <a:pt x="13057" y="315970"/>
                </a:cubicBezTo>
                <a:cubicBezTo>
                  <a:pt x="10915" y="316922"/>
                  <a:pt x="8704" y="317710"/>
                  <a:pt x="6528" y="318581"/>
                </a:cubicBezTo>
                <a:cubicBezTo>
                  <a:pt x="543" y="327559"/>
                  <a:pt x="2299" y="323436"/>
                  <a:pt x="0" y="330332"/>
                </a:cubicBezTo>
                <a:cubicBezTo>
                  <a:pt x="259" y="331886"/>
                  <a:pt x="1574" y="341053"/>
                  <a:pt x="2611" y="343388"/>
                </a:cubicBezTo>
                <a:cubicBezTo>
                  <a:pt x="6106" y="351251"/>
                  <a:pt x="7811" y="350082"/>
                  <a:pt x="13057" y="357749"/>
                </a:cubicBezTo>
                <a:cubicBezTo>
                  <a:pt x="16808" y="363232"/>
                  <a:pt x="19981" y="369091"/>
                  <a:pt x="23501" y="374724"/>
                </a:cubicBezTo>
                <a:cubicBezTo>
                  <a:pt x="24333" y="376053"/>
                  <a:pt x="25133" y="377415"/>
                  <a:pt x="26113" y="378641"/>
                </a:cubicBezTo>
                <a:cubicBezTo>
                  <a:pt x="27854" y="380816"/>
                  <a:pt x="29365" y="383199"/>
                  <a:pt x="31336" y="385170"/>
                </a:cubicBezTo>
                <a:cubicBezTo>
                  <a:pt x="32446" y="386279"/>
                  <a:pt x="34143" y="386669"/>
                  <a:pt x="35253" y="387780"/>
                </a:cubicBezTo>
                <a:cubicBezTo>
                  <a:pt x="37656" y="390184"/>
                  <a:pt x="39484" y="393109"/>
                  <a:pt x="41781" y="395615"/>
                </a:cubicBezTo>
                <a:cubicBezTo>
                  <a:pt x="49290" y="403805"/>
                  <a:pt x="65200" y="417761"/>
                  <a:pt x="71812" y="421727"/>
                </a:cubicBezTo>
                <a:cubicBezTo>
                  <a:pt x="73988" y="423033"/>
                  <a:pt x="76121" y="424411"/>
                  <a:pt x="78340" y="425644"/>
                </a:cubicBezTo>
                <a:cubicBezTo>
                  <a:pt x="80041" y="426590"/>
                  <a:pt x="81912" y="427225"/>
                  <a:pt x="83562" y="428255"/>
                </a:cubicBezTo>
                <a:cubicBezTo>
                  <a:pt x="85408" y="429408"/>
                  <a:pt x="86949" y="431004"/>
                  <a:pt x="88785" y="432172"/>
                </a:cubicBezTo>
                <a:cubicBezTo>
                  <a:pt x="91746" y="434056"/>
                  <a:pt x="94936" y="435556"/>
                  <a:pt x="97924" y="437394"/>
                </a:cubicBezTo>
                <a:cubicBezTo>
                  <a:pt x="100598" y="439039"/>
                  <a:pt x="103068" y="441003"/>
                  <a:pt x="105759" y="442618"/>
                </a:cubicBezTo>
                <a:cubicBezTo>
                  <a:pt x="109965" y="445141"/>
                  <a:pt x="112922" y="445874"/>
                  <a:pt x="117510" y="447840"/>
                </a:cubicBezTo>
                <a:cubicBezTo>
                  <a:pt x="124621" y="450888"/>
                  <a:pt x="132871" y="454558"/>
                  <a:pt x="139706" y="458287"/>
                </a:cubicBezTo>
                <a:cubicBezTo>
                  <a:pt x="141083" y="459037"/>
                  <a:pt x="142317" y="460027"/>
                  <a:pt x="143622" y="460897"/>
                </a:cubicBezTo>
                <a:cubicBezTo>
                  <a:pt x="145799" y="464379"/>
                  <a:pt x="147522" y="468188"/>
                  <a:pt x="150150" y="471343"/>
                </a:cubicBezTo>
                <a:cubicBezTo>
                  <a:pt x="151935" y="473483"/>
                  <a:pt x="154709" y="474594"/>
                  <a:pt x="156679" y="476565"/>
                </a:cubicBezTo>
                <a:cubicBezTo>
                  <a:pt x="157789" y="477674"/>
                  <a:pt x="158084" y="479477"/>
                  <a:pt x="159290" y="480482"/>
                </a:cubicBezTo>
                <a:cubicBezTo>
                  <a:pt x="163371" y="483883"/>
                  <a:pt x="167969" y="486612"/>
                  <a:pt x="172347" y="489622"/>
                </a:cubicBezTo>
                <a:cubicBezTo>
                  <a:pt x="179926" y="494832"/>
                  <a:pt x="179403" y="494377"/>
                  <a:pt x="186709" y="498761"/>
                </a:cubicBezTo>
                <a:cubicBezTo>
                  <a:pt x="188015" y="500502"/>
                  <a:pt x="189530" y="502103"/>
                  <a:pt x="190627" y="503983"/>
                </a:cubicBezTo>
                <a:cubicBezTo>
                  <a:pt x="192588" y="507346"/>
                  <a:pt x="195848" y="514428"/>
                  <a:pt x="195848" y="514428"/>
                </a:cubicBezTo>
                <a:cubicBezTo>
                  <a:pt x="196284" y="516605"/>
                  <a:pt x="196673" y="518790"/>
                  <a:pt x="197155" y="520957"/>
                </a:cubicBezTo>
                <a:cubicBezTo>
                  <a:pt x="197544" y="522709"/>
                  <a:pt x="198460" y="524385"/>
                  <a:pt x="198460" y="526180"/>
                </a:cubicBezTo>
                <a:cubicBezTo>
                  <a:pt x="198460" y="529689"/>
                  <a:pt x="198163" y="533265"/>
                  <a:pt x="197155" y="536625"/>
                </a:cubicBezTo>
                <a:cubicBezTo>
                  <a:pt x="196801" y="537804"/>
                  <a:pt x="195413" y="538366"/>
                  <a:pt x="194543" y="5392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sp>
        <p:nvSpPr>
          <p:cNvPr id="20" name="pdf-path-249">
            <a:extLst xmlns:a="http://schemas.openxmlformats.org/drawingml/2006/main">
              <a:ext uri="{FF2B5EF4-FFF2-40B4-BE49-F238E27FC236}">
                <a16:creationId xmlns:a16="http://schemas.microsoft.com/office/drawing/2014/main" id="{DDDAE8B4-0A94-477D-918F-38B18D46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984" y="808534"/>
            <a:ext cx="657309" cy="211337"/>
          </a:xfrm>
          <a:custGeom xmlns:a="http://schemas.openxmlformats.org/drawingml/2006/main">
            <a:pathLst>
              <a:path w="657309" h="211337">
                <a:moveTo>
                  <a:pt x="0" y="211337"/>
                </a:moveTo>
                <a:cubicBezTo>
                  <a:pt x="19414" y="207455"/>
                  <a:pt x="39036" y="204493"/>
                  <a:pt x="58243" y="199690"/>
                </a:cubicBezTo>
                <a:cubicBezTo>
                  <a:pt x="68303" y="197173"/>
                  <a:pt x="62728" y="198748"/>
                  <a:pt x="74883" y="194697"/>
                </a:cubicBezTo>
                <a:lnTo>
                  <a:pt x="79876" y="193033"/>
                </a:lnTo>
                <a:lnTo>
                  <a:pt x="84868" y="191369"/>
                </a:lnTo>
                <a:cubicBezTo>
                  <a:pt x="87086" y="189705"/>
                  <a:pt x="89116" y="187752"/>
                  <a:pt x="91524" y="186376"/>
                </a:cubicBezTo>
                <a:cubicBezTo>
                  <a:pt x="102388" y="180169"/>
                  <a:pt x="89972" y="190813"/>
                  <a:pt x="103173" y="181384"/>
                </a:cubicBezTo>
                <a:cubicBezTo>
                  <a:pt x="115954" y="172254"/>
                  <a:pt x="97776" y="179923"/>
                  <a:pt x="118150" y="169736"/>
                </a:cubicBezTo>
                <a:cubicBezTo>
                  <a:pt x="121287" y="168166"/>
                  <a:pt x="124877" y="167711"/>
                  <a:pt x="128134" y="166408"/>
                </a:cubicBezTo>
                <a:cubicBezTo>
                  <a:pt x="130437" y="165487"/>
                  <a:pt x="132523" y="164086"/>
                  <a:pt x="134790" y="163080"/>
                </a:cubicBezTo>
                <a:cubicBezTo>
                  <a:pt x="137520" y="161866"/>
                  <a:pt x="140381" y="160965"/>
                  <a:pt x="143111" y="159751"/>
                </a:cubicBezTo>
                <a:cubicBezTo>
                  <a:pt x="145378" y="158744"/>
                  <a:pt x="147613" y="157654"/>
                  <a:pt x="149767" y="156423"/>
                </a:cubicBezTo>
                <a:cubicBezTo>
                  <a:pt x="151503" y="155431"/>
                  <a:pt x="152921" y="153884"/>
                  <a:pt x="154759" y="153095"/>
                </a:cubicBezTo>
                <a:cubicBezTo>
                  <a:pt x="156861" y="152195"/>
                  <a:pt x="159275" y="152234"/>
                  <a:pt x="161416" y="151431"/>
                </a:cubicBezTo>
                <a:cubicBezTo>
                  <a:pt x="173490" y="146902"/>
                  <a:pt x="162492" y="148367"/>
                  <a:pt x="178056" y="144774"/>
                </a:cubicBezTo>
                <a:cubicBezTo>
                  <a:pt x="181877" y="143894"/>
                  <a:pt x="185822" y="143665"/>
                  <a:pt x="189705" y="143110"/>
                </a:cubicBezTo>
                <a:cubicBezTo>
                  <a:pt x="191369" y="142556"/>
                  <a:pt x="192995" y="141872"/>
                  <a:pt x="194697" y="141447"/>
                </a:cubicBezTo>
                <a:cubicBezTo>
                  <a:pt x="197441" y="140759"/>
                  <a:pt x="200334" y="140676"/>
                  <a:pt x="203017" y="139783"/>
                </a:cubicBezTo>
                <a:cubicBezTo>
                  <a:pt x="205371" y="138998"/>
                  <a:pt x="207407" y="137461"/>
                  <a:pt x="209674" y="136455"/>
                </a:cubicBezTo>
                <a:cubicBezTo>
                  <a:pt x="225295" y="129514"/>
                  <a:pt x="211133" y="135968"/>
                  <a:pt x="224650" y="131462"/>
                </a:cubicBezTo>
                <a:cubicBezTo>
                  <a:pt x="245794" y="124414"/>
                  <a:pt x="216650" y="132590"/>
                  <a:pt x="246284" y="121477"/>
                </a:cubicBezTo>
                <a:cubicBezTo>
                  <a:pt x="250566" y="119871"/>
                  <a:pt x="255198" y="119407"/>
                  <a:pt x="259596" y="118149"/>
                </a:cubicBezTo>
                <a:cubicBezTo>
                  <a:pt x="262969" y="117186"/>
                  <a:pt x="266196" y="115744"/>
                  <a:pt x="269580" y="114821"/>
                </a:cubicBezTo>
                <a:cubicBezTo>
                  <a:pt x="291664" y="108799"/>
                  <a:pt x="267749" y="116541"/>
                  <a:pt x="282892" y="111494"/>
                </a:cubicBezTo>
                <a:cubicBezTo>
                  <a:pt x="285666" y="108164"/>
                  <a:pt x="288149" y="104572"/>
                  <a:pt x="291213" y="101509"/>
                </a:cubicBezTo>
                <a:cubicBezTo>
                  <a:pt x="293374" y="99348"/>
                  <a:pt x="306662" y="90511"/>
                  <a:pt x="307854" y="89860"/>
                </a:cubicBezTo>
                <a:cubicBezTo>
                  <a:pt x="315419" y="85734"/>
                  <a:pt x="316448" y="86880"/>
                  <a:pt x="324495" y="84867"/>
                </a:cubicBezTo>
                <a:cubicBezTo>
                  <a:pt x="328412" y="83888"/>
                  <a:pt x="332295" y="82764"/>
                  <a:pt x="336143" y="81539"/>
                </a:cubicBezTo>
                <a:cubicBezTo>
                  <a:pt x="347844" y="77817"/>
                  <a:pt x="359440" y="73775"/>
                  <a:pt x="371089" y="69892"/>
                </a:cubicBezTo>
                <a:lnTo>
                  <a:pt x="381073" y="66563"/>
                </a:lnTo>
                <a:cubicBezTo>
                  <a:pt x="382737" y="66008"/>
                  <a:pt x="384345" y="65243"/>
                  <a:pt x="386065" y="64899"/>
                </a:cubicBezTo>
                <a:lnTo>
                  <a:pt x="402706" y="61571"/>
                </a:lnTo>
                <a:cubicBezTo>
                  <a:pt x="406589" y="59907"/>
                  <a:pt x="410376" y="57999"/>
                  <a:pt x="414355" y="56578"/>
                </a:cubicBezTo>
                <a:cubicBezTo>
                  <a:pt x="423660" y="53255"/>
                  <a:pt x="426688" y="53137"/>
                  <a:pt x="435988" y="51586"/>
                </a:cubicBezTo>
                <a:cubicBezTo>
                  <a:pt x="437652" y="50477"/>
                  <a:pt x="439141" y="49047"/>
                  <a:pt x="440980" y="48259"/>
                </a:cubicBezTo>
                <a:cubicBezTo>
                  <a:pt x="443082" y="47357"/>
                  <a:pt x="445467" y="47317"/>
                  <a:pt x="447636" y="46595"/>
                </a:cubicBezTo>
                <a:cubicBezTo>
                  <a:pt x="453795" y="44540"/>
                  <a:pt x="460020" y="42603"/>
                  <a:pt x="465941" y="39938"/>
                </a:cubicBezTo>
                <a:cubicBezTo>
                  <a:pt x="510990" y="19666"/>
                  <a:pt x="456154" y="41192"/>
                  <a:pt x="492566" y="26625"/>
                </a:cubicBezTo>
                <a:cubicBezTo>
                  <a:pt x="498906" y="24089"/>
                  <a:pt x="497992" y="25268"/>
                  <a:pt x="505879" y="23297"/>
                </a:cubicBezTo>
                <a:cubicBezTo>
                  <a:pt x="509796" y="22317"/>
                  <a:pt x="513696" y="21246"/>
                  <a:pt x="517527" y="19970"/>
                </a:cubicBezTo>
                <a:cubicBezTo>
                  <a:pt x="520361" y="19024"/>
                  <a:pt x="522913" y="17200"/>
                  <a:pt x="525847" y="16640"/>
                </a:cubicBezTo>
                <a:cubicBezTo>
                  <a:pt x="534633" y="14968"/>
                  <a:pt x="552473" y="13313"/>
                  <a:pt x="552473" y="13313"/>
                </a:cubicBezTo>
                <a:cubicBezTo>
                  <a:pt x="554137" y="12758"/>
                  <a:pt x="555764" y="12074"/>
                  <a:pt x="557465" y="11649"/>
                </a:cubicBezTo>
                <a:cubicBezTo>
                  <a:pt x="560209" y="10963"/>
                  <a:pt x="563076" y="10798"/>
                  <a:pt x="565785" y="9985"/>
                </a:cubicBezTo>
                <a:cubicBezTo>
                  <a:pt x="568646" y="9127"/>
                  <a:pt x="571224" y="7442"/>
                  <a:pt x="574106" y="6657"/>
                </a:cubicBezTo>
                <a:cubicBezTo>
                  <a:pt x="579641" y="5147"/>
                  <a:pt x="594736" y="3907"/>
                  <a:pt x="599067" y="3329"/>
                </a:cubicBezTo>
                <a:cubicBezTo>
                  <a:pt x="602411" y="2883"/>
                  <a:pt x="605717" y="2178"/>
                  <a:pt x="609051" y="1664"/>
                </a:cubicBezTo>
                <a:cubicBezTo>
                  <a:pt x="612928" y="1069"/>
                  <a:pt x="616817" y="555"/>
                  <a:pt x="620700" y="0"/>
                </a:cubicBezTo>
                <a:cubicBezTo>
                  <a:pt x="630951" y="3418"/>
                  <a:pt x="620517" y="270"/>
                  <a:pt x="637340" y="3329"/>
                </a:cubicBezTo>
                <a:cubicBezTo>
                  <a:pt x="639591" y="3738"/>
                  <a:pt x="641779" y="4439"/>
                  <a:pt x="643997" y="4993"/>
                </a:cubicBezTo>
                <a:cubicBezTo>
                  <a:pt x="652805" y="2791"/>
                  <a:pt x="648366" y="3329"/>
                  <a:pt x="657309" y="33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145">
            <a:solidFill>
              <a:srgbClr val="41719C"/>
            </a:solidFill>
            <a:prstDash val="solid"/>
          </a:ln>
        </p:spPr>
      </p:sp>
      <p:sp>
        <p:nvSpPr>
          <p:cNvPr id="21" name="pdf-path-250">
            <a:extLst xmlns:a="http://schemas.openxmlformats.org/drawingml/2006/main">
              <a:ext uri="{FF2B5EF4-FFF2-40B4-BE49-F238E27FC236}">
                <a16:creationId xmlns:a16="http://schemas.microsoft.com/office/drawing/2014/main" id="{BFC1A2E2-8FF4-4328-BF40-A7F4DA8F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616" y="898395"/>
            <a:ext cx="655644" cy="120164"/>
          </a:xfrm>
          <a:custGeom xmlns:a="http://schemas.openxmlformats.org/drawingml/2006/main">
            <a:pathLst>
              <a:path w="655644" h="120164">
                <a:moveTo>
                  <a:pt x="0" y="118149"/>
                </a:moveTo>
                <a:cubicBezTo>
                  <a:pt x="16086" y="118704"/>
                  <a:pt x="32166" y="120164"/>
                  <a:pt x="48258" y="119813"/>
                </a:cubicBezTo>
                <a:cubicBezTo>
                  <a:pt x="75746" y="119217"/>
                  <a:pt x="68312" y="117434"/>
                  <a:pt x="84868" y="114821"/>
                </a:cubicBezTo>
                <a:cubicBezTo>
                  <a:pt x="92616" y="113597"/>
                  <a:pt x="100399" y="112603"/>
                  <a:pt x="108164" y="111494"/>
                </a:cubicBezTo>
                <a:cubicBezTo>
                  <a:pt x="135317" y="102442"/>
                  <a:pt x="101256" y="113219"/>
                  <a:pt x="128133" y="106500"/>
                </a:cubicBezTo>
                <a:cubicBezTo>
                  <a:pt x="131537" y="105649"/>
                  <a:pt x="134880" y="104521"/>
                  <a:pt x="138118" y="103173"/>
                </a:cubicBezTo>
                <a:cubicBezTo>
                  <a:pt x="141553" y="101741"/>
                  <a:pt x="144492" y="99083"/>
                  <a:pt x="148102" y="98179"/>
                </a:cubicBezTo>
                <a:cubicBezTo>
                  <a:pt x="153510" y="96828"/>
                  <a:pt x="159196" y="97070"/>
                  <a:pt x="164743" y="96516"/>
                </a:cubicBezTo>
                <a:cubicBezTo>
                  <a:pt x="166962" y="95961"/>
                  <a:pt x="169200" y="95480"/>
                  <a:pt x="171399" y="94852"/>
                </a:cubicBezTo>
                <a:cubicBezTo>
                  <a:pt x="173086" y="94370"/>
                  <a:pt x="174661" y="93476"/>
                  <a:pt x="176391" y="93188"/>
                </a:cubicBezTo>
                <a:cubicBezTo>
                  <a:pt x="181346" y="92363"/>
                  <a:pt x="186376" y="92079"/>
                  <a:pt x="191368" y="91524"/>
                </a:cubicBezTo>
                <a:cubicBezTo>
                  <a:pt x="194141" y="88196"/>
                  <a:pt x="196625" y="84604"/>
                  <a:pt x="199689" y="81539"/>
                </a:cubicBezTo>
                <a:cubicBezTo>
                  <a:pt x="205015" y="76215"/>
                  <a:pt x="222092" y="72196"/>
                  <a:pt x="224650" y="71556"/>
                </a:cubicBezTo>
                <a:cubicBezTo>
                  <a:pt x="242835" y="67008"/>
                  <a:pt x="233416" y="68732"/>
                  <a:pt x="252939" y="66563"/>
                </a:cubicBezTo>
                <a:cubicBezTo>
                  <a:pt x="256822" y="65454"/>
                  <a:pt x="260670" y="64214"/>
                  <a:pt x="264588" y="63235"/>
                </a:cubicBezTo>
                <a:cubicBezTo>
                  <a:pt x="267332" y="62550"/>
                  <a:pt x="270125" y="62077"/>
                  <a:pt x="272908" y="61569"/>
                </a:cubicBezTo>
                <a:cubicBezTo>
                  <a:pt x="283457" y="59651"/>
                  <a:pt x="284643" y="59688"/>
                  <a:pt x="296205" y="58242"/>
                </a:cubicBezTo>
                <a:cubicBezTo>
                  <a:pt x="308962" y="58796"/>
                  <a:pt x="321739" y="59028"/>
                  <a:pt x="334478" y="59906"/>
                </a:cubicBezTo>
                <a:cubicBezTo>
                  <a:pt x="350120" y="60985"/>
                  <a:pt x="343890" y="64119"/>
                  <a:pt x="364432" y="68227"/>
                </a:cubicBezTo>
                <a:cubicBezTo>
                  <a:pt x="367205" y="68781"/>
                  <a:pt x="369952" y="69491"/>
                  <a:pt x="372752" y="69891"/>
                </a:cubicBezTo>
                <a:cubicBezTo>
                  <a:pt x="377724" y="70602"/>
                  <a:pt x="382745" y="70932"/>
                  <a:pt x="387729" y="71556"/>
                </a:cubicBezTo>
                <a:cubicBezTo>
                  <a:pt x="391621" y="72041"/>
                  <a:pt x="395495" y="72665"/>
                  <a:pt x="399377" y="73220"/>
                </a:cubicBezTo>
                <a:cubicBezTo>
                  <a:pt x="418417" y="70046"/>
                  <a:pt x="399903" y="72946"/>
                  <a:pt x="424339" y="69891"/>
                </a:cubicBezTo>
                <a:cubicBezTo>
                  <a:pt x="428231" y="69404"/>
                  <a:pt x="432092" y="68685"/>
                  <a:pt x="435987" y="68227"/>
                </a:cubicBezTo>
                <a:cubicBezTo>
                  <a:pt x="441524" y="67576"/>
                  <a:pt x="447087" y="67178"/>
                  <a:pt x="452628" y="66563"/>
                </a:cubicBezTo>
                <a:cubicBezTo>
                  <a:pt x="457073" y="66069"/>
                  <a:pt x="461503" y="65454"/>
                  <a:pt x="465940" y="64899"/>
                </a:cubicBezTo>
                <a:cubicBezTo>
                  <a:pt x="470378" y="63790"/>
                  <a:pt x="474855" y="62827"/>
                  <a:pt x="479253" y="61569"/>
                </a:cubicBezTo>
                <a:cubicBezTo>
                  <a:pt x="482627" y="60607"/>
                  <a:pt x="485910" y="59351"/>
                  <a:pt x="489238" y="58242"/>
                </a:cubicBezTo>
                <a:cubicBezTo>
                  <a:pt x="494753" y="56404"/>
                  <a:pt x="500158" y="54522"/>
                  <a:pt x="505878" y="53250"/>
                </a:cubicBezTo>
                <a:cubicBezTo>
                  <a:pt x="511932" y="51906"/>
                  <a:pt x="518114" y="51199"/>
                  <a:pt x="524183" y="49923"/>
                </a:cubicBezTo>
                <a:cubicBezTo>
                  <a:pt x="528658" y="48979"/>
                  <a:pt x="533010" y="47491"/>
                  <a:pt x="537496" y="46595"/>
                </a:cubicBezTo>
                <a:cubicBezTo>
                  <a:pt x="551563" y="43782"/>
                  <a:pt x="545573" y="46241"/>
                  <a:pt x="557465" y="43265"/>
                </a:cubicBezTo>
                <a:cubicBezTo>
                  <a:pt x="559166" y="42842"/>
                  <a:pt x="560755" y="42027"/>
                  <a:pt x="562457" y="41602"/>
                </a:cubicBezTo>
                <a:cubicBezTo>
                  <a:pt x="565201" y="40916"/>
                  <a:pt x="568048" y="40682"/>
                  <a:pt x="570777" y="39938"/>
                </a:cubicBezTo>
                <a:cubicBezTo>
                  <a:pt x="574161" y="39015"/>
                  <a:pt x="577331" y="37344"/>
                  <a:pt x="580761" y="36610"/>
                </a:cubicBezTo>
                <a:cubicBezTo>
                  <a:pt x="585134" y="35673"/>
                  <a:pt x="589636" y="35501"/>
                  <a:pt x="594074" y="34946"/>
                </a:cubicBezTo>
                <a:lnTo>
                  <a:pt x="605723" y="31617"/>
                </a:lnTo>
                <a:cubicBezTo>
                  <a:pt x="607403" y="31113"/>
                  <a:pt x="609013" y="30378"/>
                  <a:pt x="610714" y="29953"/>
                </a:cubicBezTo>
                <a:cubicBezTo>
                  <a:pt x="613459" y="29267"/>
                  <a:pt x="616261" y="28844"/>
                  <a:pt x="619035" y="28289"/>
                </a:cubicBezTo>
                <a:cubicBezTo>
                  <a:pt x="622815" y="26400"/>
                  <a:pt x="627389" y="24457"/>
                  <a:pt x="630684" y="21634"/>
                </a:cubicBezTo>
                <a:cubicBezTo>
                  <a:pt x="633066" y="19591"/>
                  <a:pt x="635298" y="17359"/>
                  <a:pt x="637340" y="14976"/>
                </a:cubicBezTo>
                <a:cubicBezTo>
                  <a:pt x="638641" y="13459"/>
                  <a:pt x="639388" y="11521"/>
                  <a:pt x="640668" y="9985"/>
                </a:cubicBezTo>
                <a:cubicBezTo>
                  <a:pt x="643299" y="6828"/>
                  <a:pt x="646911" y="3535"/>
                  <a:pt x="650653" y="1664"/>
                </a:cubicBezTo>
                <a:cubicBezTo>
                  <a:pt x="652222" y="879"/>
                  <a:pt x="655644" y="0"/>
                  <a:pt x="65564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145">
            <a:solidFill>
              <a:srgbClr val="41719C"/>
            </a:solidFill>
            <a:prstDash val="solid"/>
          </a:ln>
        </p:spPr>
      </p:sp>
      <p:sp>
        <p:nvSpPr>
          <p:cNvPr id="22" name="pdf-path-251">
            <a:extLst xmlns:a="http://schemas.openxmlformats.org/drawingml/2006/main">
              <a:ext uri="{FF2B5EF4-FFF2-40B4-BE49-F238E27FC236}">
                <a16:creationId xmlns:a16="http://schemas.microsoft.com/office/drawing/2014/main" id="{002E7002-C715-4FCB-9269-0EC4834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639" y="678736"/>
            <a:ext cx="650653" cy="326159"/>
          </a:xfrm>
          <a:custGeom xmlns:a="http://schemas.openxmlformats.org/drawingml/2006/main">
            <a:pathLst>
              <a:path w="650653" h="326159">
                <a:moveTo>
                  <a:pt x="0" y="326159"/>
                </a:moveTo>
                <a:cubicBezTo>
                  <a:pt x="13312" y="317838"/>
                  <a:pt x="26807" y="309801"/>
                  <a:pt x="39938" y="301197"/>
                </a:cubicBezTo>
                <a:cubicBezTo>
                  <a:pt x="42908" y="299251"/>
                  <a:pt x="45303" y="296511"/>
                  <a:pt x="48258" y="294540"/>
                </a:cubicBezTo>
                <a:cubicBezTo>
                  <a:pt x="50322" y="293166"/>
                  <a:pt x="52761" y="292444"/>
                  <a:pt x="54915" y="291212"/>
                </a:cubicBezTo>
                <a:cubicBezTo>
                  <a:pt x="56651" y="290222"/>
                  <a:pt x="58210" y="288945"/>
                  <a:pt x="59907" y="287885"/>
                </a:cubicBezTo>
                <a:cubicBezTo>
                  <a:pt x="62649" y="286170"/>
                  <a:pt x="65595" y="284773"/>
                  <a:pt x="68227" y="282893"/>
                </a:cubicBezTo>
                <a:cubicBezTo>
                  <a:pt x="77074" y="276573"/>
                  <a:pt x="65018" y="282443"/>
                  <a:pt x="76547" y="276236"/>
                </a:cubicBezTo>
                <a:cubicBezTo>
                  <a:pt x="111740" y="257287"/>
                  <a:pt x="75557" y="276899"/>
                  <a:pt x="108165" y="262923"/>
                </a:cubicBezTo>
                <a:cubicBezTo>
                  <a:pt x="115006" y="259992"/>
                  <a:pt x="121477" y="256266"/>
                  <a:pt x="128134" y="252939"/>
                </a:cubicBezTo>
                <a:cubicBezTo>
                  <a:pt x="130353" y="251829"/>
                  <a:pt x="133036" y="251364"/>
                  <a:pt x="134790" y="249611"/>
                </a:cubicBezTo>
                <a:cubicBezTo>
                  <a:pt x="139873" y="244529"/>
                  <a:pt x="136715" y="246984"/>
                  <a:pt x="144774" y="242954"/>
                </a:cubicBezTo>
                <a:cubicBezTo>
                  <a:pt x="148103" y="238517"/>
                  <a:pt x="150704" y="233426"/>
                  <a:pt x="154759" y="229641"/>
                </a:cubicBezTo>
                <a:cubicBezTo>
                  <a:pt x="159145" y="225548"/>
                  <a:pt x="164553" y="222681"/>
                  <a:pt x="169736" y="219658"/>
                </a:cubicBezTo>
                <a:cubicBezTo>
                  <a:pt x="171251" y="218774"/>
                  <a:pt x="173099" y="218645"/>
                  <a:pt x="174728" y="217994"/>
                </a:cubicBezTo>
                <a:cubicBezTo>
                  <a:pt x="180100" y="215846"/>
                  <a:pt x="195324" y="209255"/>
                  <a:pt x="199689" y="206346"/>
                </a:cubicBezTo>
                <a:cubicBezTo>
                  <a:pt x="213522" y="197123"/>
                  <a:pt x="226388" y="190234"/>
                  <a:pt x="242955" y="184712"/>
                </a:cubicBezTo>
                <a:cubicBezTo>
                  <a:pt x="250379" y="182237"/>
                  <a:pt x="250128" y="182474"/>
                  <a:pt x="259596" y="178057"/>
                </a:cubicBezTo>
                <a:cubicBezTo>
                  <a:pt x="264092" y="175958"/>
                  <a:pt x="272908" y="171399"/>
                  <a:pt x="272908" y="171399"/>
                </a:cubicBezTo>
                <a:lnTo>
                  <a:pt x="286220" y="158087"/>
                </a:lnTo>
                <a:cubicBezTo>
                  <a:pt x="289911" y="154395"/>
                  <a:pt x="293176" y="150662"/>
                  <a:pt x="297870" y="148102"/>
                </a:cubicBezTo>
                <a:cubicBezTo>
                  <a:pt x="301578" y="146079"/>
                  <a:pt x="305547" y="144553"/>
                  <a:pt x="309518" y="143110"/>
                </a:cubicBezTo>
                <a:cubicBezTo>
                  <a:pt x="317760" y="140112"/>
                  <a:pt x="326370" y="138129"/>
                  <a:pt x="334479" y="134789"/>
                </a:cubicBezTo>
                <a:lnTo>
                  <a:pt x="362769" y="123141"/>
                </a:lnTo>
                <a:cubicBezTo>
                  <a:pt x="367430" y="121200"/>
                  <a:pt x="388141" y="112076"/>
                  <a:pt x="391058" y="111492"/>
                </a:cubicBezTo>
                <a:lnTo>
                  <a:pt x="399377" y="109828"/>
                </a:lnTo>
                <a:cubicBezTo>
                  <a:pt x="401596" y="108719"/>
                  <a:pt x="403711" y="107371"/>
                  <a:pt x="406034" y="106500"/>
                </a:cubicBezTo>
                <a:cubicBezTo>
                  <a:pt x="408175" y="105698"/>
                  <a:pt x="410484" y="105438"/>
                  <a:pt x="412690" y="104837"/>
                </a:cubicBezTo>
                <a:cubicBezTo>
                  <a:pt x="416586" y="103774"/>
                  <a:pt x="420456" y="102616"/>
                  <a:pt x="424339" y="101507"/>
                </a:cubicBezTo>
                <a:cubicBezTo>
                  <a:pt x="427667" y="97625"/>
                  <a:pt x="430707" y="93476"/>
                  <a:pt x="434323" y="89860"/>
                </a:cubicBezTo>
                <a:cubicBezTo>
                  <a:pt x="435738" y="88446"/>
                  <a:pt x="437579" y="87523"/>
                  <a:pt x="439316" y="86533"/>
                </a:cubicBezTo>
                <a:cubicBezTo>
                  <a:pt x="441470" y="85301"/>
                  <a:pt x="443691" y="84180"/>
                  <a:pt x="445972" y="83203"/>
                </a:cubicBezTo>
                <a:cubicBezTo>
                  <a:pt x="450579" y="81229"/>
                  <a:pt x="461582" y="79003"/>
                  <a:pt x="464276" y="78212"/>
                </a:cubicBezTo>
                <a:cubicBezTo>
                  <a:pt x="469324" y="76726"/>
                  <a:pt x="474231" y="74788"/>
                  <a:pt x="479253" y="73218"/>
                </a:cubicBezTo>
                <a:cubicBezTo>
                  <a:pt x="483107" y="72015"/>
                  <a:pt x="487070" y="71167"/>
                  <a:pt x="490902" y="69891"/>
                </a:cubicBezTo>
                <a:cubicBezTo>
                  <a:pt x="493736" y="68947"/>
                  <a:pt x="496361" y="67421"/>
                  <a:pt x="499222" y="66563"/>
                </a:cubicBezTo>
                <a:cubicBezTo>
                  <a:pt x="515942" y="61547"/>
                  <a:pt x="498707" y="69097"/>
                  <a:pt x="517527" y="61569"/>
                </a:cubicBezTo>
                <a:cubicBezTo>
                  <a:pt x="523098" y="59342"/>
                  <a:pt x="526681" y="57474"/>
                  <a:pt x="532504" y="56578"/>
                </a:cubicBezTo>
                <a:cubicBezTo>
                  <a:pt x="537468" y="55814"/>
                  <a:pt x="542488" y="55469"/>
                  <a:pt x="547480" y="54914"/>
                </a:cubicBezTo>
                <a:cubicBezTo>
                  <a:pt x="549144" y="54359"/>
                  <a:pt x="550763" y="53644"/>
                  <a:pt x="552473" y="53250"/>
                </a:cubicBezTo>
                <a:cubicBezTo>
                  <a:pt x="557984" y="51979"/>
                  <a:pt x="569113" y="49923"/>
                  <a:pt x="569113" y="49923"/>
                </a:cubicBezTo>
                <a:cubicBezTo>
                  <a:pt x="571331" y="48813"/>
                  <a:pt x="573466" y="47516"/>
                  <a:pt x="575770" y="46595"/>
                </a:cubicBezTo>
                <a:cubicBezTo>
                  <a:pt x="579027" y="45290"/>
                  <a:pt x="582616" y="44835"/>
                  <a:pt x="585754" y="43265"/>
                </a:cubicBezTo>
                <a:cubicBezTo>
                  <a:pt x="590997" y="40644"/>
                  <a:pt x="600928" y="35218"/>
                  <a:pt x="607387" y="33281"/>
                </a:cubicBezTo>
                <a:cubicBezTo>
                  <a:pt x="610096" y="32468"/>
                  <a:pt x="612934" y="32171"/>
                  <a:pt x="615707" y="31617"/>
                </a:cubicBezTo>
                <a:cubicBezTo>
                  <a:pt x="616816" y="30507"/>
                  <a:pt x="617632" y="28990"/>
                  <a:pt x="619036" y="28289"/>
                </a:cubicBezTo>
                <a:cubicBezTo>
                  <a:pt x="621081" y="27267"/>
                  <a:pt x="624074" y="28242"/>
                  <a:pt x="625691" y="26625"/>
                </a:cubicBezTo>
                <a:cubicBezTo>
                  <a:pt x="627804" y="24511"/>
                  <a:pt x="627228" y="20694"/>
                  <a:pt x="629020" y="18304"/>
                </a:cubicBezTo>
                <a:cubicBezTo>
                  <a:pt x="632314" y="13913"/>
                  <a:pt x="636099" y="9702"/>
                  <a:pt x="640668" y="6655"/>
                </a:cubicBezTo>
                <a:lnTo>
                  <a:pt x="6506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45">
            <a:solidFill>
              <a:srgbClr val="41719C"/>
            </a:solidFill>
            <a:prstDash val="solid"/>
          </a:ln>
        </p:spPr>
      </p:sp>
      <p:sp>
        <p:nvSpPr>
          <p:cNvPr id="23" name="pdf-path-252">
            <a:extLst xmlns:a="http://schemas.openxmlformats.org/drawingml/2006/main">
              <a:ext uri="{FF2B5EF4-FFF2-40B4-BE49-F238E27FC236}">
                <a16:creationId xmlns:a16="http://schemas.microsoft.com/office/drawing/2014/main" id="{F6F464B3-ED78-4A50-8B10-62F26A73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601" y="329638"/>
            <a:ext cx="1374964" cy="1374964"/>
          </a:xfrm>
          <a:custGeom xmlns:a="http://schemas.openxmlformats.org/drawingml/2006/main">
            <a:pathLst>
              <a:path w="1374964" h="1374964">
                <a:moveTo>
                  <a:pt x="0" y="0"/>
                </a:moveTo>
                <a:lnTo>
                  <a:pt x="1374964" y="0"/>
                </a:lnTo>
                <a:lnTo>
                  <a:pt x="1374964" y="1374964"/>
                </a:lnTo>
                <a:lnTo>
                  <a:pt x="0" y="13749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30">
            <a:solidFill>
              <a:srgbClr val="000000"/>
            </a:solidFill>
            <a:prstDash val="solid"/>
          </a:ln>
        </p:spPr>
      </p:sp>
      <p:sp>
        <p:nvSpPr>
          <p:cNvPr id="24" name="pdf-path-253">
            <a:extLst xmlns:a="http://schemas.openxmlformats.org/drawingml/2006/main">
              <a:ext uri="{FF2B5EF4-FFF2-40B4-BE49-F238E27FC236}">
                <a16:creationId xmlns:a16="http://schemas.microsoft.com/office/drawing/2014/main" id="{0ECA5302-B6E8-4ADB-B3FC-98FF78C1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616" y="407314"/>
            <a:ext cx="390343" cy="611047"/>
          </a:xfrm>
          <a:custGeom xmlns:a="http://schemas.openxmlformats.org/drawingml/2006/main">
            <a:pathLst>
              <a:path w="390343" h="611047">
                <a:moveTo>
                  <a:pt x="0" y="611047"/>
                </a:moveTo>
                <a:cubicBezTo>
                  <a:pt x="11316" y="606260"/>
                  <a:pt x="22822" y="601901"/>
                  <a:pt x="33947" y="596686"/>
                </a:cubicBezTo>
                <a:cubicBezTo>
                  <a:pt x="36789" y="595354"/>
                  <a:pt x="39169" y="593203"/>
                  <a:pt x="41780" y="591463"/>
                </a:cubicBezTo>
                <a:cubicBezTo>
                  <a:pt x="49014" y="586640"/>
                  <a:pt x="51667" y="585245"/>
                  <a:pt x="58754" y="575796"/>
                </a:cubicBezTo>
                <a:lnTo>
                  <a:pt x="66588" y="565350"/>
                </a:lnTo>
                <a:cubicBezTo>
                  <a:pt x="70796" y="559740"/>
                  <a:pt x="70824" y="560078"/>
                  <a:pt x="74422" y="553599"/>
                </a:cubicBezTo>
                <a:cubicBezTo>
                  <a:pt x="75368" y="551897"/>
                  <a:pt x="76242" y="550154"/>
                  <a:pt x="77033" y="548377"/>
                </a:cubicBezTo>
                <a:cubicBezTo>
                  <a:pt x="77986" y="546235"/>
                  <a:pt x="78452" y="543865"/>
                  <a:pt x="79645" y="541849"/>
                </a:cubicBezTo>
                <a:cubicBezTo>
                  <a:pt x="84128" y="534262"/>
                  <a:pt x="90734" y="527833"/>
                  <a:pt x="94007" y="519652"/>
                </a:cubicBezTo>
                <a:lnTo>
                  <a:pt x="99230" y="506596"/>
                </a:lnTo>
                <a:cubicBezTo>
                  <a:pt x="100100" y="499632"/>
                  <a:pt x="100688" y="492627"/>
                  <a:pt x="101841" y="485705"/>
                </a:cubicBezTo>
                <a:cubicBezTo>
                  <a:pt x="103361" y="476582"/>
                  <a:pt x="104612" y="467462"/>
                  <a:pt x="105758" y="458287"/>
                </a:cubicBezTo>
                <a:cubicBezTo>
                  <a:pt x="106194" y="444794"/>
                  <a:pt x="106125" y="431276"/>
                  <a:pt x="107064" y="417810"/>
                </a:cubicBezTo>
                <a:cubicBezTo>
                  <a:pt x="107433" y="412529"/>
                  <a:pt x="108804" y="407365"/>
                  <a:pt x="109675" y="402143"/>
                </a:cubicBezTo>
                <a:cubicBezTo>
                  <a:pt x="110110" y="399530"/>
                  <a:pt x="110521" y="396916"/>
                  <a:pt x="110981" y="394308"/>
                </a:cubicBezTo>
                <a:cubicBezTo>
                  <a:pt x="111601" y="390798"/>
                  <a:pt x="114771" y="372494"/>
                  <a:pt x="116204" y="368196"/>
                </a:cubicBezTo>
                <a:cubicBezTo>
                  <a:pt x="117126" y="365427"/>
                  <a:pt x="118897" y="363013"/>
                  <a:pt x="120120" y="360362"/>
                </a:cubicBezTo>
                <a:cubicBezTo>
                  <a:pt x="121509" y="357353"/>
                  <a:pt x="122368" y="354085"/>
                  <a:pt x="124037" y="351221"/>
                </a:cubicBezTo>
                <a:cubicBezTo>
                  <a:pt x="125442" y="348814"/>
                  <a:pt x="127681" y="346990"/>
                  <a:pt x="129260" y="344693"/>
                </a:cubicBezTo>
                <a:cubicBezTo>
                  <a:pt x="132475" y="340017"/>
                  <a:pt x="135253" y="335053"/>
                  <a:pt x="138400" y="330332"/>
                </a:cubicBezTo>
                <a:cubicBezTo>
                  <a:pt x="146612" y="318014"/>
                  <a:pt x="141931" y="323792"/>
                  <a:pt x="152762" y="315970"/>
                </a:cubicBezTo>
                <a:cubicBezTo>
                  <a:pt x="179279" y="296818"/>
                  <a:pt x="159146" y="308795"/>
                  <a:pt x="174958" y="301607"/>
                </a:cubicBezTo>
                <a:cubicBezTo>
                  <a:pt x="177615" y="300399"/>
                  <a:pt x="180005" y="298560"/>
                  <a:pt x="182792" y="297690"/>
                </a:cubicBezTo>
                <a:cubicBezTo>
                  <a:pt x="187028" y="296366"/>
                  <a:pt x="195849" y="295079"/>
                  <a:pt x="195849" y="295079"/>
                </a:cubicBezTo>
                <a:cubicBezTo>
                  <a:pt x="202377" y="295515"/>
                  <a:pt x="208923" y="295733"/>
                  <a:pt x="215433" y="296384"/>
                </a:cubicBezTo>
                <a:cubicBezTo>
                  <a:pt x="217642" y="296605"/>
                  <a:pt x="219768" y="297353"/>
                  <a:pt x="221961" y="297690"/>
                </a:cubicBezTo>
                <a:cubicBezTo>
                  <a:pt x="225429" y="298224"/>
                  <a:pt x="228945" y="298419"/>
                  <a:pt x="232407" y="298996"/>
                </a:cubicBezTo>
                <a:cubicBezTo>
                  <a:pt x="238976" y="300092"/>
                  <a:pt x="239433" y="301468"/>
                  <a:pt x="246769" y="304218"/>
                </a:cubicBezTo>
                <a:cubicBezTo>
                  <a:pt x="254115" y="306974"/>
                  <a:pt x="261560" y="309461"/>
                  <a:pt x="268965" y="312052"/>
                </a:cubicBezTo>
                <a:cubicBezTo>
                  <a:pt x="270264" y="312508"/>
                  <a:pt x="271533" y="313088"/>
                  <a:pt x="272882" y="313359"/>
                </a:cubicBezTo>
                <a:cubicBezTo>
                  <a:pt x="280760" y="314934"/>
                  <a:pt x="277305" y="313962"/>
                  <a:pt x="283327" y="315970"/>
                </a:cubicBezTo>
                <a:cubicBezTo>
                  <a:pt x="284305" y="315848"/>
                  <a:pt x="296121" y="314794"/>
                  <a:pt x="298995" y="313359"/>
                </a:cubicBezTo>
                <a:cubicBezTo>
                  <a:pt x="300941" y="312384"/>
                  <a:pt x="302407" y="310648"/>
                  <a:pt x="304218" y="309442"/>
                </a:cubicBezTo>
                <a:cubicBezTo>
                  <a:pt x="306329" y="308034"/>
                  <a:pt x="308635" y="306932"/>
                  <a:pt x="310747" y="305524"/>
                </a:cubicBezTo>
                <a:cubicBezTo>
                  <a:pt x="312557" y="304316"/>
                  <a:pt x="314124" y="302760"/>
                  <a:pt x="315969" y="301607"/>
                </a:cubicBezTo>
                <a:cubicBezTo>
                  <a:pt x="317620" y="300576"/>
                  <a:pt x="319608" y="300128"/>
                  <a:pt x="321191" y="298996"/>
                </a:cubicBezTo>
                <a:cubicBezTo>
                  <a:pt x="322694" y="297924"/>
                  <a:pt x="323883" y="296459"/>
                  <a:pt x="325109" y="295079"/>
                </a:cubicBezTo>
                <a:cubicBezTo>
                  <a:pt x="331969" y="287362"/>
                  <a:pt x="340580" y="275891"/>
                  <a:pt x="344694" y="267660"/>
                </a:cubicBezTo>
                <a:cubicBezTo>
                  <a:pt x="345999" y="265050"/>
                  <a:pt x="347425" y="262494"/>
                  <a:pt x="348610" y="259826"/>
                </a:cubicBezTo>
                <a:cubicBezTo>
                  <a:pt x="349170" y="258569"/>
                  <a:pt x="349153" y="257055"/>
                  <a:pt x="349916" y="255909"/>
                </a:cubicBezTo>
                <a:cubicBezTo>
                  <a:pt x="350940" y="254372"/>
                  <a:pt x="352725" y="253469"/>
                  <a:pt x="353833" y="251992"/>
                </a:cubicBezTo>
                <a:cubicBezTo>
                  <a:pt x="355356" y="249961"/>
                  <a:pt x="356306" y="247549"/>
                  <a:pt x="357750" y="245464"/>
                </a:cubicBezTo>
                <a:cubicBezTo>
                  <a:pt x="360227" y="241886"/>
                  <a:pt x="363345" y="238751"/>
                  <a:pt x="365584" y="235018"/>
                </a:cubicBezTo>
                <a:cubicBezTo>
                  <a:pt x="368195" y="230667"/>
                  <a:pt x="371419" y="226627"/>
                  <a:pt x="373418" y="221962"/>
                </a:cubicBezTo>
                <a:cubicBezTo>
                  <a:pt x="374723" y="218915"/>
                  <a:pt x="375797" y="215758"/>
                  <a:pt x="377335" y="212821"/>
                </a:cubicBezTo>
                <a:cubicBezTo>
                  <a:pt x="380590" y="206605"/>
                  <a:pt x="387780" y="194543"/>
                  <a:pt x="387780" y="194543"/>
                </a:cubicBezTo>
                <a:cubicBezTo>
                  <a:pt x="390343" y="184290"/>
                  <a:pt x="389598" y="189611"/>
                  <a:pt x="387780" y="172346"/>
                </a:cubicBezTo>
                <a:cubicBezTo>
                  <a:pt x="387153" y="166380"/>
                  <a:pt x="385986" y="160516"/>
                  <a:pt x="382558" y="155373"/>
                </a:cubicBezTo>
                <a:cubicBezTo>
                  <a:pt x="378865" y="149834"/>
                  <a:pt x="376578" y="149482"/>
                  <a:pt x="372112" y="146234"/>
                </a:cubicBezTo>
                <a:cubicBezTo>
                  <a:pt x="368593" y="143674"/>
                  <a:pt x="364745" y="141476"/>
                  <a:pt x="361667" y="138400"/>
                </a:cubicBezTo>
                <a:cubicBezTo>
                  <a:pt x="360361" y="137095"/>
                  <a:pt x="359227" y="135592"/>
                  <a:pt x="357750" y="134482"/>
                </a:cubicBezTo>
                <a:cubicBezTo>
                  <a:pt x="353984" y="131659"/>
                  <a:pt x="349916" y="129261"/>
                  <a:pt x="345999" y="126650"/>
                </a:cubicBezTo>
                <a:cubicBezTo>
                  <a:pt x="344694" y="125780"/>
                  <a:pt x="343321" y="125000"/>
                  <a:pt x="342082" y="124037"/>
                </a:cubicBezTo>
                <a:cubicBezTo>
                  <a:pt x="338165" y="120990"/>
                  <a:pt x="334938" y="116742"/>
                  <a:pt x="330330" y="114898"/>
                </a:cubicBezTo>
                <a:cubicBezTo>
                  <a:pt x="321247" y="111264"/>
                  <a:pt x="326026" y="113029"/>
                  <a:pt x="315969" y="109675"/>
                </a:cubicBezTo>
                <a:cubicBezTo>
                  <a:pt x="313792" y="107500"/>
                  <a:pt x="311728" y="105206"/>
                  <a:pt x="309441" y="103147"/>
                </a:cubicBezTo>
                <a:cubicBezTo>
                  <a:pt x="291568" y="87063"/>
                  <a:pt x="314758" y="109769"/>
                  <a:pt x="296384" y="91397"/>
                </a:cubicBezTo>
                <a:cubicBezTo>
                  <a:pt x="295513" y="89656"/>
                  <a:pt x="293773" y="88120"/>
                  <a:pt x="293773" y="86173"/>
                </a:cubicBezTo>
                <a:cubicBezTo>
                  <a:pt x="293773" y="82162"/>
                  <a:pt x="295115" y="78229"/>
                  <a:pt x="296384" y="74423"/>
                </a:cubicBezTo>
                <a:cubicBezTo>
                  <a:pt x="296880" y="72934"/>
                  <a:pt x="298015" y="71731"/>
                  <a:pt x="298995" y="70506"/>
                </a:cubicBezTo>
                <a:cubicBezTo>
                  <a:pt x="301502" y="67372"/>
                  <a:pt x="303992" y="64203"/>
                  <a:pt x="306829" y="61365"/>
                </a:cubicBezTo>
                <a:cubicBezTo>
                  <a:pt x="309667" y="58530"/>
                  <a:pt x="313131" y="56369"/>
                  <a:pt x="315969" y="53533"/>
                </a:cubicBezTo>
                <a:cubicBezTo>
                  <a:pt x="318806" y="50695"/>
                  <a:pt x="321053" y="47315"/>
                  <a:pt x="323802" y="44392"/>
                </a:cubicBezTo>
                <a:cubicBezTo>
                  <a:pt x="328021" y="39912"/>
                  <a:pt x="332507" y="35689"/>
                  <a:pt x="336859" y="31336"/>
                </a:cubicBezTo>
                <a:lnTo>
                  <a:pt x="344694" y="23503"/>
                </a:lnTo>
                <a:cubicBezTo>
                  <a:pt x="346435" y="21761"/>
                  <a:pt x="347994" y="19818"/>
                  <a:pt x="349916" y="18280"/>
                </a:cubicBezTo>
                <a:cubicBezTo>
                  <a:pt x="354268" y="14799"/>
                  <a:pt x="357911" y="10170"/>
                  <a:pt x="362973" y="7834"/>
                </a:cubicBezTo>
                <a:lnTo>
                  <a:pt x="3799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25" name="pdf-path-254">
            <a:extLst xmlns:a="http://schemas.openxmlformats.org/drawingml/2006/main">
              <a:ext uri="{FF2B5EF4-FFF2-40B4-BE49-F238E27FC236}">
                <a16:creationId xmlns:a16="http://schemas.microsoft.com/office/drawing/2014/main" id="{82187F0E-BEF5-45C7-BE5F-039A474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842" y="489570"/>
            <a:ext cx="348610" cy="651524"/>
          </a:xfrm>
          <a:custGeom xmlns:a="http://schemas.openxmlformats.org/drawingml/2006/main">
            <a:pathLst>
              <a:path w="348610" h="651524">
                <a:moveTo>
                  <a:pt x="308135" y="531404"/>
                </a:moveTo>
                <a:cubicBezTo>
                  <a:pt x="312487" y="516171"/>
                  <a:pt x="318720" y="501353"/>
                  <a:pt x="321191" y="485705"/>
                </a:cubicBezTo>
                <a:lnTo>
                  <a:pt x="325109" y="460897"/>
                </a:lnTo>
                <a:cubicBezTo>
                  <a:pt x="327041" y="426112"/>
                  <a:pt x="327062" y="437604"/>
                  <a:pt x="325109" y="391698"/>
                </a:cubicBezTo>
                <a:cubicBezTo>
                  <a:pt x="324886" y="386462"/>
                  <a:pt x="324496" y="381224"/>
                  <a:pt x="323803" y="376029"/>
                </a:cubicBezTo>
                <a:cubicBezTo>
                  <a:pt x="323621" y="374665"/>
                  <a:pt x="322807" y="373455"/>
                  <a:pt x="322498" y="372113"/>
                </a:cubicBezTo>
                <a:cubicBezTo>
                  <a:pt x="319098" y="357379"/>
                  <a:pt x="320426" y="358126"/>
                  <a:pt x="315970" y="342082"/>
                </a:cubicBezTo>
                <a:cubicBezTo>
                  <a:pt x="314354" y="336266"/>
                  <a:pt x="308586" y="326792"/>
                  <a:pt x="306829" y="322498"/>
                </a:cubicBezTo>
                <a:cubicBezTo>
                  <a:pt x="304043" y="315687"/>
                  <a:pt x="297413" y="293413"/>
                  <a:pt x="296385" y="287245"/>
                </a:cubicBezTo>
                <a:lnTo>
                  <a:pt x="293773" y="271578"/>
                </a:lnTo>
                <a:cubicBezTo>
                  <a:pt x="294208" y="261131"/>
                  <a:pt x="294306" y="250666"/>
                  <a:pt x="295078" y="240242"/>
                </a:cubicBezTo>
                <a:cubicBezTo>
                  <a:pt x="295180" y="238869"/>
                  <a:pt x="296051" y="237659"/>
                  <a:pt x="296385" y="236325"/>
                </a:cubicBezTo>
                <a:cubicBezTo>
                  <a:pt x="297358" y="232432"/>
                  <a:pt x="297788" y="228399"/>
                  <a:pt x="298995" y="224573"/>
                </a:cubicBezTo>
                <a:cubicBezTo>
                  <a:pt x="310432" y="188357"/>
                  <a:pt x="298952" y="226798"/>
                  <a:pt x="308135" y="204989"/>
                </a:cubicBezTo>
                <a:cubicBezTo>
                  <a:pt x="310647" y="199026"/>
                  <a:pt x="311770" y="192496"/>
                  <a:pt x="314663" y="186709"/>
                </a:cubicBezTo>
                <a:cubicBezTo>
                  <a:pt x="317470" y="181095"/>
                  <a:pt x="321627" y="176264"/>
                  <a:pt x="325109" y="171042"/>
                </a:cubicBezTo>
                <a:lnTo>
                  <a:pt x="332943" y="159290"/>
                </a:lnTo>
                <a:cubicBezTo>
                  <a:pt x="336067" y="154606"/>
                  <a:pt x="336909" y="153687"/>
                  <a:pt x="339471" y="147539"/>
                </a:cubicBezTo>
                <a:cubicBezTo>
                  <a:pt x="343168" y="138668"/>
                  <a:pt x="342392" y="136089"/>
                  <a:pt x="344694" y="125344"/>
                </a:cubicBezTo>
                <a:cubicBezTo>
                  <a:pt x="344982" y="123997"/>
                  <a:pt x="345564" y="122733"/>
                  <a:pt x="345999" y="121426"/>
                </a:cubicBezTo>
                <a:cubicBezTo>
                  <a:pt x="346790" y="115891"/>
                  <a:pt x="348610" y="104073"/>
                  <a:pt x="348610" y="99229"/>
                </a:cubicBezTo>
                <a:cubicBezTo>
                  <a:pt x="348610" y="90950"/>
                  <a:pt x="347895" y="82683"/>
                  <a:pt x="347305" y="74423"/>
                </a:cubicBezTo>
                <a:cubicBezTo>
                  <a:pt x="346726" y="66317"/>
                  <a:pt x="345431" y="55676"/>
                  <a:pt x="342082" y="48309"/>
                </a:cubicBezTo>
                <a:cubicBezTo>
                  <a:pt x="339734" y="43143"/>
                  <a:pt x="336259" y="38553"/>
                  <a:pt x="332943" y="33947"/>
                </a:cubicBezTo>
                <a:cubicBezTo>
                  <a:pt x="325178" y="23163"/>
                  <a:pt x="314747" y="7529"/>
                  <a:pt x="300301" y="3917"/>
                </a:cubicBezTo>
                <a:cubicBezTo>
                  <a:pt x="286452" y="455"/>
                  <a:pt x="293417" y="1751"/>
                  <a:pt x="279411" y="0"/>
                </a:cubicBezTo>
                <a:cubicBezTo>
                  <a:pt x="272513" y="689"/>
                  <a:pt x="262613" y="1045"/>
                  <a:pt x="255909" y="3917"/>
                </a:cubicBezTo>
                <a:cubicBezTo>
                  <a:pt x="253024" y="5154"/>
                  <a:pt x="250686" y="7398"/>
                  <a:pt x="248075" y="9141"/>
                </a:cubicBezTo>
                <a:cubicBezTo>
                  <a:pt x="244593" y="16539"/>
                  <a:pt x="240775" y="23788"/>
                  <a:pt x="237630" y="31336"/>
                </a:cubicBezTo>
                <a:cubicBezTo>
                  <a:pt x="236411" y="34261"/>
                  <a:pt x="236020" y="37470"/>
                  <a:pt x="235018" y="40477"/>
                </a:cubicBezTo>
                <a:cubicBezTo>
                  <a:pt x="233842" y="44003"/>
                  <a:pt x="232407" y="47439"/>
                  <a:pt x="231102" y="50920"/>
                </a:cubicBezTo>
                <a:cubicBezTo>
                  <a:pt x="229360" y="60495"/>
                  <a:pt x="227672" y="70081"/>
                  <a:pt x="225879" y="79645"/>
                </a:cubicBezTo>
                <a:cubicBezTo>
                  <a:pt x="225060" y="84007"/>
                  <a:pt x="223895" y="88308"/>
                  <a:pt x="223267" y="92701"/>
                </a:cubicBezTo>
                <a:cubicBezTo>
                  <a:pt x="221961" y="101842"/>
                  <a:pt x="220868" y="111014"/>
                  <a:pt x="219350" y="120122"/>
                </a:cubicBezTo>
                <a:cubicBezTo>
                  <a:pt x="217821" y="129297"/>
                  <a:pt x="215010" y="138278"/>
                  <a:pt x="214128" y="147539"/>
                </a:cubicBezTo>
                <a:cubicBezTo>
                  <a:pt x="211266" y="177593"/>
                  <a:pt x="213026" y="165902"/>
                  <a:pt x="210210" y="182792"/>
                </a:cubicBezTo>
                <a:cubicBezTo>
                  <a:pt x="209998" y="188985"/>
                  <a:pt x="208062" y="246585"/>
                  <a:pt x="207600" y="254602"/>
                </a:cubicBezTo>
                <a:cubicBezTo>
                  <a:pt x="206946" y="265934"/>
                  <a:pt x="205876" y="277235"/>
                  <a:pt x="204988" y="288551"/>
                </a:cubicBezTo>
                <a:cubicBezTo>
                  <a:pt x="204135" y="299432"/>
                  <a:pt x="204171" y="310425"/>
                  <a:pt x="202377" y="321191"/>
                </a:cubicBezTo>
                <a:cubicBezTo>
                  <a:pt x="201942" y="323804"/>
                  <a:pt x="201399" y="326399"/>
                  <a:pt x="201071" y="329026"/>
                </a:cubicBezTo>
                <a:cubicBezTo>
                  <a:pt x="200093" y="336848"/>
                  <a:pt x="199574" y="344724"/>
                  <a:pt x="198460" y="352527"/>
                </a:cubicBezTo>
                <a:cubicBezTo>
                  <a:pt x="197833" y="356922"/>
                  <a:pt x="196579" y="361208"/>
                  <a:pt x="195849" y="365585"/>
                </a:cubicBezTo>
                <a:cubicBezTo>
                  <a:pt x="195272" y="369045"/>
                  <a:pt x="195190" y="372581"/>
                  <a:pt x="194543" y="376029"/>
                </a:cubicBezTo>
                <a:cubicBezTo>
                  <a:pt x="193881" y="379557"/>
                  <a:pt x="192610" y="382951"/>
                  <a:pt x="191932" y="386474"/>
                </a:cubicBezTo>
                <a:cubicBezTo>
                  <a:pt x="188318" y="405267"/>
                  <a:pt x="188880" y="409869"/>
                  <a:pt x="184098" y="426951"/>
                </a:cubicBezTo>
                <a:cubicBezTo>
                  <a:pt x="182613" y="432251"/>
                  <a:pt x="180616" y="437396"/>
                  <a:pt x="178875" y="442618"/>
                </a:cubicBezTo>
                <a:cubicBezTo>
                  <a:pt x="178005" y="445230"/>
                  <a:pt x="177348" y="447921"/>
                  <a:pt x="176264" y="450452"/>
                </a:cubicBezTo>
                <a:cubicBezTo>
                  <a:pt x="174958" y="453499"/>
                  <a:pt x="173462" y="456471"/>
                  <a:pt x="172346" y="459591"/>
                </a:cubicBezTo>
                <a:cubicBezTo>
                  <a:pt x="169155" y="468530"/>
                  <a:pt x="170638" y="469363"/>
                  <a:pt x="165818" y="477871"/>
                </a:cubicBezTo>
                <a:cubicBezTo>
                  <a:pt x="160041" y="488067"/>
                  <a:pt x="151711" y="496949"/>
                  <a:pt x="147540" y="507900"/>
                </a:cubicBezTo>
                <a:lnTo>
                  <a:pt x="137093" y="535321"/>
                </a:lnTo>
                <a:cubicBezTo>
                  <a:pt x="135382" y="539834"/>
                  <a:pt x="129705" y="555322"/>
                  <a:pt x="127954" y="558822"/>
                </a:cubicBezTo>
                <a:cubicBezTo>
                  <a:pt x="119222" y="576286"/>
                  <a:pt x="125862" y="562094"/>
                  <a:pt x="118815" y="579713"/>
                </a:cubicBezTo>
                <a:cubicBezTo>
                  <a:pt x="117017" y="584206"/>
                  <a:pt x="114263" y="592323"/>
                  <a:pt x="109676" y="595380"/>
                </a:cubicBezTo>
                <a:cubicBezTo>
                  <a:pt x="105300" y="598298"/>
                  <a:pt x="99979" y="599482"/>
                  <a:pt x="95313" y="601908"/>
                </a:cubicBezTo>
                <a:cubicBezTo>
                  <a:pt x="89087" y="605147"/>
                  <a:pt x="83157" y="608924"/>
                  <a:pt x="77033" y="612353"/>
                </a:cubicBezTo>
                <a:cubicBezTo>
                  <a:pt x="72276" y="615018"/>
                  <a:pt x="67406" y="617483"/>
                  <a:pt x="62672" y="620188"/>
                </a:cubicBezTo>
                <a:cubicBezTo>
                  <a:pt x="58264" y="622706"/>
                  <a:pt x="54021" y="625504"/>
                  <a:pt x="49615" y="628022"/>
                </a:cubicBezTo>
                <a:cubicBezTo>
                  <a:pt x="45117" y="630591"/>
                  <a:pt x="27517" y="640192"/>
                  <a:pt x="22196" y="642383"/>
                </a:cubicBezTo>
                <a:lnTo>
                  <a:pt x="0" y="651524"/>
                </a:ln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26" name="pdf-path-255">
            <a:extLst xmlns:a="http://schemas.openxmlformats.org/drawingml/2006/main">
              <a:ext uri="{FF2B5EF4-FFF2-40B4-BE49-F238E27FC236}">
                <a16:creationId xmlns:a16="http://schemas.microsoft.com/office/drawing/2014/main" id="{FCB2F747-AB53-48B3-8CB5-7432AFDF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180" y="987550"/>
            <a:ext cx="617576" cy="424092"/>
          </a:xfrm>
          <a:custGeom xmlns:a="http://schemas.openxmlformats.org/drawingml/2006/main">
            <a:pathLst>
              <a:path w="617576" h="424092">
                <a:moveTo>
                  <a:pt x="617576" y="25586"/>
                </a:moveTo>
                <a:cubicBezTo>
                  <a:pt x="608001" y="17317"/>
                  <a:pt x="600033" y="6699"/>
                  <a:pt x="588851" y="780"/>
                </a:cubicBezTo>
                <a:cubicBezTo>
                  <a:pt x="587379" y="0"/>
                  <a:pt x="572795" y="1578"/>
                  <a:pt x="567961" y="3390"/>
                </a:cubicBezTo>
                <a:cubicBezTo>
                  <a:pt x="566138" y="4074"/>
                  <a:pt x="564479" y="5131"/>
                  <a:pt x="562738" y="6001"/>
                </a:cubicBezTo>
                <a:cubicBezTo>
                  <a:pt x="560998" y="8178"/>
                  <a:pt x="558993" y="10166"/>
                  <a:pt x="557516" y="12529"/>
                </a:cubicBezTo>
                <a:cubicBezTo>
                  <a:pt x="556787" y="13696"/>
                  <a:pt x="556572" y="15119"/>
                  <a:pt x="556210" y="16447"/>
                </a:cubicBezTo>
                <a:cubicBezTo>
                  <a:pt x="555266" y="19909"/>
                  <a:pt x="554734" y="23488"/>
                  <a:pt x="553598" y="26892"/>
                </a:cubicBezTo>
                <a:cubicBezTo>
                  <a:pt x="547674" y="44666"/>
                  <a:pt x="549455" y="37161"/>
                  <a:pt x="547070" y="49089"/>
                </a:cubicBezTo>
                <a:cubicBezTo>
                  <a:pt x="547505" y="57792"/>
                  <a:pt x="547755" y="66509"/>
                  <a:pt x="548376" y="75201"/>
                </a:cubicBezTo>
                <a:cubicBezTo>
                  <a:pt x="548626" y="78702"/>
                  <a:pt x="548831" y="82242"/>
                  <a:pt x="549682" y="85647"/>
                </a:cubicBezTo>
                <a:cubicBezTo>
                  <a:pt x="551017" y="90987"/>
                  <a:pt x="554905" y="101314"/>
                  <a:pt x="554905" y="101314"/>
                </a:cubicBezTo>
                <a:cubicBezTo>
                  <a:pt x="555340" y="103926"/>
                  <a:pt x="555690" y="106553"/>
                  <a:pt x="556210" y="109148"/>
                </a:cubicBezTo>
                <a:cubicBezTo>
                  <a:pt x="556562" y="110908"/>
                  <a:pt x="557221" y="112601"/>
                  <a:pt x="557516" y="114372"/>
                </a:cubicBezTo>
                <a:cubicBezTo>
                  <a:pt x="558093" y="117832"/>
                  <a:pt x="558386" y="121334"/>
                  <a:pt x="558821" y="124815"/>
                </a:cubicBezTo>
                <a:cubicBezTo>
                  <a:pt x="558451" y="134053"/>
                  <a:pt x="558323" y="156529"/>
                  <a:pt x="556210" y="169209"/>
                </a:cubicBezTo>
                <a:cubicBezTo>
                  <a:pt x="555868" y="171258"/>
                  <a:pt x="553382" y="182188"/>
                  <a:pt x="552293" y="186182"/>
                </a:cubicBezTo>
                <a:cubicBezTo>
                  <a:pt x="551459" y="189240"/>
                  <a:pt x="550819" y="192363"/>
                  <a:pt x="549682" y="195321"/>
                </a:cubicBezTo>
                <a:cubicBezTo>
                  <a:pt x="547588" y="200766"/>
                  <a:pt x="543743" y="207235"/>
                  <a:pt x="539236" y="210990"/>
                </a:cubicBezTo>
                <a:cubicBezTo>
                  <a:pt x="532485" y="216616"/>
                  <a:pt x="529677" y="215858"/>
                  <a:pt x="522262" y="218824"/>
                </a:cubicBezTo>
                <a:cubicBezTo>
                  <a:pt x="511479" y="223138"/>
                  <a:pt x="520111" y="220145"/>
                  <a:pt x="509206" y="222740"/>
                </a:cubicBezTo>
                <a:cubicBezTo>
                  <a:pt x="478836" y="229971"/>
                  <a:pt x="498599" y="226249"/>
                  <a:pt x="472648" y="230574"/>
                </a:cubicBezTo>
                <a:cubicBezTo>
                  <a:pt x="468295" y="232315"/>
                  <a:pt x="463784" y="233701"/>
                  <a:pt x="459591" y="235798"/>
                </a:cubicBezTo>
                <a:cubicBezTo>
                  <a:pt x="452445" y="239370"/>
                  <a:pt x="446281" y="245022"/>
                  <a:pt x="438701" y="247548"/>
                </a:cubicBezTo>
                <a:cubicBezTo>
                  <a:pt x="437395" y="247984"/>
                  <a:pt x="436129" y="248566"/>
                  <a:pt x="434784" y="248854"/>
                </a:cubicBezTo>
                <a:cubicBezTo>
                  <a:pt x="430468" y="249778"/>
                  <a:pt x="420785" y="251025"/>
                  <a:pt x="415199" y="252771"/>
                </a:cubicBezTo>
                <a:cubicBezTo>
                  <a:pt x="409944" y="254414"/>
                  <a:pt x="404905" y="256800"/>
                  <a:pt x="399531" y="257993"/>
                </a:cubicBezTo>
                <a:cubicBezTo>
                  <a:pt x="369454" y="264676"/>
                  <a:pt x="402316" y="256952"/>
                  <a:pt x="379946" y="263215"/>
                </a:cubicBezTo>
                <a:cubicBezTo>
                  <a:pt x="342047" y="273827"/>
                  <a:pt x="367644" y="265576"/>
                  <a:pt x="343388" y="273662"/>
                </a:cubicBezTo>
                <a:cubicBezTo>
                  <a:pt x="330163" y="282480"/>
                  <a:pt x="356592" y="265175"/>
                  <a:pt x="327719" y="281494"/>
                </a:cubicBezTo>
                <a:cubicBezTo>
                  <a:pt x="321413" y="285059"/>
                  <a:pt x="315919" y="290007"/>
                  <a:pt x="309440" y="293246"/>
                </a:cubicBezTo>
                <a:cubicBezTo>
                  <a:pt x="299377" y="298278"/>
                  <a:pt x="299761" y="297852"/>
                  <a:pt x="285939" y="307609"/>
                </a:cubicBezTo>
                <a:cubicBezTo>
                  <a:pt x="284430" y="308672"/>
                  <a:pt x="283540" y="310474"/>
                  <a:pt x="282022" y="311524"/>
                </a:cubicBezTo>
                <a:cubicBezTo>
                  <a:pt x="264703" y="323515"/>
                  <a:pt x="266765" y="317740"/>
                  <a:pt x="245463" y="333721"/>
                </a:cubicBezTo>
                <a:cubicBezTo>
                  <a:pt x="236405" y="340516"/>
                  <a:pt x="238703" y="338407"/>
                  <a:pt x="227184" y="350694"/>
                </a:cubicBezTo>
                <a:cubicBezTo>
                  <a:pt x="218152" y="360329"/>
                  <a:pt x="221886" y="359702"/>
                  <a:pt x="208905" y="368974"/>
                </a:cubicBezTo>
                <a:cubicBezTo>
                  <a:pt x="206997" y="370336"/>
                  <a:pt x="204450" y="370495"/>
                  <a:pt x="202376" y="371585"/>
                </a:cubicBezTo>
                <a:cubicBezTo>
                  <a:pt x="196167" y="374855"/>
                  <a:pt x="190300" y="378748"/>
                  <a:pt x="184098" y="382030"/>
                </a:cubicBezTo>
                <a:cubicBezTo>
                  <a:pt x="182881" y="382674"/>
                  <a:pt x="181388" y="382677"/>
                  <a:pt x="180180" y="383336"/>
                </a:cubicBezTo>
                <a:cubicBezTo>
                  <a:pt x="176576" y="385302"/>
                  <a:pt x="173339" y="387899"/>
                  <a:pt x="169735" y="389865"/>
                </a:cubicBezTo>
                <a:cubicBezTo>
                  <a:pt x="168527" y="390524"/>
                  <a:pt x="167088" y="390641"/>
                  <a:pt x="165818" y="391171"/>
                </a:cubicBezTo>
                <a:cubicBezTo>
                  <a:pt x="161861" y="392819"/>
                  <a:pt x="157901" y="394476"/>
                  <a:pt x="154067" y="396393"/>
                </a:cubicBezTo>
                <a:cubicBezTo>
                  <a:pt x="152664" y="397094"/>
                  <a:pt x="151536" y="398266"/>
                  <a:pt x="150151" y="399004"/>
                </a:cubicBezTo>
                <a:cubicBezTo>
                  <a:pt x="144998" y="401752"/>
                  <a:pt x="139649" y="404119"/>
                  <a:pt x="134482" y="406838"/>
                </a:cubicBezTo>
                <a:cubicBezTo>
                  <a:pt x="124786" y="411943"/>
                  <a:pt x="126376" y="412344"/>
                  <a:pt x="116204" y="415977"/>
                </a:cubicBezTo>
                <a:cubicBezTo>
                  <a:pt x="105710" y="419725"/>
                  <a:pt x="101332" y="419219"/>
                  <a:pt x="88785" y="421200"/>
                </a:cubicBezTo>
                <a:cubicBezTo>
                  <a:pt x="70473" y="424092"/>
                  <a:pt x="99780" y="420914"/>
                  <a:pt x="67894" y="423811"/>
                </a:cubicBezTo>
                <a:cubicBezTo>
                  <a:pt x="59190" y="423377"/>
                  <a:pt x="50463" y="423262"/>
                  <a:pt x="41780" y="422507"/>
                </a:cubicBezTo>
                <a:cubicBezTo>
                  <a:pt x="40409" y="422386"/>
                  <a:pt x="39187" y="421579"/>
                  <a:pt x="37864" y="421200"/>
                </a:cubicBezTo>
                <a:cubicBezTo>
                  <a:pt x="36138" y="420707"/>
                  <a:pt x="34382" y="420330"/>
                  <a:pt x="32641" y="419894"/>
                </a:cubicBezTo>
                <a:cubicBezTo>
                  <a:pt x="29594" y="418154"/>
                  <a:pt x="26057" y="417077"/>
                  <a:pt x="23501" y="414672"/>
                </a:cubicBezTo>
                <a:cubicBezTo>
                  <a:pt x="18550" y="410012"/>
                  <a:pt x="14692" y="404313"/>
                  <a:pt x="10445" y="399004"/>
                </a:cubicBezTo>
                <a:cubicBezTo>
                  <a:pt x="9465" y="397779"/>
                  <a:pt x="8482" y="396516"/>
                  <a:pt x="7834" y="395088"/>
                </a:cubicBezTo>
                <a:cubicBezTo>
                  <a:pt x="6295" y="391703"/>
                  <a:pt x="4855" y="388239"/>
                  <a:pt x="3917" y="384641"/>
                </a:cubicBezTo>
                <a:cubicBezTo>
                  <a:pt x="2236" y="378200"/>
                  <a:pt x="0" y="365057"/>
                  <a:pt x="0" y="365057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27" name="pdf-path-256">
            <a:extLst xmlns:a="http://schemas.openxmlformats.org/drawingml/2006/main">
              <a:ext uri="{FF2B5EF4-FFF2-40B4-BE49-F238E27FC236}">
                <a16:creationId xmlns:a16="http://schemas.microsoft.com/office/drawing/2014/main" id="{C970ED1B-0258-419D-A7AA-C07E5A36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245" y="809478"/>
            <a:ext cx="657310" cy="211337"/>
          </a:xfrm>
          <a:custGeom xmlns:a="http://schemas.openxmlformats.org/drawingml/2006/main">
            <a:pathLst>
              <a:path w="657310" h="211337">
                <a:moveTo>
                  <a:pt x="0" y="211337"/>
                </a:moveTo>
                <a:cubicBezTo>
                  <a:pt x="19414" y="207455"/>
                  <a:pt x="39036" y="204493"/>
                  <a:pt x="58244" y="199690"/>
                </a:cubicBezTo>
                <a:cubicBezTo>
                  <a:pt x="68303" y="197173"/>
                  <a:pt x="62728" y="198748"/>
                  <a:pt x="74883" y="194697"/>
                </a:cubicBezTo>
                <a:lnTo>
                  <a:pt x="79876" y="193033"/>
                </a:lnTo>
                <a:lnTo>
                  <a:pt x="84868" y="191369"/>
                </a:lnTo>
                <a:cubicBezTo>
                  <a:pt x="87086" y="189705"/>
                  <a:pt x="89116" y="187752"/>
                  <a:pt x="91524" y="186376"/>
                </a:cubicBezTo>
                <a:cubicBezTo>
                  <a:pt x="102389" y="180169"/>
                  <a:pt x="89973" y="190813"/>
                  <a:pt x="103173" y="181384"/>
                </a:cubicBezTo>
                <a:cubicBezTo>
                  <a:pt x="115954" y="172254"/>
                  <a:pt x="97776" y="179923"/>
                  <a:pt x="118149" y="169736"/>
                </a:cubicBezTo>
                <a:cubicBezTo>
                  <a:pt x="121288" y="168166"/>
                  <a:pt x="124877" y="167711"/>
                  <a:pt x="128134" y="166408"/>
                </a:cubicBezTo>
                <a:cubicBezTo>
                  <a:pt x="130437" y="165487"/>
                  <a:pt x="132524" y="164086"/>
                  <a:pt x="134790" y="163080"/>
                </a:cubicBezTo>
                <a:cubicBezTo>
                  <a:pt x="137520" y="161866"/>
                  <a:pt x="140382" y="160965"/>
                  <a:pt x="143111" y="159751"/>
                </a:cubicBezTo>
                <a:cubicBezTo>
                  <a:pt x="145378" y="158744"/>
                  <a:pt x="147613" y="157654"/>
                  <a:pt x="149767" y="156423"/>
                </a:cubicBezTo>
                <a:cubicBezTo>
                  <a:pt x="151504" y="155431"/>
                  <a:pt x="152921" y="153884"/>
                  <a:pt x="154759" y="153095"/>
                </a:cubicBezTo>
                <a:cubicBezTo>
                  <a:pt x="156862" y="152195"/>
                  <a:pt x="159275" y="152234"/>
                  <a:pt x="161415" y="151431"/>
                </a:cubicBezTo>
                <a:cubicBezTo>
                  <a:pt x="173491" y="146902"/>
                  <a:pt x="162492" y="148367"/>
                  <a:pt x="178056" y="144774"/>
                </a:cubicBezTo>
                <a:cubicBezTo>
                  <a:pt x="181878" y="143894"/>
                  <a:pt x="185822" y="143665"/>
                  <a:pt x="189705" y="143110"/>
                </a:cubicBezTo>
                <a:cubicBezTo>
                  <a:pt x="191369" y="142556"/>
                  <a:pt x="192995" y="141872"/>
                  <a:pt x="194697" y="141447"/>
                </a:cubicBezTo>
                <a:cubicBezTo>
                  <a:pt x="197441" y="140759"/>
                  <a:pt x="200334" y="140676"/>
                  <a:pt x="203017" y="139783"/>
                </a:cubicBezTo>
                <a:cubicBezTo>
                  <a:pt x="205371" y="138998"/>
                  <a:pt x="207407" y="137461"/>
                  <a:pt x="209674" y="136455"/>
                </a:cubicBezTo>
                <a:cubicBezTo>
                  <a:pt x="225295" y="129514"/>
                  <a:pt x="211133" y="135968"/>
                  <a:pt x="224650" y="131462"/>
                </a:cubicBezTo>
                <a:cubicBezTo>
                  <a:pt x="245794" y="124414"/>
                  <a:pt x="216650" y="132590"/>
                  <a:pt x="246283" y="121477"/>
                </a:cubicBezTo>
                <a:cubicBezTo>
                  <a:pt x="250567" y="119871"/>
                  <a:pt x="255198" y="119407"/>
                  <a:pt x="259596" y="118149"/>
                </a:cubicBezTo>
                <a:cubicBezTo>
                  <a:pt x="262969" y="117186"/>
                  <a:pt x="266196" y="115744"/>
                  <a:pt x="269581" y="114821"/>
                </a:cubicBezTo>
                <a:cubicBezTo>
                  <a:pt x="291663" y="108799"/>
                  <a:pt x="267749" y="116541"/>
                  <a:pt x="282892" y="111494"/>
                </a:cubicBezTo>
                <a:cubicBezTo>
                  <a:pt x="285665" y="108164"/>
                  <a:pt x="288149" y="104572"/>
                  <a:pt x="291213" y="101509"/>
                </a:cubicBezTo>
                <a:cubicBezTo>
                  <a:pt x="293373" y="99348"/>
                  <a:pt x="306662" y="90511"/>
                  <a:pt x="307854" y="89860"/>
                </a:cubicBezTo>
                <a:cubicBezTo>
                  <a:pt x="315419" y="85734"/>
                  <a:pt x="316448" y="86880"/>
                  <a:pt x="324495" y="84867"/>
                </a:cubicBezTo>
                <a:cubicBezTo>
                  <a:pt x="328412" y="83888"/>
                  <a:pt x="332295" y="82764"/>
                  <a:pt x="336143" y="81539"/>
                </a:cubicBezTo>
                <a:cubicBezTo>
                  <a:pt x="347844" y="77817"/>
                  <a:pt x="359441" y="73775"/>
                  <a:pt x="371089" y="69892"/>
                </a:cubicBezTo>
                <a:lnTo>
                  <a:pt x="381074" y="66563"/>
                </a:lnTo>
                <a:cubicBezTo>
                  <a:pt x="382737" y="66008"/>
                  <a:pt x="384345" y="65243"/>
                  <a:pt x="386065" y="64899"/>
                </a:cubicBezTo>
                <a:lnTo>
                  <a:pt x="402706" y="61571"/>
                </a:lnTo>
                <a:cubicBezTo>
                  <a:pt x="406589" y="59907"/>
                  <a:pt x="410376" y="57999"/>
                  <a:pt x="414354" y="56578"/>
                </a:cubicBezTo>
                <a:cubicBezTo>
                  <a:pt x="423660" y="53255"/>
                  <a:pt x="426688" y="53137"/>
                  <a:pt x="435988" y="51586"/>
                </a:cubicBezTo>
                <a:cubicBezTo>
                  <a:pt x="437651" y="50477"/>
                  <a:pt x="439141" y="49047"/>
                  <a:pt x="440980" y="48259"/>
                </a:cubicBezTo>
                <a:cubicBezTo>
                  <a:pt x="443082" y="47357"/>
                  <a:pt x="445467" y="47317"/>
                  <a:pt x="447636" y="46595"/>
                </a:cubicBezTo>
                <a:cubicBezTo>
                  <a:pt x="453796" y="44540"/>
                  <a:pt x="460020" y="42603"/>
                  <a:pt x="465941" y="39938"/>
                </a:cubicBezTo>
                <a:cubicBezTo>
                  <a:pt x="510990" y="19666"/>
                  <a:pt x="456154" y="41192"/>
                  <a:pt x="492566" y="26625"/>
                </a:cubicBezTo>
                <a:cubicBezTo>
                  <a:pt x="498906" y="24089"/>
                  <a:pt x="497992" y="25268"/>
                  <a:pt x="505879" y="23297"/>
                </a:cubicBezTo>
                <a:cubicBezTo>
                  <a:pt x="509796" y="22317"/>
                  <a:pt x="513696" y="21246"/>
                  <a:pt x="517527" y="19970"/>
                </a:cubicBezTo>
                <a:cubicBezTo>
                  <a:pt x="520361" y="19024"/>
                  <a:pt x="522913" y="17200"/>
                  <a:pt x="525847" y="16640"/>
                </a:cubicBezTo>
                <a:cubicBezTo>
                  <a:pt x="534634" y="14968"/>
                  <a:pt x="552473" y="13313"/>
                  <a:pt x="552473" y="13313"/>
                </a:cubicBezTo>
                <a:cubicBezTo>
                  <a:pt x="554137" y="12758"/>
                  <a:pt x="555763" y="12074"/>
                  <a:pt x="557465" y="11649"/>
                </a:cubicBezTo>
                <a:cubicBezTo>
                  <a:pt x="560209" y="10963"/>
                  <a:pt x="563076" y="10798"/>
                  <a:pt x="565785" y="9985"/>
                </a:cubicBezTo>
                <a:cubicBezTo>
                  <a:pt x="568646" y="9127"/>
                  <a:pt x="571224" y="7442"/>
                  <a:pt x="574106" y="6657"/>
                </a:cubicBezTo>
                <a:cubicBezTo>
                  <a:pt x="579640" y="5147"/>
                  <a:pt x="594736" y="3907"/>
                  <a:pt x="599067" y="3329"/>
                </a:cubicBezTo>
                <a:cubicBezTo>
                  <a:pt x="602411" y="2883"/>
                  <a:pt x="605716" y="2178"/>
                  <a:pt x="609051" y="1664"/>
                </a:cubicBezTo>
                <a:cubicBezTo>
                  <a:pt x="612928" y="1069"/>
                  <a:pt x="616817" y="555"/>
                  <a:pt x="620700" y="0"/>
                </a:cubicBezTo>
                <a:cubicBezTo>
                  <a:pt x="630951" y="3418"/>
                  <a:pt x="620516" y="270"/>
                  <a:pt x="637341" y="3329"/>
                </a:cubicBezTo>
                <a:cubicBezTo>
                  <a:pt x="639591" y="3738"/>
                  <a:pt x="641779" y="4439"/>
                  <a:pt x="643997" y="4993"/>
                </a:cubicBezTo>
                <a:cubicBezTo>
                  <a:pt x="652806" y="2791"/>
                  <a:pt x="648366" y="3329"/>
                  <a:pt x="657310" y="33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41719C"/>
            </a:solidFill>
            <a:prstDash val="solid"/>
          </a:ln>
        </p:spPr>
      </p:sp>
      <p:sp>
        <p:nvSpPr>
          <p:cNvPr id="28" name="pdf-path-257">
            <a:extLst xmlns:a="http://schemas.openxmlformats.org/drawingml/2006/main">
              <a:ext uri="{FF2B5EF4-FFF2-40B4-BE49-F238E27FC236}">
                <a16:creationId xmlns:a16="http://schemas.microsoft.com/office/drawing/2014/main" id="{68890CC3-D819-485C-8063-24396CFF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879" y="899342"/>
            <a:ext cx="655645" cy="120164"/>
          </a:xfrm>
          <a:custGeom xmlns:a="http://schemas.openxmlformats.org/drawingml/2006/main">
            <a:pathLst>
              <a:path w="655645" h="120164">
                <a:moveTo>
                  <a:pt x="0" y="118149"/>
                </a:moveTo>
                <a:cubicBezTo>
                  <a:pt x="16087" y="118704"/>
                  <a:pt x="32167" y="120164"/>
                  <a:pt x="48258" y="119813"/>
                </a:cubicBezTo>
                <a:cubicBezTo>
                  <a:pt x="75746" y="119217"/>
                  <a:pt x="68312" y="117434"/>
                  <a:pt x="84868" y="114821"/>
                </a:cubicBezTo>
                <a:cubicBezTo>
                  <a:pt x="92617" y="113597"/>
                  <a:pt x="100399" y="112603"/>
                  <a:pt x="108164" y="111494"/>
                </a:cubicBezTo>
                <a:cubicBezTo>
                  <a:pt x="135317" y="102442"/>
                  <a:pt x="101255" y="113219"/>
                  <a:pt x="128133" y="106500"/>
                </a:cubicBezTo>
                <a:cubicBezTo>
                  <a:pt x="131537" y="105649"/>
                  <a:pt x="134879" y="104521"/>
                  <a:pt x="138118" y="103173"/>
                </a:cubicBezTo>
                <a:cubicBezTo>
                  <a:pt x="141552" y="101741"/>
                  <a:pt x="144492" y="99083"/>
                  <a:pt x="148102" y="98179"/>
                </a:cubicBezTo>
                <a:cubicBezTo>
                  <a:pt x="153510" y="96828"/>
                  <a:pt x="159196" y="97070"/>
                  <a:pt x="164743" y="96516"/>
                </a:cubicBezTo>
                <a:cubicBezTo>
                  <a:pt x="166962" y="95961"/>
                  <a:pt x="169200" y="95480"/>
                  <a:pt x="171399" y="94852"/>
                </a:cubicBezTo>
                <a:cubicBezTo>
                  <a:pt x="173086" y="94370"/>
                  <a:pt x="174661" y="93476"/>
                  <a:pt x="176391" y="93188"/>
                </a:cubicBezTo>
                <a:cubicBezTo>
                  <a:pt x="181346" y="92363"/>
                  <a:pt x="186376" y="92079"/>
                  <a:pt x="191368" y="91524"/>
                </a:cubicBezTo>
                <a:cubicBezTo>
                  <a:pt x="194141" y="88196"/>
                  <a:pt x="196625" y="84604"/>
                  <a:pt x="199688" y="81539"/>
                </a:cubicBezTo>
                <a:cubicBezTo>
                  <a:pt x="205015" y="76215"/>
                  <a:pt x="222091" y="72196"/>
                  <a:pt x="224650" y="71556"/>
                </a:cubicBezTo>
                <a:cubicBezTo>
                  <a:pt x="242835" y="67008"/>
                  <a:pt x="233416" y="68732"/>
                  <a:pt x="252940" y="66563"/>
                </a:cubicBezTo>
                <a:cubicBezTo>
                  <a:pt x="256822" y="65454"/>
                  <a:pt x="260670" y="64214"/>
                  <a:pt x="264587" y="63235"/>
                </a:cubicBezTo>
                <a:cubicBezTo>
                  <a:pt x="267332" y="62550"/>
                  <a:pt x="270125" y="62077"/>
                  <a:pt x="272908" y="61569"/>
                </a:cubicBezTo>
                <a:cubicBezTo>
                  <a:pt x="283457" y="59651"/>
                  <a:pt x="284643" y="59688"/>
                  <a:pt x="296205" y="58242"/>
                </a:cubicBezTo>
                <a:cubicBezTo>
                  <a:pt x="308962" y="58796"/>
                  <a:pt x="321738" y="59028"/>
                  <a:pt x="334479" y="59906"/>
                </a:cubicBezTo>
                <a:cubicBezTo>
                  <a:pt x="350120" y="60985"/>
                  <a:pt x="343891" y="64119"/>
                  <a:pt x="364432" y="68227"/>
                </a:cubicBezTo>
                <a:cubicBezTo>
                  <a:pt x="367205" y="68781"/>
                  <a:pt x="369952" y="69491"/>
                  <a:pt x="372752" y="69891"/>
                </a:cubicBezTo>
                <a:cubicBezTo>
                  <a:pt x="377725" y="70602"/>
                  <a:pt x="382744" y="70932"/>
                  <a:pt x="387729" y="71556"/>
                </a:cubicBezTo>
                <a:cubicBezTo>
                  <a:pt x="391621" y="72041"/>
                  <a:pt x="395494" y="72665"/>
                  <a:pt x="399378" y="73220"/>
                </a:cubicBezTo>
                <a:cubicBezTo>
                  <a:pt x="418417" y="70046"/>
                  <a:pt x="399903" y="72946"/>
                  <a:pt x="424339" y="69891"/>
                </a:cubicBezTo>
                <a:cubicBezTo>
                  <a:pt x="428231" y="69404"/>
                  <a:pt x="432092" y="68685"/>
                  <a:pt x="435987" y="68227"/>
                </a:cubicBezTo>
                <a:cubicBezTo>
                  <a:pt x="441524" y="67576"/>
                  <a:pt x="447088" y="67178"/>
                  <a:pt x="452628" y="66563"/>
                </a:cubicBezTo>
                <a:cubicBezTo>
                  <a:pt x="457073" y="66069"/>
                  <a:pt x="461503" y="65454"/>
                  <a:pt x="465940" y="64899"/>
                </a:cubicBezTo>
                <a:cubicBezTo>
                  <a:pt x="470378" y="63790"/>
                  <a:pt x="474854" y="62827"/>
                  <a:pt x="479253" y="61569"/>
                </a:cubicBezTo>
                <a:cubicBezTo>
                  <a:pt x="482626" y="60607"/>
                  <a:pt x="485910" y="59351"/>
                  <a:pt x="489238" y="58242"/>
                </a:cubicBezTo>
                <a:cubicBezTo>
                  <a:pt x="494753" y="56404"/>
                  <a:pt x="500158" y="54522"/>
                  <a:pt x="505878" y="53250"/>
                </a:cubicBezTo>
                <a:cubicBezTo>
                  <a:pt x="511932" y="51906"/>
                  <a:pt x="518115" y="51199"/>
                  <a:pt x="524183" y="49923"/>
                </a:cubicBezTo>
                <a:cubicBezTo>
                  <a:pt x="528658" y="48979"/>
                  <a:pt x="533010" y="47491"/>
                  <a:pt x="537496" y="46595"/>
                </a:cubicBezTo>
                <a:cubicBezTo>
                  <a:pt x="551563" y="43782"/>
                  <a:pt x="545573" y="46241"/>
                  <a:pt x="557465" y="43265"/>
                </a:cubicBezTo>
                <a:cubicBezTo>
                  <a:pt x="559166" y="42842"/>
                  <a:pt x="560755" y="42027"/>
                  <a:pt x="562456" y="41602"/>
                </a:cubicBezTo>
                <a:cubicBezTo>
                  <a:pt x="565200" y="40916"/>
                  <a:pt x="568048" y="40682"/>
                  <a:pt x="570777" y="39938"/>
                </a:cubicBezTo>
                <a:cubicBezTo>
                  <a:pt x="574161" y="39015"/>
                  <a:pt x="577330" y="37344"/>
                  <a:pt x="580761" y="36610"/>
                </a:cubicBezTo>
                <a:cubicBezTo>
                  <a:pt x="585133" y="35673"/>
                  <a:pt x="589637" y="35501"/>
                  <a:pt x="594074" y="34946"/>
                </a:cubicBezTo>
                <a:lnTo>
                  <a:pt x="605722" y="31617"/>
                </a:lnTo>
                <a:cubicBezTo>
                  <a:pt x="607403" y="31113"/>
                  <a:pt x="609013" y="30378"/>
                  <a:pt x="610715" y="29953"/>
                </a:cubicBezTo>
                <a:cubicBezTo>
                  <a:pt x="613459" y="29267"/>
                  <a:pt x="616262" y="28844"/>
                  <a:pt x="619035" y="28289"/>
                </a:cubicBezTo>
                <a:cubicBezTo>
                  <a:pt x="622815" y="26400"/>
                  <a:pt x="627389" y="24457"/>
                  <a:pt x="630684" y="21634"/>
                </a:cubicBezTo>
                <a:cubicBezTo>
                  <a:pt x="633066" y="19591"/>
                  <a:pt x="635298" y="17359"/>
                  <a:pt x="637340" y="14976"/>
                </a:cubicBezTo>
                <a:cubicBezTo>
                  <a:pt x="638641" y="13459"/>
                  <a:pt x="639388" y="11521"/>
                  <a:pt x="640668" y="9985"/>
                </a:cubicBezTo>
                <a:cubicBezTo>
                  <a:pt x="643299" y="6828"/>
                  <a:pt x="646911" y="3535"/>
                  <a:pt x="650652" y="1664"/>
                </a:cubicBezTo>
                <a:cubicBezTo>
                  <a:pt x="652221" y="879"/>
                  <a:pt x="655645" y="0"/>
                  <a:pt x="65564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41719C"/>
            </a:solidFill>
            <a:prstDash val="solid"/>
          </a:ln>
        </p:spPr>
      </p:sp>
      <p:sp>
        <p:nvSpPr>
          <p:cNvPr id="29" name="pdf-path-258">
            <a:extLst xmlns:a="http://schemas.openxmlformats.org/drawingml/2006/main">
              <a:ext uri="{FF2B5EF4-FFF2-40B4-BE49-F238E27FC236}">
                <a16:creationId xmlns:a16="http://schemas.microsoft.com/office/drawing/2014/main" id="{06871929-682B-4766-AE5F-72A7AA76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899" y="679682"/>
            <a:ext cx="650652" cy="326159"/>
          </a:xfrm>
          <a:custGeom xmlns:a="http://schemas.openxmlformats.org/drawingml/2006/main">
            <a:pathLst>
              <a:path w="650652" h="326159">
                <a:moveTo>
                  <a:pt x="0" y="326159"/>
                </a:moveTo>
                <a:cubicBezTo>
                  <a:pt x="13313" y="317838"/>
                  <a:pt x="26807" y="309801"/>
                  <a:pt x="39938" y="301197"/>
                </a:cubicBezTo>
                <a:cubicBezTo>
                  <a:pt x="42909" y="299251"/>
                  <a:pt x="45302" y="296511"/>
                  <a:pt x="48258" y="294540"/>
                </a:cubicBezTo>
                <a:cubicBezTo>
                  <a:pt x="50322" y="293166"/>
                  <a:pt x="52760" y="292444"/>
                  <a:pt x="54915" y="291212"/>
                </a:cubicBezTo>
                <a:cubicBezTo>
                  <a:pt x="56651" y="290222"/>
                  <a:pt x="58210" y="288945"/>
                  <a:pt x="59907" y="287885"/>
                </a:cubicBezTo>
                <a:cubicBezTo>
                  <a:pt x="62649" y="286170"/>
                  <a:pt x="65595" y="284773"/>
                  <a:pt x="68227" y="282893"/>
                </a:cubicBezTo>
                <a:cubicBezTo>
                  <a:pt x="77074" y="276573"/>
                  <a:pt x="65018" y="282443"/>
                  <a:pt x="76548" y="276236"/>
                </a:cubicBezTo>
                <a:cubicBezTo>
                  <a:pt x="111741" y="257287"/>
                  <a:pt x="75557" y="276899"/>
                  <a:pt x="108165" y="262923"/>
                </a:cubicBezTo>
                <a:cubicBezTo>
                  <a:pt x="115005" y="259992"/>
                  <a:pt x="121478" y="256266"/>
                  <a:pt x="128134" y="252939"/>
                </a:cubicBezTo>
                <a:cubicBezTo>
                  <a:pt x="130353" y="251829"/>
                  <a:pt x="133036" y="251364"/>
                  <a:pt x="134789" y="249611"/>
                </a:cubicBezTo>
                <a:cubicBezTo>
                  <a:pt x="139873" y="244529"/>
                  <a:pt x="136715" y="246984"/>
                  <a:pt x="144774" y="242954"/>
                </a:cubicBezTo>
                <a:cubicBezTo>
                  <a:pt x="148103" y="238517"/>
                  <a:pt x="150703" y="233426"/>
                  <a:pt x="154759" y="229641"/>
                </a:cubicBezTo>
                <a:cubicBezTo>
                  <a:pt x="159146" y="225548"/>
                  <a:pt x="164553" y="222681"/>
                  <a:pt x="169736" y="219658"/>
                </a:cubicBezTo>
                <a:cubicBezTo>
                  <a:pt x="171251" y="218774"/>
                  <a:pt x="173099" y="218645"/>
                  <a:pt x="174728" y="217994"/>
                </a:cubicBezTo>
                <a:cubicBezTo>
                  <a:pt x="180100" y="215846"/>
                  <a:pt x="195324" y="209255"/>
                  <a:pt x="199688" y="206346"/>
                </a:cubicBezTo>
                <a:cubicBezTo>
                  <a:pt x="213522" y="197123"/>
                  <a:pt x="226389" y="190234"/>
                  <a:pt x="242955" y="184712"/>
                </a:cubicBezTo>
                <a:cubicBezTo>
                  <a:pt x="250379" y="182237"/>
                  <a:pt x="250128" y="182474"/>
                  <a:pt x="259596" y="178057"/>
                </a:cubicBezTo>
                <a:cubicBezTo>
                  <a:pt x="264092" y="175958"/>
                  <a:pt x="272908" y="171399"/>
                  <a:pt x="272908" y="171399"/>
                </a:cubicBezTo>
                <a:lnTo>
                  <a:pt x="286220" y="158087"/>
                </a:lnTo>
                <a:cubicBezTo>
                  <a:pt x="289911" y="154395"/>
                  <a:pt x="293176" y="150662"/>
                  <a:pt x="297870" y="148102"/>
                </a:cubicBezTo>
                <a:cubicBezTo>
                  <a:pt x="301578" y="146079"/>
                  <a:pt x="305548" y="144553"/>
                  <a:pt x="309517" y="143110"/>
                </a:cubicBezTo>
                <a:cubicBezTo>
                  <a:pt x="317760" y="140112"/>
                  <a:pt x="326370" y="138129"/>
                  <a:pt x="334479" y="134789"/>
                </a:cubicBezTo>
                <a:lnTo>
                  <a:pt x="362769" y="123141"/>
                </a:lnTo>
                <a:cubicBezTo>
                  <a:pt x="367430" y="121200"/>
                  <a:pt x="388141" y="112076"/>
                  <a:pt x="391058" y="111492"/>
                </a:cubicBezTo>
                <a:lnTo>
                  <a:pt x="399378" y="109828"/>
                </a:lnTo>
                <a:cubicBezTo>
                  <a:pt x="401596" y="108719"/>
                  <a:pt x="403712" y="107371"/>
                  <a:pt x="406034" y="106500"/>
                </a:cubicBezTo>
                <a:cubicBezTo>
                  <a:pt x="408176" y="105698"/>
                  <a:pt x="410484" y="105438"/>
                  <a:pt x="412690" y="104837"/>
                </a:cubicBezTo>
                <a:cubicBezTo>
                  <a:pt x="416586" y="103774"/>
                  <a:pt x="420457" y="102616"/>
                  <a:pt x="424339" y="101507"/>
                </a:cubicBezTo>
                <a:cubicBezTo>
                  <a:pt x="427667" y="97625"/>
                  <a:pt x="430707" y="93476"/>
                  <a:pt x="434323" y="89860"/>
                </a:cubicBezTo>
                <a:cubicBezTo>
                  <a:pt x="435737" y="88446"/>
                  <a:pt x="437579" y="87523"/>
                  <a:pt x="439315" y="86533"/>
                </a:cubicBezTo>
                <a:cubicBezTo>
                  <a:pt x="441469" y="85301"/>
                  <a:pt x="443691" y="84180"/>
                  <a:pt x="445972" y="83203"/>
                </a:cubicBezTo>
                <a:cubicBezTo>
                  <a:pt x="450579" y="81229"/>
                  <a:pt x="461582" y="79003"/>
                  <a:pt x="464277" y="78212"/>
                </a:cubicBezTo>
                <a:cubicBezTo>
                  <a:pt x="469325" y="76726"/>
                  <a:pt x="474230" y="74788"/>
                  <a:pt x="479253" y="73218"/>
                </a:cubicBezTo>
                <a:cubicBezTo>
                  <a:pt x="483107" y="72015"/>
                  <a:pt x="487070" y="71167"/>
                  <a:pt x="490902" y="69891"/>
                </a:cubicBezTo>
                <a:cubicBezTo>
                  <a:pt x="493736" y="68947"/>
                  <a:pt x="496362" y="67421"/>
                  <a:pt x="499222" y="66563"/>
                </a:cubicBezTo>
                <a:cubicBezTo>
                  <a:pt x="515942" y="61547"/>
                  <a:pt x="498706" y="69097"/>
                  <a:pt x="517527" y="61569"/>
                </a:cubicBezTo>
                <a:cubicBezTo>
                  <a:pt x="523098" y="59342"/>
                  <a:pt x="526681" y="57474"/>
                  <a:pt x="532504" y="56578"/>
                </a:cubicBezTo>
                <a:cubicBezTo>
                  <a:pt x="537469" y="55814"/>
                  <a:pt x="542488" y="55469"/>
                  <a:pt x="547480" y="54914"/>
                </a:cubicBezTo>
                <a:cubicBezTo>
                  <a:pt x="549144" y="54359"/>
                  <a:pt x="550764" y="53644"/>
                  <a:pt x="552473" y="53250"/>
                </a:cubicBezTo>
                <a:cubicBezTo>
                  <a:pt x="557984" y="51979"/>
                  <a:pt x="569113" y="49923"/>
                  <a:pt x="569113" y="49923"/>
                </a:cubicBezTo>
                <a:cubicBezTo>
                  <a:pt x="571332" y="48813"/>
                  <a:pt x="573466" y="47516"/>
                  <a:pt x="575770" y="46595"/>
                </a:cubicBezTo>
                <a:cubicBezTo>
                  <a:pt x="579027" y="45290"/>
                  <a:pt x="582616" y="44835"/>
                  <a:pt x="585753" y="43265"/>
                </a:cubicBezTo>
                <a:cubicBezTo>
                  <a:pt x="590996" y="40644"/>
                  <a:pt x="600928" y="35218"/>
                  <a:pt x="607387" y="33281"/>
                </a:cubicBezTo>
                <a:cubicBezTo>
                  <a:pt x="610096" y="32468"/>
                  <a:pt x="612934" y="32171"/>
                  <a:pt x="615707" y="31617"/>
                </a:cubicBezTo>
                <a:cubicBezTo>
                  <a:pt x="616816" y="30507"/>
                  <a:pt x="617633" y="28990"/>
                  <a:pt x="619036" y="28289"/>
                </a:cubicBezTo>
                <a:cubicBezTo>
                  <a:pt x="621082" y="27267"/>
                  <a:pt x="624074" y="28242"/>
                  <a:pt x="625691" y="26625"/>
                </a:cubicBezTo>
                <a:cubicBezTo>
                  <a:pt x="627804" y="24511"/>
                  <a:pt x="627228" y="20694"/>
                  <a:pt x="629020" y="18304"/>
                </a:cubicBezTo>
                <a:cubicBezTo>
                  <a:pt x="632314" y="13913"/>
                  <a:pt x="636099" y="9702"/>
                  <a:pt x="640668" y="6655"/>
                </a:cubicBezTo>
                <a:lnTo>
                  <a:pt x="6506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41719C"/>
            </a:solidFill>
            <a:prstDash val="solid"/>
          </a:ln>
        </p:spPr>
      </p:sp>
      <p:sp>
        <p:nvSpPr>
          <p:cNvPr id="30" name="pdf-path-259">
            <a:extLst xmlns:a="http://schemas.openxmlformats.org/drawingml/2006/main">
              <a:ext uri="{FF2B5EF4-FFF2-40B4-BE49-F238E27FC236}">
                <a16:creationId xmlns:a16="http://schemas.microsoft.com/office/drawing/2014/main" id="{375F6324-E01C-4D7B-B8A8-6F7DA90A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821" y="1010262"/>
            <a:ext cx="361707" cy="681907"/>
          </a:xfrm>
          <a:custGeom xmlns:a="http://schemas.openxmlformats.org/drawingml/2006/main">
            <a:pathLst>
              <a:path w="361707" h="681907">
                <a:moveTo>
                  <a:pt x="0" y="0"/>
                </a:moveTo>
                <a:cubicBezTo>
                  <a:pt x="10377" y="13836"/>
                  <a:pt x="23396" y="26037"/>
                  <a:pt x="31131" y="41507"/>
                </a:cubicBezTo>
                <a:cubicBezTo>
                  <a:pt x="34394" y="48034"/>
                  <a:pt x="37929" y="55716"/>
                  <a:pt x="42990" y="60778"/>
                </a:cubicBezTo>
                <a:cubicBezTo>
                  <a:pt x="47932" y="65719"/>
                  <a:pt x="52508" y="71054"/>
                  <a:pt x="57814" y="75602"/>
                </a:cubicBezTo>
                <a:cubicBezTo>
                  <a:pt x="61273" y="78567"/>
                  <a:pt x="64970" y="81274"/>
                  <a:pt x="68191" y="84497"/>
                </a:cubicBezTo>
                <a:cubicBezTo>
                  <a:pt x="72399" y="88704"/>
                  <a:pt x="76098" y="93390"/>
                  <a:pt x="80051" y="97838"/>
                </a:cubicBezTo>
                <a:cubicBezTo>
                  <a:pt x="86961" y="115116"/>
                  <a:pt x="77726" y="93296"/>
                  <a:pt x="90427" y="117110"/>
                </a:cubicBezTo>
                <a:cubicBezTo>
                  <a:pt x="92197" y="120430"/>
                  <a:pt x="93191" y="124121"/>
                  <a:pt x="94874" y="127487"/>
                </a:cubicBezTo>
                <a:cubicBezTo>
                  <a:pt x="96656" y="131050"/>
                  <a:pt x="98754" y="134448"/>
                  <a:pt x="100804" y="137864"/>
                </a:cubicBezTo>
                <a:cubicBezTo>
                  <a:pt x="104013" y="143213"/>
                  <a:pt x="104189" y="141877"/>
                  <a:pt x="106733" y="148240"/>
                </a:cubicBezTo>
                <a:cubicBezTo>
                  <a:pt x="111791" y="160884"/>
                  <a:pt x="111647" y="172425"/>
                  <a:pt x="123040" y="183817"/>
                </a:cubicBezTo>
                <a:cubicBezTo>
                  <a:pt x="126499" y="187278"/>
                  <a:pt x="130213" y="190499"/>
                  <a:pt x="133417" y="194195"/>
                </a:cubicBezTo>
                <a:cubicBezTo>
                  <a:pt x="140776" y="202685"/>
                  <a:pt x="146518" y="212206"/>
                  <a:pt x="151206" y="222361"/>
                </a:cubicBezTo>
                <a:cubicBezTo>
                  <a:pt x="152783" y="225778"/>
                  <a:pt x="154051" y="229333"/>
                  <a:pt x="155653" y="232737"/>
                </a:cubicBezTo>
                <a:cubicBezTo>
                  <a:pt x="164540" y="251622"/>
                  <a:pt x="161439" y="242771"/>
                  <a:pt x="168994" y="260904"/>
                </a:cubicBezTo>
                <a:cubicBezTo>
                  <a:pt x="169595" y="262344"/>
                  <a:pt x="170028" y="263853"/>
                  <a:pt x="170478" y="265350"/>
                </a:cubicBezTo>
                <a:cubicBezTo>
                  <a:pt x="171830" y="269858"/>
                  <a:pt x="179072" y="295730"/>
                  <a:pt x="182337" y="303892"/>
                </a:cubicBezTo>
                <a:cubicBezTo>
                  <a:pt x="184553" y="309436"/>
                  <a:pt x="186810" y="315002"/>
                  <a:pt x="189748" y="320199"/>
                </a:cubicBezTo>
                <a:cubicBezTo>
                  <a:pt x="193254" y="326404"/>
                  <a:pt x="198960" y="331372"/>
                  <a:pt x="201607" y="337989"/>
                </a:cubicBezTo>
                <a:cubicBezTo>
                  <a:pt x="203584" y="342930"/>
                  <a:pt x="205626" y="347844"/>
                  <a:pt x="207537" y="352812"/>
                </a:cubicBezTo>
                <a:cubicBezTo>
                  <a:pt x="211670" y="363559"/>
                  <a:pt x="204887" y="349252"/>
                  <a:pt x="213467" y="367636"/>
                </a:cubicBezTo>
                <a:cubicBezTo>
                  <a:pt x="215335" y="371641"/>
                  <a:pt x="216944" y="375818"/>
                  <a:pt x="219396" y="379496"/>
                </a:cubicBezTo>
                <a:cubicBezTo>
                  <a:pt x="220385" y="380978"/>
                  <a:pt x="221637" y="382314"/>
                  <a:pt x="222361" y="383943"/>
                </a:cubicBezTo>
                <a:cubicBezTo>
                  <a:pt x="229416" y="399818"/>
                  <a:pt x="221581" y="387222"/>
                  <a:pt x="228290" y="397284"/>
                </a:cubicBezTo>
                <a:cubicBezTo>
                  <a:pt x="241479" y="442122"/>
                  <a:pt x="230418" y="406772"/>
                  <a:pt x="240149" y="434344"/>
                </a:cubicBezTo>
                <a:cubicBezTo>
                  <a:pt x="241709" y="438765"/>
                  <a:pt x="242559" y="443465"/>
                  <a:pt x="244598" y="447686"/>
                </a:cubicBezTo>
                <a:cubicBezTo>
                  <a:pt x="249501" y="457844"/>
                  <a:pt x="255101" y="467663"/>
                  <a:pt x="260904" y="477335"/>
                </a:cubicBezTo>
                <a:cubicBezTo>
                  <a:pt x="274086" y="499306"/>
                  <a:pt x="253001" y="464738"/>
                  <a:pt x="274245" y="496606"/>
                </a:cubicBezTo>
                <a:cubicBezTo>
                  <a:pt x="278429" y="502881"/>
                  <a:pt x="282171" y="509440"/>
                  <a:pt x="286105" y="515878"/>
                </a:cubicBezTo>
                <a:cubicBezTo>
                  <a:pt x="287607" y="518335"/>
                  <a:pt x="289641" y="520555"/>
                  <a:pt x="290552" y="523288"/>
                </a:cubicBezTo>
                <a:cubicBezTo>
                  <a:pt x="291046" y="524771"/>
                  <a:pt x="291453" y="526285"/>
                  <a:pt x="292034" y="527736"/>
                </a:cubicBezTo>
                <a:cubicBezTo>
                  <a:pt x="293432" y="531231"/>
                  <a:pt x="295359" y="534522"/>
                  <a:pt x="296481" y="538113"/>
                </a:cubicBezTo>
                <a:cubicBezTo>
                  <a:pt x="297841" y="542461"/>
                  <a:pt x="298195" y="547074"/>
                  <a:pt x="299446" y="551455"/>
                </a:cubicBezTo>
                <a:cubicBezTo>
                  <a:pt x="300178" y="554014"/>
                  <a:pt x="301502" y="556367"/>
                  <a:pt x="302411" y="558868"/>
                </a:cubicBezTo>
                <a:cubicBezTo>
                  <a:pt x="303479" y="561805"/>
                  <a:pt x="303979" y="564967"/>
                  <a:pt x="305376" y="567761"/>
                </a:cubicBezTo>
                <a:cubicBezTo>
                  <a:pt x="306481" y="569970"/>
                  <a:pt x="308514" y="571596"/>
                  <a:pt x="309823" y="573691"/>
                </a:cubicBezTo>
                <a:cubicBezTo>
                  <a:pt x="313752" y="579978"/>
                  <a:pt x="312238" y="580002"/>
                  <a:pt x="315753" y="587033"/>
                </a:cubicBezTo>
                <a:cubicBezTo>
                  <a:pt x="321501" y="598530"/>
                  <a:pt x="316473" y="584748"/>
                  <a:pt x="320200" y="595928"/>
                </a:cubicBezTo>
                <a:cubicBezTo>
                  <a:pt x="320874" y="599969"/>
                  <a:pt x="321199" y="607302"/>
                  <a:pt x="324647" y="610751"/>
                </a:cubicBezTo>
                <a:cubicBezTo>
                  <a:pt x="326209" y="612313"/>
                  <a:pt x="328600" y="612727"/>
                  <a:pt x="330576" y="613715"/>
                </a:cubicBezTo>
                <a:lnTo>
                  <a:pt x="339471" y="627058"/>
                </a:lnTo>
                <a:cubicBezTo>
                  <a:pt x="340459" y="628540"/>
                  <a:pt x="341872" y="629815"/>
                  <a:pt x="342436" y="631505"/>
                </a:cubicBezTo>
                <a:cubicBezTo>
                  <a:pt x="343424" y="634470"/>
                  <a:pt x="344642" y="637367"/>
                  <a:pt x="345401" y="640398"/>
                </a:cubicBezTo>
                <a:cubicBezTo>
                  <a:pt x="345895" y="642376"/>
                  <a:pt x="345972" y="644507"/>
                  <a:pt x="346883" y="646328"/>
                </a:cubicBezTo>
                <a:cubicBezTo>
                  <a:pt x="348477" y="649514"/>
                  <a:pt x="352813" y="655223"/>
                  <a:pt x="352813" y="655223"/>
                </a:cubicBezTo>
                <a:cubicBezTo>
                  <a:pt x="353307" y="658188"/>
                  <a:pt x="353758" y="661160"/>
                  <a:pt x="354295" y="664118"/>
                </a:cubicBezTo>
                <a:cubicBezTo>
                  <a:pt x="354777" y="666770"/>
                  <a:pt x="355792" y="673040"/>
                  <a:pt x="357260" y="675977"/>
                </a:cubicBezTo>
                <a:cubicBezTo>
                  <a:pt x="358936" y="679329"/>
                  <a:pt x="359623" y="679823"/>
                  <a:pt x="361707" y="68190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145">
            <a:solidFill>
              <a:srgbClr val="ED7D31"/>
            </a:solidFill>
            <a:prstDash val="solid"/>
          </a:ln>
        </p:spPr>
      </p:sp>
      <p:sp>
        <p:nvSpPr>
          <p:cNvPr id="31" name="pdf-path-260">
            <a:extLst xmlns:a="http://schemas.openxmlformats.org/drawingml/2006/main">
              <a:ext uri="{FF2B5EF4-FFF2-40B4-BE49-F238E27FC236}">
                <a16:creationId xmlns:a16="http://schemas.microsoft.com/office/drawing/2014/main" id="{505FA061-B2EA-44EA-807E-526D9B82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092" y="1016190"/>
            <a:ext cx="231622" cy="680425"/>
          </a:xfrm>
          <a:custGeom xmlns:a="http://schemas.openxmlformats.org/drawingml/2006/main">
            <a:pathLst>
              <a:path w="231622" h="680425">
                <a:moveTo>
                  <a:pt x="0" y="0"/>
                </a:moveTo>
                <a:cubicBezTo>
                  <a:pt x="3953" y="13836"/>
                  <a:pt x="7404" y="27825"/>
                  <a:pt x="11859" y="41507"/>
                </a:cubicBezTo>
                <a:cubicBezTo>
                  <a:pt x="14330" y="49098"/>
                  <a:pt x="18592" y="56058"/>
                  <a:pt x="20754" y="63743"/>
                </a:cubicBezTo>
                <a:cubicBezTo>
                  <a:pt x="23064" y="71954"/>
                  <a:pt x="23675" y="80552"/>
                  <a:pt x="25201" y="88945"/>
                </a:cubicBezTo>
                <a:cubicBezTo>
                  <a:pt x="30391" y="117485"/>
                  <a:pt x="23398" y="78443"/>
                  <a:pt x="28166" y="102287"/>
                </a:cubicBezTo>
                <a:cubicBezTo>
                  <a:pt x="29513" y="109022"/>
                  <a:pt x="30673" y="120186"/>
                  <a:pt x="32613" y="126005"/>
                </a:cubicBezTo>
                <a:cubicBezTo>
                  <a:pt x="33601" y="128969"/>
                  <a:pt x="34820" y="131868"/>
                  <a:pt x="35577" y="134899"/>
                </a:cubicBezTo>
                <a:cubicBezTo>
                  <a:pt x="36307" y="137815"/>
                  <a:pt x="36506" y="140840"/>
                  <a:pt x="37061" y="143794"/>
                </a:cubicBezTo>
                <a:cubicBezTo>
                  <a:pt x="37990" y="148747"/>
                  <a:pt x="38743" y="153744"/>
                  <a:pt x="40025" y="158617"/>
                </a:cubicBezTo>
                <a:cubicBezTo>
                  <a:pt x="41219" y="163150"/>
                  <a:pt x="43553" y="167362"/>
                  <a:pt x="44472" y="171959"/>
                </a:cubicBezTo>
                <a:cubicBezTo>
                  <a:pt x="44967" y="174429"/>
                  <a:pt x="44602" y="177246"/>
                  <a:pt x="45955" y="179372"/>
                </a:cubicBezTo>
                <a:cubicBezTo>
                  <a:pt x="48206" y="182909"/>
                  <a:pt x="51885" y="185300"/>
                  <a:pt x="54850" y="188265"/>
                </a:cubicBezTo>
                <a:cubicBezTo>
                  <a:pt x="57319" y="193701"/>
                  <a:pt x="60288" y="198935"/>
                  <a:pt x="62261" y="204572"/>
                </a:cubicBezTo>
                <a:cubicBezTo>
                  <a:pt x="63766" y="208871"/>
                  <a:pt x="64121" y="213493"/>
                  <a:pt x="65226" y="217914"/>
                </a:cubicBezTo>
                <a:cubicBezTo>
                  <a:pt x="66098" y="221404"/>
                  <a:pt x="67318" y="224801"/>
                  <a:pt x="68190" y="228291"/>
                </a:cubicBezTo>
                <a:cubicBezTo>
                  <a:pt x="69363" y="232979"/>
                  <a:pt x="69637" y="237074"/>
                  <a:pt x="71155" y="241632"/>
                </a:cubicBezTo>
                <a:cubicBezTo>
                  <a:pt x="71996" y="244155"/>
                  <a:pt x="73278" y="246520"/>
                  <a:pt x="74120" y="249044"/>
                </a:cubicBezTo>
                <a:cubicBezTo>
                  <a:pt x="78157" y="261153"/>
                  <a:pt x="72504" y="248774"/>
                  <a:pt x="78567" y="260904"/>
                </a:cubicBezTo>
                <a:cubicBezTo>
                  <a:pt x="79062" y="262880"/>
                  <a:pt x="79490" y="264875"/>
                  <a:pt x="80050" y="266834"/>
                </a:cubicBezTo>
                <a:cubicBezTo>
                  <a:pt x="80479" y="268335"/>
                  <a:pt x="81193" y="269755"/>
                  <a:pt x="81532" y="271279"/>
                </a:cubicBezTo>
                <a:cubicBezTo>
                  <a:pt x="82185" y="274215"/>
                  <a:pt x="82590" y="277199"/>
                  <a:pt x="83015" y="280174"/>
                </a:cubicBezTo>
                <a:cubicBezTo>
                  <a:pt x="85885" y="300262"/>
                  <a:pt x="82454" y="284233"/>
                  <a:pt x="87462" y="300927"/>
                </a:cubicBezTo>
                <a:cubicBezTo>
                  <a:pt x="88047" y="302879"/>
                  <a:pt x="88141" y="304985"/>
                  <a:pt x="88944" y="306857"/>
                </a:cubicBezTo>
                <a:cubicBezTo>
                  <a:pt x="89646" y="308495"/>
                  <a:pt x="91024" y="309759"/>
                  <a:pt x="91909" y="311304"/>
                </a:cubicBezTo>
                <a:cubicBezTo>
                  <a:pt x="93006" y="313224"/>
                  <a:pt x="94053" y="315183"/>
                  <a:pt x="94874" y="317234"/>
                </a:cubicBezTo>
                <a:cubicBezTo>
                  <a:pt x="96034" y="320136"/>
                  <a:pt x="96570" y="323274"/>
                  <a:pt x="97839" y="326129"/>
                </a:cubicBezTo>
                <a:cubicBezTo>
                  <a:pt x="98562" y="327758"/>
                  <a:pt x="100006" y="328984"/>
                  <a:pt x="100803" y="330576"/>
                </a:cubicBezTo>
                <a:cubicBezTo>
                  <a:pt x="101502" y="331973"/>
                  <a:pt x="101651" y="333595"/>
                  <a:pt x="102286" y="335024"/>
                </a:cubicBezTo>
                <a:cubicBezTo>
                  <a:pt x="103632" y="338051"/>
                  <a:pt x="105362" y="340900"/>
                  <a:pt x="106733" y="343919"/>
                </a:cubicBezTo>
                <a:cubicBezTo>
                  <a:pt x="107834" y="346341"/>
                  <a:pt x="108132" y="349177"/>
                  <a:pt x="109697" y="351331"/>
                </a:cubicBezTo>
                <a:cubicBezTo>
                  <a:pt x="112164" y="354721"/>
                  <a:pt x="115937" y="356980"/>
                  <a:pt x="118592" y="360224"/>
                </a:cubicBezTo>
                <a:cubicBezTo>
                  <a:pt x="120416" y="362455"/>
                  <a:pt x="121557" y="365167"/>
                  <a:pt x="123040" y="367636"/>
                </a:cubicBezTo>
                <a:cubicBezTo>
                  <a:pt x="125595" y="377853"/>
                  <a:pt x="123612" y="371744"/>
                  <a:pt x="130452" y="385426"/>
                </a:cubicBezTo>
                <a:lnTo>
                  <a:pt x="133417" y="391354"/>
                </a:lnTo>
                <a:lnTo>
                  <a:pt x="136382" y="397284"/>
                </a:lnTo>
                <a:cubicBezTo>
                  <a:pt x="136875" y="401731"/>
                  <a:pt x="137128" y="406212"/>
                  <a:pt x="137863" y="410626"/>
                </a:cubicBezTo>
                <a:cubicBezTo>
                  <a:pt x="138121" y="412168"/>
                  <a:pt x="139024" y="413544"/>
                  <a:pt x="139347" y="415074"/>
                </a:cubicBezTo>
                <a:cubicBezTo>
                  <a:pt x="141004" y="422945"/>
                  <a:pt x="141842" y="430988"/>
                  <a:pt x="143793" y="438793"/>
                </a:cubicBezTo>
                <a:cubicBezTo>
                  <a:pt x="144288" y="440769"/>
                  <a:pt x="144631" y="442789"/>
                  <a:pt x="145276" y="444721"/>
                </a:cubicBezTo>
                <a:cubicBezTo>
                  <a:pt x="147766" y="452193"/>
                  <a:pt x="148539" y="450956"/>
                  <a:pt x="149723" y="458063"/>
                </a:cubicBezTo>
                <a:cubicBezTo>
                  <a:pt x="152449" y="474425"/>
                  <a:pt x="149894" y="464846"/>
                  <a:pt x="152688" y="478816"/>
                </a:cubicBezTo>
                <a:cubicBezTo>
                  <a:pt x="153087" y="480815"/>
                  <a:pt x="153728" y="482758"/>
                  <a:pt x="154171" y="484746"/>
                </a:cubicBezTo>
                <a:cubicBezTo>
                  <a:pt x="155272" y="489704"/>
                  <a:pt x="156395" y="496117"/>
                  <a:pt x="157135" y="501053"/>
                </a:cubicBezTo>
                <a:cubicBezTo>
                  <a:pt x="160647" y="524464"/>
                  <a:pt x="156901" y="515409"/>
                  <a:pt x="163064" y="527736"/>
                </a:cubicBezTo>
                <a:cubicBezTo>
                  <a:pt x="166379" y="557575"/>
                  <a:pt x="162552" y="531613"/>
                  <a:pt x="166029" y="545525"/>
                </a:cubicBezTo>
                <a:cubicBezTo>
                  <a:pt x="166641" y="547969"/>
                  <a:pt x="166628" y="550578"/>
                  <a:pt x="167512" y="552938"/>
                </a:cubicBezTo>
                <a:cubicBezTo>
                  <a:pt x="168137" y="554605"/>
                  <a:pt x="169680" y="555791"/>
                  <a:pt x="170477" y="557385"/>
                </a:cubicBezTo>
                <a:cubicBezTo>
                  <a:pt x="174201" y="564832"/>
                  <a:pt x="168703" y="560000"/>
                  <a:pt x="176406" y="569243"/>
                </a:cubicBezTo>
                <a:cubicBezTo>
                  <a:pt x="184997" y="579552"/>
                  <a:pt x="186518" y="576666"/>
                  <a:pt x="191230" y="587033"/>
                </a:cubicBezTo>
                <a:cubicBezTo>
                  <a:pt x="199013" y="604154"/>
                  <a:pt x="189961" y="587673"/>
                  <a:pt x="195678" y="604821"/>
                </a:cubicBezTo>
                <a:cubicBezTo>
                  <a:pt x="196241" y="606511"/>
                  <a:pt x="197759" y="607723"/>
                  <a:pt x="198643" y="609268"/>
                </a:cubicBezTo>
                <a:cubicBezTo>
                  <a:pt x="203845" y="618374"/>
                  <a:pt x="198811" y="612402"/>
                  <a:pt x="206054" y="619645"/>
                </a:cubicBezTo>
                <a:cubicBezTo>
                  <a:pt x="207042" y="622610"/>
                  <a:pt x="207286" y="625940"/>
                  <a:pt x="209019" y="628540"/>
                </a:cubicBezTo>
                <a:lnTo>
                  <a:pt x="217913" y="641882"/>
                </a:lnTo>
                <a:lnTo>
                  <a:pt x="220878" y="646328"/>
                </a:lnTo>
                <a:lnTo>
                  <a:pt x="223843" y="650775"/>
                </a:lnTo>
                <a:cubicBezTo>
                  <a:pt x="224337" y="653247"/>
                  <a:pt x="224911" y="655702"/>
                  <a:pt x="225325" y="658188"/>
                </a:cubicBezTo>
                <a:cubicBezTo>
                  <a:pt x="225900" y="661634"/>
                  <a:pt x="226123" y="665138"/>
                  <a:pt x="226808" y="668565"/>
                </a:cubicBezTo>
                <a:cubicBezTo>
                  <a:pt x="228561" y="677331"/>
                  <a:pt x="227758" y="668715"/>
                  <a:pt x="231255" y="677460"/>
                </a:cubicBezTo>
                <a:cubicBezTo>
                  <a:pt x="231622" y="678377"/>
                  <a:pt x="231255" y="679436"/>
                  <a:pt x="231255" y="6804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145">
            <a:solidFill>
              <a:srgbClr val="ED7D31"/>
            </a:solidFill>
            <a:prstDash val="solid"/>
          </a:ln>
        </p:spPr>
      </p:sp>
      <p:sp>
        <p:nvSpPr>
          <p:cNvPr id="32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94204157-1E65-454D-9F99-CAECB95F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950" y="1014707"/>
            <a:ext cx="444996" cy="648358"/>
          </a:xfrm>
          <a:custGeom xmlns:a="http://schemas.openxmlformats.org/drawingml/2006/main">
            <a:pathLst>
              <a:path w="444996" h="648358">
                <a:moveTo>
                  <a:pt x="0" y="0"/>
                </a:moveTo>
                <a:cubicBezTo>
                  <a:pt x="12353" y="7412"/>
                  <a:pt x="25352" y="13841"/>
                  <a:pt x="37061" y="22237"/>
                </a:cubicBezTo>
                <a:cubicBezTo>
                  <a:pt x="60377" y="38954"/>
                  <a:pt x="79950" y="63214"/>
                  <a:pt x="108216" y="72637"/>
                </a:cubicBezTo>
                <a:cubicBezTo>
                  <a:pt x="110192" y="74120"/>
                  <a:pt x="112270" y="75477"/>
                  <a:pt x="114146" y="77085"/>
                </a:cubicBezTo>
                <a:cubicBezTo>
                  <a:pt x="119417" y="81604"/>
                  <a:pt x="123626" y="87923"/>
                  <a:pt x="127487" y="93392"/>
                </a:cubicBezTo>
                <a:cubicBezTo>
                  <a:pt x="130570" y="97759"/>
                  <a:pt x="133786" y="102062"/>
                  <a:pt x="136382" y="106734"/>
                </a:cubicBezTo>
                <a:cubicBezTo>
                  <a:pt x="141323" y="115627"/>
                  <a:pt x="145291" y="125138"/>
                  <a:pt x="151206" y="133417"/>
                </a:cubicBezTo>
                <a:cubicBezTo>
                  <a:pt x="153676" y="136875"/>
                  <a:pt x="156018" y="140430"/>
                  <a:pt x="158617" y="143794"/>
                </a:cubicBezTo>
                <a:cubicBezTo>
                  <a:pt x="164421" y="151304"/>
                  <a:pt x="171141" y="158132"/>
                  <a:pt x="176406" y="166029"/>
                </a:cubicBezTo>
                <a:cubicBezTo>
                  <a:pt x="184853" y="178700"/>
                  <a:pt x="189903" y="185612"/>
                  <a:pt x="197159" y="200124"/>
                </a:cubicBezTo>
                <a:cubicBezTo>
                  <a:pt x="204641" y="215087"/>
                  <a:pt x="198054" y="201216"/>
                  <a:pt x="209019" y="232739"/>
                </a:cubicBezTo>
                <a:cubicBezTo>
                  <a:pt x="212311" y="242202"/>
                  <a:pt x="220613" y="258214"/>
                  <a:pt x="223844" y="263869"/>
                </a:cubicBezTo>
                <a:cubicBezTo>
                  <a:pt x="225820" y="267327"/>
                  <a:pt x="227992" y="270683"/>
                  <a:pt x="229773" y="274246"/>
                </a:cubicBezTo>
                <a:cubicBezTo>
                  <a:pt x="231456" y="277610"/>
                  <a:pt x="232324" y="281371"/>
                  <a:pt x="234220" y="284622"/>
                </a:cubicBezTo>
                <a:cubicBezTo>
                  <a:pt x="235814" y="287355"/>
                  <a:pt x="238555" y="289301"/>
                  <a:pt x="240150" y="292034"/>
                </a:cubicBezTo>
                <a:cubicBezTo>
                  <a:pt x="242046" y="295285"/>
                  <a:pt x="242857" y="299075"/>
                  <a:pt x="244598" y="302411"/>
                </a:cubicBezTo>
                <a:cubicBezTo>
                  <a:pt x="248793" y="310453"/>
                  <a:pt x="255070" y="317524"/>
                  <a:pt x="257939" y="326129"/>
                </a:cubicBezTo>
                <a:lnTo>
                  <a:pt x="262386" y="339471"/>
                </a:lnTo>
                <a:cubicBezTo>
                  <a:pt x="262881" y="340954"/>
                  <a:pt x="263466" y="342408"/>
                  <a:pt x="263868" y="343919"/>
                </a:cubicBezTo>
                <a:cubicBezTo>
                  <a:pt x="265414" y="349714"/>
                  <a:pt x="268347" y="362533"/>
                  <a:pt x="271280" y="370601"/>
                </a:cubicBezTo>
                <a:cubicBezTo>
                  <a:pt x="272723" y="374569"/>
                  <a:pt x="273980" y="378617"/>
                  <a:pt x="275728" y="382461"/>
                </a:cubicBezTo>
                <a:cubicBezTo>
                  <a:pt x="282707" y="397816"/>
                  <a:pt x="274437" y="374065"/>
                  <a:pt x="281657" y="392838"/>
                </a:cubicBezTo>
                <a:cubicBezTo>
                  <a:pt x="283341" y="397212"/>
                  <a:pt x="284363" y="401827"/>
                  <a:pt x="286105" y="406179"/>
                </a:cubicBezTo>
                <a:cubicBezTo>
                  <a:pt x="287093" y="408650"/>
                  <a:pt x="287554" y="411404"/>
                  <a:pt x="289069" y="413591"/>
                </a:cubicBezTo>
                <a:cubicBezTo>
                  <a:pt x="292059" y="417909"/>
                  <a:pt x="296165" y="421349"/>
                  <a:pt x="299445" y="425451"/>
                </a:cubicBezTo>
                <a:cubicBezTo>
                  <a:pt x="302101" y="428770"/>
                  <a:pt x="304308" y="432427"/>
                  <a:pt x="306858" y="435828"/>
                </a:cubicBezTo>
                <a:cubicBezTo>
                  <a:pt x="308757" y="438359"/>
                  <a:pt x="311032" y="440607"/>
                  <a:pt x="312788" y="443240"/>
                </a:cubicBezTo>
                <a:cubicBezTo>
                  <a:pt x="321217" y="455883"/>
                  <a:pt x="308859" y="442276"/>
                  <a:pt x="321682" y="455098"/>
                </a:cubicBezTo>
                <a:cubicBezTo>
                  <a:pt x="322670" y="457570"/>
                  <a:pt x="323566" y="460079"/>
                  <a:pt x="324647" y="462511"/>
                </a:cubicBezTo>
                <a:cubicBezTo>
                  <a:pt x="325545" y="464530"/>
                  <a:pt x="326836" y="466370"/>
                  <a:pt x="327611" y="468441"/>
                </a:cubicBezTo>
                <a:cubicBezTo>
                  <a:pt x="329039" y="472246"/>
                  <a:pt x="328782" y="475229"/>
                  <a:pt x="330576" y="478818"/>
                </a:cubicBezTo>
                <a:cubicBezTo>
                  <a:pt x="331373" y="480410"/>
                  <a:pt x="332597" y="481753"/>
                  <a:pt x="333541" y="483264"/>
                </a:cubicBezTo>
                <a:cubicBezTo>
                  <a:pt x="334266" y="484423"/>
                  <a:pt x="339258" y="493090"/>
                  <a:pt x="340954" y="495123"/>
                </a:cubicBezTo>
                <a:cubicBezTo>
                  <a:pt x="342296" y="496735"/>
                  <a:pt x="344114" y="497916"/>
                  <a:pt x="345401" y="499571"/>
                </a:cubicBezTo>
                <a:cubicBezTo>
                  <a:pt x="347588" y="502384"/>
                  <a:pt x="348947" y="505816"/>
                  <a:pt x="351330" y="508465"/>
                </a:cubicBezTo>
                <a:cubicBezTo>
                  <a:pt x="363687" y="522195"/>
                  <a:pt x="353676" y="506364"/>
                  <a:pt x="367637" y="520325"/>
                </a:cubicBezTo>
                <a:lnTo>
                  <a:pt x="372084" y="524771"/>
                </a:lnTo>
                <a:cubicBezTo>
                  <a:pt x="373072" y="527242"/>
                  <a:pt x="374114" y="529693"/>
                  <a:pt x="375049" y="532183"/>
                </a:cubicBezTo>
                <a:cubicBezTo>
                  <a:pt x="375597" y="533646"/>
                  <a:pt x="375983" y="535167"/>
                  <a:pt x="376531" y="536631"/>
                </a:cubicBezTo>
                <a:cubicBezTo>
                  <a:pt x="377466" y="539123"/>
                  <a:pt x="378086" y="541786"/>
                  <a:pt x="379496" y="544043"/>
                </a:cubicBezTo>
                <a:cubicBezTo>
                  <a:pt x="380607" y="545820"/>
                  <a:pt x="382461" y="547008"/>
                  <a:pt x="383943" y="548490"/>
                </a:cubicBezTo>
                <a:cubicBezTo>
                  <a:pt x="387468" y="559063"/>
                  <a:pt x="382470" y="546282"/>
                  <a:pt x="389872" y="557385"/>
                </a:cubicBezTo>
                <a:cubicBezTo>
                  <a:pt x="390739" y="558685"/>
                  <a:pt x="390489" y="560531"/>
                  <a:pt x="391356" y="561833"/>
                </a:cubicBezTo>
                <a:cubicBezTo>
                  <a:pt x="397909" y="571664"/>
                  <a:pt x="393919" y="561030"/>
                  <a:pt x="398767" y="570726"/>
                </a:cubicBezTo>
                <a:cubicBezTo>
                  <a:pt x="399466" y="572124"/>
                  <a:pt x="399551" y="573776"/>
                  <a:pt x="400250" y="575175"/>
                </a:cubicBezTo>
                <a:cubicBezTo>
                  <a:pt x="401047" y="576767"/>
                  <a:pt x="402418" y="578028"/>
                  <a:pt x="403215" y="579620"/>
                </a:cubicBezTo>
                <a:cubicBezTo>
                  <a:pt x="404405" y="582001"/>
                  <a:pt x="404989" y="584652"/>
                  <a:pt x="406180" y="587033"/>
                </a:cubicBezTo>
                <a:cubicBezTo>
                  <a:pt x="411626" y="597928"/>
                  <a:pt x="406979" y="583501"/>
                  <a:pt x="412109" y="598893"/>
                </a:cubicBezTo>
                <a:cubicBezTo>
                  <a:pt x="416020" y="610625"/>
                  <a:pt x="409725" y="599022"/>
                  <a:pt x="419521" y="613715"/>
                </a:cubicBezTo>
                <a:cubicBezTo>
                  <a:pt x="420509" y="615198"/>
                  <a:pt x="420892" y="617366"/>
                  <a:pt x="422486" y="618163"/>
                </a:cubicBezTo>
                <a:cubicBezTo>
                  <a:pt x="430008" y="621925"/>
                  <a:pt x="426577" y="619902"/>
                  <a:pt x="432862" y="624093"/>
                </a:cubicBezTo>
                <a:cubicBezTo>
                  <a:pt x="433357" y="625575"/>
                  <a:pt x="433586" y="627175"/>
                  <a:pt x="434345" y="628540"/>
                </a:cubicBezTo>
                <a:cubicBezTo>
                  <a:pt x="436075" y="631655"/>
                  <a:pt x="439147" y="634055"/>
                  <a:pt x="440275" y="637435"/>
                </a:cubicBezTo>
                <a:cubicBezTo>
                  <a:pt x="440769" y="638917"/>
                  <a:pt x="441059" y="640484"/>
                  <a:pt x="441757" y="641882"/>
                </a:cubicBezTo>
                <a:cubicBezTo>
                  <a:pt x="444996" y="648358"/>
                  <a:pt x="444722" y="644099"/>
                  <a:pt x="444722" y="64781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145">
            <a:solidFill>
              <a:srgbClr val="ED7D31"/>
            </a:solidFill>
            <a:prstDash val="solid"/>
          </a:ln>
        </p:spPr>
      </p:sp>
      <p:sp>
        <p:nvSpPr>
          <p:cNvPr id="33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42F9B781-BFAF-4643-B07E-A4213DBF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621" y="327210"/>
            <a:ext cx="1374964" cy="1374964"/>
          </a:xfrm>
          <a:custGeom xmlns:a="http://schemas.openxmlformats.org/drawingml/2006/main">
            <a:pathLst>
              <a:path w="1374964" h="1374964">
                <a:moveTo>
                  <a:pt x="0" y="0"/>
                </a:moveTo>
                <a:lnTo>
                  <a:pt x="1374964" y="0"/>
                </a:lnTo>
                <a:lnTo>
                  <a:pt x="1374964" y="1374964"/>
                </a:lnTo>
                <a:lnTo>
                  <a:pt x="0" y="13749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30">
            <a:solidFill>
              <a:srgbClr val="000000"/>
            </a:solidFill>
            <a:prstDash val="solid"/>
          </a:ln>
        </p:spPr>
      </p:sp>
      <p:sp>
        <p:nvSpPr>
          <p:cNvPr id="34" name="pdf-path-263">
            <a:extLst xmlns:a="http://schemas.openxmlformats.org/drawingml/2006/main">
              <a:ext uri="{FF2B5EF4-FFF2-40B4-BE49-F238E27FC236}">
                <a16:creationId xmlns:a16="http://schemas.microsoft.com/office/drawing/2014/main" id="{68D5845F-77C6-4AAE-A5F6-FFA95CAD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264" y="807052"/>
            <a:ext cx="657310" cy="211337"/>
          </a:xfrm>
          <a:custGeom xmlns:a="http://schemas.openxmlformats.org/drawingml/2006/main">
            <a:pathLst>
              <a:path w="657310" h="211337">
                <a:moveTo>
                  <a:pt x="0" y="211337"/>
                </a:moveTo>
                <a:cubicBezTo>
                  <a:pt x="19414" y="207455"/>
                  <a:pt x="39036" y="204493"/>
                  <a:pt x="58244" y="199690"/>
                </a:cubicBezTo>
                <a:cubicBezTo>
                  <a:pt x="68303" y="197173"/>
                  <a:pt x="62728" y="198748"/>
                  <a:pt x="74883" y="194697"/>
                </a:cubicBezTo>
                <a:lnTo>
                  <a:pt x="79876" y="193033"/>
                </a:lnTo>
                <a:lnTo>
                  <a:pt x="84868" y="191369"/>
                </a:lnTo>
                <a:cubicBezTo>
                  <a:pt x="87086" y="189705"/>
                  <a:pt x="89116" y="187752"/>
                  <a:pt x="91524" y="186376"/>
                </a:cubicBezTo>
                <a:cubicBezTo>
                  <a:pt x="102389" y="180169"/>
                  <a:pt x="89973" y="190813"/>
                  <a:pt x="103173" y="181384"/>
                </a:cubicBezTo>
                <a:cubicBezTo>
                  <a:pt x="115954" y="172254"/>
                  <a:pt x="97776" y="179923"/>
                  <a:pt x="118149" y="169736"/>
                </a:cubicBezTo>
                <a:cubicBezTo>
                  <a:pt x="121288" y="168166"/>
                  <a:pt x="124877" y="167711"/>
                  <a:pt x="128134" y="166408"/>
                </a:cubicBezTo>
                <a:cubicBezTo>
                  <a:pt x="130437" y="165487"/>
                  <a:pt x="132524" y="164086"/>
                  <a:pt x="134790" y="163080"/>
                </a:cubicBezTo>
                <a:cubicBezTo>
                  <a:pt x="137520" y="161866"/>
                  <a:pt x="140382" y="160965"/>
                  <a:pt x="143111" y="159751"/>
                </a:cubicBezTo>
                <a:cubicBezTo>
                  <a:pt x="145378" y="158744"/>
                  <a:pt x="147613" y="157654"/>
                  <a:pt x="149767" y="156423"/>
                </a:cubicBezTo>
                <a:cubicBezTo>
                  <a:pt x="151504" y="155431"/>
                  <a:pt x="152921" y="153884"/>
                  <a:pt x="154759" y="153095"/>
                </a:cubicBezTo>
                <a:cubicBezTo>
                  <a:pt x="156862" y="152195"/>
                  <a:pt x="159275" y="152234"/>
                  <a:pt x="161415" y="151431"/>
                </a:cubicBezTo>
                <a:cubicBezTo>
                  <a:pt x="173491" y="146902"/>
                  <a:pt x="162492" y="148367"/>
                  <a:pt x="178056" y="144774"/>
                </a:cubicBezTo>
                <a:cubicBezTo>
                  <a:pt x="181878" y="143894"/>
                  <a:pt x="185822" y="143665"/>
                  <a:pt x="189705" y="143110"/>
                </a:cubicBezTo>
                <a:cubicBezTo>
                  <a:pt x="191369" y="142556"/>
                  <a:pt x="192995" y="141872"/>
                  <a:pt x="194697" y="141447"/>
                </a:cubicBezTo>
                <a:cubicBezTo>
                  <a:pt x="197441" y="140759"/>
                  <a:pt x="200334" y="140676"/>
                  <a:pt x="203017" y="139783"/>
                </a:cubicBezTo>
                <a:cubicBezTo>
                  <a:pt x="205371" y="138998"/>
                  <a:pt x="207407" y="137461"/>
                  <a:pt x="209674" y="136455"/>
                </a:cubicBezTo>
                <a:cubicBezTo>
                  <a:pt x="225295" y="129514"/>
                  <a:pt x="211133" y="135968"/>
                  <a:pt x="224650" y="131462"/>
                </a:cubicBezTo>
                <a:cubicBezTo>
                  <a:pt x="245794" y="124414"/>
                  <a:pt x="216650" y="132590"/>
                  <a:pt x="246283" y="121477"/>
                </a:cubicBezTo>
                <a:cubicBezTo>
                  <a:pt x="250567" y="119871"/>
                  <a:pt x="255198" y="119407"/>
                  <a:pt x="259596" y="118149"/>
                </a:cubicBezTo>
                <a:cubicBezTo>
                  <a:pt x="262969" y="117186"/>
                  <a:pt x="266196" y="115744"/>
                  <a:pt x="269581" y="114821"/>
                </a:cubicBezTo>
                <a:cubicBezTo>
                  <a:pt x="291663" y="108799"/>
                  <a:pt x="267749" y="116541"/>
                  <a:pt x="282892" y="111494"/>
                </a:cubicBezTo>
                <a:cubicBezTo>
                  <a:pt x="285665" y="108164"/>
                  <a:pt x="288149" y="104572"/>
                  <a:pt x="291213" y="101509"/>
                </a:cubicBezTo>
                <a:cubicBezTo>
                  <a:pt x="293373" y="99348"/>
                  <a:pt x="306662" y="90511"/>
                  <a:pt x="307854" y="89860"/>
                </a:cubicBezTo>
                <a:cubicBezTo>
                  <a:pt x="315419" y="85734"/>
                  <a:pt x="316448" y="86880"/>
                  <a:pt x="324495" y="84867"/>
                </a:cubicBezTo>
                <a:cubicBezTo>
                  <a:pt x="328412" y="83888"/>
                  <a:pt x="332295" y="82764"/>
                  <a:pt x="336143" y="81539"/>
                </a:cubicBezTo>
                <a:cubicBezTo>
                  <a:pt x="347844" y="77817"/>
                  <a:pt x="359441" y="73775"/>
                  <a:pt x="371089" y="69892"/>
                </a:cubicBezTo>
                <a:lnTo>
                  <a:pt x="381074" y="66563"/>
                </a:lnTo>
                <a:cubicBezTo>
                  <a:pt x="382737" y="66008"/>
                  <a:pt x="384345" y="65243"/>
                  <a:pt x="386065" y="64899"/>
                </a:cubicBezTo>
                <a:lnTo>
                  <a:pt x="402706" y="61571"/>
                </a:lnTo>
                <a:cubicBezTo>
                  <a:pt x="406589" y="59907"/>
                  <a:pt x="410376" y="57999"/>
                  <a:pt x="414354" y="56578"/>
                </a:cubicBezTo>
                <a:cubicBezTo>
                  <a:pt x="423660" y="53255"/>
                  <a:pt x="426688" y="53137"/>
                  <a:pt x="435988" y="51586"/>
                </a:cubicBezTo>
                <a:cubicBezTo>
                  <a:pt x="437651" y="50477"/>
                  <a:pt x="439141" y="49047"/>
                  <a:pt x="440980" y="48259"/>
                </a:cubicBezTo>
                <a:cubicBezTo>
                  <a:pt x="443082" y="47357"/>
                  <a:pt x="445467" y="47317"/>
                  <a:pt x="447636" y="46595"/>
                </a:cubicBezTo>
                <a:cubicBezTo>
                  <a:pt x="453796" y="44540"/>
                  <a:pt x="460020" y="42603"/>
                  <a:pt x="465941" y="39938"/>
                </a:cubicBezTo>
                <a:cubicBezTo>
                  <a:pt x="510990" y="19666"/>
                  <a:pt x="456154" y="41192"/>
                  <a:pt x="492566" y="26625"/>
                </a:cubicBezTo>
                <a:cubicBezTo>
                  <a:pt x="498906" y="24089"/>
                  <a:pt x="497992" y="25268"/>
                  <a:pt x="505879" y="23297"/>
                </a:cubicBezTo>
                <a:cubicBezTo>
                  <a:pt x="509796" y="22317"/>
                  <a:pt x="513696" y="21246"/>
                  <a:pt x="517527" y="19970"/>
                </a:cubicBezTo>
                <a:cubicBezTo>
                  <a:pt x="520361" y="19024"/>
                  <a:pt x="522913" y="17200"/>
                  <a:pt x="525847" y="16640"/>
                </a:cubicBezTo>
                <a:cubicBezTo>
                  <a:pt x="534634" y="14968"/>
                  <a:pt x="552473" y="13313"/>
                  <a:pt x="552473" y="13313"/>
                </a:cubicBezTo>
                <a:cubicBezTo>
                  <a:pt x="554137" y="12758"/>
                  <a:pt x="555763" y="12074"/>
                  <a:pt x="557465" y="11649"/>
                </a:cubicBezTo>
                <a:cubicBezTo>
                  <a:pt x="560209" y="10963"/>
                  <a:pt x="563076" y="10798"/>
                  <a:pt x="565785" y="9985"/>
                </a:cubicBezTo>
                <a:cubicBezTo>
                  <a:pt x="568646" y="9127"/>
                  <a:pt x="571224" y="7442"/>
                  <a:pt x="574106" y="6657"/>
                </a:cubicBezTo>
                <a:cubicBezTo>
                  <a:pt x="579640" y="5147"/>
                  <a:pt x="594736" y="3907"/>
                  <a:pt x="599067" y="3329"/>
                </a:cubicBezTo>
                <a:cubicBezTo>
                  <a:pt x="602411" y="2883"/>
                  <a:pt x="605716" y="2178"/>
                  <a:pt x="609051" y="1664"/>
                </a:cubicBezTo>
                <a:cubicBezTo>
                  <a:pt x="612928" y="1069"/>
                  <a:pt x="616817" y="555"/>
                  <a:pt x="620700" y="0"/>
                </a:cubicBezTo>
                <a:cubicBezTo>
                  <a:pt x="630951" y="3418"/>
                  <a:pt x="620516" y="270"/>
                  <a:pt x="637341" y="3329"/>
                </a:cubicBezTo>
                <a:cubicBezTo>
                  <a:pt x="639591" y="3738"/>
                  <a:pt x="641779" y="4439"/>
                  <a:pt x="643997" y="4993"/>
                </a:cubicBezTo>
                <a:cubicBezTo>
                  <a:pt x="652806" y="2791"/>
                  <a:pt x="648366" y="3329"/>
                  <a:pt x="657310" y="33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41719C"/>
            </a:solidFill>
            <a:prstDash val="solid"/>
          </a:ln>
        </p:spPr>
      </p:sp>
      <p:sp>
        <p:nvSpPr>
          <p:cNvPr id="35" name="pdf-path-264">
            <a:extLst xmlns:a="http://schemas.openxmlformats.org/drawingml/2006/main">
              <a:ext uri="{FF2B5EF4-FFF2-40B4-BE49-F238E27FC236}">
                <a16:creationId xmlns:a16="http://schemas.microsoft.com/office/drawing/2014/main" id="{920E4206-5745-43BA-80E7-23BA9B3E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899" y="896912"/>
            <a:ext cx="655645" cy="120164"/>
          </a:xfrm>
          <a:custGeom xmlns:a="http://schemas.openxmlformats.org/drawingml/2006/main">
            <a:pathLst>
              <a:path w="655645" h="120164">
                <a:moveTo>
                  <a:pt x="0" y="118149"/>
                </a:moveTo>
                <a:cubicBezTo>
                  <a:pt x="16087" y="118704"/>
                  <a:pt x="32167" y="120164"/>
                  <a:pt x="48258" y="119813"/>
                </a:cubicBezTo>
                <a:cubicBezTo>
                  <a:pt x="75746" y="119217"/>
                  <a:pt x="68312" y="117434"/>
                  <a:pt x="84868" y="114821"/>
                </a:cubicBezTo>
                <a:cubicBezTo>
                  <a:pt x="92617" y="113597"/>
                  <a:pt x="100399" y="112603"/>
                  <a:pt x="108164" y="111494"/>
                </a:cubicBezTo>
                <a:cubicBezTo>
                  <a:pt x="135317" y="102442"/>
                  <a:pt x="101255" y="113219"/>
                  <a:pt x="128133" y="106500"/>
                </a:cubicBezTo>
                <a:cubicBezTo>
                  <a:pt x="131537" y="105649"/>
                  <a:pt x="134879" y="104521"/>
                  <a:pt x="138118" y="103173"/>
                </a:cubicBezTo>
                <a:cubicBezTo>
                  <a:pt x="141552" y="101741"/>
                  <a:pt x="144492" y="99083"/>
                  <a:pt x="148102" y="98179"/>
                </a:cubicBezTo>
                <a:cubicBezTo>
                  <a:pt x="153510" y="96828"/>
                  <a:pt x="159196" y="97070"/>
                  <a:pt x="164743" y="96516"/>
                </a:cubicBezTo>
                <a:cubicBezTo>
                  <a:pt x="166962" y="95961"/>
                  <a:pt x="169200" y="95480"/>
                  <a:pt x="171399" y="94852"/>
                </a:cubicBezTo>
                <a:cubicBezTo>
                  <a:pt x="173086" y="94370"/>
                  <a:pt x="174661" y="93476"/>
                  <a:pt x="176391" y="93188"/>
                </a:cubicBezTo>
                <a:cubicBezTo>
                  <a:pt x="181346" y="92363"/>
                  <a:pt x="186376" y="92079"/>
                  <a:pt x="191368" y="91524"/>
                </a:cubicBezTo>
                <a:cubicBezTo>
                  <a:pt x="194141" y="88196"/>
                  <a:pt x="196625" y="84604"/>
                  <a:pt x="199688" y="81539"/>
                </a:cubicBezTo>
                <a:cubicBezTo>
                  <a:pt x="205015" y="76215"/>
                  <a:pt x="222091" y="72196"/>
                  <a:pt x="224650" y="71556"/>
                </a:cubicBezTo>
                <a:cubicBezTo>
                  <a:pt x="242835" y="67008"/>
                  <a:pt x="233416" y="68732"/>
                  <a:pt x="252940" y="66563"/>
                </a:cubicBezTo>
                <a:cubicBezTo>
                  <a:pt x="256822" y="65454"/>
                  <a:pt x="260670" y="64214"/>
                  <a:pt x="264587" y="63235"/>
                </a:cubicBezTo>
                <a:cubicBezTo>
                  <a:pt x="267332" y="62550"/>
                  <a:pt x="270125" y="62077"/>
                  <a:pt x="272908" y="61569"/>
                </a:cubicBezTo>
                <a:cubicBezTo>
                  <a:pt x="283457" y="59651"/>
                  <a:pt x="284643" y="59688"/>
                  <a:pt x="296205" y="58242"/>
                </a:cubicBezTo>
                <a:cubicBezTo>
                  <a:pt x="308963" y="58796"/>
                  <a:pt x="321738" y="59028"/>
                  <a:pt x="334479" y="59906"/>
                </a:cubicBezTo>
                <a:cubicBezTo>
                  <a:pt x="350120" y="60985"/>
                  <a:pt x="343891" y="64119"/>
                  <a:pt x="364432" y="68227"/>
                </a:cubicBezTo>
                <a:cubicBezTo>
                  <a:pt x="367205" y="68781"/>
                  <a:pt x="369952" y="69491"/>
                  <a:pt x="372752" y="69891"/>
                </a:cubicBezTo>
                <a:cubicBezTo>
                  <a:pt x="377725" y="70602"/>
                  <a:pt x="382744" y="70932"/>
                  <a:pt x="387729" y="71556"/>
                </a:cubicBezTo>
                <a:cubicBezTo>
                  <a:pt x="391621" y="72041"/>
                  <a:pt x="395494" y="72665"/>
                  <a:pt x="399378" y="73220"/>
                </a:cubicBezTo>
                <a:cubicBezTo>
                  <a:pt x="418417" y="70046"/>
                  <a:pt x="399903" y="72946"/>
                  <a:pt x="424339" y="69891"/>
                </a:cubicBezTo>
                <a:cubicBezTo>
                  <a:pt x="428231" y="69404"/>
                  <a:pt x="432092" y="68685"/>
                  <a:pt x="435987" y="68227"/>
                </a:cubicBezTo>
                <a:cubicBezTo>
                  <a:pt x="441524" y="67576"/>
                  <a:pt x="447088" y="67178"/>
                  <a:pt x="452628" y="66563"/>
                </a:cubicBezTo>
                <a:cubicBezTo>
                  <a:pt x="457073" y="66069"/>
                  <a:pt x="461504" y="65454"/>
                  <a:pt x="465940" y="64899"/>
                </a:cubicBezTo>
                <a:cubicBezTo>
                  <a:pt x="470378" y="63790"/>
                  <a:pt x="474854" y="62827"/>
                  <a:pt x="479253" y="61569"/>
                </a:cubicBezTo>
                <a:cubicBezTo>
                  <a:pt x="482626" y="60607"/>
                  <a:pt x="485910" y="59351"/>
                  <a:pt x="489238" y="58242"/>
                </a:cubicBezTo>
                <a:cubicBezTo>
                  <a:pt x="494753" y="56404"/>
                  <a:pt x="500158" y="54522"/>
                  <a:pt x="505878" y="53250"/>
                </a:cubicBezTo>
                <a:cubicBezTo>
                  <a:pt x="511932" y="51906"/>
                  <a:pt x="518115" y="51199"/>
                  <a:pt x="524182" y="49923"/>
                </a:cubicBezTo>
                <a:cubicBezTo>
                  <a:pt x="528658" y="48979"/>
                  <a:pt x="533010" y="47491"/>
                  <a:pt x="537496" y="46595"/>
                </a:cubicBezTo>
                <a:cubicBezTo>
                  <a:pt x="551563" y="43782"/>
                  <a:pt x="545573" y="46241"/>
                  <a:pt x="557465" y="43265"/>
                </a:cubicBezTo>
                <a:cubicBezTo>
                  <a:pt x="559167" y="42842"/>
                  <a:pt x="560755" y="42027"/>
                  <a:pt x="562456" y="41602"/>
                </a:cubicBezTo>
                <a:cubicBezTo>
                  <a:pt x="565200" y="40916"/>
                  <a:pt x="568048" y="40682"/>
                  <a:pt x="570777" y="39938"/>
                </a:cubicBezTo>
                <a:cubicBezTo>
                  <a:pt x="574161" y="39015"/>
                  <a:pt x="577330" y="37344"/>
                  <a:pt x="580761" y="36610"/>
                </a:cubicBezTo>
                <a:cubicBezTo>
                  <a:pt x="585133" y="35673"/>
                  <a:pt x="589637" y="35501"/>
                  <a:pt x="594074" y="34946"/>
                </a:cubicBezTo>
                <a:lnTo>
                  <a:pt x="605722" y="31617"/>
                </a:lnTo>
                <a:cubicBezTo>
                  <a:pt x="607403" y="31113"/>
                  <a:pt x="609013" y="30378"/>
                  <a:pt x="610715" y="29953"/>
                </a:cubicBezTo>
                <a:cubicBezTo>
                  <a:pt x="613459" y="29267"/>
                  <a:pt x="616262" y="28844"/>
                  <a:pt x="619035" y="28289"/>
                </a:cubicBezTo>
                <a:cubicBezTo>
                  <a:pt x="622815" y="26400"/>
                  <a:pt x="627390" y="24457"/>
                  <a:pt x="630684" y="21634"/>
                </a:cubicBezTo>
                <a:cubicBezTo>
                  <a:pt x="633066" y="19591"/>
                  <a:pt x="635298" y="17359"/>
                  <a:pt x="637340" y="14976"/>
                </a:cubicBezTo>
                <a:cubicBezTo>
                  <a:pt x="638641" y="13459"/>
                  <a:pt x="639388" y="11521"/>
                  <a:pt x="640668" y="9985"/>
                </a:cubicBezTo>
                <a:cubicBezTo>
                  <a:pt x="643299" y="6828"/>
                  <a:pt x="646911" y="3535"/>
                  <a:pt x="650652" y="1664"/>
                </a:cubicBezTo>
                <a:cubicBezTo>
                  <a:pt x="652221" y="879"/>
                  <a:pt x="655645" y="0"/>
                  <a:pt x="65564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41719C"/>
            </a:solidFill>
            <a:prstDash val="solid"/>
          </a:ln>
        </p:spPr>
      </p:sp>
      <p:sp>
        <p:nvSpPr>
          <p:cNvPr id="36" name="pdf-path-265">
            <a:extLst xmlns:a="http://schemas.openxmlformats.org/drawingml/2006/main">
              <a:ext uri="{FF2B5EF4-FFF2-40B4-BE49-F238E27FC236}">
                <a16:creationId xmlns:a16="http://schemas.microsoft.com/office/drawing/2014/main" id="{D8B43268-ED6A-4006-B5F4-4714D42C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920" y="677254"/>
            <a:ext cx="650652" cy="326159"/>
          </a:xfrm>
          <a:custGeom xmlns:a="http://schemas.openxmlformats.org/drawingml/2006/main">
            <a:pathLst>
              <a:path w="650652" h="326159">
                <a:moveTo>
                  <a:pt x="0" y="326159"/>
                </a:moveTo>
                <a:cubicBezTo>
                  <a:pt x="13313" y="317838"/>
                  <a:pt x="26807" y="309801"/>
                  <a:pt x="39938" y="301197"/>
                </a:cubicBezTo>
                <a:cubicBezTo>
                  <a:pt x="42909" y="299251"/>
                  <a:pt x="45302" y="296511"/>
                  <a:pt x="48258" y="294540"/>
                </a:cubicBezTo>
                <a:cubicBezTo>
                  <a:pt x="50322" y="293166"/>
                  <a:pt x="52760" y="292444"/>
                  <a:pt x="54915" y="291212"/>
                </a:cubicBezTo>
                <a:cubicBezTo>
                  <a:pt x="56651" y="290222"/>
                  <a:pt x="58210" y="288945"/>
                  <a:pt x="59907" y="287885"/>
                </a:cubicBezTo>
                <a:cubicBezTo>
                  <a:pt x="62649" y="286170"/>
                  <a:pt x="65595" y="284773"/>
                  <a:pt x="68227" y="282893"/>
                </a:cubicBezTo>
                <a:cubicBezTo>
                  <a:pt x="77074" y="276573"/>
                  <a:pt x="65018" y="282443"/>
                  <a:pt x="76548" y="276236"/>
                </a:cubicBezTo>
                <a:cubicBezTo>
                  <a:pt x="111741" y="257287"/>
                  <a:pt x="75557" y="276899"/>
                  <a:pt x="108165" y="262923"/>
                </a:cubicBezTo>
                <a:cubicBezTo>
                  <a:pt x="115005" y="259992"/>
                  <a:pt x="121478" y="256266"/>
                  <a:pt x="128134" y="252939"/>
                </a:cubicBezTo>
                <a:cubicBezTo>
                  <a:pt x="130353" y="251829"/>
                  <a:pt x="133036" y="251364"/>
                  <a:pt x="134789" y="249611"/>
                </a:cubicBezTo>
                <a:cubicBezTo>
                  <a:pt x="139873" y="244529"/>
                  <a:pt x="136715" y="246984"/>
                  <a:pt x="144774" y="242954"/>
                </a:cubicBezTo>
                <a:cubicBezTo>
                  <a:pt x="148103" y="238517"/>
                  <a:pt x="150704" y="233426"/>
                  <a:pt x="154759" y="229641"/>
                </a:cubicBezTo>
                <a:cubicBezTo>
                  <a:pt x="159146" y="225548"/>
                  <a:pt x="164553" y="222681"/>
                  <a:pt x="169736" y="219658"/>
                </a:cubicBezTo>
                <a:cubicBezTo>
                  <a:pt x="171251" y="218774"/>
                  <a:pt x="173099" y="218645"/>
                  <a:pt x="174728" y="217994"/>
                </a:cubicBezTo>
                <a:cubicBezTo>
                  <a:pt x="180100" y="215846"/>
                  <a:pt x="195325" y="209255"/>
                  <a:pt x="199688" y="206346"/>
                </a:cubicBezTo>
                <a:cubicBezTo>
                  <a:pt x="213522" y="197123"/>
                  <a:pt x="226389" y="190234"/>
                  <a:pt x="242955" y="184712"/>
                </a:cubicBezTo>
                <a:cubicBezTo>
                  <a:pt x="250379" y="182237"/>
                  <a:pt x="250128" y="182474"/>
                  <a:pt x="259596" y="178057"/>
                </a:cubicBezTo>
                <a:cubicBezTo>
                  <a:pt x="264092" y="175958"/>
                  <a:pt x="272908" y="171399"/>
                  <a:pt x="272908" y="171399"/>
                </a:cubicBezTo>
                <a:lnTo>
                  <a:pt x="286220" y="158087"/>
                </a:lnTo>
                <a:cubicBezTo>
                  <a:pt x="289911" y="154395"/>
                  <a:pt x="293176" y="150662"/>
                  <a:pt x="297870" y="148102"/>
                </a:cubicBezTo>
                <a:cubicBezTo>
                  <a:pt x="301578" y="146079"/>
                  <a:pt x="305548" y="144553"/>
                  <a:pt x="309517" y="143110"/>
                </a:cubicBezTo>
                <a:cubicBezTo>
                  <a:pt x="317760" y="140112"/>
                  <a:pt x="326370" y="138129"/>
                  <a:pt x="334480" y="134789"/>
                </a:cubicBezTo>
                <a:lnTo>
                  <a:pt x="362769" y="123141"/>
                </a:lnTo>
                <a:cubicBezTo>
                  <a:pt x="367430" y="121200"/>
                  <a:pt x="388141" y="112076"/>
                  <a:pt x="391058" y="111492"/>
                </a:cubicBezTo>
                <a:lnTo>
                  <a:pt x="399378" y="109828"/>
                </a:lnTo>
                <a:cubicBezTo>
                  <a:pt x="401596" y="108719"/>
                  <a:pt x="403712" y="107371"/>
                  <a:pt x="406034" y="106500"/>
                </a:cubicBezTo>
                <a:cubicBezTo>
                  <a:pt x="408176" y="105698"/>
                  <a:pt x="410484" y="105438"/>
                  <a:pt x="412690" y="104837"/>
                </a:cubicBezTo>
                <a:cubicBezTo>
                  <a:pt x="416586" y="103774"/>
                  <a:pt x="420457" y="102616"/>
                  <a:pt x="424339" y="101507"/>
                </a:cubicBezTo>
                <a:cubicBezTo>
                  <a:pt x="427667" y="97625"/>
                  <a:pt x="430707" y="93476"/>
                  <a:pt x="434323" y="89860"/>
                </a:cubicBezTo>
                <a:cubicBezTo>
                  <a:pt x="435737" y="88446"/>
                  <a:pt x="437579" y="87523"/>
                  <a:pt x="439315" y="86533"/>
                </a:cubicBezTo>
                <a:cubicBezTo>
                  <a:pt x="441469" y="85301"/>
                  <a:pt x="443691" y="84180"/>
                  <a:pt x="445972" y="83203"/>
                </a:cubicBezTo>
                <a:cubicBezTo>
                  <a:pt x="450579" y="81229"/>
                  <a:pt x="461582" y="79003"/>
                  <a:pt x="464277" y="78212"/>
                </a:cubicBezTo>
                <a:cubicBezTo>
                  <a:pt x="469325" y="76726"/>
                  <a:pt x="474230" y="74788"/>
                  <a:pt x="479253" y="73218"/>
                </a:cubicBezTo>
                <a:cubicBezTo>
                  <a:pt x="483107" y="72015"/>
                  <a:pt x="487070" y="71167"/>
                  <a:pt x="490902" y="69891"/>
                </a:cubicBezTo>
                <a:cubicBezTo>
                  <a:pt x="493736" y="68947"/>
                  <a:pt x="496362" y="67421"/>
                  <a:pt x="499222" y="66563"/>
                </a:cubicBezTo>
                <a:cubicBezTo>
                  <a:pt x="515942" y="61547"/>
                  <a:pt x="498706" y="69097"/>
                  <a:pt x="517527" y="61569"/>
                </a:cubicBezTo>
                <a:cubicBezTo>
                  <a:pt x="523098" y="59342"/>
                  <a:pt x="526681" y="57474"/>
                  <a:pt x="532504" y="56578"/>
                </a:cubicBezTo>
                <a:cubicBezTo>
                  <a:pt x="537469" y="55814"/>
                  <a:pt x="542488" y="55469"/>
                  <a:pt x="547481" y="54914"/>
                </a:cubicBezTo>
                <a:cubicBezTo>
                  <a:pt x="549144" y="54359"/>
                  <a:pt x="550764" y="53644"/>
                  <a:pt x="552473" y="53250"/>
                </a:cubicBezTo>
                <a:cubicBezTo>
                  <a:pt x="557984" y="51979"/>
                  <a:pt x="569113" y="49923"/>
                  <a:pt x="569113" y="49923"/>
                </a:cubicBezTo>
                <a:cubicBezTo>
                  <a:pt x="571332" y="48813"/>
                  <a:pt x="573466" y="47516"/>
                  <a:pt x="575770" y="46595"/>
                </a:cubicBezTo>
                <a:cubicBezTo>
                  <a:pt x="579027" y="45290"/>
                  <a:pt x="582616" y="44835"/>
                  <a:pt x="585753" y="43265"/>
                </a:cubicBezTo>
                <a:cubicBezTo>
                  <a:pt x="590996" y="40644"/>
                  <a:pt x="600928" y="35218"/>
                  <a:pt x="607387" y="33281"/>
                </a:cubicBezTo>
                <a:cubicBezTo>
                  <a:pt x="610096" y="32468"/>
                  <a:pt x="612934" y="32171"/>
                  <a:pt x="615707" y="31617"/>
                </a:cubicBezTo>
                <a:cubicBezTo>
                  <a:pt x="616816" y="30507"/>
                  <a:pt x="617633" y="28990"/>
                  <a:pt x="619036" y="28289"/>
                </a:cubicBezTo>
                <a:cubicBezTo>
                  <a:pt x="621082" y="27267"/>
                  <a:pt x="624074" y="28242"/>
                  <a:pt x="625691" y="26625"/>
                </a:cubicBezTo>
                <a:cubicBezTo>
                  <a:pt x="627804" y="24511"/>
                  <a:pt x="627228" y="20694"/>
                  <a:pt x="629020" y="18304"/>
                </a:cubicBezTo>
                <a:cubicBezTo>
                  <a:pt x="632314" y="13913"/>
                  <a:pt x="636099" y="9702"/>
                  <a:pt x="640668" y="6655"/>
                </a:cubicBezTo>
                <a:lnTo>
                  <a:pt x="6506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41719C"/>
            </a:solidFill>
            <a:prstDash val="solid"/>
          </a:ln>
        </p:spPr>
      </p:sp>
      <p:sp>
        <p:nvSpPr>
          <p:cNvPr id="37" name="pdf-path-266">
            <a:extLst xmlns:a="http://schemas.openxmlformats.org/drawingml/2006/main">
              <a:ext uri="{FF2B5EF4-FFF2-40B4-BE49-F238E27FC236}">
                <a16:creationId xmlns:a16="http://schemas.microsoft.com/office/drawing/2014/main" id="{1AA68DA7-12B5-4F96-9A9E-8D83D3D1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841" y="1007832"/>
            <a:ext cx="361707" cy="681907"/>
          </a:xfrm>
          <a:custGeom xmlns:a="http://schemas.openxmlformats.org/drawingml/2006/main">
            <a:pathLst>
              <a:path w="361707" h="681907">
                <a:moveTo>
                  <a:pt x="0" y="0"/>
                </a:moveTo>
                <a:cubicBezTo>
                  <a:pt x="10377" y="13836"/>
                  <a:pt x="23396" y="26037"/>
                  <a:pt x="31131" y="41507"/>
                </a:cubicBezTo>
                <a:cubicBezTo>
                  <a:pt x="34394" y="48034"/>
                  <a:pt x="37929" y="55716"/>
                  <a:pt x="42990" y="60778"/>
                </a:cubicBezTo>
                <a:cubicBezTo>
                  <a:pt x="47932" y="65719"/>
                  <a:pt x="52508" y="71054"/>
                  <a:pt x="57814" y="75602"/>
                </a:cubicBezTo>
                <a:cubicBezTo>
                  <a:pt x="61273" y="78567"/>
                  <a:pt x="64970" y="81274"/>
                  <a:pt x="68191" y="84497"/>
                </a:cubicBezTo>
                <a:cubicBezTo>
                  <a:pt x="72399" y="88704"/>
                  <a:pt x="76098" y="93390"/>
                  <a:pt x="80051" y="97838"/>
                </a:cubicBezTo>
                <a:cubicBezTo>
                  <a:pt x="86961" y="115116"/>
                  <a:pt x="77726" y="93296"/>
                  <a:pt x="90427" y="117110"/>
                </a:cubicBezTo>
                <a:cubicBezTo>
                  <a:pt x="92197" y="120430"/>
                  <a:pt x="93191" y="124121"/>
                  <a:pt x="94874" y="127487"/>
                </a:cubicBezTo>
                <a:cubicBezTo>
                  <a:pt x="96656" y="131050"/>
                  <a:pt x="98754" y="134448"/>
                  <a:pt x="100804" y="137864"/>
                </a:cubicBezTo>
                <a:cubicBezTo>
                  <a:pt x="104013" y="143213"/>
                  <a:pt x="104189" y="141877"/>
                  <a:pt x="106733" y="148240"/>
                </a:cubicBezTo>
                <a:cubicBezTo>
                  <a:pt x="111791" y="160884"/>
                  <a:pt x="111647" y="172425"/>
                  <a:pt x="123040" y="183817"/>
                </a:cubicBezTo>
                <a:cubicBezTo>
                  <a:pt x="126499" y="187278"/>
                  <a:pt x="130213" y="190499"/>
                  <a:pt x="133417" y="194195"/>
                </a:cubicBezTo>
                <a:cubicBezTo>
                  <a:pt x="140776" y="202685"/>
                  <a:pt x="146518" y="212206"/>
                  <a:pt x="151206" y="222361"/>
                </a:cubicBezTo>
                <a:cubicBezTo>
                  <a:pt x="152783" y="225778"/>
                  <a:pt x="154051" y="229333"/>
                  <a:pt x="155653" y="232737"/>
                </a:cubicBezTo>
                <a:cubicBezTo>
                  <a:pt x="164540" y="251622"/>
                  <a:pt x="161439" y="242771"/>
                  <a:pt x="168994" y="260904"/>
                </a:cubicBezTo>
                <a:cubicBezTo>
                  <a:pt x="169595" y="262344"/>
                  <a:pt x="170028" y="263853"/>
                  <a:pt x="170478" y="265350"/>
                </a:cubicBezTo>
                <a:cubicBezTo>
                  <a:pt x="171830" y="269858"/>
                  <a:pt x="179072" y="295730"/>
                  <a:pt x="182337" y="303892"/>
                </a:cubicBezTo>
                <a:cubicBezTo>
                  <a:pt x="184553" y="309436"/>
                  <a:pt x="186810" y="315002"/>
                  <a:pt x="189748" y="320199"/>
                </a:cubicBezTo>
                <a:cubicBezTo>
                  <a:pt x="193255" y="326404"/>
                  <a:pt x="198960" y="331372"/>
                  <a:pt x="201607" y="337989"/>
                </a:cubicBezTo>
                <a:cubicBezTo>
                  <a:pt x="203584" y="342930"/>
                  <a:pt x="205626" y="347844"/>
                  <a:pt x="207537" y="352812"/>
                </a:cubicBezTo>
                <a:cubicBezTo>
                  <a:pt x="211670" y="363559"/>
                  <a:pt x="204887" y="349252"/>
                  <a:pt x="213467" y="367636"/>
                </a:cubicBezTo>
                <a:cubicBezTo>
                  <a:pt x="215335" y="371641"/>
                  <a:pt x="216944" y="375818"/>
                  <a:pt x="219396" y="379496"/>
                </a:cubicBezTo>
                <a:cubicBezTo>
                  <a:pt x="220385" y="380978"/>
                  <a:pt x="221637" y="382314"/>
                  <a:pt x="222361" y="383943"/>
                </a:cubicBezTo>
                <a:cubicBezTo>
                  <a:pt x="229416" y="399818"/>
                  <a:pt x="221581" y="387222"/>
                  <a:pt x="228290" y="397284"/>
                </a:cubicBezTo>
                <a:cubicBezTo>
                  <a:pt x="241479" y="442122"/>
                  <a:pt x="230418" y="406772"/>
                  <a:pt x="240150" y="434344"/>
                </a:cubicBezTo>
                <a:cubicBezTo>
                  <a:pt x="241709" y="438765"/>
                  <a:pt x="242559" y="443465"/>
                  <a:pt x="244598" y="447686"/>
                </a:cubicBezTo>
                <a:cubicBezTo>
                  <a:pt x="249501" y="457844"/>
                  <a:pt x="255101" y="467663"/>
                  <a:pt x="260904" y="477335"/>
                </a:cubicBezTo>
                <a:cubicBezTo>
                  <a:pt x="274086" y="499306"/>
                  <a:pt x="253001" y="464738"/>
                  <a:pt x="274245" y="496606"/>
                </a:cubicBezTo>
                <a:cubicBezTo>
                  <a:pt x="278429" y="502881"/>
                  <a:pt x="282171" y="509440"/>
                  <a:pt x="286105" y="515878"/>
                </a:cubicBezTo>
                <a:cubicBezTo>
                  <a:pt x="287607" y="518335"/>
                  <a:pt x="289641" y="520555"/>
                  <a:pt x="290552" y="523288"/>
                </a:cubicBezTo>
                <a:cubicBezTo>
                  <a:pt x="291046" y="524771"/>
                  <a:pt x="291453" y="526285"/>
                  <a:pt x="292034" y="527736"/>
                </a:cubicBezTo>
                <a:cubicBezTo>
                  <a:pt x="293432" y="531231"/>
                  <a:pt x="295359" y="534522"/>
                  <a:pt x="296481" y="538113"/>
                </a:cubicBezTo>
                <a:cubicBezTo>
                  <a:pt x="297841" y="542461"/>
                  <a:pt x="298195" y="547074"/>
                  <a:pt x="299446" y="551455"/>
                </a:cubicBezTo>
                <a:cubicBezTo>
                  <a:pt x="300178" y="554014"/>
                  <a:pt x="301502" y="556367"/>
                  <a:pt x="302411" y="558868"/>
                </a:cubicBezTo>
                <a:cubicBezTo>
                  <a:pt x="303479" y="561805"/>
                  <a:pt x="303979" y="564967"/>
                  <a:pt x="305376" y="567761"/>
                </a:cubicBezTo>
                <a:cubicBezTo>
                  <a:pt x="306481" y="569970"/>
                  <a:pt x="308514" y="571596"/>
                  <a:pt x="309823" y="573691"/>
                </a:cubicBezTo>
                <a:cubicBezTo>
                  <a:pt x="313752" y="579978"/>
                  <a:pt x="312238" y="580002"/>
                  <a:pt x="315753" y="587033"/>
                </a:cubicBezTo>
                <a:cubicBezTo>
                  <a:pt x="321501" y="598530"/>
                  <a:pt x="316473" y="584748"/>
                  <a:pt x="320200" y="595928"/>
                </a:cubicBezTo>
                <a:cubicBezTo>
                  <a:pt x="320873" y="599969"/>
                  <a:pt x="321199" y="607304"/>
                  <a:pt x="324647" y="610751"/>
                </a:cubicBezTo>
                <a:cubicBezTo>
                  <a:pt x="326209" y="612313"/>
                  <a:pt x="328600" y="612727"/>
                  <a:pt x="330576" y="613715"/>
                </a:cubicBezTo>
                <a:lnTo>
                  <a:pt x="339471" y="627058"/>
                </a:lnTo>
                <a:cubicBezTo>
                  <a:pt x="340459" y="628540"/>
                  <a:pt x="341872" y="629815"/>
                  <a:pt x="342436" y="631505"/>
                </a:cubicBezTo>
                <a:cubicBezTo>
                  <a:pt x="343424" y="634470"/>
                  <a:pt x="344642" y="637367"/>
                  <a:pt x="345401" y="640398"/>
                </a:cubicBezTo>
                <a:cubicBezTo>
                  <a:pt x="345895" y="642376"/>
                  <a:pt x="345972" y="644505"/>
                  <a:pt x="346883" y="646328"/>
                </a:cubicBezTo>
                <a:cubicBezTo>
                  <a:pt x="348477" y="649514"/>
                  <a:pt x="352813" y="655223"/>
                  <a:pt x="352813" y="655223"/>
                </a:cubicBezTo>
                <a:cubicBezTo>
                  <a:pt x="353307" y="658188"/>
                  <a:pt x="353758" y="661160"/>
                  <a:pt x="354295" y="664118"/>
                </a:cubicBezTo>
                <a:cubicBezTo>
                  <a:pt x="354778" y="666770"/>
                  <a:pt x="355792" y="673040"/>
                  <a:pt x="357260" y="675977"/>
                </a:cubicBezTo>
                <a:cubicBezTo>
                  <a:pt x="358936" y="679329"/>
                  <a:pt x="359623" y="679823"/>
                  <a:pt x="361707" y="681907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sp>
        <p:nvSpPr>
          <p:cNvPr id="38" name="pdf-path-267">
            <a:extLst xmlns:a="http://schemas.openxmlformats.org/drawingml/2006/main">
              <a:ext uri="{FF2B5EF4-FFF2-40B4-BE49-F238E27FC236}">
                <a16:creationId xmlns:a16="http://schemas.microsoft.com/office/drawing/2014/main" id="{9E656CF6-9B95-43DA-B595-6CDDDB43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111" y="1013760"/>
            <a:ext cx="231622" cy="680425"/>
          </a:xfrm>
          <a:custGeom xmlns:a="http://schemas.openxmlformats.org/drawingml/2006/main">
            <a:pathLst>
              <a:path w="231622" h="680425">
                <a:moveTo>
                  <a:pt x="0" y="0"/>
                </a:moveTo>
                <a:cubicBezTo>
                  <a:pt x="3953" y="13836"/>
                  <a:pt x="7404" y="27825"/>
                  <a:pt x="11859" y="41507"/>
                </a:cubicBezTo>
                <a:cubicBezTo>
                  <a:pt x="14330" y="49098"/>
                  <a:pt x="18592" y="56058"/>
                  <a:pt x="20754" y="63743"/>
                </a:cubicBezTo>
                <a:cubicBezTo>
                  <a:pt x="23064" y="71954"/>
                  <a:pt x="23675" y="80552"/>
                  <a:pt x="25201" y="88945"/>
                </a:cubicBezTo>
                <a:cubicBezTo>
                  <a:pt x="30391" y="117485"/>
                  <a:pt x="23398" y="78443"/>
                  <a:pt x="28166" y="102287"/>
                </a:cubicBezTo>
                <a:cubicBezTo>
                  <a:pt x="29513" y="109022"/>
                  <a:pt x="30673" y="120186"/>
                  <a:pt x="32613" y="126005"/>
                </a:cubicBezTo>
                <a:cubicBezTo>
                  <a:pt x="33601" y="128969"/>
                  <a:pt x="34820" y="131868"/>
                  <a:pt x="35577" y="134899"/>
                </a:cubicBezTo>
                <a:cubicBezTo>
                  <a:pt x="36307" y="137815"/>
                  <a:pt x="36506" y="140840"/>
                  <a:pt x="37061" y="143794"/>
                </a:cubicBezTo>
                <a:cubicBezTo>
                  <a:pt x="37990" y="148747"/>
                  <a:pt x="38743" y="153744"/>
                  <a:pt x="40025" y="158617"/>
                </a:cubicBezTo>
                <a:cubicBezTo>
                  <a:pt x="41219" y="163150"/>
                  <a:pt x="43553" y="167362"/>
                  <a:pt x="44472" y="171959"/>
                </a:cubicBezTo>
                <a:cubicBezTo>
                  <a:pt x="44967" y="174429"/>
                  <a:pt x="44602" y="177246"/>
                  <a:pt x="45955" y="179372"/>
                </a:cubicBezTo>
                <a:cubicBezTo>
                  <a:pt x="48206" y="182909"/>
                  <a:pt x="51885" y="185300"/>
                  <a:pt x="54850" y="188265"/>
                </a:cubicBezTo>
                <a:cubicBezTo>
                  <a:pt x="57319" y="193701"/>
                  <a:pt x="60288" y="198935"/>
                  <a:pt x="62261" y="204572"/>
                </a:cubicBezTo>
                <a:cubicBezTo>
                  <a:pt x="63766" y="208871"/>
                  <a:pt x="64121" y="213493"/>
                  <a:pt x="65226" y="217914"/>
                </a:cubicBezTo>
                <a:cubicBezTo>
                  <a:pt x="66098" y="221404"/>
                  <a:pt x="67318" y="224801"/>
                  <a:pt x="68190" y="228291"/>
                </a:cubicBezTo>
                <a:cubicBezTo>
                  <a:pt x="69363" y="232979"/>
                  <a:pt x="69637" y="237074"/>
                  <a:pt x="71155" y="241632"/>
                </a:cubicBezTo>
                <a:cubicBezTo>
                  <a:pt x="71996" y="244155"/>
                  <a:pt x="73278" y="246520"/>
                  <a:pt x="74120" y="249044"/>
                </a:cubicBezTo>
                <a:cubicBezTo>
                  <a:pt x="78157" y="261153"/>
                  <a:pt x="72504" y="248774"/>
                  <a:pt x="78567" y="260904"/>
                </a:cubicBezTo>
                <a:cubicBezTo>
                  <a:pt x="79062" y="262880"/>
                  <a:pt x="79490" y="264873"/>
                  <a:pt x="80050" y="266834"/>
                </a:cubicBezTo>
                <a:cubicBezTo>
                  <a:pt x="80479" y="268335"/>
                  <a:pt x="81193" y="269755"/>
                  <a:pt x="81532" y="271279"/>
                </a:cubicBezTo>
                <a:cubicBezTo>
                  <a:pt x="82185" y="274215"/>
                  <a:pt x="82590" y="277199"/>
                  <a:pt x="83015" y="280174"/>
                </a:cubicBezTo>
                <a:cubicBezTo>
                  <a:pt x="85885" y="300262"/>
                  <a:pt x="82454" y="284233"/>
                  <a:pt x="87462" y="300927"/>
                </a:cubicBezTo>
                <a:cubicBezTo>
                  <a:pt x="88047" y="302879"/>
                  <a:pt x="88141" y="304985"/>
                  <a:pt x="88944" y="306857"/>
                </a:cubicBezTo>
                <a:cubicBezTo>
                  <a:pt x="89646" y="308495"/>
                  <a:pt x="91024" y="309759"/>
                  <a:pt x="91909" y="311304"/>
                </a:cubicBezTo>
                <a:cubicBezTo>
                  <a:pt x="93006" y="313223"/>
                  <a:pt x="94053" y="315183"/>
                  <a:pt x="94874" y="317234"/>
                </a:cubicBezTo>
                <a:cubicBezTo>
                  <a:pt x="96034" y="320136"/>
                  <a:pt x="96570" y="323274"/>
                  <a:pt x="97839" y="326129"/>
                </a:cubicBezTo>
                <a:cubicBezTo>
                  <a:pt x="98562" y="327758"/>
                  <a:pt x="100006" y="328984"/>
                  <a:pt x="100803" y="330576"/>
                </a:cubicBezTo>
                <a:cubicBezTo>
                  <a:pt x="101502" y="331973"/>
                  <a:pt x="101651" y="333595"/>
                  <a:pt x="102286" y="335024"/>
                </a:cubicBezTo>
                <a:cubicBezTo>
                  <a:pt x="103632" y="338051"/>
                  <a:pt x="105362" y="340900"/>
                  <a:pt x="106733" y="343919"/>
                </a:cubicBezTo>
                <a:cubicBezTo>
                  <a:pt x="107834" y="346341"/>
                  <a:pt x="108132" y="349177"/>
                  <a:pt x="109697" y="351331"/>
                </a:cubicBezTo>
                <a:cubicBezTo>
                  <a:pt x="112164" y="354721"/>
                  <a:pt x="115937" y="356980"/>
                  <a:pt x="118592" y="360224"/>
                </a:cubicBezTo>
                <a:cubicBezTo>
                  <a:pt x="120416" y="362455"/>
                  <a:pt x="121557" y="365167"/>
                  <a:pt x="123040" y="367636"/>
                </a:cubicBezTo>
                <a:cubicBezTo>
                  <a:pt x="125595" y="377853"/>
                  <a:pt x="123612" y="371744"/>
                  <a:pt x="130452" y="385426"/>
                </a:cubicBezTo>
                <a:lnTo>
                  <a:pt x="133417" y="391354"/>
                </a:lnTo>
                <a:lnTo>
                  <a:pt x="136382" y="397284"/>
                </a:lnTo>
                <a:cubicBezTo>
                  <a:pt x="136875" y="401731"/>
                  <a:pt x="137128" y="406212"/>
                  <a:pt x="137863" y="410626"/>
                </a:cubicBezTo>
                <a:cubicBezTo>
                  <a:pt x="138121" y="412168"/>
                  <a:pt x="139024" y="413544"/>
                  <a:pt x="139347" y="415074"/>
                </a:cubicBezTo>
                <a:cubicBezTo>
                  <a:pt x="141004" y="422945"/>
                  <a:pt x="141842" y="430988"/>
                  <a:pt x="143793" y="438793"/>
                </a:cubicBezTo>
                <a:cubicBezTo>
                  <a:pt x="144288" y="440769"/>
                  <a:pt x="144631" y="442789"/>
                  <a:pt x="145276" y="444721"/>
                </a:cubicBezTo>
                <a:cubicBezTo>
                  <a:pt x="147766" y="452193"/>
                  <a:pt x="148539" y="450956"/>
                  <a:pt x="149723" y="458063"/>
                </a:cubicBezTo>
                <a:cubicBezTo>
                  <a:pt x="152449" y="474425"/>
                  <a:pt x="149894" y="464846"/>
                  <a:pt x="152688" y="478816"/>
                </a:cubicBezTo>
                <a:cubicBezTo>
                  <a:pt x="153087" y="480815"/>
                  <a:pt x="153728" y="482758"/>
                  <a:pt x="154171" y="484746"/>
                </a:cubicBezTo>
                <a:cubicBezTo>
                  <a:pt x="155272" y="489704"/>
                  <a:pt x="156395" y="496117"/>
                  <a:pt x="157135" y="501053"/>
                </a:cubicBezTo>
                <a:cubicBezTo>
                  <a:pt x="160647" y="524464"/>
                  <a:pt x="156901" y="515409"/>
                  <a:pt x="163064" y="527736"/>
                </a:cubicBezTo>
                <a:cubicBezTo>
                  <a:pt x="166379" y="557575"/>
                  <a:pt x="162552" y="531613"/>
                  <a:pt x="166029" y="545525"/>
                </a:cubicBezTo>
                <a:cubicBezTo>
                  <a:pt x="166641" y="547969"/>
                  <a:pt x="166628" y="550578"/>
                  <a:pt x="167512" y="552938"/>
                </a:cubicBezTo>
                <a:cubicBezTo>
                  <a:pt x="168137" y="554605"/>
                  <a:pt x="169680" y="555791"/>
                  <a:pt x="170477" y="557385"/>
                </a:cubicBezTo>
                <a:cubicBezTo>
                  <a:pt x="174201" y="564832"/>
                  <a:pt x="168703" y="560000"/>
                  <a:pt x="176406" y="569243"/>
                </a:cubicBezTo>
                <a:cubicBezTo>
                  <a:pt x="184997" y="579552"/>
                  <a:pt x="186518" y="576666"/>
                  <a:pt x="191230" y="587033"/>
                </a:cubicBezTo>
                <a:cubicBezTo>
                  <a:pt x="199013" y="604154"/>
                  <a:pt x="189961" y="587673"/>
                  <a:pt x="195678" y="604821"/>
                </a:cubicBezTo>
                <a:cubicBezTo>
                  <a:pt x="196241" y="606511"/>
                  <a:pt x="197759" y="607723"/>
                  <a:pt x="198643" y="609268"/>
                </a:cubicBezTo>
                <a:cubicBezTo>
                  <a:pt x="203845" y="618374"/>
                  <a:pt x="198811" y="612402"/>
                  <a:pt x="206054" y="619645"/>
                </a:cubicBezTo>
                <a:cubicBezTo>
                  <a:pt x="207042" y="622610"/>
                  <a:pt x="207286" y="625940"/>
                  <a:pt x="209019" y="628540"/>
                </a:cubicBezTo>
                <a:lnTo>
                  <a:pt x="217913" y="641882"/>
                </a:lnTo>
                <a:lnTo>
                  <a:pt x="220878" y="646328"/>
                </a:lnTo>
                <a:lnTo>
                  <a:pt x="223843" y="650775"/>
                </a:lnTo>
                <a:cubicBezTo>
                  <a:pt x="224337" y="653247"/>
                  <a:pt x="224911" y="655702"/>
                  <a:pt x="225325" y="658188"/>
                </a:cubicBezTo>
                <a:cubicBezTo>
                  <a:pt x="225900" y="661634"/>
                  <a:pt x="226123" y="665138"/>
                  <a:pt x="226808" y="668565"/>
                </a:cubicBezTo>
                <a:cubicBezTo>
                  <a:pt x="228561" y="677331"/>
                  <a:pt x="227758" y="668715"/>
                  <a:pt x="231255" y="677460"/>
                </a:cubicBezTo>
                <a:cubicBezTo>
                  <a:pt x="231622" y="678377"/>
                  <a:pt x="231255" y="679436"/>
                  <a:pt x="231255" y="6804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sp>
        <p:nvSpPr>
          <p:cNvPr id="39" name="pdf-path-268">
            <a:extLst xmlns:a="http://schemas.openxmlformats.org/drawingml/2006/main">
              <a:ext uri="{FF2B5EF4-FFF2-40B4-BE49-F238E27FC236}">
                <a16:creationId xmlns:a16="http://schemas.microsoft.com/office/drawing/2014/main" id="{7E86692C-B8EA-456C-94EE-6E16AF9D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970" y="1012278"/>
            <a:ext cx="444996" cy="648358"/>
          </a:xfrm>
          <a:custGeom xmlns:a="http://schemas.openxmlformats.org/drawingml/2006/main">
            <a:pathLst>
              <a:path w="444996" h="648358">
                <a:moveTo>
                  <a:pt x="0" y="0"/>
                </a:moveTo>
                <a:cubicBezTo>
                  <a:pt x="12353" y="7412"/>
                  <a:pt x="25352" y="13841"/>
                  <a:pt x="37061" y="22237"/>
                </a:cubicBezTo>
                <a:cubicBezTo>
                  <a:pt x="60377" y="38954"/>
                  <a:pt x="79950" y="63214"/>
                  <a:pt x="108216" y="72637"/>
                </a:cubicBezTo>
                <a:cubicBezTo>
                  <a:pt x="110192" y="74120"/>
                  <a:pt x="112270" y="75477"/>
                  <a:pt x="114146" y="77085"/>
                </a:cubicBezTo>
                <a:cubicBezTo>
                  <a:pt x="119417" y="81604"/>
                  <a:pt x="123626" y="87923"/>
                  <a:pt x="127487" y="93392"/>
                </a:cubicBezTo>
                <a:cubicBezTo>
                  <a:pt x="130570" y="97759"/>
                  <a:pt x="133786" y="102062"/>
                  <a:pt x="136382" y="106734"/>
                </a:cubicBezTo>
                <a:cubicBezTo>
                  <a:pt x="141323" y="115627"/>
                  <a:pt x="145291" y="125138"/>
                  <a:pt x="151206" y="133417"/>
                </a:cubicBezTo>
                <a:cubicBezTo>
                  <a:pt x="153676" y="136875"/>
                  <a:pt x="156018" y="140430"/>
                  <a:pt x="158617" y="143794"/>
                </a:cubicBezTo>
                <a:cubicBezTo>
                  <a:pt x="164421" y="151304"/>
                  <a:pt x="171141" y="158132"/>
                  <a:pt x="176406" y="166029"/>
                </a:cubicBezTo>
                <a:cubicBezTo>
                  <a:pt x="184853" y="178700"/>
                  <a:pt x="189903" y="185612"/>
                  <a:pt x="197159" y="200124"/>
                </a:cubicBezTo>
                <a:cubicBezTo>
                  <a:pt x="204641" y="215087"/>
                  <a:pt x="198054" y="201216"/>
                  <a:pt x="209019" y="232739"/>
                </a:cubicBezTo>
                <a:cubicBezTo>
                  <a:pt x="212311" y="242202"/>
                  <a:pt x="220613" y="258214"/>
                  <a:pt x="223844" y="263869"/>
                </a:cubicBezTo>
                <a:cubicBezTo>
                  <a:pt x="225820" y="267327"/>
                  <a:pt x="227992" y="270683"/>
                  <a:pt x="229773" y="274246"/>
                </a:cubicBezTo>
                <a:cubicBezTo>
                  <a:pt x="231456" y="277610"/>
                  <a:pt x="232324" y="281371"/>
                  <a:pt x="234220" y="284622"/>
                </a:cubicBezTo>
                <a:cubicBezTo>
                  <a:pt x="235814" y="287355"/>
                  <a:pt x="238555" y="289301"/>
                  <a:pt x="240149" y="292034"/>
                </a:cubicBezTo>
                <a:cubicBezTo>
                  <a:pt x="242046" y="295285"/>
                  <a:pt x="242857" y="299075"/>
                  <a:pt x="244598" y="302411"/>
                </a:cubicBezTo>
                <a:cubicBezTo>
                  <a:pt x="248793" y="310453"/>
                  <a:pt x="255070" y="317524"/>
                  <a:pt x="257939" y="326129"/>
                </a:cubicBezTo>
                <a:lnTo>
                  <a:pt x="262386" y="339471"/>
                </a:lnTo>
                <a:cubicBezTo>
                  <a:pt x="262881" y="340954"/>
                  <a:pt x="263466" y="342408"/>
                  <a:pt x="263868" y="343919"/>
                </a:cubicBezTo>
                <a:cubicBezTo>
                  <a:pt x="265414" y="349714"/>
                  <a:pt x="268347" y="362533"/>
                  <a:pt x="271280" y="370601"/>
                </a:cubicBezTo>
                <a:cubicBezTo>
                  <a:pt x="272723" y="374569"/>
                  <a:pt x="273980" y="378617"/>
                  <a:pt x="275728" y="382461"/>
                </a:cubicBezTo>
                <a:cubicBezTo>
                  <a:pt x="282707" y="397816"/>
                  <a:pt x="274437" y="374065"/>
                  <a:pt x="281657" y="392838"/>
                </a:cubicBezTo>
                <a:cubicBezTo>
                  <a:pt x="283341" y="397212"/>
                  <a:pt x="284363" y="401827"/>
                  <a:pt x="286105" y="406179"/>
                </a:cubicBezTo>
                <a:cubicBezTo>
                  <a:pt x="287093" y="408650"/>
                  <a:pt x="287554" y="411404"/>
                  <a:pt x="289069" y="413591"/>
                </a:cubicBezTo>
                <a:cubicBezTo>
                  <a:pt x="292059" y="417909"/>
                  <a:pt x="296165" y="421349"/>
                  <a:pt x="299445" y="425451"/>
                </a:cubicBezTo>
                <a:cubicBezTo>
                  <a:pt x="302101" y="428770"/>
                  <a:pt x="304308" y="432427"/>
                  <a:pt x="306859" y="435828"/>
                </a:cubicBezTo>
                <a:cubicBezTo>
                  <a:pt x="308757" y="438359"/>
                  <a:pt x="311032" y="440607"/>
                  <a:pt x="312788" y="443240"/>
                </a:cubicBezTo>
                <a:cubicBezTo>
                  <a:pt x="321217" y="455883"/>
                  <a:pt x="308859" y="442276"/>
                  <a:pt x="321682" y="455098"/>
                </a:cubicBezTo>
                <a:cubicBezTo>
                  <a:pt x="322670" y="457570"/>
                  <a:pt x="323566" y="460079"/>
                  <a:pt x="324647" y="462511"/>
                </a:cubicBezTo>
                <a:cubicBezTo>
                  <a:pt x="325545" y="464530"/>
                  <a:pt x="326836" y="466370"/>
                  <a:pt x="327611" y="468441"/>
                </a:cubicBezTo>
                <a:cubicBezTo>
                  <a:pt x="329039" y="472246"/>
                  <a:pt x="328782" y="475229"/>
                  <a:pt x="330576" y="478818"/>
                </a:cubicBezTo>
                <a:cubicBezTo>
                  <a:pt x="331373" y="480410"/>
                  <a:pt x="332597" y="481753"/>
                  <a:pt x="333541" y="483264"/>
                </a:cubicBezTo>
                <a:cubicBezTo>
                  <a:pt x="334266" y="484423"/>
                  <a:pt x="339258" y="493090"/>
                  <a:pt x="340954" y="495123"/>
                </a:cubicBezTo>
                <a:cubicBezTo>
                  <a:pt x="342296" y="496735"/>
                  <a:pt x="344114" y="497916"/>
                  <a:pt x="345401" y="499571"/>
                </a:cubicBezTo>
                <a:cubicBezTo>
                  <a:pt x="347588" y="502384"/>
                  <a:pt x="348947" y="505816"/>
                  <a:pt x="351330" y="508465"/>
                </a:cubicBezTo>
                <a:cubicBezTo>
                  <a:pt x="363687" y="522195"/>
                  <a:pt x="353676" y="506364"/>
                  <a:pt x="367637" y="520325"/>
                </a:cubicBezTo>
                <a:lnTo>
                  <a:pt x="372084" y="524771"/>
                </a:lnTo>
                <a:cubicBezTo>
                  <a:pt x="373072" y="527242"/>
                  <a:pt x="374114" y="529693"/>
                  <a:pt x="375049" y="532183"/>
                </a:cubicBezTo>
                <a:cubicBezTo>
                  <a:pt x="375597" y="533646"/>
                  <a:pt x="375983" y="535167"/>
                  <a:pt x="376531" y="536631"/>
                </a:cubicBezTo>
                <a:cubicBezTo>
                  <a:pt x="377466" y="539123"/>
                  <a:pt x="378086" y="541786"/>
                  <a:pt x="379496" y="544043"/>
                </a:cubicBezTo>
                <a:cubicBezTo>
                  <a:pt x="380607" y="545820"/>
                  <a:pt x="382461" y="547008"/>
                  <a:pt x="383943" y="548490"/>
                </a:cubicBezTo>
                <a:cubicBezTo>
                  <a:pt x="387468" y="559065"/>
                  <a:pt x="382470" y="546282"/>
                  <a:pt x="389872" y="557385"/>
                </a:cubicBezTo>
                <a:cubicBezTo>
                  <a:pt x="390739" y="558685"/>
                  <a:pt x="390489" y="560531"/>
                  <a:pt x="391356" y="561833"/>
                </a:cubicBezTo>
                <a:cubicBezTo>
                  <a:pt x="397909" y="571664"/>
                  <a:pt x="393919" y="561030"/>
                  <a:pt x="398767" y="570726"/>
                </a:cubicBezTo>
                <a:cubicBezTo>
                  <a:pt x="399466" y="572124"/>
                  <a:pt x="399551" y="573776"/>
                  <a:pt x="400250" y="575173"/>
                </a:cubicBezTo>
                <a:cubicBezTo>
                  <a:pt x="401047" y="576767"/>
                  <a:pt x="402418" y="578028"/>
                  <a:pt x="403215" y="579620"/>
                </a:cubicBezTo>
                <a:cubicBezTo>
                  <a:pt x="404405" y="582001"/>
                  <a:pt x="404989" y="584652"/>
                  <a:pt x="406180" y="587033"/>
                </a:cubicBezTo>
                <a:cubicBezTo>
                  <a:pt x="411626" y="597928"/>
                  <a:pt x="406979" y="583501"/>
                  <a:pt x="412109" y="598893"/>
                </a:cubicBezTo>
                <a:cubicBezTo>
                  <a:pt x="416020" y="610625"/>
                  <a:pt x="409724" y="599022"/>
                  <a:pt x="419521" y="613717"/>
                </a:cubicBezTo>
                <a:cubicBezTo>
                  <a:pt x="420509" y="615198"/>
                  <a:pt x="420892" y="617366"/>
                  <a:pt x="422486" y="618163"/>
                </a:cubicBezTo>
                <a:cubicBezTo>
                  <a:pt x="430008" y="621925"/>
                  <a:pt x="426577" y="619902"/>
                  <a:pt x="432862" y="624093"/>
                </a:cubicBezTo>
                <a:cubicBezTo>
                  <a:pt x="433357" y="625575"/>
                  <a:pt x="433586" y="627175"/>
                  <a:pt x="434345" y="628540"/>
                </a:cubicBezTo>
                <a:cubicBezTo>
                  <a:pt x="436075" y="631655"/>
                  <a:pt x="439147" y="634055"/>
                  <a:pt x="440275" y="637435"/>
                </a:cubicBezTo>
                <a:cubicBezTo>
                  <a:pt x="440769" y="638917"/>
                  <a:pt x="441059" y="640484"/>
                  <a:pt x="441757" y="641882"/>
                </a:cubicBezTo>
                <a:cubicBezTo>
                  <a:pt x="444996" y="648358"/>
                  <a:pt x="444722" y="644099"/>
                  <a:pt x="444722" y="64781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sp>
        <p:nvSpPr>
          <p:cNvPr id="40" name="pdf-path-269">
            <a:extLst xmlns:a="http://schemas.openxmlformats.org/drawingml/2006/main">
              <a:ext uri="{FF2B5EF4-FFF2-40B4-BE49-F238E27FC236}">
                <a16:creationId xmlns:a16="http://schemas.microsoft.com/office/drawing/2014/main" id="{1057ACA8-2E2C-4FCE-B05A-D8FEAB67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584" y="413556"/>
            <a:ext cx="546275" cy="570028"/>
          </a:xfrm>
          <a:custGeom xmlns:a="http://schemas.openxmlformats.org/drawingml/2006/main">
            <a:pathLst>
              <a:path w="546275" h="570028">
                <a:moveTo>
                  <a:pt x="546275" y="570028"/>
                </a:moveTo>
                <a:cubicBezTo>
                  <a:pt x="522864" y="561356"/>
                  <a:pt x="498684" y="554528"/>
                  <a:pt x="476040" y="544015"/>
                </a:cubicBezTo>
                <a:cubicBezTo>
                  <a:pt x="473552" y="542860"/>
                  <a:pt x="474664" y="538662"/>
                  <a:pt x="473438" y="536210"/>
                </a:cubicBezTo>
                <a:cubicBezTo>
                  <a:pt x="470312" y="529958"/>
                  <a:pt x="466160" y="524255"/>
                  <a:pt x="463033" y="518002"/>
                </a:cubicBezTo>
                <a:cubicBezTo>
                  <a:pt x="455854" y="503643"/>
                  <a:pt x="453962" y="491307"/>
                  <a:pt x="442223" y="478982"/>
                </a:cubicBezTo>
                <a:cubicBezTo>
                  <a:pt x="430353" y="466519"/>
                  <a:pt x="415373" y="457336"/>
                  <a:pt x="403202" y="445166"/>
                </a:cubicBezTo>
                <a:cubicBezTo>
                  <a:pt x="397133" y="439095"/>
                  <a:pt x="389756" y="434098"/>
                  <a:pt x="384993" y="426956"/>
                </a:cubicBezTo>
                <a:cubicBezTo>
                  <a:pt x="381525" y="421753"/>
                  <a:pt x="377759" y="416737"/>
                  <a:pt x="374588" y="411348"/>
                </a:cubicBezTo>
                <a:cubicBezTo>
                  <a:pt x="369080" y="401984"/>
                  <a:pt x="364783" y="391919"/>
                  <a:pt x="358981" y="382733"/>
                </a:cubicBezTo>
                <a:cubicBezTo>
                  <a:pt x="354351" y="375403"/>
                  <a:pt x="348840" y="368653"/>
                  <a:pt x="343373" y="361923"/>
                </a:cubicBezTo>
                <a:cubicBezTo>
                  <a:pt x="337561" y="354768"/>
                  <a:pt x="332053" y="347236"/>
                  <a:pt x="325164" y="341112"/>
                </a:cubicBezTo>
                <a:cubicBezTo>
                  <a:pt x="316349" y="333278"/>
                  <a:pt x="306088" y="327240"/>
                  <a:pt x="296549" y="320302"/>
                </a:cubicBezTo>
                <a:cubicBezTo>
                  <a:pt x="275257" y="288363"/>
                  <a:pt x="271324" y="279714"/>
                  <a:pt x="247124" y="252668"/>
                </a:cubicBezTo>
                <a:cubicBezTo>
                  <a:pt x="240583" y="245357"/>
                  <a:pt x="233678" y="238339"/>
                  <a:pt x="226314" y="231858"/>
                </a:cubicBezTo>
                <a:cubicBezTo>
                  <a:pt x="211979" y="219241"/>
                  <a:pt x="194184" y="210217"/>
                  <a:pt x="182092" y="195438"/>
                </a:cubicBezTo>
                <a:cubicBezTo>
                  <a:pt x="147195" y="152788"/>
                  <a:pt x="171019" y="181262"/>
                  <a:pt x="140471" y="146014"/>
                </a:cubicBezTo>
                <a:cubicBezTo>
                  <a:pt x="135235" y="139973"/>
                  <a:pt x="130026" y="133907"/>
                  <a:pt x="124862" y="127804"/>
                </a:cubicBezTo>
                <a:cubicBezTo>
                  <a:pt x="120488" y="122635"/>
                  <a:pt x="116645" y="116986"/>
                  <a:pt x="111857" y="112197"/>
                </a:cubicBezTo>
                <a:cubicBezTo>
                  <a:pt x="109255" y="109596"/>
                  <a:pt x="106408" y="107219"/>
                  <a:pt x="104053" y="104394"/>
                </a:cubicBezTo>
                <a:cubicBezTo>
                  <a:pt x="102050" y="101992"/>
                  <a:pt x="100851" y="98990"/>
                  <a:pt x="98850" y="96589"/>
                </a:cubicBezTo>
                <a:cubicBezTo>
                  <a:pt x="96495" y="93763"/>
                  <a:pt x="93521" y="91507"/>
                  <a:pt x="91046" y="88786"/>
                </a:cubicBezTo>
                <a:cubicBezTo>
                  <a:pt x="84845" y="81965"/>
                  <a:pt x="78594" y="75173"/>
                  <a:pt x="72836" y="67976"/>
                </a:cubicBezTo>
                <a:cubicBezTo>
                  <a:pt x="67505" y="61311"/>
                  <a:pt x="46620" y="29686"/>
                  <a:pt x="41621" y="26353"/>
                </a:cubicBezTo>
                <a:lnTo>
                  <a:pt x="33817" y="21150"/>
                </a:lnTo>
                <a:cubicBezTo>
                  <a:pt x="32082" y="18550"/>
                  <a:pt x="30968" y="15405"/>
                  <a:pt x="28614" y="13347"/>
                </a:cubicBezTo>
                <a:cubicBezTo>
                  <a:pt x="22433" y="7937"/>
                  <a:pt x="13804" y="2062"/>
                  <a:pt x="5203" y="340"/>
                </a:cubicBezTo>
                <a:cubicBezTo>
                  <a:pt x="3502" y="0"/>
                  <a:pt x="1734" y="340"/>
                  <a:pt x="0" y="3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145">
            <a:solidFill>
              <a:srgbClr val="70AD47"/>
            </a:solidFill>
            <a:prstDash val="solid"/>
          </a:ln>
        </p:spPr>
      </p:sp>
      <p:sp>
        <p:nvSpPr>
          <p:cNvPr id="41" name="pdf-path-270">
            <a:extLst xmlns:a="http://schemas.openxmlformats.org/drawingml/2006/main">
              <a:ext uri="{FF2B5EF4-FFF2-40B4-BE49-F238E27FC236}">
                <a16:creationId xmlns:a16="http://schemas.microsoft.com/office/drawing/2014/main" id="{F807572C-8DF5-4FC8-AB16-7D4A160E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539" y="450316"/>
            <a:ext cx="619112" cy="543673"/>
          </a:xfrm>
          <a:custGeom xmlns:a="http://schemas.openxmlformats.org/drawingml/2006/main">
            <a:pathLst>
              <a:path w="619112" h="543673">
                <a:moveTo>
                  <a:pt x="619112" y="543673"/>
                </a:moveTo>
                <a:cubicBezTo>
                  <a:pt x="497404" y="482821"/>
                  <a:pt x="587842" y="522845"/>
                  <a:pt x="533269" y="504655"/>
                </a:cubicBezTo>
                <a:cubicBezTo>
                  <a:pt x="507603" y="496100"/>
                  <a:pt x="532940" y="501988"/>
                  <a:pt x="507256" y="496850"/>
                </a:cubicBezTo>
                <a:cubicBezTo>
                  <a:pt x="483993" y="485219"/>
                  <a:pt x="493803" y="488897"/>
                  <a:pt x="478642" y="483844"/>
                </a:cubicBezTo>
                <a:cubicBezTo>
                  <a:pt x="477774" y="481242"/>
                  <a:pt x="477492" y="478364"/>
                  <a:pt x="476040" y="476040"/>
                </a:cubicBezTo>
                <a:cubicBezTo>
                  <a:pt x="472726" y="470738"/>
                  <a:pt x="463338" y="459950"/>
                  <a:pt x="457830" y="455229"/>
                </a:cubicBezTo>
                <a:cubicBezTo>
                  <a:pt x="454539" y="452409"/>
                  <a:pt x="450716" y="450246"/>
                  <a:pt x="447425" y="447424"/>
                </a:cubicBezTo>
                <a:cubicBezTo>
                  <a:pt x="437196" y="438657"/>
                  <a:pt x="436463" y="431738"/>
                  <a:pt x="418811" y="429216"/>
                </a:cubicBezTo>
                <a:lnTo>
                  <a:pt x="400602" y="426616"/>
                </a:lnTo>
                <a:cubicBezTo>
                  <a:pt x="396266" y="424014"/>
                  <a:pt x="392118" y="421071"/>
                  <a:pt x="387596" y="418811"/>
                </a:cubicBezTo>
                <a:cubicBezTo>
                  <a:pt x="385142" y="417585"/>
                  <a:pt x="382160" y="417592"/>
                  <a:pt x="379792" y="416211"/>
                </a:cubicBezTo>
                <a:cubicBezTo>
                  <a:pt x="365891" y="408102"/>
                  <a:pt x="358081" y="403491"/>
                  <a:pt x="348575" y="392798"/>
                </a:cubicBezTo>
                <a:cubicBezTo>
                  <a:pt x="344076" y="387737"/>
                  <a:pt x="339453" y="382738"/>
                  <a:pt x="335569" y="377190"/>
                </a:cubicBezTo>
                <a:cubicBezTo>
                  <a:pt x="316425" y="349840"/>
                  <a:pt x="319523" y="343081"/>
                  <a:pt x="296549" y="327765"/>
                </a:cubicBezTo>
                <a:cubicBezTo>
                  <a:pt x="294267" y="326244"/>
                  <a:pt x="291347" y="326031"/>
                  <a:pt x="288745" y="325164"/>
                </a:cubicBezTo>
                <a:cubicBezTo>
                  <a:pt x="284411" y="321695"/>
                  <a:pt x="280181" y="318090"/>
                  <a:pt x="275739" y="314758"/>
                </a:cubicBezTo>
                <a:cubicBezTo>
                  <a:pt x="273238" y="312883"/>
                  <a:pt x="270436" y="311432"/>
                  <a:pt x="267935" y="309555"/>
                </a:cubicBezTo>
                <a:cubicBezTo>
                  <a:pt x="257319" y="301595"/>
                  <a:pt x="250926" y="296150"/>
                  <a:pt x="241922" y="286144"/>
                </a:cubicBezTo>
                <a:cubicBezTo>
                  <a:pt x="230027" y="272926"/>
                  <a:pt x="232854" y="274495"/>
                  <a:pt x="223713" y="260131"/>
                </a:cubicBezTo>
                <a:cubicBezTo>
                  <a:pt x="216290" y="248467"/>
                  <a:pt x="207894" y="235725"/>
                  <a:pt x="197699" y="226314"/>
                </a:cubicBezTo>
                <a:cubicBezTo>
                  <a:pt x="186256" y="215751"/>
                  <a:pt x="174295" y="210910"/>
                  <a:pt x="161281" y="202903"/>
                </a:cubicBezTo>
                <a:cubicBezTo>
                  <a:pt x="155956" y="199626"/>
                  <a:pt x="150876" y="195965"/>
                  <a:pt x="145673" y="192498"/>
                </a:cubicBezTo>
                <a:cubicBezTo>
                  <a:pt x="126017" y="163012"/>
                  <a:pt x="155792" y="205507"/>
                  <a:pt x="132667" y="179490"/>
                </a:cubicBezTo>
                <a:cubicBezTo>
                  <a:pt x="127711" y="173916"/>
                  <a:pt x="123170" y="167862"/>
                  <a:pt x="119660" y="161282"/>
                </a:cubicBezTo>
                <a:cubicBezTo>
                  <a:pt x="116174" y="154745"/>
                  <a:pt x="114960" y="147197"/>
                  <a:pt x="111857" y="140470"/>
                </a:cubicBezTo>
                <a:cubicBezTo>
                  <a:pt x="109737" y="135879"/>
                  <a:pt x="106313" y="131987"/>
                  <a:pt x="104053" y="127464"/>
                </a:cubicBezTo>
                <a:cubicBezTo>
                  <a:pt x="102827" y="125012"/>
                  <a:pt x="103164" y="121801"/>
                  <a:pt x="101451" y="119661"/>
                </a:cubicBezTo>
                <a:cubicBezTo>
                  <a:pt x="96458" y="113419"/>
                  <a:pt x="78857" y="96533"/>
                  <a:pt x="70235" y="91046"/>
                </a:cubicBezTo>
                <a:cubicBezTo>
                  <a:pt x="65328" y="87923"/>
                  <a:pt x="59468" y="86468"/>
                  <a:pt x="54628" y="83241"/>
                </a:cubicBezTo>
                <a:cubicBezTo>
                  <a:pt x="51566" y="81201"/>
                  <a:pt x="49650" y="77793"/>
                  <a:pt x="46823" y="75438"/>
                </a:cubicBezTo>
                <a:cubicBezTo>
                  <a:pt x="44422" y="73436"/>
                  <a:pt x="41373" y="72294"/>
                  <a:pt x="39020" y="70236"/>
                </a:cubicBezTo>
                <a:cubicBezTo>
                  <a:pt x="32172" y="64245"/>
                  <a:pt x="18624" y="50667"/>
                  <a:pt x="15608" y="41621"/>
                </a:cubicBezTo>
                <a:cubicBezTo>
                  <a:pt x="6874" y="15423"/>
                  <a:pt x="20193" y="56039"/>
                  <a:pt x="10405" y="23413"/>
                </a:cubicBezTo>
                <a:cubicBezTo>
                  <a:pt x="8829" y="18159"/>
                  <a:pt x="8245" y="12366"/>
                  <a:pt x="5203" y="7803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145">
            <a:solidFill>
              <a:srgbClr val="70AD47"/>
            </a:solidFill>
            <a:prstDash val="solid"/>
          </a:ln>
        </p:spPr>
      </p:sp>
      <p:sp>
        <p:nvSpPr>
          <p:cNvPr id="42" name="pdf-path-271">
            <a:extLst xmlns:a="http://schemas.openxmlformats.org/drawingml/2006/main">
              <a:ext uri="{FF2B5EF4-FFF2-40B4-BE49-F238E27FC236}">
                <a16:creationId xmlns:a16="http://schemas.microsoft.com/office/drawing/2014/main" id="{3333ADA3-2A37-4997-9420-A435A064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4247" y="622003"/>
            <a:ext cx="627397" cy="366785"/>
          </a:xfrm>
          <a:custGeom xmlns:a="http://schemas.openxmlformats.org/drawingml/2006/main">
            <a:pathLst>
              <a:path w="627397" h="366785">
                <a:moveTo>
                  <a:pt x="627397" y="366785"/>
                </a:moveTo>
                <a:cubicBezTo>
                  <a:pt x="600765" y="363232"/>
                  <a:pt x="529345" y="354144"/>
                  <a:pt x="497331" y="348575"/>
                </a:cubicBezTo>
                <a:cubicBezTo>
                  <a:pt x="494630" y="348106"/>
                  <a:pt x="492188" y="346639"/>
                  <a:pt x="489527" y="345973"/>
                </a:cubicBezTo>
                <a:cubicBezTo>
                  <a:pt x="485238" y="344902"/>
                  <a:pt x="480810" y="344445"/>
                  <a:pt x="476521" y="343373"/>
                </a:cubicBezTo>
                <a:cubicBezTo>
                  <a:pt x="470622" y="341899"/>
                  <a:pt x="460475" y="337356"/>
                  <a:pt x="455711" y="335570"/>
                </a:cubicBezTo>
                <a:cubicBezTo>
                  <a:pt x="453142" y="334607"/>
                  <a:pt x="450359" y="334194"/>
                  <a:pt x="447907" y="332967"/>
                </a:cubicBezTo>
                <a:cubicBezTo>
                  <a:pt x="445110" y="331569"/>
                  <a:pt x="443097" y="328663"/>
                  <a:pt x="440102" y="327765"/>
                </a:cubicBezTo>
                <a:cubicBezTo>
                  <a:pt x="434230" y="326003"/>
                  <a:pt x="427963" y="326031"/>
                  <a:pt x="421893" y="325164"/>
                </a:cubicBezTo>
                <a:cubicBezTo>
                  <a:pt x="414090" y="322562"/>
                  <a:pt x="406462" y="319355"/>
                  <a:pt x="398481" y="317360"/>
                </a:cubicBezTo>
                <a:lnTo>
                  <a:pt x="377672" y="312157"/>
                </a:lnTo>
                <a:cubicBezTo>
                  <a:pt x="373550" y="303915"/>
                  <a:pt x="371419" y="298102"/>
                  <a:pt x="364664" y="291347"/>
                </a:cubicBezTo>
                <a:cubicBezTo>
                  <a:pt x="363894" y="290576"/>
                  <a:pt x="349115" y="279522"/>
                  <a:pt x="346455" y="278339"/>
                </a:cubicBezTo>
                <a:cubicBezTo>
                  <a:pt x="341444" y="276112"/>
                  <a:pt x="336051" y="274872"/>
                  <a:pt x="330848" y="273137"/>
                </a:cubicBezTo>
                <a:cubicBezTo>
                  <a:pt x="328246" y="272270"/>
                  <a:pt x="325749" y="270986"/>
                  <a:pt x="323044" y="270536"/>
                </a:cubicBezTo>
                <a:cubicBezTo>
                  <a:pt x="317841" y="269668"/>
                  <a:pt x="312608" y="268968"/>
                  <a:pt x="307435" y="267934"/>
                </a:cubicBezTo>
                <a:cubicBezTo>
                  <a:pt x="282912" y="263030"/>
                  <a:pt x="311462" y="268409"/>
                  <a:pt x="286626" y="260131"/>
                </a:cubicBezTo>
                <a:cubicBezTo>
                  <a:pt x="279842" y="257871"/>
                  <a:pt x="265814" y="254929"/>
                  <a:pt x="265814" y="254929"/>
                </a:cubicBezTo>
                <a:cubicBezTo>
                  <a:pt x="250800" y="244919"/>
                  <a:pt x="265621" y="253811"/>
                  <a:pt x="242403" y="244523"/>
                </a:cubicBezTo>
                <a:cubicBezTo>
                  <a:pt x="238067" y="242788"/>
                  <a:pt x="233769" y="240960"/>
                  <a:pt x="229396" y="239321"/>
                </a:cubicBezTo>
                <a:cubicBezTo>
                  <a:pt x="226829" y="238358"/>
                  <a:pt x="224112" y="237800"/>
                  <a:pt x="221592" y="236719"/>
                </a:cubicBezTo>
                <a:cubicBezTo>
                  <a:pt x="218029" y="235193"/>
                  <a:pt x="214818" y="232878"/>
                  <a:pt x="211187" y="231516"/>
                </a:cubicBezTo>
                <a:cubicBezTo>
                  <a:pt x="188056" y="222843"/>
                  <a:pt x="181413" y="223132"/>
                  <a:pt x="161762" y="213306"/>
                </a:cubicBezTo>
                <a:cubicBezTo>
                  <a:pt x="154517" y="209684"/>
                  <a:pt x="151909" y="206056"/>
                  <a:pt x="146155" y="200301"/>
                </a:cubicBezTo>
                <a:cubicBezTo>
                  <a:pt x="138514" y="177378"/>
                  <a:pt x="145069" y="191048"/>
                  <a:pt x="130547" y="171685"/>
                </a:cubicBezTo>
                <a:cubicBezTo>
                  <a:pt x="128671" y="169184"/>
                  <a:pt x="127554" y="166092"/>
                  <a:pt x="125344" y="163882"/>
                </a:cubicBezTo>
                <a:cubicBezTo>
                  <a:pt x="109705" y="148243"/>
                  <a:pt x="123783" y="175845"/>
                  <a:pt x="101932" y="143072"/>
                </a:cubicBezTo>
                <a:cubicBezTo>
                  <a:pt x="100197" y="140470"/>
                  <a:pt x="98940" y="137479"/>
                  <a:pt x="96729" y="135267"/>
                </a:cubicBezTo>
                <a:cubicBezTo>
                  <a:pt x="93664" y="132203"/>
                  <a:pt x="90089" y="129615"/>
                  <a:pt x="86324" y="127464"/>
                </a:cubicBezTo>
                <a:cubicBezTo>
                  <a:pt x="71392" y="118932"/>
                  <a:pt x="85547" y="132018"/>
                  <a:pt x="70716" y="119660"/>
                </a:cubicBezTo>
                <a:cubicBezTo>
                  <a:pt x="45147" y="98354"/>
                  <a:pt x="78171" y="124513"/>
                  <a:pt x="57710" y="104052"/>
                </a:cubicBezTo>
                <a:cubicBezTo>
                  <a:pt x="55499" y="101842"/>
                  <a:pt x="52507" y="100585"/>
                  <a:pt x="49906" y="98849"/>
                </a:cubicBezTo>
                <a:cubicBezTo>
                  <a:pt x="43809" y="80554"/>
                  <a:pt x="51742" y="103133"/>
                  <a:pt x="42102" y="80641"/>
                </a:cubicBezTo>
                <a:cubicBezTo>
                  <a:pt x="41022" y="78119"/>
                  <a:pt x="40727" y="75288"/>
                  <a:pt x="39501" y="72836"/>
                </a:cubicBezTo>
                <a:cubicBezTo>
                  <a:pt x="34657" y="63150"/>
                  <a:pt x="33685" y="65858"/>
                  <a:pt x="26494" y="57228"/>
                </a:cubicBezTo>
                <a:cubicBezTo>
                  <a:pt x="24492" y="54827"/>
                  <a:pt x="23026" y="52026"/>
                  <a:pt x="21292" y="49424"/>
                </a:cubicBezTo>
                <a:cubicBezTo>
                  <a:pt x="20424" y="46823"/>
                  <a:pt x="19917" y="44073"/>
                  <a:pt x="18690" y="41621"/>
                </a:cubicBezTo>
                <a:cubicBezTo>
                  <a:pt x="17293" y="38825"/>
                  <a:pt x="14758" y="36675"/>
                  <a:pt x="13488" y="33818"/>
                </a:cubicBezTo>
                <a:cubicBezTo>
                  <a:pt x="11261" y="28805"/>
                  <a:pt x="10020" y="23413"/>
                  <a:pt x="8285" y="18210"/>
                </a:cubicBezTo>
                <a:cubicBezTo>
                  <a:pt x="7418" y="15608"/>
                  <a:pt x="7204" y="12686"/>
                  <a:pt x="5683" y="10405"/>
                </a:cubicBezTo>
                <a:cubicBezTo>
                  <a:pt x="0" y="1880"/>
                  <a:pt x="481" y="5728"/>
                  <a:pt x="48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145">
            <a:solidFill>
              <a:srgbClr val="70AD47"/>
            </a:solidFill>
            <a:prstDash val="solid"/>
          </a:ln>
        </p:spPr>
      </p:sp>
      <p:sp>
        <p:nvSpPr>
          <p:cNvPr id="43" name="pdf-path-272">
            <a:extLst xmlns:a="http://schemas.openxmlformats.org/drawingml/2006/main">
              <a:ext uri="{FF2B5EF4-FFF2-40B4-BE49-F238E27FC236}">
                <a16:creationId xmlns:a16="http://schemas.microsoft.com/office/drawing/2014/main" id="{E9ECCF53-7585-46D1-8460-59E98B26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3093" y="327210"/>
            <a:ext cx="1374964" cy="1374964"/>
          </a:xfrm>
          <a:custGeom xmlns:a="http://schemas.openxmlformats.org/drawingml/2006/main">
            <a:pathLst>
              <a:path w="1374964" h="1374964">
                <a:moveTo>
                  <a:pt x="0" y="0"/>
                </a:moveTo>
                <a:lnTo>
                  <a:pt x="1374964" y="0"/>
                </a:lnTo>
                <a:lnTo>
                  <a:pt x="1374964" y="1374964"/>
                </a:lnTo>
                <a:lnTo>
                  <a:pt x="0" y="13749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30">
            <a:solidFill>
              <a:srgbClr val="000000"/>
            </a:solidFill>
            <a:prstDash val="solid"/>
          </a:ln>
        </p:spPr>
      </p:sp>
      <p:sp>
        <p:nvSpPr>
          <p:cNvPr id="44" name="pdf-path-273">
            <a:extLst xmlns:a="http://schemas.openxmlformats.org/drawingml/2006/main">
              <a:ext uri="{FF2B5EF4-FFF2-40B4-BE49-F238E27FC236}">
                <a16:creationId xmlns:a16="http://schemas.microsoft.com/office/drawing/2014/main" id="{6488EDA0-0C7D-4FF4-AE1F-B3B2CEC4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310" y="1007832"/>
            <a:ext cx="361707" cy="681907"/>
          </a:xfrm>
          <a:custGeom xmlns:a="http://schemas.openxmlformats.org/drawingml/2006/main">
            <a:pathLst>
              <a:path w="361707" h="681907">
                <a:moveTo>
                  <a:pt x="0" y="0"/>
                </a:moveTo>
                <a:cubicBezTo>
                  <a:pt x="10377" y="13836"/>
                  <a:pt x="23396" y="26037"/>
                  <a:pt x="31131" y="41507"/>
                </a:cubicBezTo>
                <a:cubicBezTo>
                  <a:pt x="34394" y="48034"/>
                  <a:pt x="37929" y="55716"/>
                  <a:pt x="42990" y="60778"/>
                </a:cubicBezTo>
                <a:cubicBezTo>
                  <a:pt x="47932" y="65719"/>
                  <a:pt x="52508" y="71054"/>
                  <a:pt x="57814" y="75602"/>
                </a:cubicBezTo>
                <a:cubicBezTo>
                  <a:pt x="61273" y="78567"/>
                  <a:pt x="64970" y="81274"/>
                  <a:pt x="68191" y="84497"/>
                </a:cubicBezTo>
                <a:cubicBezTo>
                  <a:pt x="72399" y="88704"/>
                  <a:pt x="76098" y="93390"/>
                  <a:pt x="80051" y="97838"/>
                </a:cubicBezTo>
                <a:cubicBezTo>
                  <a:pt x="86961" y="115116"/>
                  <a:pt x="77726" y="93296"/>
                  <a:pt x="90427" y="117110"/>
                </a:cubicBezTo>
                <a:cubicBezTo>
                  <a:pt x="92197" y="120430"/>
                  <a:pt x="93191" y="124121"/>
                  <a:pt x="94874" y="127487"/>
                </a:cubicBezTo>
                <a:cubicBezTo>
                  <a:pt x="96656" y="131050"/>
                  <a:pt x="98754" y="134448"/>
                  <a:pt x="100804" y="137864"/>
                </a:cubicBezTo>
                <a:cubicBezTo>
                  <a:pt x="104013" y="143213"/>
                  <a:pt x="104189" y="141877"/>
                  <a:pt x="106733" y="148240"/>
                </a:cubicBezTo>
                <a:cubicBezTo>
                  <a:pt x="111791" y="160884"/>
                  <a:pt x="111647" y="172425"/>
                  <a:pt x="123040" y="183817"/>
                </a:cubicBezTo>
                <a:cubicBezTo>
                  <a:pt x="126499" y="187278"/>
                  <a:pt x="130213" y="190499"/>
                  <a:pt x="133417" y="194195"/>
                </a:cubicBezTo>
                <a:cubicBezTo>
                  <a:pt x="140776" y="202685"/>
                  <a:pt x="146518" y="212206"/>
                  <a:pt x="151206" y="222361"/>
                </a:cubicBezTo>
                <a:cubicBezTo>
                  <a:pt x="152783" y="225778"/>
                  <a:pt x="154051" y="229333"/>
                  <a:pt x="155653" y="232737"/>
                </a:cubicBezTo>
                <a:cubicBezTo>
                  <a:pt x="164540" y="251622"/>
                  <a:pt x="161439" y="242771"/>
                  <a:pt x="168994" y="260904"/>
                </a:cubicBezTo>
                <a:cubicBezTo>
                  <a:pt x="169595" y="262344"/>
                  <a:pt x="170028" y="263853"/>
                  <a:pt x="170478" y="265350"/>
                </a:cubicBezTo>
                <a:cubicBezTo>
                  <a:pt x="171830" y="269858"/>
                  <a:pt x="179072" y="295730"/>
                  <a:pt x="182337" y="303892"/>
                </a:cubicBezTo>
                <a:cubicBezTo>
                  <a:pt x="184553" y="309436"/>
                  <a:pt x="186810" y="315002"/>
                  <a:pt x="189748" y="320199"/>
                </a:cubicBezTo>
                <a:cubicBezTo>
                  <a:pt x="193254" y="326404"/>
                  <a:pt x="198960" y="331372"/>
                  <a:pt x="201607" y="337989"/>
                </a:cubicBezTo>
                <a:cubicBezTo>
                  <a:pt x="203584" y="342930"/>
                  <a:pt x="205626" y="347844"/>
                  <a:pt x="207537" y="352812"/>
                </a:cubicBezTo>
                <a:cubicBezTo>
                  <a:pt x="211670" y="363559"/>
                  <a:pt x="204887" y="349252"/>
                  <a:pt x="213467" y="367636"/>
                </a:cubicBezTo>
                <a:cubicBezTo>
                  <a:pt x="215335" y="371641"/>
                  <a:pt x="216944" y="375818"/>
                  <a:pt x="219396" y="379496"/>
                </a:cubicBezTo>
                <a:cubicBezTo>
                  <a:pt x="220385" y="380978"/>
                  <a:pt x="221637" y="382314"/>
                  <a:pt x="222361" y="383943"/>
                </a:cubicBezTo>
                <a:cubicBezTo>
                  <a:pt x="229416" y="399818"/>
                  <a:pt x="221581" y="387222"/>
                  <a:pt x="228290" y="397284"/>
                </a:cubicBezTo>
                <a:cubicBezTo>
                  <a:pt x="241479" y="442122"/>
                  <a:pt x="230418" y="406772"/>
                  <a:pt x="240149" y="434344"/>
                </a:cubicBezTo>
                <a:cubicBezTo>
                  <a:pt x="241709" y="438765"/>
                  <a:pt x="242559" y="443465"/>
                  <a:pt x="244598" y="447686"/>
                </a:cubicBezTo>
                <a:cubicBezTo>
                  <a:pt x="249501" y="457844"/>
                  <a:pt x="255101" y="467663"/>
                  <a:pt x="260904" y="477335"/>
                </a:cubicBezTo>
                <a:cubicBezTo>
                  <a:pt x="274086" y="499306"/>
                  <a:pt x="253001" y="464738"/>
                  <a:pt x="274245" y="496606"/>
                </a:cubicBezTo>
                <a:cubicBezTo>
                  <a:pt x="278429" y="502881"/>
                  <a:pt x="282171" y="509440"/>
                  <a:pt x="286105" y="515878"/>
                </a:cubicBezTo>
                <a:cubicBezTo>
                  <a:pt x="287607" y="518335"/>
                  <a:pt x="289641" y="520555"/>
                  <a:pt x="290552" y="523288"/>
                </a:cubicBezTo>
                <a:cubicBezTo>
                  <a:pt x="291046" y="524771"/>
                  <a:pt x="291453" y="526285"/>
                  <a:pt x="292034" y="527736"/>
                </a:cubicBezTo>
                <a:cubicBezTo>
                  <a:pt x="293432" y="531231"/>
                  <a:pt x="295359" y="534522"/>
                  <a:pt x="296481" y="538113"/>
                </a:cubicBezTo>
                <a:cubicBezTo>
                  <a:pt x="297841" y="542461"/>
                  <a:pt x="298195" y="547074"/>
                  <a:pt x="299446" y="551455"/>
                </a:cubicBezTo>
                <a:cubicBezTo>
                  <a:pt x="300178" y="554014"/>
                  <a:pt x="301502" y="556367"/>
                  <a:pt x="302411" y="558868"/>
                </a:cubicBezTo>
                <a:cubicBezTo>
                  <a:pt x="303479" y="561805"/>
                  <a:pt x="303979" y="564967"/>
                  <a:pt x="305376" y="567761"/>
                </a:cubicBezTo>
                <a:cubicBezTo>
                  <a:pt x="306481" y="569970"/>
                  <a:pt x="308514" y="571596"/>
                  <a:pt x="309823" y="573691"/>
                </a:cubicBezTo>
                <a:cubicBezTo>
                  <a:pt x="313752" y="579978"/>
                  <a:pt x="312238" y="580002"/>
                  <a:pt x="315753" y="587033"/>
                </a:cubicBezTo>
                <a:cubicBezTo>
                  <a:pt x="321501" y="598530"/>
                  <a:pt x="316473" y="584748"/>
                  <a:pt x="320200" y="595928"/>
                </a:cubicBezTo>
                <a:cubicBezTo>
                  <a:pt x="320874" y="599969"/>
                  <a:pt x="321199" y="607304"/>
                  <a:pt x="324647" y="610751"/>
                </a:cubicBezTo>
                <a:cubicBezTo>
                  <a:pt x="326209" y="612313"/>
                  <a:pt x="328600" y="612727"/>
                  <a:pt x="330576" y="613715"/>
                </a:cubicBezTo>
                <a:lnTo>
                  <a:pt x="339471" y="627058"/>
                </a:lnTo>
                <a:cubicBezTo>
                  <a:pt x="340459" y="628540"/>
                  <a:pt x="341872" y="629815"/>
                  <a:pt x="342436" y="631505"/>
                </a:cubicBezTo>
                <a:cubicBezTo>
                  <a:pt x="343424" y="634470"/>
                  <a:pt x="344642" y="637367"/>
                  <a:pt x="345401" y="640398"/>
                </a:cubicBezTo>
                <a:cubicBezTo>
                  <a:pt x="345895" y="642376"/>
                  <a:pt x="345972" y="644505"/>
                  <a:pt x="346883" y="646328"/>
                </a:cubicBezTo>
                <a:cubicBezTo>
                  <a:pt x="348477" y="649514"/>
                  <a:pt x="352813" y="655223"/>
                  <a:pt x="352813" y="655223"/>
                </a:cubicBezTo>
                <a:cubicBezTo>
                  <a:pt x="353307" y="658188"/>
                  <a:pt x="353758" y="661160"/>
                  <a:pt x="354295" y="664118"/>
                </a:cubicBezTo>
                <a:cubicBezTo>
                  <a:pt x="354777" y="666770"/>
                  <a:pt x="355792" y="673040"/>
                  <a:pt x="357260" y="675977"/>
                </a:cubicBezTo>
                <a:cubicBezTo>
                  <a:pt x="358936" y="679329"/>
                  <a:pt x="359623" y="679823"/>
                  <a:pt x="361707" y="681907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sp>
        <p:nvSpPr>
          <p:cNvPr id="45" name="pdf-path-274">
            <a:extLst xmlns:a="http://schemas.openxmlformats.org/drawingml/2006/main">
              <a:ext uri="{FF2B5EF4-FFF2-40B4-BE49-F238E27FC236}">
                <a16:creationId xmlns:a16="http://schemas.microsoft.com/office/drawing/2014/main" id="{9F46BA81-7841-42C8-9BD5-9EB0E927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584" y="1013760"/>
            <a:ext cx="231622" cy="680425"/>
          </a:xfrm>
          <a:custGeom xmlns:a="http://schemas.openxmlformats.org/drawingml/2006/main">
            <a:pathLst>
              <a:path w="231622" h="680425">
                <a:moveTo>
                  <a:pt x="0" y="0"/>
                </a:moveTo>
                <a:cubicBezTo>
                  <a:pt x="3953" y="13836"/>
                  <a:pt x="7404" y="27825"/>
                  <a:pt x="11859" y="41507"/>
                </a:cubicBezTo>
                <a:cubicBezTo>
                  <a:pt x="14330" y="49098"/>
                  <a:pt x="18592" y="56058"/>
                  <a:pt x="20754" y="63743"/>
                </a:cubicBezTo>
                <a:cubicBezTo>
                  <a:pt x="23064" y="71954"/>
                  <a:pt x="23675" y="80552"/>
                  <a:pt x="25201" y="88945"/>
                </a:cubicBezTo>
                <a:cubicBezTo>
                  <a:pt x="30391" y="117485"/>
                  <a:pt x="23398" y="78443"/>
                  <a:pt x="28166" y="102287"/>
                </a:cubicBezTo>
                <a:cubicBezTo>
                  <a:pt x="29513" y="109022"/>
                  <a:pt x="30673" y="120186"/>
                  <a:pt x="32613" y="126005"/>
                </a:cubicBezTo>
                <a:cubicBezTo>
                  <a:pt x="33601" y="128969"/>
                  <a:pt x="34820" y="131868"/>
                  <a:pt x="35577" y="134899"/>
                </a:cubicBezTo>
                <a:cubicBezTo>
                  <a:pt x="36307" y="137815"/>
                  <a:pt x="36506" y="140840"/>
                  <a:pt x="37061" y="143794"/>
                </a:cubicBezTo>
                <a:cubicBezTo>
                  <a:pt x="37990" y="148747"/>
                  <a:pt x="38743" y="153744"/>
                  <a:pt x="40025" y="158617"/>
                </a:cubicBezTo>
                <a:cubicBezTo>
                  <a:pt x="41219" y="163150"/>
                  <a:pt x="43553" y="167362"/>
                  <a:pt x="44472" y="171959"/>
                </a:cubicBezTo>
                <a:cubicBezTo>
                  <a:pt x="44967" y="174429"/>
                  <a:pt x="44602" y="177246"/>
                  <a:pt x="45955" y="179372"/>
                </a:cubicBezTo>
                <a:cubicBezTo>
                  <a:pt x="48206" y="182909"/>
                  <a:pt x="51885" y="185300"/>
                  <a:pt x="54850" y="188265"/>
                </a:cubicBezTo>
                <a:cubicBezTo>
                  <a:pt x="57319" y="193701"/>
                  <a:pt x="60288" y="198935"/>
                  <a:pt x="62261" y="204572"/>
                </a:cubicBezTo>
                <a:cubicBezTo>
                  <a:pt x="63766" y="208871"/>
                  <a:pt x="64121" y="213493"/>
                  <a:pt x="65226" y="217914"/>
                </a:cubicBezTo>
                <a:cubicBezTo>
                  <a:pt x="66098" y="221404"/>
                  <a:pt x="67318" y="224801"/>
                  <a:pt x="68190" y="228291"/>
                </a:cubicBezTo>
                <a:cubicBezTo>
                  <a:pt x="69363" y="232979"/>
                  <a:pt x="69637" y="237074"/>
                  <a:pt x="71155" y="241632"/>
                </a:cubicBezTo>
                <a:cubicBezTo>
                  <a:pt x="71996" y="244155"/>
                  <a:pt x="73278" y="246520"/>
                  <a:pt x="74120" y="249044"/>
                </a:cubicBezTo>
                <a:cubicBezTo>
                  <a:pt x="78157" y="261153"/>
                  <a:pt x="72504" y="248774"/>
                  <a:pt x="78567" y="260904"/>
                </a:cubicBezTo>
                <a:cubicBezTo>
                  <a:pt x="79062" y="262880"/>
                  <a:pt x="79490" y="264873"/>
                  <a:pt x="80050" y="266834"/>
                </a:cubicBezTo>
                <a:cubicBezTo>
                  <a:pt x="80479" y="268335"/>
                  <a:pt x="81193" y="269755"/>
                  <a:pt x="81532" y="271279"/>
                </a:cubicBezTo>
                <a:cubicBezTo>
                  <a:pt x="82185" y="274215"/>
                  <a:pt x="82590" y="277199"/>
                  <a:pt x="83015" y="280174"/>
                </a:cubicBezTo>
                <a:cubicBezTo>
                  <a:pt x="85885" y="300262"/>
                  <a:pt x="82454" y="284233"/>
                  <a:pt x="87462" y="300927"/>
                </a:cubicBezTo>
                <a:cubicBezTo>
                  <a:pt x="88047" y="302879"/>
                  <a:pt x="88141" y="304985"/>
                  <a:pt x="88944" y="306857"/>
                </a:cubicBezTo>
                <a:cubicBezTo>
                  <a:pt x="89646" y="308495"/>
                  <a:pt x="91024" y="309759"/>
                  <a:pt x="91909" y="311304"/>
                </a:cubicBezTo>
                <a:cubicBezTo>
                  <a:pt x="93006" y="313223"/>
                  <a:pt x="94053" y="315183"/>
                  <a:pt x="94874" y="317234"/>
                </a:cubicBezTo>
                <a:cubicBezTo>
                  <a:pt x="96034" y="320136"/>
                  <a:pt x="96570" y="323274"/>
                  <a:pt x="97839" y="326129"/>
                </a:cubicBezTo>
                <a:cubicBezTo>
                  <a:pt x="98562" y="327758"/>
                  <a:pt x="100006" y="328984"/>
                  <a:pt x="100803" y="330576"/>
                </a:cubicBezTo>
                <a:cubicBezTo>
                  <a:pt x="101502" y="331973"/>
                  <a:pt x="101651" y="333595"/>
                  <a:pt x="102286" y="335024"/>
                </a:cubicBezTo>
                <a:cubicBezTo>
                  <a:pt x="103632" y="338051"/>
                  <a:pt x="105362" y="340900"/>
                  <a:pt x="106733" y="343919"/>
                </a:cubicBezTo>
                <a:cubicBezTo>
                  <a:pt x="107834" y="346341"/>
                  <a:pt x="108133" y="349177"/>
                  <a:pt x="109697" y="351331"/>
                </a:cubicBezTo>
                <a:cubicBezTo>
                  <a:pt x="112164" y="354721"/>
                  <a:pt x="115937" y="356980"/>
                  <a:pt x="118592" y="360224"/>
                </a:cubicBezTo>
                <a:cubicBezTo>
                  <a:pt x="120416" y="362455"/>
                  <a:pt x="121557" y="365167"/>
                  <a:pt x="123040" y="367636"/>
                </a:cubicBezTo>
                <a:cubicBezTo>
                  <a:pt x="125595" y="377853"/>
                  <a:pt x="123612" y="371744"/>
                  <a:pt x="130452" y="385426"/>
                </a:cubicBezTo>
                <a:lnTo>
                  <a:pt x="133417" y="391354"/>
                </a:lnTo>
                <a:lnTo>
                  <a:pt x="136382" y="397284"/>
                </a:lnTo>
                <a:cubicBezTo>
                  <a:pt x="136875" y="401731"/>
                  <a:pt x="137128" y="406212"/>
                  <a:pt x="137863" y="410626"/>
                </a:cubicBezTo>
                <a:cubicBezTo>
                  <a:pt x="138121" y="412168"/>
                  <a:pt x="139024" y="413544"/>
                  <a:pt x="139347" y="415074"/>
                </a:cubicBezTo>
                <a:cubicBezTo>
                  <a:pt x="141004" y="422945"/>
                  <a:pt x="141842" y="430988"/>
                  <a:pt x="143793" y="438793"/>
                </a:cubicBezTo>
                <a:cubicBezTo>
                  <a:pt x="144288" y="440769"/>
                  <a:pt x="144631" y="442789"/>
                  <a:pt x="145276" y="444721"/>
                </a:cubicBezTo>
                <a:cubicBezTo>
                  <a:pt x="147766" y="452193"/>
                  <a:pt x="148539" y="450956"/>
                  <a:pt x="149723" y="458063"/>
                </a:cubicBezTo>
                <a:cubicBezTo>
                  <a:pt x="152449" y="474425"/>
                  <a:pt x="149894" y="464846"/>
                  <a:pt x="152688" y="478816"/>
                </a:cubicBezTo>
                <a:cubicBezTo>
                  <a:pt x="153087" y="480815"/>
                  <a:pt x="153728" y="482758"/>
                  <a:pt x="154171" y="484746"/>
                </a:cubicBezTo>
                <a:cubicBezTo>
                  <a:pt x="155272" y="489704"/>
                  <a:pt x="156395" y="496117"/>
                  <a:pt x="157135" y="501053"/>
                </a:cubicBezTo>
                <a:cubicBezTo>
                  <a:pt x="160647" y="524464"/>
                  <a:pt x="156901" y="515409"/>
                  <a:pt x="163064" y="527736"/>
                </a:cubicBezTo>
                <a:cubicBezTo>
                  <a:pt x="166379" y="557575"/>
                  <a:pt x="162552" y="531613"/>
                  <a:pt x="166029" y="545525"/>
                </a:cubicBezTo>
                <a:cubicBezTo>
                  <a:pt x="166641" y="547969"/>
                  <a:pt x="166628" y="550578"/>
                  <a:pt x="167512" y="552938"/>
                </a:cubicBezTo>
                <a:cubicBezTo>
                  <a:pt x="168137" y="554605"/>
                  <a:pt x="169680" y="555791"/>
                  <a:pt x="170477" y="557385"/>
                </a:cubicBezTo>
                <a:cubicBezTo>
                  <a:pt x="174201" y="564832"/>
                  <a:pt x="168703" y="560000"/>
                  <a:pt x="176406" y="569243"/>
                </a:cubicBezTo>
                <a:cubicBezTo>
                  <a:pt x="184998" y="579552"/>
                  <a:pt x="186518" y="576666"/>
                  <a:pt x="191230" y="587033"/>
                </a:cubicBezTo>
                <a:cubicBezTo>
                  <a:pt x="199013" y="604154"/>
                  <a:pt x="189961" y="587673"/>
                  <a:pt x="195678" y="604821"/>
                </a:cubicBezTo>
                <a:cubicBezTo>
                  <a:pt x="196241" y="606511"/>
                  <a:pt x="197759" y="607723"/>
                  <a:pt x="198643" y="609268"/>
                </a:cubicBezTo>
                <a:cubicBezTo>
                  <a:pt x="203845" y="618374"/>
                  <a:pt x="198811" y="612402"/>
                  <a:pt x="206054" y="619645"/>
                </a:cubicBezTo>
                <a:cubicBezTo>
                  <a:pt x="207042" y="622610"/>
                  <a:pt x="207286" y="625940"/>
                  <a:pt x="209019" y="628540"/>
                </a:cubicBezTo>
                <a:lnTo>
                  <a:pt x="217913" y="641882"/>
                </a:lnTo>
                <a:lnTo>
                  <a:pt x="220878" y="646328"/>
                </a:lnTo>
                <a:lnTo>
                  <a:pt x="223843" y="650775"/>
                </a:lnTo>
                <a:cubicBezTo>
                  <a:pt x="224337" y="653247"/>
                  <a:pt x="224911" y="655702"/>
                  <a:pt x="225325" y="658188"/>
                </a:cubicBezTo>
                <a:cubicBezTo>
                  <a:pt x="225900" y="661634"/>
                  <a:pt x="226123" y="665138"/>
                  <a:pt x="226808" y="668565"/>
                </a:cubicBezTo>
                <a:cubicBezTo>
                  <a:pt x="228561" y="677331"/>
                  <a:pt x="227758" y="668715"/>
                  <a:pt x="231255" y="677460"/>
                </a:cubicBezTo>
                <a:cubicBezTo>
                  <a:pt x="231622" y="678377"/>
                  <a:pt x="231255" y="679436"/>
                  <a:pt x="231255" y="6804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sp>
        <p:nvSpPr>
          <p:cNvPr id="46" name="pdf-path-275">
            <a:extLst xmlns:a="http://schemas.openxmlformats.org/drawingml/2006/main">
              <a:ext uri="{FF2B5EF4-FFF2-40B4-BE49-F238E27FC236}">
                <a16:creationId xmlns:a16="http://schemas.microsoft.com/office/drawing/2014/main" id="{24A63065-AAE5-42DB-B3BD-BEDC9892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443" y="1012278"/>
            <a:ext cx="444996" cy="648358"/>
          </a:xfrm>
          <a:custGeom xmlns:a="http://schemas.openxmlformats.org/drawingml/2006/main">
            <a:pathLst>
              <a:path w="444996" h="648358">
                <a:moveTo>
                  <a:pt x="0" y="0"/>
                </a:moveTo>
                <a:cubicBezTo>
                  <a:pt x="12353" y="7412"/>
                  <a:pt x="25352" y="13841"/>
                  <a:pt x="37061" y="22237"/>
                </a:cubicBezTo>
                <a:cubicBezTo>
                  <a:pt x="60377" y="38954"/>
                  <a:pt x="79950" y="63214"/>
                  <a:pt x="108216" y="72637"/>
                </a:cubicBezTo>
                <a:cubicBezTo>
                  <a:pt x="110192" y="74120"/>
                  <a:pt x="112270" y="75477"/>
                  <a:pt x="114146" y="77085"/>
                </a:cubicBezTo>
                <a:cubicBezTo>
                  <a:pt x="119417" y="81604"/>
                  <a:pt x="123626" y="87923"/>
                  <a:pt x="127487" y="93392"/>
                </a:cubicBezTo>
                <a:cubicBezTo>
                  <a:pt x="130570" y="97759"/>
                  <a:pt x="133786" y="102062"/>
                  <a:pt x="136382" y="106734"/>
                </a:cubicBezTo>
                <a:cubicBezTo>
                  <a:pt x="141323" y="115627"/>
                  <a:pt x="145291" y="125138"/>
                  <a:pt x="151206" y="133417"/>
                </a:cubicBezTo>
                <a:cubicBezTo>
                  <a:pt x="153676" y="136875"/>
                  <a:pt x="156018" y="140430"/>
                  <a:pt x="158617" y="143794"/>
                </a:cubicBezTo>
                <a:cubicBezTo>
                  <a:pt x="164421" y="151304"/>
                  <a:pt x="171141" y="158132"/>
                  <a:pt x="176406" y="166029"/>
                </a:cubicBezTo>
                <a:cubicBezTo>
                  <a:pt x="184853" y="178700"/>
                  <a:pt x="189903" y="185612"/>
                  <a:pt x="197159" y="200124"/>
                </a:cubicBezTo>
                <a:cubicBezTo>
                  <a:pt x="204641" y="215087"/>
                  <a:pt x="198054" y="201216"/>
                  <a:pt x="209019" y="232739"/>
                </a:cubicBezTo>
                <a:cubicBezTo>
                  <a:pt x="212311" y="242202"/>
                  <a:pt x="220613" y="258214"/>
                  <a:pt x="223844" y="263869"/>
                </a:cubicBezTo>
                <a:cubicBezTo>
                  <a:pt x="225820" y="267327"/>
                  <a:pt x="227992" y="270683"/>
                  <a:pt x="229773" y="274246"/>
                </a:cubicBezTo>
                <a:cubicBezTo>
                  <a:pt x="231456" y="277610"/>
                  <a:pt x="232324" y="281371"/>
                  <a:pt x="234220" y="284622"/>
                </a:cubicBezTo>
                <a:cubicBezTo>
                  <a:pt x="235814" y="287355"/>
                  <a:pt x="238555" y="289301"/>
                  <a:pt x="240150" y="292034"/>
                </a:cubicBezTo>
                <a:cubicBezTo>
                  <a:pt x="242046" y="295285"/>
                  <a:pt x="242857" y="299075"/>
                  <a:pt x="244598" y="302411"/>
                </a:cubicBezTo>
                <a:cubicBezTo>
                  <a:pt x="248793" y="310453"/>
                  <a:pt x="255070" y="317524"/>
                  <a:pt x="257939" y="326129"/>
                </a:cubicBezTo>
                <a:lnTo>
                  <a:pt x="262386" y="339471"/>
                </a:lnTo>
                <a:cubicBezTo>
                  <a:pt x="262881" y="340954"/>
                  <a:pt x="263466" y="342408"/>
                  <a:pt x="263868" y="343919"/>
                </a:cubicBezTo>
                <a:cubicBezTo>
                  <a:pt x="265414" y="349714"/>
                  <a:pt x="268347" y="362533"/>
                  <a:pt x="271280" y="370601"/>
                </a:cubicBezTo>
                <a:cubicBezTo>
                  <a:pt x="272723" y="374569"/>
                  <a:pt x="273980" y="378617"/>
                  <a:pt x="275728" y="382461"/>
                </a:cubicBezTo>
                <a:cubicBezTo>
                  <a:pt x="282707" y="397816"/>
                  <a:pt x="274437" y="374065"/>
                  <a:pt x="281657" y="392838"/>
                </a:cubicBezTo>
                <a:cubicBezTo>
                  <a:pt x="283341" y="397212"/>
                  <a:pt x="284363" y="401827"/>
                  <a:pt x="286105" y="406179"/>
                </a:cubicBezTo>
                <a:cubicBezTo>
                  <a:pt x="287093" y="408650"/>
                  <a:pt x="287554" y="411404"/>
                  <a:pt x="289069" y="413591"/>
                </a:cubicBezTo>
                <a:cubicBezTo>
                  <a:pt x="292059" y="417909"/>
                  <a:pt x="296165" y="421349"/>
                  <a:pt x="299445" y="425451"/>
                </a:cubicBezTo>
                <a:cubicBezTo>
                  <a:pt x="302101" y="428770"/>
                  <a:pt x="304308" y="432427"/>
                  <a:pt x="306858" y="435828"/>
                </a:cubicBezTo>
                <a:cubicBezTo>
                  <a:pt x="308757" y="438359"/>
                  <a:pt x="311032" y="440607"/>
                  <a:pt x="312788" y="443240"/>
                </a:cubicBezTo>
                <a:cubicBezTo>
                  <a:pt x="321217" y="455883"/>
                  <a:pt x="308859" y="442276"/>
                  <a:pt x="321682" y="455098"/>
                </a:cubicBezTo>
                <a:cubicBezTo>
                  <a:pt x="322670" y="457570"/>
                  <a:pt x="323566" y="460079"/>
                  <a:pt x="324647" y="462511"/>
                </a:cubicBezTo>
                <a:cubicBezTo>
                  <a:pt x="325545" y="464530"/>
                  <a:pt x="326836" y="466370"/>
                  <a:pt x="327611" y="468441"/>
                </a:cubicBezTo>
                <a:cubicBezTo>
                  <a:pt x="329039" y="472246"/>
                  <a:pt x="328782" y="475229"/>
                  <a:pt x="330576" y="478818"/>
                </a:cubicBezTo>
                <a:cubicBezTo>
                  <a:pt x="331373" y="480410"/>
                  <a:pt x="332597" y="481753"/>
                  <a:pt x="333541" y="483264"/>
                </a:cubicBezTo>
                <a:cubicBezTo>
                  <a:pt x="334266" y="484423"/>
                  <a:pt x="339258" y="493090"/>
                  <a:pt x="340954" y="495123"/>
                </a:cubicBezTo>
                <a:cubicBezTo>
                  <a:pt x="342296" y="496735"/>
                  <a:pt x="344114" y="497916"/>
                  <a:pt x="345401" y="499571"/>
                </a:cubicBezTo>
                <a:cubicBezTo>
                  <a:pt x="347588" y="502384"/>
                  <a:pt x="348947" y="505816"/>
                  <a:pt x="351330" y="508465"/>
                </a:cubicBezTo>
                <a:cubicBezTo>
                  <a:pt x="363687" y="522195"/>
                  <a:pt x="353676" y="506364"/>
                  <a:pt x="367637" y="520325"/>
                </a:cubicBezTo>
                <a:lnTo>
                  <a:pt x="372084" y="524771"/>
                </a:lnTo>
                <a:cubicBezTo>
                  <a:pt x="373072" y="527242"/>
                  <a:pt x="374114" y="529693"/>
                  <a:pt x="375049" y="532183"/>
                </a:cubicBezTo>
                <a:cubicBezTo>
                  <a:pt x="375597" y="533646"/>
                  <a:pt x="375983" y="535167"/>
                  <a:pt x="376531" y="536631"/>
                </a:cubicBezTo>
                <a:cubicBezTo>
                  <a:pt x="377466" y="539123"/>
                  <a:pt x="378086" y="541786"/>
                  <a:pt x="379496" y="544043"/>
                </a:cubicBezTo>
                <a:cubicBezTo>
                  <a:pt x="380607" y="545820"/>
                  <a:pt x="382461" y="547008"/>
                  <a:pt x="383943" y="548490"/>
                </a:cubicBezTo>
                <a:cubicBezTo>
                  <a:pt x="387468" y="559065"/>
                  <a:pt x="382470" y="546282"/>
                  <a:pt x="389872" y="557385"/>
                </a:cubicBezTo>
                <a:cubicBezTo>
                  <a:pt x="390739" y="558685"/>
                  <a:pt x="390489" y="560531"/>
                  <a:pt x="391356" y="561833"/>
                </a:cubicBezTo>
                <a:cubicBezTo>
                  <a:pt x="397909" y="571664"/>
                  <a:pt x="393919" y="561030"/>
                  <a:pt x="398767" y="570726"/>
                </a:cubicBezTo>
                <a:cubicBezTo>
                  <a:pt x="399466" y="572124"/>
                  <a:pt x="399551" y="573776"/>
                  <a:pt x="400250" y="575173"/>
                </a:cubicBezTo>
                <a:cubicBezTo>
                  <a:pt x="401047" y="576767"/>
                  <a:pt x="402418" y="578028"/>
                  <a:pt x="403215" y="579620"/>
                </a:cubicBezTo>
                <a:cubicBezTo>
                  <a:pt x="404405" y="582001"/>
                  <a:pt x="404989" y="584652"/>
                  <a:pt x="406180" y="587033"/>
                </a:cubicBezTo>
                <a:cubicBezTo>
                  <a:pt x="411626" y="597928"/>
                  <a:pt x="406979" y="583501"/>
                  <a:pt x="412109" y="598893"/>
                </a:cubicBezTo>
                <a:cubicBezTo>
                  <a:pt x="416020" y="610625"/>
                  <a:pt x="409725" y="599022"/>
                  <a:pt x="419521" y="613717"/>
                </a:cubicBezTo>
                <a:cubicBezTo>
                  <a:pt x="420509" y="615198"/>
                  <a:pt x="420892" y="617366"/>
                  <a:pt x="422486" y="618163"/>
                </a:cubicBezTo>
                <a:cubicBezTo>
                  <a:pt x="430008" y="621925"/>
                  <a:pt x="426577" y="619902"/>
                  <a:pt x="432862" y="624093"/>
                </a:cubicBezTo>
                <a:cubicBezTo>
                  <a:pt x="433357" y="625575"/>
                  <a:pt x="433586" y="627175"/>
                  <a:pt x="434345" y="628540"/>
                </a:cubicBezTo>
                <a:cubicBezTo>
                  <a:pt x="436075" y="631655"/>
                  <a:pt x="439147" y="634055"/>
                  <a:pt x="440275" y="637435"/>
                </a:cubicBezTo>
                <a:cubicBezTo>
                  <a:pt x="440769" y="638917"/>
                  <a:pt x="441059" y="640484"/>
                  <a:pt x="441757" y="641882"/>
                </a:cubicBezTo>
                <a:cubicBezTo>
                  <a:pt x="444996" y="648358"/>
                  <a:pt x="444722" y="644099"/>
                  <a:pt x="444722" y="64781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sp>
        <p:nvSpPr>
          <p:cNvPr id="47" name="pdf-path-276">
            <a:extLst xmlns:a="http://schemas.openxmlformats.org/drawingml/2006/main">
              <a:ext uri="{FF2B5EF4-FFF2-40B4-BE49-F238E27FC236}">
                <a16:creationId xmlns:a16="http://schemas.microsoft.com/office/drawing/2014/main" id="{B340E4B8-EAA5-437F-B9E9-308B3BC5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057" y="413556"/>
            <a:ext cx="546275" cy="570028"/>
          </a:xfrm>
          <a:custGeom xmlns:a="http://schemas.openxmlformats.org/drawingml/2006/main">
            <a:pathLst>
              <a:path w="546275" h="570028">
                <a:moveTo>
                  <a:pt x="546275" y="570028"/>
                </a:moveTo>
                <a:cubicBezTo>
                  <a:pt x="522863" y="561356"/>
                  <a:pt x="498684" y="554528"/>
                  <a:pt x="476040" y="544015"/>
                </a:cubicBezTo>
                <a:cubicBezTo>
                  <a:pt x="473552" y="542860"/>
                  <a:pt x="474664" y="538662"/>
                  <a:pt x="473438" y="536210"/>
                </a:cubicBezTo>
                <a:cubicBezTo>
                  <a:pt x="470312" y="529958"/>
                  <a:pt x="466160" y="524255"/>
                  <a:pt x="463033" y="518002"/>
                </a:cubicBezTo>
                <a:cubicBezTo>
                  <a:pt x="455854" y="503643"/>
                  <a:pt x="453962" y="491307"/>
                  <a:pt x="442223" y="478982"/>
                </a:cubicBezTo>
                <a:cubicBezTo>
                  <a:pt x="430353" y="466519"/>
                  <a:pt x="415373" y="457336"/>
                  <a:pt x="403202" y="445166"/>
                </a:cubicBezTo>
                <a:cubicBezTo>
                  <a:pt x="397133" y="439095"/>
                  <a:pt x="389756" y="434098"/>
                  <a:pt x="384993" y="426956"/>
                </a:cubicBezTo>
                <a:cubicBezTo>
                  <a:pt x="381525" y="421753"/>
                  <a:pt x="377759" y="416737"/>
                  <a:pt x="374588" y="411348"/>
                </a:cubicBezTo>
                <a:cubicBezTo>
                  <a:pt x="369080" y="401984"/>
                  <a:pt x="364783" y="391919"/>
                  <a:pt x="358981" y="382733"/>
                </a:cubicBezTo>
                <a:cubicBezTo>
                  <a:pt x="354351" y="375403"/>
                  <a:pt x="348840" y="368653"/>
                  <a:pt x="343373" y="361923"/>
                </a:cubicBezTo>
                <a:cubicBezTo>
                  <a:pt x="337561" y="354768"/>
                  <a:pt x="332053" y="347236"/>
                  <a:pt x="325164" y="341112"/>
                </a:cubicBezTo>
                <a:cubicBezTo>
                  <a:pt x="316349" y="333278"/>
                  <a:pt x="306088" y="327240"/>
                  <a:pt x="296549" y="320302"/>
                </a:cubicBezTo>
                <a:cubicBezTo>
                  <a:pt x="275257" y="288363"/>
                  <a:pt x="271324" y="279714"/>
                  <a:pt x="247124" y="252668"/>
                </a:cubicBezTo>
                <a:cubicBezTo>
                  <a:pt x="240583" y="245357"/>
                  <a:pt x="233678" y="238339"/>
                  <a:pt x="226314" y="231858"/>
                </a:cubicBezTo>
                <a:cubicBezTo>
                  <a:pt x="211979" y="219241"/>
                  <a:pt x="194184" y="210217"/>
                  <a:pt x="182092" y="195438"/>
                </a:cubicBezTo>
                <a:cubicBezTo>
                  <a:pt x="147195" y="152788"/>
                  <a:pt x="171019" y="181262"/>
                  <a:pt x="140471" y="146014"/>
                </a:cubicBezTo>
                <a:cubicBezTo>
                  <a:pt x="135235" y="139973"/>
                  <a:pt x="130026" y="133907"/>
                  <a:pt x="124862" y="127804"/>
                </a:cubicBezTo>
                <a:cubicBezTo>
                  <a:pt x="120488" y="122635"/>
                  <a:pt x="116645" y="116986"/>
                  <a:pt x="111857" y="112197"/>
                </a:cubicBezTo>
                <a:cubicBezTo>
                  <a:pt x="109255" y="109596"/>
                  <a:pt x="106408" y="107219"/>
                  <a:pt x="104053" y="104394"/>
                </a:cubicBezTo>
                <a:cubicBezTo>
                  <a:pt x="102050" y="101992"/>
                  <a:pt x="100851" y="98990"/>
                  <a:pt x="98850" y="96589"/>
                </a:cubicBezTo>
                <a:cubicBezTo>
                  <a:pt x="96495" y="93763"/>
                  <a:pt x="93521" y="91507"/>
                  <a:pt x="91046" y="88786"/>
                </a:cubicBezTo>
                <a:cubicBezTo>
                  <a:pt x="84845" y="81965"/>
                  <a:pt x="78594" y="75173"/>
                  <a:pt x="72836" y="67976"/>
                </a:cubicBezTo>
                <a:cubicBezTo>
                  <a:pt x="67505" y="61311"/>
                  <a:pt x="46620" y="29686"/>
                  <a:pt x="41621" y="26353"/>
                </a:cubicBezTo>
                <a:lnTo>
                  <a:pt x="33817" y="21150"/>
                </a:lnTo>
                <a:cubicBezTo>
                  <a:pt x="32082" y="18550"/>
                  <a:pt x="30968" y="15405"/>
                  <a:pt x="28614" y="13347"/>
                </a:cubicBezTo>
                <a:cubicBezTo>
                  <a:pt x="22433" y="7937"/>
                  <a:pt x="13804" y="2062"/>
                  <a:pt x="5203" y="340"/>
                </a:cubicBezTo>
                <a:cubicBezTo>
                  <a:pt x="3502" y="0"/>
                  <a:pt x="1734" y="340"/>
                  <a:pt x="0" y="3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48" name="pdf-path-277">
            <a:extLst xmlns:a="http://schemas.openxmlformats.org/drawingml/2006/main">
              <a:ext uri="{FF2B5EF4-FFF2-40B4-BE49-F238E27FC236}">
                <a16:creationId xmlns:a16="http://schemas.microsoft.com/office/drawing/2014/main" id="{E62CEF5C-B923-42EF-8A77-BF053D55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11" y="450316"/>
            <a:ext cx="619112" cy="543673"/>
          </a:xfrm>
          <a:custGeom xmlns:a="http://schemas.openxmlformats.org/drawingml/2006/main">
            <a:pathLst>
              <a:path w="619112" h="543673">
                <a:moveTo>
                  <a:pt x="619112" y="543673"/>
                </a:moveTo>
                <a:cubicBezTo>
                  <a:pt x="497404" y="482821"/>
                  <a:pt x="587842" y="522845"/>
                  <a:pt x="533269" y="504655"/>
                </a:cubicBezTo>
                <a:cubicBezTo>
                  <a:pt x="507603" y="496100"/>
                  <a:pt x="532940" y="501988"/>
                  <a:pt x="507256" y="496850"/>
                </a:cubicBezTo>
                <a:cubicBezTo>
                  <a:pt x="483993" y="485219"/>
                  <a:pt x="493803" y="488897"/>
                  <a:pt x="478642" y="483844"/>
                </a:cubicBezTo>
                <a:cubicBezTo>
                  <a:pt x="477774" y="481242"/>
                  <a:pt x="477492" y="478364"/>
                  <a:pt x="476040" y="476040"/>
                </a:cubicBezTo>
                <a:cubicBezTo>
                  <a:pt x="472726" y="470738"/>
                  <a:pt x="463338" y="459950"/>
                  <a:pt x="457830" y="455229"/>
                </a:cubicBezTo>
                <a:cubicBezTo>
                  <a:pt x="454539" y="452409"/>
                  <a:pt x="450716" y="450246"/>
                  <a:pt x="447425" y="447424"/>
                </a:cubicBezTo>
                <a:cubicBezTo>
                  <a:pt x="437196" y="438657"/>
                  <a:pt x="436463" y="431738"/>
                  <a:pt x="418811" y="429216"/>
                </a:cubicBezTo>
                <a:lnTo>
                  <a:pt x="400602" y="426616"/>
                </a:lnTo>
                <a:cubicBezTo>
                  <a:pt x="396266" y="424014"/>
                  <a:pt x="392118" y="421071"/>
                  <a:pt x="387596" y="418811"/>
                </a:cubicBezTo>
                <a:cubicBezTo>
                  <a:pt x="385142" y="417585"/>
                  <a:pt x="382160" y="417592"/>
                  <a:pt x="379792" y="416211"/>
                </a:cubicBezTo>
                <a:cubicBezTo>
                  <a:pt x="365891" y="408102"/>
                  <a:pt x="358081" y="403491"/>
                  <a:pt x="348575" y="392798"/>
                </a:cubicBezTo>
                <a:cubicBezTo>
                  <a:pt x="344076" y="387737"/>
                  <a:pt x="339453" y="382738"/>
                  <a:pt x="335569" y="377190"/>
                </a:cubicBezTo>
                <a:cubicBezTo>
                  <a:pt x="316425" y="349840"/>
                  <a:pt x="319523" y="343081"/>
                  <a:pt x="296549" y="327765"/>
                </a:cubicBezTo>
                <a:cubicBezTo>
                  <a:pt x="294267" y="326244"/>
                  <a:pt x="291347" y="326031"/>
                  <a:pt x="288745" y="325164"/>
                </a:cubicBezTo>
                <a:cubicBezTo>
                  <a:pt x="284411" y="321695"/>
                  <a:pt x="280181" y="318090"/>
                  <a:pt x="275739" y="314758"/>
                </a:cubicBezTo>
                <a:cubicBezTo>
                  <a:pt x="273238" y="312883"/>
                  <a:pt x="270436" y="311432"/>
                  <a:pt x="267935" y="309555"/>
                </a:cubicBezTo>
                <a:cubicBezTo>
                  <a:pt x="257319" y="301595"/>
                  <a:pt x="250926" y="296150"/>
                  <a:pt x="241922" y="286144"/>
                </a:cubicBezTo>
                <a:cubicBezTo>
                  <a:pt x="230027" y="272926"/>
                  <a:pt x="232854" y="274495"/>
                  <a:pt x="223713" y="260131"/>
                </a:cubicBezTo>
                <a:cubicBezTo>
                  <a:pt x="216290" y="248467"/>
                  <a:pt x="207894" y="235725"/>
                  <a:pt x="197699" y="226314"/>
                </a:cubicBezTo>
                <a:cubicBezTo>
                  <a:pt x="186256" y="215751"/>
                  <a:pt x="174295" y="210910"/>
                  <a:pt x="161281" y="202903"/>
                </a:cubicBezTo>
                <a:cubicBezTo>
                  <a:pt x="155956" y="199626"/>
                  <a:pt x="150876" y="195965"/>
                  <a:pt x="145673" y="192498"/>
                </a:cubicBezTo>
                <a:cubicBezTo>
                  <a:pt x="126017" y="163012"/>
                  <a:pt x="155792" y="205507"/>
                  <a:pt x="132667" y="179490"/>
                </a:cubicBezTo>
                <a:cubicBezTo>
                  <a:pt x="127711" y="173916"/>
                  <a:pt x="123170" y="167862"/>
                  <a:pt x="119660" y="161282"/>
                </a:cubicBezTo>
                <a:cubicBezTo>
                  <a:pt x="116174" y="154745"/>
                  <a:pt x="114960" y="147197"/>
                  <a:pt x="111857" y="140470"/>
                </a:cubicBezTo>
                <a:cubicBezTo>
                  <a:pt x="109737" y="135879"/>
                  <a:pt x="106313" y="131987"/>
                  <a:pt x="104053" y="127464"/>
                </a:cubicBezTo>
                <a:cubicBezTo>
                  <a:pt x="102827" y="125012"/>
                  <a:pt x="103164" y="121801"/>
                  <a:pt x="101451" y="119661"/>
                </a:cubicBezTo>
                <a:cubicBezTo>
                  <a:pt x="96458" y="113419"/>
                  <a:pt x="78857" y="96533"/>
                  <a:pt x="70235" y="91046"/>
                </a:cubicBezTo>
                <a:cubicBezTo>
                  <a:pt x="65328" y="87923"/>
                  <a:pt x="59468" y="86468"/>
                  <a:pt x="54628" y="83241"/>
                </a:cubicBezTo>
                <a:cubicBezTo>
                  <a:pt x="51566" y="81201"/>
                  <a:pt x="49650" y="77793"/>
                  <a:pt x="46823" y="75438"/>
                </a:cubicBezTo>
                <a:cubicBezTo>
                  <a:pt x="44422" y="73436"/>
                  <a:pt x="41373" y="72294"/>
                  <a:pt x="39020" y="70236"/>
                </a:cubicBezTo>
                <a:cubicBezTo>
                  <a:pt x="32172" y="64245"/>
                  <a:pt x="18624" y="50667"/>
                  <a:pt x="15608" y="41621"/>
                </a:cubicBezTo>
                <a:cubicBezTo>
                  <a:pt x="6874" y="15423"/>
                  <a:pt x="20193" y="56039"/>
                  <a:pt x="10405" y="23413"/>
                </a:cubicBezTo>
                <a:cubicBezTo>
                  <a:pt x="8829" y="18159"/>
                  <a:pt x="8245" y="12366"/>
                  <a:pt x="5203" y="7803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49" name="pdf-path-278">
            <a:extLst xmlns:a="http://schemas.openxmlformats.org/drawingml/2006/main">
              <a:ext uri="{FF2B5EF4-FFF2-40B4-BE49-F238E27FC236}">
                <a16:creationId xmlns:a16="http://schemas.microsoft.com/office/drawing/2014/main" id="{EF4BF456-55BB-4F07-9C28-B43AB0F0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719" y="622003"/>
            <a:ext cx="627397" cy="366785"/>
          </a:xfrm>
          <a:custGeom xmlns:a="http://schemas.openxmlformats.org/drawingml/2006/main">
            <a:pathLst>
              <a:path w="627397" h="366785">
                <a:moveTo>
                  <a:pt x="627397" y="366785"/>
                </a:moveTo>
                <a:cubicBezTo>
                  <a:pt x="600765" y="363232"/>
                  <a:pt x="529345" y="354144"/>
                  <a:pt x="497331" y="348575"/>
                </a:cubicBezTo>
                <a:cubicBezTo>
                  <a:pt x="494630" y="348106"/>
                  <a:pt x="492188" y="346639"/>
                  <a:pt x="489527" y="345973"/>
                </a:cubicBezTo>
                <a:cubicBezTo>
                  <a:pt x="485238" y="344902"/>
                  <a:pt x="480810" y="344445"/>
                  <a:pt x="476521" y="343373"/>
                </a:cubicBezTo>
                <a:cubicBezTo>
                  <a:pt x="470622" y="341899"/>
                  <a:pt x="460475" y="337356"/>
                  <a:pt x="455711" y="335570"/>
                </a:cubicBezTo>
                <a:cubicBezTo>
                  <a:pt x="453142" y="334607"/>
                  <a:pt x="450359" y="334194"/>
                  <a:pt x="447907" y="332967"/>
                </a:cubicBezTo>
                <a:cubicBezTo>
                  <a:pt x="445110" y="331569"/>
                  <a:pt x="443097" y="328663"/>
                  <a:pt x="440102" y="327765"/>
                </a:cubicBezTo>
                <a:cubicBezTo>
                  <a:pt x="434230" y="326003"/>
                  <a:pt x="427963" y="326031"/>
                  <a:pt x="421893" y="325164"/>
                </a:cubicBezTo>
                <a:cubicBezTo>
                  <a:pt x="414090" y="322562"/>
                  <a:pt x="406462" y="319355"/>
                  <a:pt x="398481" y="317360"/>
                </a:cubicBezTo>
                <a:lnTo>
                  <a:pt x="377672" y="312157"/>
                </a:lnTo>
                <a:cubicBezTo>
                  <a:pt x="373550" y="303915"/>
                  <a:pt x="371419" y="298102"/>
                  <a:pt x="364664" y="291347"/>
                </a:cubicBezTo>
                <a:cubicBezTo>
                  <a:pt x="363894" y="290576"/>
                  <a:pt x="349115" y="279522"/>
                  <a:pt x="346455" y="278339"/>
                </a:cubicBezTo>
                <a:cubicBezTo>
                  <a:pt x="341444" y="276112"/>
                  <a:pt x="336051" y="274872"/>
                  <a:pt x="330848" y="273137"/>
                </a:cubicBezTo>
                <a:cubicBezTo>
                  <a:pt x="328246" y="272270"/>
                  <a:pt x="325749" y="270986"/>
                  <a:pt x="323044" y="270536"/>
                </a:cubicBezTo>
                <a:cubicBezTo>
                  <a:pt x="317841" y="269668"/>
                  <a:pt x="312608" y="268968"/>
                  <a:pt x="307435" y="267934"/>
                </a:cubicBezTo>
                <a:cubicBezTo>
                  <a:pt x="282912" y="263030"/>
                  <a:pt x="311462" y="268409"/>
                  <a:pt x="286626" y="260131"/>
                </a:cubicBezTo>
                <a:cubicBezTo>
                  <a:pt x="279842" y="257871"/>
                  <a:pt x="265814" y="254929"/>
                  <a:pt x="265814" y="254929"/>
                </a:cubicBezTo>
                <a:cubicBezTo>
                  <a:pt x="250800" y="244919"/>
                  <a:pt x="265621" y="253811"/>
                  <a:pt x="242403" y="244523"/>
                </a:cubicBezTo>
                <a:cubicBezTo>
                  <a:pt x="238067" y="242788"/>
                  <a:pt x="233769" y="240960"/>
                  <a:pt x="229396" y="239321"/>
                </a:cubicBezTo>
                <a:cubicBezTo>
                  <a:pt x="226829" y="238358"/>
                  <a:pt x="224112" y="237800"/>
                  <a:pt x="221592" y="236719"/>
                </a:cubicBezTo>
                <a:cubicBezTo>
                  <a:pt x="218029" y="235193"/>
                  <a:pt x="214818" y="232878"/>
                  <a:pt x="211187" y="231516"/>
                </a:cubicBezTo>
                <a:cubicBezTo>
                  <a:pt x="188056" y="222843"/>
                  <a:pt x="181413" y="223132"/>
                  <a:pt x="161762" y="213306"/>
                </a:cubicBezTo>
                <a:cubicBezTo>
                  <a:pt x="154517" y="209684"/>
                  <a:pt x="151909" y="206056"/>
                  <a:pt x="146155" y="200301"/>
                </a:cubicBezTo>
                <a:cubicBezTo>
                  <a:pt x="138514" y="177378"/>
                  <a:pt x="145069" y="191048"/>
                  <a:pt x="130547" y="171685"/>
                </a:cubicBezTo>
                <a:cubicBezTo>
                  <a:pt x="128671" y="169184"/>
                  <a:pt x="127554" y="166092"/>
                  <a:pt x="125344" y="163882"/>
                </a:cubicBezTo>
                <a:cubicBezTo>
                  <a:pt x="109705" y="148243"/>
                  <a:pt x="123783" y="175845"/>
                  <a:pt x="101932" y="143072"/>
                </a:cubicBezTo>
                <a:cubicBezTo>
                  <a:pt x="100197" y="140470"/>
                  <a:pt x="98940" y="137479"/>
                  <a:pt x="96729" y="135267"/>
                </a:cubicBezTo>
                <a:cubicBezTo>
                  <a:pt x="93664" y="132203"/>
                  <a:pt x="90089" y="129615"/>
                  <a:pt x="86324" y="127464"/>
                </a:cubicBezTo>
                <a:cubicBezTo>
                  <a:pt x="71392" y="118932"/>
                  <a:pt x="85547" y="132018"/>
                  <a:pt x="70716" y="119660"/>
                </a:cubicBezTo>
                <a:cubicBezTo>
                  <a:pt x="45147" y="98354"/>
                  <a:pt x="78171" y="124513"/>
                  <a:pt x="57710" y="104052"/>
                </a:cubicBezTo>
                <a:cubicBezTo>
                  <a:pt x="55499" y="101842"/>
                  <a:pt x="52507" y="100585"/>
                  <a:pt x="49906" y="98849"/>
                </a:cubicBezTo>
                <a:cubicBezTo>
                  <a:pt x="43809" y="80554"/>
                  <a:pt x="51742" y="103133"/>
                  <a:pt x="42102" y="80641"/>
                </a:cubicBezTo>
                <a:cubicBezTo>
                  <a:pt x="41022" y="78119"/>
                  <a:pt x="40727" y="75288"/>
                  <a:pt x="39501" y="72836"/>
                </a:cubicBezTo>
                <a:cubicBezTo>
                  <a:pt x="34657" y="63150"/>
                  <a:pt x="33685" y="65858"/>
                  <a:pt x="26494" y="57228"/>
                </a:cubicBezTo>
                <a:cubicBezTo>
                  <a:pt x="24492" y="54827"/>
                  <a:pt x="23026" y="52026"/>
                  <a:pt x="21292" y="49424"/>
                </a:cubicBezTo>
                <a:cubicBezTo>
                  <a:pt x="20424" y="46823"/>
                  <a:pt x="19917" y="44073"/>
                  <a:pt x="18690" y="41621"/>
                </a:cubicBezTo>
                <a:cubicBezTo>
                  <a:pt x="17293" y="38825"/>
                  <a:pt x="14758" y="36675"/>
                  <a:pt x="13488" y="33818"/>
                </a:cubicBezTo>
                <a:cubicBezTo>
                  <a:pt x="11261" y="28805"/>
                  <a:pt x="10020" y="23413"/>
                  <a:pt x="8285" y="18210"/>
                </a:cubicBezTo>
                <a:cubicBezTo>
                  <a:pt x="7418" y="15608"/>
                  <a:pt x="7204" y="12686"/>
                  <a:pt x="5683" y="10405"/>
                </a:cubicBezTo>
                <a:cubicBezTo>
                  <a:pt x="0" y="1880"/>
                  <a:pt x="481" y="5728"/>
                  <a:pt x="48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50" name="pdf-path-279">
            <a:extLst xmlns:a="http://schemas.openxmlformats.org/drawingml/2006/main">
              <a:ext uri="{FF2B5EF4-FFF2-40B4-BE49-F238E27FC236}">
                <a16:creationId xmlns:a16="http://schemas.microsoft.com/office/drawing/2014/main" id="{0F4C5F33-9344-4845-91AA-79C206CA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130" y="479102"/>
            <a:ext cx="631693" cy="510993"/>
          </a:xfrm>
          <a:custGeom xmlns:a="http://schemas.openxmlformats.org/drawingml/2006/main">
            <a:pathLst>
              <a:path w="631693" h="510993">
                <a:moveTo>
                  <a:pt x="0" y="510993"/>
                </a:moveTo>
                <a:cubicBezTo>
                  <a:pt x="13698" y="500274"/>
                  <a:pt x="27774" y="490020"/>
                  <a:pt x="41094" y="478832"/>
                </a:cubicBezTo>
                <a:cubicBezTo>
                  <a:pt x="63988" y="459602"/>
                  <a:pt x="24752" y="486748"/>
                  <a:pt x="50027" y="469899"/>
                </a:cubicBezTo>
                <a:cubicBezTo>
                  <a:pt x="56708" y="459877"/>
                  <a:pt x="54059" y="463093"/>
                  <a:pt x="67894" y="450245"/>
                </a:cubicBezTo>
                <a:cubicBezTo>
                  <a:pt x="71303" y="447081"/>
                  <a:pt x="74814" y="443996"/>
                  <a:pt x="78614" y="441311"/>
                </a:cubicBezTo>
                <a:cubicBezTo>
                  <a:pt x="84958" y="436834"/>
                  <a:pt x="92777" y="434295"/>
                  <a:pt x="98268" y="428805"/>
                </a:cubicBezTo>
                <a:cubicBezTo>
                  <a:pt x="133338" y="393736"/>
                  <a:pt x="80286" y="446310"/>
                  <a:pt x="123281" y="405579"/>
                </a:cubicBezTo>
                <a:cubicBezTo>
                  <a:pt x="133200" y="396182"/>
                  <a:pt x="145674" y="381959"/>
                  <a:pt x="157228" y="373418"/>
                </a:cubicBezTo>
                <a:cubicBezTo>
                  <a:pt x="165863" y="367036"/>
                  <a:pt x="176436" y="363142"/>
                  <a:pt x="184028" y="355550"/>
                </a:cubicBezTo>
                <a:cubicBezTo>
                  <a:pt x="192195" y="347384"/>
                  <a:pt x="214283" y="324481"/>
                  <a:pt x="225122" y="316243"/>
                </a:cubicBezTo>
                <a:cubicBezTo>
                  <a:pt x="269451" y="282555"/>
                  <a:pt x="235936" y="312593"/>
                  <a:pt x="268003" y="285870"/>
                </a:cubicBezTo>
                <a:cubicBezTo>
                  <a:pt x="275045" y="280002"/>
                  <a:pt x="282987" y="267737"/>
                  <a:pt x="287657" y="262643"/>
                </a:cubicBezTo>
                <a:cubicBezTo>
                  <a:pt x="289108" y="261061"/>
                  <a:pt x="291428" y="260513"/>
                  <a:pt x="293017" y="259069"/>
                </a:cubicBezTo>
                <a:cubicBezTo>
                  <a:pt x="298002" y="254538"/>
                  <a:pt x="302373" y="249362"/>
                  <a:pt x="307310" y="244776"/>
                </a:cubicBezTo>
                <a:cubicBezTo>
                  <a:pt x="318789" y="234118"/>
                  <a:pt x="328728" y="228511"/>
                  <a:pt x="343044" y="219763"/>
                </a:cubicBezTo>
                <a:cubicBezTo>
                  <a:pt x="345316" y="218373"/>
                  <a:pt x="348001" y="217705"/>
                  <a:pt x="350191" y="216189"/>
                </a:cubicBezTo>
                <a:cubicBezTo>
                  <a:pt x="355774" y="212324"/>
                  <a:pt x="361055" y="208030"/>
                  <a:pt x="366271" y="203682"/>
                </a:cubicBezTo>
                <a:cubicBezTo>
                  <a:pt x="384931" y="188132"/>
                  <a:pt x="346186" y="214775"/>
                  <a:pt x="385925" y="180456"/>
                </a:cubicBezTo>
                <a:cubicBezTo>
                  <a:pt x="393426" y="173977"/>
                  <a:pt x="402841" y="170091"/>
                  <a:pt x="410938" y="164376"/>
                </a:cubicBezTo>
                <a:lnTo>
                  <a:pt x="441312" y="142934"/>
                </a:lnTo>
                <a:cubicBezTo>
                  <a:pt x="443071" y="141703"/>
                  <a:pt x="445154" y="140880"/>
                  <a:pt x="446673" y="139361"/>
                </a:cubicBezTo>
                <a:cubicBezTo>
                  <a:pt x="458665" y="127368"/>
                  <a:pt x="467563" y="117771"/>
                  <a:pt x="480620" y="107202"/>
                </a:cubicBezTo>
                <a:cubicBezTo>
                  <a:pt x="487563" y="101580"/>
                  <a:pt x="494953" y="96535"/>
                  <a:pt x="502059" y="91121"/>
                </a:cubicBezTo>
                <a:cubicBezTo>
                  <a:pt x="507461" y="87005"/>
                  <a:pt x="512490" y="82382"/>
                  <a:pt x="518140" y="78614"/>
                </a:cubicBezTo>
                <a:cubicBezTo>
                  <a:pt x="519926" y="77423"/>
                  <a:pt x="521823" y="76382"/>
                  <a:pt x="523499" y="75041"/>
                </a:cubicBezTo>
                <a:cubicBezTo>
                  <a:pt x="527787" y="71610"/>
                  <a:pt x="531655" y="67669"/>
                  <a:pt x="536006" y="64320"/>
                </a:cubicBezTo>
                <a:cubicBezTo>
                  <a:pt x="553324" y="50999"/>
                  <a:pt x="540836" y="63219"/>
                  <a:pt x="562807" y="48239"/>
                </a:cubicBezTo>
                <a:cubicBezTo>
                  <a:pt x="570877" y="42737"/>
                  <a:pt x="578324" y="36371"/>
                  <a:pt x="586033" y="30373"/>
                </a:cubicBezTo>
                <a:cubicBezTo>
                  <a:pt x="589044" y="28033"/>
                  <a:pt x="591957" y="25568"/>
                  <a:pt x="594967" y="23228"/>
                </a:cubicBezTo>
                <a:cubicBezTo>
                  <a:pt x="597318" y="21398"/>
                  <a:pt x="599225" y="18588"/>
                  <a:pt x="602114" y="17866"/>
                </a:cubicBezTo>
                <a:lnTo>
                  <a:pt x="609260" y="16080"/>
                </a:lnTo>
                <a:cubicBezTo>
                  <a:pt x="621547" y="7888"/>
                  <a:pt x="615907" y="10292"/>
                  <a:pt x="625341" y="7147"/>
                </a:cubicBezTo>
                <a:cubicBezTo>
                  <a:pt x="631693" y="2913"/>
                  <a:pt x="630701" y="5721"/>
                  <a:pt x="63070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145">
            <a:solidFill>
              <a:srgbClr val="41719C"/>
            </a:solidFill>
            <a:prstDash val="solid"/>
          </a:ln>
        </p:spPr>
      </p:sp>
      <p:sp>
        <p:nvSpPr>
          <p:cNvPr id="51" name="pdf-path-280">
            <a:extLst xmlns:a="http://schemas.openxmlformats.org/drawingml/2006/main">
              <a:ext uri="{FF2B5EF4-FFF2-40B4-BE49-F238E27FC236}">
                <a16:creationId xmlns:a16="http://schemas.microsoft.com/office/drawing/2014/main" id="{88DF62B0-B95A-4513-8A11-CABB8FE1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919" y="445155"/>
            <a:ext cx="618194" cy="544939"/>
          </a:xfrm>
          <a:custGeom xmlns:a="http://schemas.openxmlformats.org/drawingml/2006/main">
            <a:pathLst>
              <a:path w="618194" h="544939">
                <a:moveTo>
                  <a:pt x="0" y="544939"/>
                </a:moveTo>
                <a:cubicBezTo>
                  <a:pt x="9530" y="530647"/>
                  <a:pt x="18280" y="515803"/>
                  <a:pt x="28587" y="502059"/>
                </a:cubicBezTo>
                <a:cubicBezTo>
                  <a:pt x="32630" y="496669"/>
                  <a:pt x="38116" y="492532"/>
                  <a:pt x="42881" y="487767"/>
                </a:cubicBezTo>
                <a:cubicBezTo>
                  <a:pt x="68619" y="462029"/>
                  <a:pt x="37277" y="494304"/>
                  <a:pt x="53600" y="475260"/>
                </a:cubicBezTo>
                <a:cubicBezTo>
                  <a:pt x="55793" y="472701"/>
                  <a:pt x="58555" y="470670"/>
                  <a:pt x="60748" y="468113"/>
                </a:cubicBezTo>
                <a:cubicBezTo>
                  <a:pt x="62145" y="466482"/>
                  <a:pt x="63072" y="464499"/>
                  <a:pt x="64321" y="462751"/>
                </a:cubicBezTo>
                <a:cubicBezTo>
                  <a:pt x="66051" y="460329"/>
                  <a:pt x="68029" y="458083"/>
                  <a:pt x="69680" y="455606"/>
                </a:cubicBezTo>
                <a:cubicBezTo>
                  <a:pt x="70845" y="453860"/>
                  <a:pt x="76392" y="443978"/>
                  <a:pt x="78614" y="441311"/>
                </a:cubicBezTo>
                <a:cubicBezTo>
                  <a:pt x="80232" y="439372"/>
                  <a:pt x="82034" y="437570"/>
                  <a:pt x="83975" y="435952"/>
                </a:cubicBezTo>
                <a:cubicBezTo>
                  <a:pt x="85625" y="434578"/>
                  <a:pt x="87506" y="433505"/>
                  <a:pt x="89334" y="432378"/>
                </a:cubicBezTo>
                <a:cubicBezTo>
                  <a:pt x="95249" y="428738"/>
                  <a:pt x="101645" y="425826"/>
                  <a:pt x="107202" y="421659"/>
                </a:cubicBezTo>
                <a:cubicBezTo>
                  <a:pt x="114905" y="415881"/>
                  <a:pt x="123178" y="410202"/>
                  <a:pt x="128642" y="402005"/>
                </a:cubicBezTo>
                <a:cubicBezTo>
                  <a:pt x="129833" y="400219"/>
                  <a:pt x="130696" y="398163"/>
                  <a:pt x="132214" y="396646"/>
                </a:cubicBezTo>
                <a:cubicBezTo>
                  <a:pt x="151187" y="377672"/>
                  <a:pt x="119098" y="415820"/>
                  <a:pt x="144722" y="385925"/>
                </a:cubicBezTo>
                <a:cubicBezTo>
                  <a:pt x="157159" y="371416"/>
                  <a:pt x="135731" y="393154"/>
                  <a:pt x="151868" y="369844"/>
                </a:cubicBezTo>
                <a:cubicBezTo>
                  <a:pt x="155225" y="364997"/>
                  <a:pt x="159846" y="361112"/>
                  <a:pt x="164375" y="357337"/>
                </a:cubicBezTo>
                <a:cubicBezTo>
                  <a:pt x="174152" y="349191"/>
                  <a:pt x="173803" y="348551"/>
                  <a:pt x="184029" y="343043"/>
                </a:cubicBezTo>
                <a:cubicBezTo>
                  <a:pt x="188720" y="340519"/>
                  <a:pt x="193558" y="338280"/>
                  <a:pt x="198323" y="335898"/>
                </a:cubicBezTo>
                <a:cubicBezTo>
                  <a:pt x="200704" y="334706"/>
                  <a:pt x="203389" y="333988"/>
                  <a:pt x="205469" y="332324"/>
                </a:cubicBezTo>
                <a:cubicBezTo>
                  <a:pt x="208447" y="329941"/>
                  <a:pt x="211352" y="327465"/>
                  <a:pt x="214403" y="325177"/>
                </a:cubicBezTo>
                <a:cubicBezTo>
                  <a:pt x="216121" y="323890"/>
                  <a:pt x="218174" y="323047"/>
                  <a:pt x="219763" y="321603"/>
                </a:cubicBezTo>
                <a:cubicBezTo>
                  <a:pt x="224749" y="317072"/>
                  <a:pt x="229671" y="312426"/>
                  <a:pt x="234056" y="307310"/>
                </a:cubicBezTo>
                <a:cubicBezTo>
                  <a:pt x="237630" y="303142"/>
                  <a:pt x="240729" y="298513"/>
                  <a:pt x="244776" y="294804"/>
                </a:cubicBezTo>
                <a:cubicBezTo>
                  <a:pt x="253875" y="286463"/>
                  <a:pt x="255461" y="289273"/>
                  <a:pt x="264430" y="282297"/>
                </a:cubicBezTo>
                <a:cubicBezTo>
                  <a:pt x="267090" y="280228"/>
                  <a:pt x="269072" y="277403"/>
                  <a:pt x="271577" y="275149"/>
                </a:cubicBezTo>
                <a:cubicBezTo>
                  <a:pt x="275034" y="272038"/>
                  <a:pt x="278821" y="269307"/>
                  <a:pt x="282297" y="266216"/>
                </a:cubicBezTo>
                <a:cubicBezTo>
                  <a:pt x="292617" y="257044"/>
                  <a:pt x="282631" y="264209"/>
                  <a:pt x="293018" y="257283"/>
                </a:cubicBezTo>
                <a:cubicBezTo>
                  <a:pt x="294208" y="255497"/>
                  <a:pt x="295216" y="253573"/>
                  <a:pt x="296590" y="251924"/>
                </a:cubicBezTo>
                <a:cubicBezTo>
                  <a:pt x="298208" y="249982"/>
                  <a:pt x="300434" y="248584"/>
                  <a:pt x="301950" y="246562"/>
                </a:cubicBezTo>
                <a:cubicBezTo>
                  <a:pt x="304034" y="243786"/>
                  <a:pt x="305469" y="240575"/>
                  <a:pt x="307310" y="237629"/>
                </a:cubicBezTo>
                <a:cubicBezTo>
                  <a:pt x="308448" y="235808"/>
                  <a:pt x="309984" y="234219"/>
                  <a:pt x="310884" y="232270"/>
                </a:cubicBezTo>
                <a:cubicBezTo>
                  <a:pt x="316666" y="219740"/>
                  <a:pt x="316454" y="213496"/>
                  <a:pt x="325178" y="203682"/>
                </a:cubicBezTo>
                <a:cubicBezTo>
                  <a:pt x="331705" y="196338"/>
                  <a:pt x="332120" y="199999"/>
                  <a:pt x="339471" y="194749"/>
                </a:cubicBezTo>
                <a:cubicBezTo>
                  <a:pt x="341527" y="193281"/>
                  <a:pt x="342912" y="191033"/>
                  <a:pt x="344831" y="189390"/>
                </a:cubicBezTo>
                <a:cubicBezTo>
                  <a:pt x="347092" y="187450"/>
                  <a:pt x="349872" y="186135"/>
                  <a:pt x="351978" y="184028"/>
                </a:cubicBezTo>
                <a:cubicBezTo>
                  <a:pt x="353496" y="182511"/>
                  <a:pt x="354032" y="180186"/>
                  <a:pt x="355552" y="178669"/>
                </a:cubicBezTo>
                <a:cubicBezTo>
                  <a:pt x="357070" y="177150"/>
                  <a:pt x="359261" y="176469"/>
                  <a:pt x="360911" y="175095"/>
                </a:cubicBezTo>
                <a:cubicBezTo>
                  <a:pt x="362852" y="173478"/>
                  <a:pt x="364330" y="171354"/>
                  <a:pt x="366272" y="169736"/>
                </a:cubicBezTo>
                <a:cubicBezTo>
                  <a:pt x="367921" y="168361"/>
                  <a:pt x="370027" y="167589"/>
                  <a:pt x="371632" y="166162"/>
                </a:cubicBezTo>
                <a:cubicBezTo>
                  <a:pt x="389990" y="149843"/>
                  <a:pt x="375547" y="159977"/>
                  <a:pt x="387712" y="151867"/>
                </a:cubicBezTo>
                <a:cubicBezTo>
                  <a:pt x="389498" y="149487"/>
                  <a:pt x="390966" y="146827"/>
                  <a:pt x="393071" y="144722"/>
                </a:cubicBezTo>
                <a:cubicBezTo>
                  <a:pt x="394589" y="143203"/>
                  <a:pt x="396590" y="142254"/>
                  <a:pt x="398431" y="141148"/>
                </a:cubicBezTo>
                <a:cubicBezTo>
                  <a:pt x="410676" y="133802"/>
                  <a:pt x="412066" y="133438"/>
                  <a:pt x="425232" y="126854"/>
                </a:cubicBezTo>
                <a:cubicBezTo>
                  <a:pt x="427614" y="125664"/>
                  <a:pt x="430162" y="124759"/>
                  <a:pt x="432378" y="123280"/>
                </a:cubicBezTo>
                <a:lnTo>
                  <a:pt x="443099" y="116135"/>
                </a:lnTo>
                <a:cubicBezTo>
                  <a:pt x="444885" y="114944"/>
                  <a:pt x="446741" y="113850"/>
                  <a:pt x="448459" y="112561"/>
                </a:cubicBezTo>
                <a:cubicBezTo>
                  <a:pt x="450841" y="110775"/>
                  <a:pt x="453128" y="108853"/>
                  <a:pt x="455606" y="107202"/>
                </a:cubicBezTo>
                <a:cubicBezTo>
                  <a:pt x="458495" y="105276"/>
                  <a:pt x="461762" y="103924"/>
                  <a:pt x="464539" y="101842"/>
                </a:cubicBezTo>
                <a:cubicBezTo>
                  <a:pt x="466560" y="100325"/>
                  <a:pt x="467958" y="98099"/>
                  <a:pt x="469900" y="96481"/>
                </a:cubicBezTo>
                <a:cubicBezTo>
                  <a:pt x="471549" y="95106"/>
                  <a:pt x="473512" y="94156"/>
                  <a:pt x="475259" y="92907"/>
                </a:cubicBezTo>
                <a:cubicBezTo>
                  <a:pt x="477682" y="91177"/>
                  <a:pt x="479834" y="89047"/>
                  <a:pt x="482406" y="87548"/>
                </a:cubicBezTo>
                <a:cubicBezTo>
                  <a:pt x="487007" y="84863"/>
                  <a:pt x="496700" y="80400"/>
                  <a:pt x="496700" y="80400"/>
                </a:cubicBezTo>
                <a:cubicBezTo>
                  <a:pt x="498486" y="78020"/>
                  <a:pt x="500482" y="75780"/>
                  <a:pt x="502059" y="73255"/>
                </a:cubicBezTo>
                <a:cubicBezTo>
                  <a:pt x="503471" y="70996"/>
                  <a:pt x="503879" y="68112"/>
                  <a:pt x="505633" y="66108"/>
                </a:cubicBezTo>
                <a:cubicBezTo>
                  <a:pt x="509436" y="61760"/>
                  <a:pt x="515226" y="58744"/>
                  <a:pt x="519927" y="55387"/>
                </a:cubicBezTo>
                <a:cubicBezTo>
                  <a:pt x="522349" y="53657"/>
                  <a:pt x="524813" y="51965"/>
                  <a:pt x="527073" y="50027"/>
                </a:cubicBezTo>
                <a:cubicBezTo>
                  <a:pt x="528992" y="48383"/>
                  <a:pt x="530331" y="46070"/>
                  <a:pt x="532433" y="44668"/>
                </a:cubicBezTo>
                <a:cubicBezTo>
                  <a:pt x="534001" y="43623"/>
                  <a:pt x="536148" y="43796"/>
                  <a:pt x="537794" y="42880"/>
                </a:cubicBezTo>
                <a:cubicBezTo>
                  <a:pt x="541547" y="40794"/>
                  <a:pt x="544940" y="38115"/>
                  <a:pt x="548514" y="35733"/>
                </a:cubicBezTo>
                <a:cubicBezTo>
                  <a:pt x="554145" y="31979"/>
                  <a:pt x="552974" y="32081"/>
                  <a:pt x="559234" y="30373"/>
                </a:cubicBezTo>
                <a:cubicBezTo>
                  <a:pt x="563972" y="29081"/>
                  <a:pt x="573527" y="26800"/>
                  <a:pt x="573527" y="26800"/>
                </a:cubicBezTo>
                <a:lnTo>
                  <a:pt x="584247" y="19654"/>
                </a:lnTo>
                <a:cubicBezTo>
                  <a:pt x="586033" y="18463"/>
                  <a:pt x="587570" y="16759"/>
                  <a:pt x="589607" y="16080"/>
                </a:cubicBezTo>
                <a:cubicBezTo>
                  <a:pt x="591394" y="15484"/>
                  <a:pt x="593321" y="15208"/>
                  <a:pt x="594967" y="14293"/>
                </a:cubicBezTo>
                <a:cubicBezTo>
                  <a:pt x="598722" y="12207"/>
                  <a:pt x="601613" y="8504"/>
                  <a:pt x="605687" y="7147"/>
                </a:cubicBezTo>
                <a:cubicBezTo>
                  <a:pt x="617671" y="3152"/>
                  <a:pt x="614724" y="6941"/>
                  <a:pt x="61819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145">
            <a:solidFill>
              <a:srgbClr val="41719C"/>
            </a:solidFill>
            <a:prstDash val="solid"/>
          </a:ln>
        </p:spPr>
      </p:sp>
      <p:sp>
        <p:nvSpPr>
          <p:cNvPr id="52" name="pdf-path-281">
            <a:extLst xmlns:a="http://schemas.openxmlformats.org/drawingml/2006/main">
              <a:ext uri="{FF2B5EF4-FFF2-40B4-BE49-F238E27FC236}">
                <a16:creationId xmlns:a16="http://schemas.microsoft.com/office/drawing/2014/main" id="{02A5A87A-2C97-4FF7-B8F1-E1BC779E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344" y="496780"/>
            <a:ext cx="655715" cy="496888"/>
          </a:xfrm>
          <a:custGeom xmlns:a="http://schemas.openxmlformats.org/drawingml/2006/main">
            <a:pathLst>
              <a:path w="655715" h="496888">
                <a:moveTo>
                  <a:pt x="0" y="496888"/>
                </a:moveTo>
                <a:cubicBezTo>
                  <a:pt x="16080" y="490338"/>
                  <a:pt x="32710" y="485001"/>
                  <a:pt x="48241" y="477236"/>
                </a:cubicBezTo>
                <a:cubicBezTo>
                  <a:pt x="50904" y="475904"/>
                  <a:pt x="51663" y="472349"/>
                  <a:pt x="53601" y="470089"/>
                </a:cubicBezTo>
                <a:cubicBezTo>
                  <a:pt x="58954" y="463843"/>
                  <a:pt x="57562" y="465195"/>
                  <a:pt x="64322" y="462942"/>
                </a:cubicBezTo>
                <a:cubicBezTo>
                  <a:pt x="68945" y="458318"/>
                  <a:pt x="73992" y="452571"/>
                  <a:pt x="80401" y="450435"/>
                </a:cubicBezTo>
                <a:cubicBezTo>
                  <a:pt x="86417" y="448429"/>
                  <a:pt x="86724" y="448609"/>
                  <a:pt x="92908" y="445075"/>
                </a:cubicBezTo>
                <a:cubicBezTo>
                  <a:pt x="94772" y="444010"/>
                  <a:pt x="96295" y="442347"/>
                  <a:pt x="98268" y="441502"/>
                </a:cubicBezTo>
                <a:cubicBezTo>
                  <a:pt x="100525" y="440534"/>
                  <a:pt x="103063" y="440420"/>
                  <a:pt x="105415" y="439714"/>
                </a:cubicBezTo>
                <a:cubicBezTo>
                  <a:pt x="109022" y="438633"/>
                  <a:pt x="112561" y="437333"/>
                  <a:pt x="116135" y="436142"/>
                </a:cubicBezTo>
                <a:lnTo>
                  <a:pt x="121495" y="434354"/>
                </a:lnTo>
                <a:cubicBezTo>
                  <a:pt x="123878" y="432568"/>
                  <a:pt x="126536" y="431100"/>
                  <a:pt x="128642" y="428995"/>
                </a:cubicBezTo>
                <a:cubicBezTo>
                  <a:pt x="130161" y="427477"/>
                  <a:pt x="130539" y="424976"/>
                  <a:pt x="132215" y="423635"/>
                </a:cubicBezTo>
                <a:cubicBezTo>
                  <a:pt x="133686" y="422458"/>
                  <a:pt x="135929" y="422763"/>
                  <a:pt x="137576" y="421848"/>
                </a:cubicBezTo>
                <a:cubicBezTo>
                  <a:pt x="141330" y="419762"/>
                  <a:pt x="144722" y="417083"/>
                  <a:pt x="148296" y="414700"/>
                </a:cubicBezTo>
                <a:lnTo>
                  <a:pt x="159016" y="407555"/>
                </a:lnTo>
                <a:cubicBezTo>
                  <a:pt x="160802" y="406364"/>
                  <a:pt x="163034" y="405657"/>
                  <a:pt x="164375" y="403981"/>
                </a:cubicBezTo>
                <a:cubicBezTo>
                  <a:pt x="166758" y="401004"/>
                  <a:pt x="168688" y="397600"/>
                  <a:pt x="171522" y="395048"/>
                </a:cubicBezTo>
                <a:cubicBezTo>
                  <a:pt x="178665" y="388619"/>
                  <a:pt x="182919" y="387630"/>
                  <a:pt x="191176" y="384327"/>
                </a:cubicBezTo>
                <a:cubicBezTo>
                  <a:pt x="195345" y="380159"/>
                  <a:pt x="198777" y="375090"/>
                  <a:pt x="203682" y="371820"/>
                </a:cubicBezTo>
                <a:cubicBezTo>
                  <a:pt x="210884" y="367021"/>
                  <a:pt x="215941" y="364155"/>
                  <a:pt x="221550" y="355740"/>
                </a:cubicBezTo>
                <a:cubicBezTo>
                  <a:pt x="222741" y="353954"/>
                  <a:pt x="223686" y="351976"/>
                  <a:pt x="225123" y="350380"/>
                </a:cubicBezTo>
                <a:cubicBezTo>
                  <a:pt x="229067" y="345997"/>
                  <a:pt x="234359" y="342780"/>
                  <a:pt x="237630" y="337874"/>
                </a:cubicBezTo>
                <a:cubicBezTo>
                  <a:pt x="242855" y="330036"/>
                  <a:pt x="239486" y="333801"/>
                  <a:pt x="248350" y="327154"/>
                </a:cubicBezTo>
                <a:cubicBezTo>
                  <a:pt x="250166" y="321706"/>
                  <a:pt x="250451" y="318971"/>
                  <a:pt x="255497" y="314646"/>
                </a:cubicBezTo>
                <a:cubicBezTo>
                  <a:pt x="257519" y="312914"/>
                  <a:pt x="260332" y="312394"/>
                  <a:pt x="262644" y="311074"/>
                </a:cubicBezTo>
                <a:cubicBezTo>
                  <a:pt x="264508" y="310008"/>
                  <a:pt x="266373" y="308897"/>
                  <a:pt x="268004" y="307500"/>
                </a:cubicBezTo>
                <a:cubicBezTo>
                  <a:pt x="283168" y="294502"/>
                  <a:pt x="268205" y="304984"/>
                  <a:pt x="280511" y="296780"/>
                </a:cubicBezTo>
                <a:cubicBezTo>
                  <a:pt x="281701" y="294994"/>
                  <a:pt x="282468" y="292833"/>
                  <a:pt x="284084" y="291420"/>
                </a:cubicBezTo>
                <a:cubicBezTo>
                  <a:pt x="287316" y="288591"/>
                  <a:pt x="291231" y="286655"/>
                  <a:pt x="294804" y="284273"/>
                </a:cubicBezTo>
                <a:lnTo>
                  <a:pt x="300164" y="280699"/>
                </a:lnTo>
                <a:cubicBezTo>
                  <a:pt x="301950" y="279508"/>
                  <a:pt x="304005" y="278645"/>
                  <a:pt x="305524" y="277126"/>
                </a:cubicBezTo>
                <a:lnTo>
                  <a:pt x="321604" y="261045"/>
                </a:lnTo>
                <a:cubicBezTo>
                  <a:pt x="323391" y="259259"/>
                  <a:pt x="324970" y="257236"/>
                  <a:pt x="326964" y="255686"/>
                </a:cubicBezTo>
                <a:cubicBezTo>
                  <a:pt x="332325" y="251517"/>
                  <a:pt x="338243" y="247980"/>
                  <a:pt x="343045" y="243179"/>
                </a:cubicBezTo>
                <a:cubicBezTo>
                  <a:pt x="346618" y="239605"/>
                  <a:pt x="349560" y="235262"/>
                  <a:pt x="353765" y="232460"/>
                </a:cubicBezTo>
                <a:cubicBezTo>
                  <a:pt x="357338" y="230077"/>
                  <a:pt x="361448" y="228349"/>
                  <a:pt x="364485" y="225312"/>
                </a:cubicBezTo>
                <a:cubicBezTo>
                  <a:pt x="384095" y="205702"/>
                  <a:pt x="366026" y="222370"/>
                  <a:pt x="385926" y="207444"/>
                </a:cubicBezTo>
                <a:cubicBezTo>
                  <a:pt x="389188" y="204999"/>
                  <a:pt x="401152" y="195818"/>
                  <a:pt x="403792" y="194938"/>
                </a:cubicBezTo>
                <a:lnTo>
                  <a:pt x="409152" y="193152"/>
                </a:lnTo>
                <a:cubicBezTo>
                  <a:pt x="414538" y="189562"/>
                  <a:pt x="415309" y="188727"/>
                  <a:pt x="421659" y="186004"/>
                </a:cubicBezTo>
                <a:cubicBezTo>
                  <a:pt x="423390" y="185263"/>
                  <a:pt x="425233" y="184813"/>
                  <a:pt x="427020" y="184218"/>
                </a:cubicBezTo>
                <a:cubicBezTo>
                  <a:pt x="428806" y="182431"/>
                  <a:pt x="430930" y="180927"/>
                  <a:pt x="432379" y="178857"/>
                </a:cubicBezTo>
                <a:cubicBezTo>
                  <a:pt x="435132" y="174924"/>
                  <a:pt x="436948" y="170402"/>
                  <a:pt x="439525" y="166350"/>
                </a:cubicBezTo>
                <a:cubicBezTo>
                  <a:pt x="441125" y="163839"/>
                  <a:pt x="443155" y="161627"/>
                  <a:pt x="444886" y="159205"/>
                </a:cubicBezTo>
                <a:cubicBezTo>
                  <a:pt x="446134" y="157457"/>
                  <a:pt x="446941" y="155363"/>
                  <a:pt x="448460" y="153845"/>
                </a:cubicBezTo>
                <a:cubicBezTo>
                  <a:pt x="450566" y="151738"/>
                  <a:pt x="453501" y="150591"/>
                  <a:pt x="455606" y="148484"/>
                </a:cubicBezTo>
                <a:cubicBezTo>
                  <a:pt x="457712" y="146379"/>
                  <a:pt x="458860" y="143444"/>
                  <a:pt x="460966" y="141338"/>
                </a:cubicBezTo>
                <a:cubicBezTo>
                  <a:pt x="462485" y="139819"/>
                  <a:pt x="464590" y="139028"/>
                  <a:pt x="466327" y="137765"/>
                </a:cubicBezTo>
                <a:cubicBezTo>
                  <a:pt x="467203" y="137127"/>
                  <a:pt x="481121" y="126247"/>
                  <a:pt x="485980" y="123470"/>
                </a:cubicBezTo>
                <a:cubicBezTo>
                  <a:pt x="492163" y="119939"/>
                  <a:pt x="492472" y="120117"/>
                  <a:pt x="498487" y="118111"/>
                </a:cubicBezTo>
                <a:cubicBezTo>
                  <a:pt x="501551" y="115812"/>
                  <a:pt x="507338" y="111267"/>
                  <a:pt x="510994" y="109178"/>
                </a:cubicBezTo>
                <a:cubicBezTo>
                  <a:pt x="513306" y="107856"/>
                  <a:pt x="515973" y="107151"/>
                  <a:pt x="518140" y="105604"/>
                </a:cubicBezTo>
                <a:cubicBezTo>
                  <a:pt x="521707" y="103056"/>
                  <a:pt x="524913" y="98664"/>
                  <a:pt x="527074" y="94885"/>
                </a:cubicBezTo>
                <a:cubicBezTo>
                  <a:pt x="528944" y="91610"/>
                  <a:pt x="531316" y="85282"/>
                  <a:pt x="534220" y="82376"/>
                </a:cubicBezTo>
                <a:cubicBezTo>
                  <a:pt x="540662" y="75935"/>
                  <a:pt x="540636" y="78520"/>
                  <a:pt x="546727" y="73443"/>
                </a:cubicBezTo>
                <a:cubicBezTo>
                  <a:pt x="548668" y="71826"/>
                  <a:pt x="550146" y="69702"/>
                  <a:pt x="552088" y="68084"/>
                </a:cubicBezTo>
                <a:cubicBezTo>
                  <a:pt x="554703" y="65904"/>
                  <a:pt x="561680" y="61908"/>
                  <a:pt x="564594" y="60936"/>
                </a:cubicBezTo>
                <a:cubicBezTo>
                  <a:pt x="567475" y="59977"/>
                  <a:pt x="570563" y="59808"/>
                  <a:pt x="573527" y="59150"/>
                </a:cubicBezTo>
                <a:cubicBezTo>
                  <a:pt x="575925" y="58617"/>
                  <a:pt x="578292" y="57959"/>
                  <a:pt x="580675" y="57363"/>
                </a:cubicBezTo>
                <a:cubicBezTo>
                  <a:pt x="582461" y="56172"/>
                  <a:pt x="584113" y="54750"/>
                  <a:pt x="586034" y="53789"/>
                </a:cubicBezTo>
                <a:cubicBezTo>
                  <a:pt x="587719" y="52949"/>
                  <a:pt x="589828" y="53048"/>
                  <a:pt x="591395" y="52003"/>
                </a:cubicBezTo>
                <a:cubicBezTo>
                  <a:pt x="593497" y="50601"/>
                  <a:pt x="594814" y="48260"/>
                  <a:pt x="596754" y="46644"/>
                </a:cubicBezTo>
                <a:cubicBezTo>
                  <a:pt x="598404" y="45268"/>
                  <a:pt x="600465" y="44444"/>
                  <a:pt x="602115" y="43070"/>
                </a:cubicBezTo>
                <a:cubicBezTo>
                  <a:pt x="619685" y="28427"/>
                  <a:pt x="596987" y="46410"/>
                  <a:pt x="611048" y="32349"/>
                </a:cubicBezTo>
                <a:cubicBezTo>
                  <a:pt x="612566" y="30830"/>
                  <a:pt x="614621" y="29967"/>
                  <a:pt x="616407" y="28776"/>
                </a:cubicBezTo>
                <a:cubicBezTo>
                  <a:pt x="618194" y="25798"/>
                  <a:pt x="619927" y="22788"/>
                  <a:pt x="621768" y="19842"/>
                </a:cubicBezTo>
                <a:cubicBezTo>
                  <a:pt x="624121" y="16077"/>
                  <a:pt x="626908" y="11650"/>
                  <a:pt x="630702" y="9122"/>
                </a:cubicBezTo>
                <a:cubicBezTo>
                  <a:pt x="632268" y="8077"/>
                  <a:pt x="634276" y="7932"/>
                  <a:pt x="636061" y="7336"/>
                </a:cubicBezTo>
                <a:cubicBezTo>
                  <a:pt x="644221" y="1896"/>
                  <a:pt x="638474" y="4859"/>
                  <a:pt x="648568" y="1976"/>
                </a:cubicBezTo>
                <a:cubicBezTo>
                  <a:pt x="655481" y="0"/>
                  <a:pt x="651733" y="190"/>
                  <a:pt x="655715" y="19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145">
            <a:solidFill>
              <a:srgbClr val="41719C"/>
            </a:solidFill>
            <a:prstDash val="solid"/>
          </a:ln>
        </p:spPr>
      </p:sp>
      <p:sp>
        <p:nvSpPr>
          <p:cNvPr id="53" name="pdf-path-282">
            <a:extLst xmlns:a="http://schemas.openxmlformats.org/drawingml/2006/main">
              <a:ext uri="{FF2B5EF4-FFF2-40B4-BE49-F238E27FC236}">
                <a16:creationId xmlns:a16="http://schemas.microsoft.com/office/drawing/2014/main" id="{E662B309-312C-4E52-90DC-48314D57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8868" y="324298"/>
            <a:ext cx="1374964" cy="1374964"/>
          </a:xfrm>
          <a:custGeom xmlns:a="http://schemas.openxmlformats.org/drawingml/2006/main">
            <a:pathLst>
              <a:path w="1374964" h="1374964">
                <a:moveTo>
                  <a:pt x="0" y="0"/>
                </a:moveTo>
                <a:lnTo>
                  <a:pt x="1374964" y="0"/>
                </a:lnTo>
                <a:lnTo>
                  <a:pt x="1374964" y="1374964"/>
                </a:lnTo>
                <a:lnTo>
                  <a:pt x="0" y="13749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430">
            <a:solidFill>
              <a:srgbClr val="000000"/>
            </a:solidFill>
            <a:prstDash val="solid"/>
          </a:ln>
        </p:spPr>
      </p:sp>
      <p:sp>
        <p:nvSpPr>
          <p:cNvPr id="54" name="pdf-path-283">
            <a:extLst xmlns:a="http://schemas.openxmlformats.org/drawingml/2006/main">
              <a:ext uri="{FF2B5EF4-FFF2-40B4-BE49-F238E27FC236}">
                <a16:creationId xmlns:a16="http://schemas.microsoft.com/office/drawing/2014/main" id="{F6422104-8E19-4FAD-B9FF-0EE9BE68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908" y="476188"/>
            <a:ext cx="631693" cy="510993"/>
          </a:xfrm>
          <a:custGeom xmlns:a="http://schemas.openxmlformats.org/drawingml/2006/main">
            <a:pathLst>
              <a:path w="631693" h="510993">
                <a:moveTo>
                  <a:pt x="0" y="510993"/>
                </a:moveTo>
                <a:cubicBezTo>
                  <a:pt x="13698" y="500274"/>
                  <a:pt x="27774" y="490020"/>
                  <a:pt x="41094" y="478832"/>
                </a:cubicBezTo>
                <a:cubicBezTo>
                  <a:pt x="63988" y="459602"/>
                  <a:pt x="24752" y="486746"/>
                  <a:pt x="50027" y="469899"/>
                </a:cubicBezTo>
                <a:cubicBezTo>
                  <a:pt x="56708" y="459877"/>
                  <a:pt x="54059" y="463093"/>
                  <a:pt x="67894" y="450245"/>
                </a:cubicBezTo>
                <a:cubicBezTo>
                  <a:pt x="71303" y="447081"/>
                  <a:pt x="74814" y="443996"/>
                  <a:pt x="78614" y="441311"/>
                </a:cubicBezTo>
                <a:cubicBezTo>
                  <a:pt x="84958" y="436834"/>
                  <a:pt x="92777" y="434295"/>
                  <a:pt x="98268" y="428805"/>
                </a:cubicBezTo>
                <a:cubicBezTo>
                  <a:pt x="133338" y="393736"/>
                  <a:pt x="80287" y="446310"/>
                  <a:pt x="123281" y="405579"/>
                </a:cubicBezTo>
                <a:cubicBezTo>
                  <a:pt x="133200" y="396182"/>
                  <a:pt x="145674" y="381959"/>
                  <a:pt x="157228" y="373418"/>
                </a:cubicBezTo>
                <a:cubicBezTo>
                  <a:pt x="165863" y="367036"/>
                  <a:pt x="176436" y="363142"/>
                  <a:pt x="184028" y="355550"/>
                </a:cubicBezTo>
                <a:cubicBezTo>
                  <a:pt x="192195" y="347384"/>
                  <a:pt x="214283" y="324481"/>
                  <a:pt x="225122" y="316243"/>
                </a:cubicBezTo>
                <a:cubicBezTo>
                  <a:pt x="269450" y="282555"/>
                  <a:pt x="235936" y="312593"/>
                  <a:pt x="268003" y="285870"/>
                </a:cubicBezTo>
                <a:cubicBezTo>
                  <a:pt x="275045" y="280002"/>
                  <a:pt x="282987" y="267737"/>
                  <a:pt x="287657" y="262643"/>
                </a:cubicBezTo>
                <a:cubicBezTo>
                  <a:pt x="289108" y="261061"/>
                  <a:pt x="291428" y="260513"/>
                  <a:pt x="293017" y="259069"/>
                </a:cubicBezTo>
                <a:cubicBezTo>
                  <a:pt x="298002" y="254538"/>
                  <a:pt x="302373" y="249362"/>
                  <a:pt x="307310" y="244776"/>
                </a:cubicBezTo>
                <a:cubicBezTo>
                  <a:pt x="318789" y="234118"/>
                  <a:pt x="328728" y="228511"/>
                  <a:pt x="343044" y="219763"/>
                </a:cubicBezTo>
                <a:cubicBezTo>
                  <a:pt x="345316" y="218373"/>
                  <a:pt x="348001" y="217705"/>
                  <a:pt x="350191" y="216189"/>
                </a:cubicBezTo>
                <a:cubicBezTo>
                  <a:pt x="355774" y="212324"/>
                  <a:pt x="361055" y="208030"/>
                  <a:pt x="366271" y="203682"/>
                </a:cubicBezTo>
                <a:cubicBezTo>
                  <a:pt x="384931" y="188132"/>
                  <a:pt x="346186" y="214775"/>
                  <a:pt x="385925" y="180456"/>
                </a:cubicBezTo>
                <a:cubicBezTo>
                  <a:pt x="393426" y="173977"/>
                  <a:pt x="402841" y="170091"/>
                  <a:pt x="410938" y="164376"/>
                </a:cubicBezTo>
                <a:lnTo>
                  <a:pt x="441312" y="142934"/>
                </a:lnTo>
                <a:cubicBezTo>
                  <a:pt x="443071" y="141703"/>
                  <a:pt x="445154" y="140880"/>
                  <a:pt x="446673" y="139361"/>
                </a:cubicBezTo>
                <a:cubicBezTo>
                  <a:pt x="458665" y="127368"/>
                  <a:pt x="467563" y="117771"/>
                  <a:pt x="480620" y="107202"/>
                </a:cubicBezTo>
                <a:cubicBezTo>
                  <a:pt x="487563" y="101580"/>
                  <a:pt x="494953" y="96535"/>
                  <a:pt x="502059" y="91121"/>
                </a:cubicBezTo>
                <a:cubicBezTo>
                  <a:pt x="507461" y="87005"/>
                  <a:pt x="512490" y="82382"/>
                  <a:pt x="518140" y="78614"/>
                </a:cubicBezTo>
                <a:cubicBezTo>
                  <a:pt x="519926" y="77423"/>
                  <a:pt x="521823" y="76382"/>
                  <a:pt x="523499" y="75041"/>
                </a:cubicBezTo>
                <a:cubicBezTo>
                  <a:pt x="527786" y="71610"/>
                  <a:pt x="531655" y="67669"/>
                  <a:pt x="536006" y="64320"/>
                </a:cubicBezTo>
                <a:cubicBezTo>
                  <a:pt x="553324" y="50999"/>
                  <a:pt x="540836" y="63219"/>
                  <a:pt x="562807" y="48239"/>
                </a:cubicBezTo>
                <a:cubicBezTo>
                  <a:pt x="570877" y="42737"/>
                  <a:pt x="578324" y="36371"/>
                  <a:pt x="586033" y="30373"/>
                </a:cubicBezTo>
                <a:cubicBezTo>
                  <a:pt x="589044" y="28033"/>
                  <a:pt x="591957" y="25568"/>
                  <a:pt x="594967" y="23228"/>
                </a:cubicBezTo>
                <a:cubicBezTo>
                  <a:pt x="597318" y="21398"/>
                  <a:pt x="599225" y="18588"/>
                  <a:pt x="602114" y="17866"/>
                </a:cubicBezTo>
                <a:lnTo>
                  <a:pt x="609260" y="16080"/>
                </a:lnTo>
                <a:cubicBezTo>
                  <a:pt x="621547" y="7888"/>
                  <a:pt x="615907" y="10292"/>
                  <a:pt x="625341" y="7147"/>
                </a:cubicBezTo>
                <a:cubicBezTo>
                  <a:pt x="631693" y="2913"/>
                  <a:pt x="630701" y="5721"/>
                  <a:pt x="63070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41719C"/>
            </a:solidFill>
            <a:prstDash val="solid"/>
          </a:ln>
        </p:spPr>
      </p:sp>
      <p:sp>
        <p:nvSpPr>
          <p:cNvPr id="55" name="pdf-path-284">
            <a:extLst xmlns:a="http://schemas.openxmlformats.org/drawingml/2006/main">
              <a:ext uri="{FF2B5EF4-FFF2-40B4-BE49-F238E27FC236}">
                <a16:creationId xmlns:a16="http://schemas.microsoft.com/office/drawing/2014/main" id="{2E705D88-87E2-4E32-B1AF-5A90DA53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697" y="442241"/>
            <a:ext cx="618194" cy="544939"/>
          </a:xfrm>
          <a:custGeom xmlns:a="http://schemas.openxmlformats.org/drawingml/2006/main">
            <a:pathLst>
              <a:path w="618194" h="544939">
                <a:moveTo>
                  <a:pt x="0" y="544939"/>
                </a:moveTo>
                <a:cubicBezTo>
                  <a:pt x="9530" y="530647"/>
                  <a:pt x="18280" y="515803"/>
                  <a:pt x="28587" y="502059"/>
                </a:cubicBezTo>
                <a:cubicBezTo>
                  <a:pt x="32630" y="496669"/>
                  <a:pt x="38116" y="492530"/>
                  <a:pt x="42881" y="487767"/>
                </a:cubicBezTo>
                <a:cubicBezTo>
                  <a:pt x="68619" y="462029"/>
                  <a:pt x="37277" y="494304"/>
                  <a:pt x="53600" y="475260"/>
                </a:cubicBezTo>
                <a:cubicBezTo>
                  <a:pt x="55793" y="472701"/>
                  <a:pt x="58555" y="470670"/>
                  <a:pt x="60748" y="468113"/>
                </a:cubicBezTo>
                <a:cubicBezTo>
                  <a:pt x="62145" y="466482"/>
                  <a:pt x="63072" y="464499"/>
                  <a:pt x="64321" y="462751"/>
                </a:cubicBezTo>
                <a:cubicBezTo>
                  <a:pt x="66051" y="460329"/>
                  <a:pt x="68029" y="458083"/>
                  <a:pt x="69680" y="455606"/>
                </a:cubicBezTo>
                <a:cubicBezTo>
                  <a:pt x="70845" y="453860"/>
                  <a:pt x="76392" y="443978"/>
                  <a:pt x="78614" y="441311"/>
                </a:cubicBezTo>
                <a:cubicBezTo>
                  <a:pt x="80232" y="439372"/>
                  <a:pt x="82034" y="437570"/>
                  <a:pt x="83975" y="435952"/>
                </a:cubicBezTo>
                <a:cubicBezTo>
                  <a:pt x="85625" y="434578"/>
                  <a:pt x="87506" y="433505"/>
                  <a:pt x="89334" y="432378"/>
                </a:cubicBezTo>
                <a:cubicBezTo>
                  <a:pt x="95249" y="428738"/>
                  <a:pt x="101645" y="425826"/>
                  <a:pt x="107202" y="421659"/>
                </a:cubicBezTo>
                <a:cubicBezTo>
                  <a:pt x="114905" y="415881"/>
                  <a:pt x="123178" y="410202"/>
                  <a:pt x="128642" y="402005"/>
                </a:cubicBezTo>
                <a:cubicBezTo>
                  <a:pt x="129833" y="400219"/>
                  <a:pt x="130696" y="398163"/>
                  <a:pt x="132214" y="396646"/>
                </a:cubicBezTo>
                <a:cubicBezTo>
                  <a:pt x="151187" y="377672"/>
                  <a:pt x="119098" y="415820"/>
                  <a:pt x="144722" y="385925"/>
                </a:cubicBezTo>
                <a:cubicBezTo>
                  <a:pt x="157159" y="371414"/>
                  <a:pt x="135731" y="393154"/>
                  <a:pt x="151868" y="369844"/>
                </a:cubicBezTo>
                <a:cubicBezTo>
                  <a:pt x="155225" y="364997"/>
                  <a:pt x="159846" y="361112"/>
                  <a:pt x="164375" y="357337"/>
                </a:cubicBezTo>
                <a:cubicBezTo>
                  <a:pt x="174152" y="349191"/>
                  <a:pt x="173803" y="348551"/>
                  <a:pt x="184029" y="343045"/>
                </a:cubicBezTo>
                <a:cubicBezTo>
                  <a:pt x="188720" y="340519"/>
                  <a:pt x="193558" y="338280"/>
                  <a:pt x="198323" y="335898"/>
                </a:cubicBezTo>
                <a:cubicBezTo>
                  <a:pt x="200704" y="334706"/>
                  <a:pt x="203389" y="333988"/>
                  <a:pt x="205469" y="332324"/>
                </a:cubicBezTo>
                <a:cubicBezTo>
                  <a:pt x="208447" y="329941"/>
                  <a:pt x="211352" y="327465"/>
                  <a:pt x="214403" y="325177"/>
                </a:cubicBezTo>
                <a:cubicBezTo>
                  <a:pt x="216121" y="323890"/>
                  <a:pt x="218174" y="323047"/>
                  <a:pt x="219763" y="321603"/>
                </a:cubicBezTo>
                <a:cubicBezTo>
                  <a:pt x="224749" y="317072"/>
                  <a:pt x="229671" y="312426"/>
                  <a:pt x="234056" y="307310"/>
                </a:cubicBezTo>
                <a:cubicBezTo>
                  <a:pt x="237630" y="303142"/>
                  <a:pt x="240729" y="298513"/>
                  <a:pt x="244776" y="294804"/>
                </a:cubicBezTo>
                <a:cubicBezTo>
                  <a:pt x="253875" y="286463"/>
                  <a:pt x="255461" y="289273"/>
                  <a:pt x="264430" y="282297"/>
                </a:cubicBezTo>
                <a:cubicBezTo>
                  <a:pt x="267090" y="280228"/>
                  <a:pt x="269072" y="277403"/>
                  <a:pt x="271577" y="275149"/>
                </a:cubicBezTo>
                <a:cubicBezTo>
                  <a:pt x="275034" y="272038"/>
                  <a:pt x="278821" y="269307"/>
                  <a:pt x="282297" y="266216"/>
                </a:cubicBezTo>
                <a:cubicBezTo>
                  <a:pt x="292617" y="257044"/>
                  <a:pt x="282631" y="264209"/>
                  <a:pt x="293018" y="257283"/>
                </a:cubicBezTo>
                <a:cubicBezTo>
                  <a:pt x="294208" y="255497"/>
                  <a:pt x="295216" y="253573"/>
                  <a:pt x="296590" y="251924"/>
                </a:cubicBezTo>
                <a:cubicBezTo>
                  <a:pt x="298208" y="249982"/>
                  <a:pt x="300434" y="248584"/>
                  <a:pt x="301950" y="246562"/>
                </a:cubicBezTo>
                <a:cubicBezTo>
                  <a:pt x="304034" y="243786"/>
                  <a:pt x="305469" y="240575"/>
                  <a:pt x="307310" y="237629"/>
                </a:cubicBezTo>
                <a:cubicBezTo>
                  <a:pt x="308448" y="235808"/>
                  <a:pt x="309984" y="234219"/>
                  <a:pt x="310884" y="232270"/>
                </a:cubicBezTo>
                <a:cubicBezTo>
                  <a:pt x="316666" y="219740"/>
                  <a:pt x="316454" y="213496"/>
                  <a:pt x="325178" y="203682"/>
                </a:cubicBezTo>
                <a:cubicBezTo>
                  <a:pt x="331705" y="196338"/>
                  <a:pt x="332120" y="199999"/>
                  <a:pt x="339471" y="194749"/>
                </a:cubicBezTo>
                <a:cubicBezTo>
                  <a:pt x="341527" y="193281"/>
                  <a:pt x="342912" y="191033"/>
                  <a:pt x="344831" y="189388"/>
                </a:cubicBezTo>
                <a:cubicBezTo>
                  <a:pt x="347092" y="187450"/>
                  <a:pt x="349872" y="186135"/>
                  <a:pt x="351978" y="184028"/>
                </a:cubicBezTo>
                <a:cubicBezTo>
                  <a:pt x="353496" y="182511"/>
                  <a:pt x="354032" y="180186"/>
                  <a:pt x="355552" y="178669"/>
                </a:cubicBezTo>
                <a:cubicBezTo>
                  <a:pt x="357070" y="177150"/>
                  <a:pt x="359261" y="176469"/>
                  <a:pt x="360911" y="175095"/>
                </a:cubicBezTo>
                <a:cubicBezTo>
                  <a:pt x="362852" y="173478"/>
                  <a:pt x="364330" y="171354"/>
                  <a:pt x="366272" y="169736"/>
                </a:cubicBezTo>
                <a:cubicBezTo>
                  <a:pt x="367921" y="168361"/>
                  <a:pt x="370027" y="167589"/>
                  <a:pt x="371632" y="166162"/>
                </a:cubicBezTo>
                <a:cubicBezTo>
                  <a:pt x="389990" y="149843"/>
                  <a:pt x="375547" y="159977"/>
                  <a:pt x="387712" y="151867"/>
                </a:cubicBezTo>
                <a:cubicBezTo>
                  <a:pt x="389498" y="149487"/>
                  <a:pt x="390966" y="146827"/>
                  <a:pt x="393071" y="144722"/>
                </a:cubicBezTo>
                <a:cubicBezTo>
                  <a:pt x="394589" y="143203"/>
                  <a:pt x="396590" y="142254"/>
                  <a:pt x="398431" y="141148"/>
                </a:cubicBezTo>
                <a:cubicBezTo>
                  <a:pt x="410676" y="133802"/>
                  <a:pt x="412066" y="133438"/>
                  <a:pt x="425232" y="126854"/>
                </a:cubicBezTo>
                <a:cubicBezTo>
                  <a:pt x="427614" y="125664"/>
                  <a:pt x="430162" y="124759"/>
                  <a:pt x="432378" y="123280"/>
                </a:cubicBezTo>
                <a:lnTo>
                  <a:pt x="443099" y="116135"/>
                </a:lnTo>
                <a:cubicBezTo>
                  <a:pt x="444885" y="114944"/>
                  <a:pt x="446741" y="113850"/>
                  <a:pt x="448459" y="112561"/>
                </a:cubicBezTo>
                <a:cubicBezTo>
                  <a:pt x="450841" y="110775"/>
                  <a:pt x="453128" y="108853"/>
                  <a:pt x="455606" y="107202"/>
                </a:cubicBezTo>
                <a:cubicBezTo>
                  <a:pt x="458495" y="105276"/>
                  <a:pt x="461762" y="103924"/>
                  <a:pt x="464539" y="101842"/>
                </a:cubicBezTo>
                <a:cubicBezTo>
                  <a:pt x="466560" y="100325"/>
                  <a:pt x="467958" y="98099"/>
                  <a:pt x="469900" y="96481"/>
                </a:cubicBezTo>
                <a:cubicBezTo>
                  <a:pt x="471549" y="95106"/>
                  <a:pt x="473512" y="94156"/>
                  <a:pt x="475259" y="92907"/>
                </a:cubicBezTo>
                <a:cubicBezTo>
                  <a:pt x="477682" y="91177"/>
                  <a:pt x="479834" y="89047"/>
                  <a:pt x="482406" y="87548"/>
                </a:cubicBezTo>
                <a:cubicBezTo>
                  <a:pt x="487007" y="84863"/>
                  <a:pt x="496700" y="80400"/>
                  <a:pt x="496700" y="80400"/>
                </a:cubicBezTo>
                <a:cubicBezTo>
                  <a:pt x="498486" y="78020"/>
                  <a:pt x="500482" y="75780"/>
                  <a:pt x="502059" y="73255"/>
                </a:cubicBezTo>
                <a:cubicBezTo>
                  <a:pt x="503471" y="70996"/>
                  <a:pt x="503879" y="68112"/>
                  <a:pt x="505633" y="66108"/>
                </a:cubicBezTo>
                <a:cubicBezTo>
                  <a:pt x="509436" y="61760"/>
                  <a:pt x="515226" y="58744"/>
                  <a:pt x="519927" y="55387"/>
                </a:cubicBezTo>
                <a:cubicBezTo>
                  <a:pt x="522349" y="53657"/>
                  <a:pt x="524813" y="51965"/>
                  <a:pt x="527073" y="50027"/>
                </a:cubicBezTo>
                <a:cubicBezTo>
                  <a:pt x="528992" y="48383"/>
                  <a:pt x="530331" y="46070"/>
                  <a:pt x="532433" y="44668"/>
                </a:cubicBezTo>
                <a:cubicBezTo>
                  <a:pt x="534001" y="43623"/>
                  <a:pt x="536148" y="43796"/>
                  <a:pt x="537794" y="42880"/>
                </a:cubicBezTo>
                <a:cubicBezTo>
                  <a:pt x="541547" y="40794"/>
                  <a:pt x="544940" y="38115"/>
                  <a:pt x="548514" y="35733"/>
                </a:cubicBezTo>
                <a:cubicBezTo>
                  <a:pt x="554145" y="31979"/>
                  <a:pt x="552974" y="32081"/>
                  <a:pt x="559234" y="30373"/>
                </a:cubicBezTo>
                <a:cubicBezTo>
                  <a:pt x="563972" y="29081"/>
                  <a:pt x="573527" y="26800"/>
                  <a:pt x="573527" y="26800"/>
                </a:cubicBezTo>
                <a:lnTo>
                  <a:pt x="584247" y="19654"/>
                </a:lnTo>
                <a:cubicBezTo>
                  <a:pt x="586033" y="18463"/>
                  <a:pt x="587570" y="16759"/>
                  <a:pt x="589607" y="16080"/>
                </a:cubicBezTo>
                <a:cubicBezTo>
                  <a:pt x="591394" y="15484"/>
                  <a:pt x="593321" y="15208"/>
                  <a:pt x="594967" y="14293"/>
                </a:cubicBezTo>
                <a:cubicBezTo>
                  <a:pt x="598722" y="12207"/>
                  <a:pt x="601613" y="8504"/>
                  <a:pt x="605687" y="7147"/>
                </a:cubicBezTo>
                <a:cubicBezTo>
                  <a:pt x="617671" y="3152"/>
                  <a:pt x="614724" y="6941"/>
                  <a:pt x="61819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41719C"/>
            </a:solidFill>
            <a:prstDash val="solid"/>
          </a:ln>
        </p:spPr>
      </p:sp>
      <p:sp>
        <p:nvSpPr>
          <p:cNvPr id="56" name="pdf-path-285">
            <a:extLst xmlns:a="http://schemas.openxmlformats.org/drawingml/2006/main">
              <a:ext uri="{FF2B5EF4-FFF2-40B4-BE49-F238E27FC236}">
                <a16:creationId xmlns:a16="http://schemas.microsoft.com/office/drawing/2014/main" id="{60366108-C01B-431A-BFEE-059A74C4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122" y="493868"/>
            <a:ext cx="655715" cy="496888"/>
          </a:xfrm>
          <a:custGeom xmlns:a="http://schemas.openxmlformats.org/drawingml/2006/main">
            <a:pathLst>
              <a:path w="655715" h="496888">
                <a:moveTo>
                  <a:pt x="0" y="496888"/>
                </a:moveTo>
                <a:cubicBezTo>
                  <a:pt x="16080" y="490338"/>
                  <a:pt x="32710" y="485001"/>
                  <a:pt x="48241" y="477236"/>
                </a:cubicBezTo>
                <a:cubicBezTo>
                  <a:pt x="50904" y="475904"/>
                  <a:pt x="51663" y="472349"/>
                  <a:pt x="53601" y="470089"/>
                </a:cubicBezTo>
                <a:cubicBezTo>
                  <a:pt x="58954" y="463843"/>
                  <a:pt x="57562" y="465195"/>
                  <a:pt x="64322" y="462942"/>
                </a:cubicBezTo>
                <a:cubicBezTo>
                  <a:pt x="68945" y="458318"/>
                  <a:pt x="73992" y="452571"/>
                  <a:pt x="80401" y="450435"/>
                </a:cubicBezTo>
                <a:cubicBezTo>
                  <a:pt x="86417" y="448429"/>
                  <a:pt x="86724" y="448609"/>
                  <a:pt x="92908" y="445075"/>
                </a:cubicBezTo>
                <a:cubicBezTo>
                  <a:pt x="94772" y="444010"/>
                  <a:pt x="96295" y="442347"/>
                  <a:pt x="98268" y="441502"/>
                </a:cubicBezTo>
                <a:cubicBezTo>
                  <a:pt x="100525" y="440534"/>
                  <a:pt x="103063" y="440420"/>
                  <a:pt x="105415" y="439714"/>
                </a:cubicBezTo>
                <a:cubicBezTo>
                  <a:pt x="109022" y="438633"/>
                  <a:pt x="112561" y="437333"/>
                  <a:pt x="116135" y="436142"/>
                </a:cubicBezTo>
                <a:lnTo>
                  <a:pt x="121495" y="434354"/>
                </a:lnTo>
                <a:cubicBezTo>
                  <a:pt x="123878" y="432568"/>
                  <a:pt x="126536" y="431100"/>
                  <a:pt x="128642" y="428995"/>
                </a:cubicBezTo>
                <a:cubicBezTo>
                  <a:pt x="130161" y="427477"/>
                  <a:pt x="130539" y="424976"/>
                  <a:pt x="132215" y="423635"/>
                </a:cubicBezTo>
                <a:cubicBezTo>
                  <a:pt x="133686" y="422458"/>
                  <a:pt x="135929" y="422763"/>
                  <a:pt x="137576" y="421848"/>
                </a:cubicBezTo>
                <a:cubicBezTo>
                  <a:pt x="141330" y="419762"/>
                  <a:pt x="144722" y="417083"/>
                  <a:pt x="148296" y="414700"/>
                </a:cubicBezTo>
                <a:lnTo>
                  <a:pt x="159016" y="407555"/>
                </a:lnTo>
                <a:cubicBezTo>
                  <a:pt x="160802" y="406364"/>
                  <a:pt x="163034" y="405657"/>
                  <a:pt x="164375" y="403981"/>
                </a:cubicBezTo>
                <a:cubicBezTo>
                  <a:pt x="166758" y="401004"/>
                  <a:pt x="168688" y="397600"/>
                  <a:pt x="171522" y="395048"/>
                </a:cubicBezTo>
                <a:cubicBezTo>
                  <a:pt x="178665" y="388619"/>
                  <a:pt x="182919" y="387630"/>
                  <a:pt x="191176" y="384327"/>
                </a:cubicBezTo>
                <a:cubicBezTo>
                  <a:pt x="195345" y="380159"/>
                  <a:pt x="198777" y="375090"/>
                  <a:pt x="203682" y="371820"/>
                </a:cubicBezTo>
                <a:cubicBezTo>
                  <a:pt x="210884" y="367021"/>
                  <a:pt x="215941" y="364155"/>
                  <a:pt x="221550" y="355740"/>
                </a:cubicBezTo>
                <a:cubicBezTo>
                  <a:pt x="222741" y="353954"/>
                  <a:pt x="223686" y="351976"/>
                  <a:pt x="225123" y="350380"/>
                </a:cubicBezTo>
                <a:cubicBezTo>
                  <a:pt x="229067" y="345997"/>
                  <a:pt x="234359" y="342780"/>
                  <a:pt x="237630" y="337874"/>
                </a:cubicBezTo>
                <a:cubicBezTo>
                  <a:pt x="242855" y="330036"/>
                  <a:pt x="239486" y="333801"/>
                  <a:pt x="248350" y="327154"/>
                </a:cubicBezTo>
                <a:cubicBezTo>
                  <a:pt x="250166" y="321706"/>
                  <a:pt x="250451" y="318971"/>
                  <a:pt x="255497" y="314646"/>
                </a:cubicBezTo>
                <a:cubicBezTo>
                  <a:pt x="257519" y="312914"/>
                  <a:pt x="260332" y="312394"/>
                  <a:pt x="262644" y="311074"/>
                </a:cubicBezTo>
                <a:cubicBezTo>
                  <a:pt x="264508" y="310008"/>
                  <a:pt x="266373" y="308897"/>
                  <a:pt x="268004" y="307500"/>
                </a:cubicBezTo>
                <a:cubicBezTo>
                  <a:pt x="283168" y="294502"/>
                  <a:pt x="268205" y="304984"/>
                  <a:pt x="280511" y="296780"/>
                </a:cubicBezTo>
                <a:cubicBezTo>
                  <a:pt x="281701" y="294994"/>
                  <a:pt x="282468" y="292833"/>
                  <a:pt x="284084" y="291420"/>
                </a:cubicBezTo>
                <a:cubicBezTo>
                  <a:pt x="287316" y="288591"/>
                  <a:pt x="291231" y="286655"/>
                  <a:pt x="294804" y="284273"/>
                </a:cubicBezTo>
                <a:lnTo>
                  <a:pt x="300164" y="280699"/>
                </a:lnTo>
                <a:cubicBezTo>
                  <a:pt x="301950" y="279508"/>
                  <a:pt x="304005" y="278645"/>
                  <a:pt x="305524" y="277126"/>
                </a:cubicBezTo>
                <a:lnTo>
                  <a:pt x="321604" y="261045"/>
                </a:lnTo>
                <a:cubicBezTo>
                  <a:pt x="323391" y="259259"/>
                  <a:pt x="324970" y="257236"/>
                  <a:pt x="326964" y="255686"/>
                </a:cubicBezTo>
                <a:cubicBezTo>
                  <a:pt x="332325" y="251517"/>
                  <a:pt x="338243" y="247980"/>
                  <a:pt x="343045" y="243179"/>
                </a:cubicBezTo>
                <a:cubicBezTo>
                  <a:pt x="346618" y="239605"/>
                  <a:pt x="349560" y="235262"/>
                  <a:pt x="353765" y="232460"/>
                </a:cubicBezTo>
                <a:cubicBezTo>
                  <a:pt x="357338" y="230077"/>
                  <a:pt x="361448" y="228349"/>
                  <a:pt x="364485" y="225312"/>
                </a:cubicBezTo>
                <a:cubicBezTo>
                  <a:pt x="384095" y="205702"/>
                  <a:pt x="366026" y="222370"/>
                  <a:pt x="385926" y="207444"/>
                </a:cubicBezTo>
                <a:cubicBezTo>
                  <a:pt x="389188" y="204999"/>
                  <a:pt x="401152" y="195818"/>
                  <a:pt x="403792" y="194938"/>
                </a:cubicBezTo>
                <a:lnTo>
                  <a:pt x="409152" y="193152"/>
                </a:lnTo>
                <a:cubicBezTo>
                  <a:pt x="414538" y="189562"/>
                  <a:pt x="415309" y="188727"/>
                  <a:pt x="421659" y="186004"/>
                </a:cubicBezTo>
                <a:cubicBezTo>
                  <a:pt x="423390" y="185263"/>
                  <a:pt x="425233" y="184813"/>
                  <a:pt x="427020" y="184218"/>
                </a:cubicBezTo>
                <a:cubicBezTo>
                  <a:pt x="428806" y="182431"/>
                  <a:pt x="430930" y="180927"/>
                  <a:pt x="432379" y="178857"/>
                </a:cubicBezTo>
                <a:cubicBezTo>
                  <a:pt x="435132" y="174924"/>
                  <a:pt x="436948" y="170402"/>
                  <a:pt x="439525" y="166350"/>
                </a:cubicBezTo>
                <a:cubicBezTo>
                  <a:pt x="441125" y="163839"/>
                  <a:pt x="443155" y="161627"/>
                  <a:pt x="444886" y="159205"/>
                </a:cubicBezTo>
                <a:cubicBezTo>
                  <a:pt x="446134" y="157457"/>
                  <a:pt x="446941" y="155363"/>
                  <a:pt x="448460" y="153845"/>
                </a:cubicBezTo>
                <a:cubicBezTo>
                  <a:pt x="450566" y="151738"/>
                  <a:pt x="453501" y="150591"/>
                  <a:pt x="455606" y="148484"/>
                </a:cubicBezTo>
                <a:cubicBezTo>
                  <a:pt x="457712" y="146379"/>
                  <a:pt x="458860" y="143444"/>
                  <a:pt x="460966" y="141338"/>
                </a:cubicBezTo>
                <a:cubicBezTo>
                  <a:pt x="462485" y="139819"/>
                  <a:pt x="464590" y="139028"/>
                  <a:pt x="466327" y="137765"/>
                </a:cubicBezTo>
                <a:cubicBezTo>
                  <a:pt x="467203" y="137127"/>
                  <a:pt x="481121" y="126247"/>
                  <a:pt x="485980" y="123470"/>
                </a:cubicBezTo>
                <a:cubicBezTo>
                  <a:pt x="492164" y="119939"/>
                  <a:pt x="492472" y="120117"/>
                  <a:pt x="498486" y="118111"/>
                </a:cubicBezTo>
                <a:cubicBezTo>
                  <a:pt x="501551" y="115812"/>
                  <a:pt x="507339" y="111267"/>
                  <a:pt x="510994" y="109178"/>
                </a:cubicBezTo>
                <a:cubicBezTo>
                  <a:pt x="513306" y="107856"/>
                  <a:pt x="515973" y="107151"/>
                  <a:pt x="518140" y="105604"/>
                </a:cubicBezTo>
                <a:cubicBezTo>
                  <a:pt x="521707" y="103056"/>
                  <a:pt x="524913" y="98664"/>
                  <a:pt x="527074" y="94885"/>
                </a:cubicBezTo>
                <a:cubicBezTo>
                  <a:pt x="528944" y="91610"/>
                  <a:pt x="531316" y="85282"/>
                  <a:pt x="534220" y="82376"/>
                </a:cubicBezTo>
                <a:cubicBezTo>
                  <a:pt x="540663" y="75935"/>
                  <a:pt x="540636" y="78520"/>
                  <a:pt x="546727" y="73443"/>
                </a:cubicBezTo>
                <a:cubicBezTo>
                  <a:pt x="548668" y="71826"/>
                  <a:pt x="550146" y="69702"/>
                  <a:pt x="552088" y="68084"/>
                </a:cubicBezTo>
                <a:cubicBezTo>
                  <a:pt x="554703" y="65904"/>
                  <a:pt x="561680" y="61908"/>
                  <a:pt x="564594" y="60936"/>
                </a:cubicBezTo>
                <a:cubicBezTo>
                  <a:pt x="567475" y="59977"/>
                  <a:pt x="570563" y="59808"/>
                  <a:pt x="573527" y="59150"/>
                </a:cubicBezTo>
                <a:cubicBezTo>
                  <a:pt x="575925" y="58617"/>
                  <a:pt x="578292" y="57959"/>
                  <a:pt x="580675" y="57363"/>
                </a:cubicBezTo>
                <a:cubicBezTo>
                  <a:pt x="582461" y="56172"/>
                  <a:pt x="584113" y="54750"/>
                  <a:pt x="586034" y="53789"/>
                </a:cubicBezTo>
                <a:cubicBezTo>
                  <a:pt x="587719" y="52949"/>
                  <a:pt x="589828" y="53048"/>
                  <a:pt x="591395" y="52003"/>
                </a:cubicBezTo>
                <a:cubicBezTo>
                  <a:pt x="593497" y="50601"/>
                  <a:pt x="594814" y="48260"/>
                  <a:pt x="596754" y="46644"/>
                </a:cubicBezTo>
                <a:cubicBezTo>
                  <a:pt x="598404" y="45268"/>
                  <a:pt x="600465" y="44444"/>
                  <a:pt x="602115" y="43070"/>
                </a:cubicBezTo>
                <a:cubicBezTo>
                  <a:pt x="619685" y="28427"/>
                  <a:pt x="596987" y="46410"/>
                  <a:pt x="611048" y="32349"/>
                </a:cubicBezTo>
                <a:cubicBezTo>
                  <a:pt x="612566" y="30830"/>
                  <a:pt x="614621" y="29967"/>
                  <a:pt x="616408" y="28776"/>
                </a:cubicBezTo>
                <a:cubicBezTo>
                  <a:pt x="618194" y="25798"/>
                  <a:pt x="619927" y="22788"/>
                  <a:pt x="621768" y="19842"/>
                </a:cubicBezTo>
                <a:cubicBezTo>
                  <a:pt x="624121" y="16077"/>
                  <a:pt x="626908" y="11650"/>
                  <a:pt x="630702" y="9122"/>
                </a:cubicBezTo>
                <a:cubicBezTo>
                  <a:pt x="632268" y="8077"/>
                  <a:pt x="634276" y="7932"/>
                  <a:pt x="636061" y="7336"/>
                </a:cubicBezTo>
                <a:cubicBezTo>
                  <a:pt x="644221" y="1896"/>
                  <a:pt x="638474" y="4859"/>
                  <a:pt x="648568" y="1976"/>
                </a:cubicBezTo>
                <a:cubicBezTo>
                  <a:pt x="655481" y="0"/>
                  <a:pt x="651733" y="190"/>
                  <a:pt x="655715" y="19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41719C"/>
            </a:solidFill>
            <a:prstDash val="solid"/>
          </a:ln>
        </p:spPr>
      </p:sp>
      <p:sp>
        <p:nvSpPr>
          <p:cNvPr id="57" name="pdf-path-286">
            <a:extLst xmlns:a="http://schemas.openxmlformats.org/drawingml/2006/main">
              <a:ext uri="{FF2B5EF4-FFF2-40B4-BE49-F238E27FC236}">
                <a16:creationId xmlns:a16="http://schemas.microsoft.com/office/drawing/2014/main" id="{0AB0A975-873A-4955-8617-036D6F8C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213" y="508528"/>
            <a:ext cx="677466" cy="481436"/>
          </a:xfrm>
          <a:custGeom xmlns:a="http://schemas.openxmlformats.org/drawingml/2006/main">
            <a:pathLst>
              <a:path w="677466" h="481436">
                <a:moveTo>
                  <a:pt x="677466" y="481436"/>
                </a:moveTo>
                <a:cubicBezTo>
                  <a:pt x="667134" y="471597"/>
                  <a:pt x="656560" y="462007"/>
                  <a:pt x="646471" y="451917"/>
                </a:cubicBezTo>
                <a:cubicBezTo>
                  <a:pt x="644731" y="450178"/>
                  <a:pt x="643783" y="447752"/>
                  <a:pt x="642043" y="446013"/>
                </a:cubicBezTo>
                <a:cubicBezTo>
                  <a:pt x="640789" y="444759"/>
                  <a:pt x="638962" y="444217"/>
                  <a:pt x="637615" y="443062"/>
                </a:cubicBezTo>
                <a:cubicBezTo>
                  <a:pt x="619307" y="427368"/>
                  <a:pt x="649718" y="449983"/>
                  <a:pt x="619903" y="428302"/>
                </a:cubicBezTo>
                <a:cubicBezTo>
                  <a:pt x="618469" y="427259"/>
                  <a:pt x="616729" y="426604"/>
                  <a:pt x="615475" y="425350"/>
                </a:cubicBezTo>
                <a:cubicBezTo>
                  <a:pt x="612759" y="422634"/>
                  <a:pt x="610928" y="419092"/>
                  <a:pt x="608096" y="416495"/>
                </a:cubicBezTo>
                <a:cubicBezTo>
                  <a:pt x="604976" y="413635"/>
                  <a:pt x="601016" y="411824"/>
                  <a:pt x="597764" y="409114"/>
                </a:cubicBezTo>
                <a:cubicBezTo>
                  <a:pt x="595091" y="406887"/>
                  <a:pt x="593002" y="404027"/>
                  <a:pt x="590384" y="401735"/>
                </a:cubicBezTo>
                <a:cubicBezTo>
                  <a:pt x="588534" y="400116"/>
                  <a:pt x="579448" y="394964"/>
                  <a:pt x="578577" y="394354"/>
                </a:cubicBezTo>
                <a:cubicBezTo>
                  <a:pt x="566569" y="385949"/>
                  <a:pt x="575858" y="390044"/>
                  <a:pt x="560865" y="382548"/>
                </a:cubicBezTo>
                <a:cubicBezTo>
                  <a:pt x="559474" y="381852"/>
                  <a:pt x="557859" y="381704"/>
                  <a:pt x="556437" y="381071"/>
                </a:cubicBezTo>
                <a:cubicBezTo>
                  <a:pt x="548218" y="377419"/>
                  <a:pt x="544596" y="375141"/>
                  <a:pt x="537250" y="369264"/>
                </a:cubicBezTo>
                <a:cubicBezTo>
                  <a:pt x="530805" y="364108"/>
                  <a:pt x="532054" y="361942"/>
                  <a:pt x="525442" y="354503"/>
                </a:cubicBezTo>
                <a:cubicBezTo>
                  <a:pt x="520357" y="348785"/>
                  <a:pt x="515663" y="342377"/>
                  <a:pt x="509207" y="338268"/>
                </a:cubicBezTo>
                <a:lnTo>
                  <a:pt x="481163" y="320557"/>
                </a:lnTo>
                <a:cubicBezTo>
                  <a:pt x="474184" y="316369"/>
                  <a:pt x="467399" y="313683"/>
                  <a:pt x="461976" y="307274"/>
                </a:cubicBezTo>
                <a:cubicBezTo>
                  <a:pt x="453406" y="297146"/>
                  <a:pt x="455766" y="291073"/>
                  <a:pt x="442789" y="283657"/>
                </a:cubicBezTo>
                <a:cubicBezTo>
                  <a:pt x="439345" y="281690"/>
                  <a:pt x="435956" y="279621"/>
                  <a:pt x="432457" y="277753"/>
                </a:cubicBezTo>
                <a:cubicBezTo>
                  <a:pt x="428574" y="275683"/>
                  <a:pt x="424470" y="274033"/>
                  <a:pt x="420648" y="271850"/>
                </a:cubicBezTo>
                <a:cubicBezTo>
                  <a:pt x="417568" y="270090"/>
                  <a:pt x="414857" y="267735"/>
                  <a:pt x="411793" y="265946"/>
                </a:cubicBezTo>
                <a:cubicBezTo>
                  <a:pt x="408942" y="264284"/>
                  <a:pt x="405822" y="263122"/>
                  <a:pt x="402937" y="261518"/>
                </a:cubicBezTo>
                <a:cubicBezTo>
                  <a:pt x="395663" y="257477"/>
                  <a:pt x="399670" y="258174"/>
                  <a:pt x="391130" y="251186"/>
                </a:cubicBezTo>
                <a:cubicBezTo>
                  <a:pt x="388384" y="248939"/>
                  <a:pt x="384889" y="247680"/>
                  <a:pt x="382273" y="245282"/>
                </a:cubicBezTo>
                <a:cubicBezTo>
                  <a:pt x="378930" y="242218"/>
                  <a:pt x="376960" y="237784"/>
                  <a:pt x="373418" y="234952"/>
                </a:cubicBezTo>
                <a:cubicBezTo>
                  <a:pt x="369463" y="231786"/>
                  <a:pt x="364500" y="230140"/>
                  <a:pt x="360135" y="227571"/>
                </a:cubicBezTo>
                <a:cubicBezTo>
                  <a:pt x="356134" y="225218"/>
                  <a:pt x="352081" y="222921"/>
                  <a:pt x="348327" y="220192"/>
                </a:cubicBezTo>
                <a:cubicBezTo>
                  <a:pt x="346638" y="218964"/>
                  <a:pt x="345636" y="216922"/>
                  <a:pt x="343898" y="215764"/>
                </a:cubicBezTo>
                <a:cubicBezTo>
                  <a:pt x="341152" y="213932"/>
                  <a:pt x="337894" y="212997"/>
                  <a:pt x="335044" y="211335"/>
                </a:cubicBezTo>
                <a:cubicBezTo>
                  <a:pt x="331979" y="209548"/>
                  <a:pt x="329252" y="207219"/>
                  <a:pt x="326187" y="205432"/>
                </a:cubicBezTo>
                <a:cubicBezTo>
                  <a:pt x="323338" y="203770"/>
                  <a:pt x="320182" y="202667"/>
                  <a:pt x="317332" y="201003"/>
                </a:cubicBezTo>
                <a:cubicBezTo>
                  <a:pt x="304011" y="193234"/>
                  <a:pt x="313636" y="196132"/>
                  <a:pt x="301096" y="193624"/>
                </a:cubicBezTo>
                <a:cubicBezTo>
                  <a:pt x="297161" y="191657"/>
                  <a:pt x="293277" y="189581"/>
                  <a:pt x="289289" y="187721"/>
                </a:cubicBezTo>
                <a:cubicBezTo>
                  <a:pt x="285893" y="186137"/>
                  <a:pt x="282074" y="185371"/>
                  <a:pt x="278957" y="183292"/>
                </a:cubicBezTo>
                <a:cubicBezTo>
                  <a:pt x="272591" y="179049"/>
                  <a:pt x="269683" y="172120"/>
                  <a:pt x="264197" y="167057"/>
                </a:cubicBezTo>
                <a:cubicBezTo>
                  <a:pt x="260582" y="163720"/>
                  <a:pt x="256393" y="161061"/>
                  <a:pt x="252389" y="158200"/>
                </a:cubicBezTo>
                <a:cubicBezTo>
                  <a:pt x="235334" y="146020"/>
                  <a:pt x="252426" y="158219"/>
                  <a:pt x="231726" y="147870"/>
                </a:cubicBezTo>
                <a:cubicBezTo>
                  <a:pt x="228553" y="146283"/>
                  <a:pt x="225934" y="143752"/>
                  <a:pt x="222871" y="141966"/>
                </a:cubicBezTo>
                <a:cubicBezTo>
                  <a:pt x="220020" y="140302"/>
                  <a:pt x="216786" y="139331"/>
                  <a:pt x="214014" y="137538"/>
                </a:cubicBezTo>
                <a:cubicBezTo>
                  <a:pt x="208396" y="133903"/>
                  <a:pt x="203517" y="129174"/>
                  <a:pt x="197779" y="125731"/>
                </a:cubicBezTo>
                <a:lnTo>
                  <a:pt x="190399" y="121302"/>
                </a:lnTo>
                <a:cubicBezTo>
                  <a:pt x="184736" y="114223"/>
                  <a:pt x="183693" y="111912"/>
                  <a:pt x="175639" y="106542"/>
                </a:cubicBezTo>
                <a:cubicBezTo>
                  <a:pt x="174345" y="105679"/>
                  <a:pt x="172633" y="105698"/>
                  <a:pt x="171212" y="105067"/>
                </a:cubicBezTo>
                <a:cubicBezTo>
                  <a:pt x="168196" y="103726"/>
                  <a:pt x="165186" y="102337"/>
                  <a:pt x="162355" y="100639"/>
                </a:cubicBezTo>
                <a:cubicBezTo>
                  <a:pt x="160246" y="99374"/>
                  <a:pt x="158538" y="97515"/>
                  <a:pt x="156452" y="96210"/>
                </a:cubicBezTo>
                <a:cubicBezTo>
                  <a:pt x="154586" y="95045"/>
                  <a:pt x="152413" y="94426"/>
                  <a:pt x="150548" y="93259"/>
                </a:cubicBezTo>
                <a:cubicBezTo>
                  <a:pt x="148462" y="91955"/>
                  <a:pt x="146646" y="90261"/>
                  <a:pt x="144644" y="88831"/>
                </a:cubicBezTo>
                <a:cubicBezTo>
                  <a:pt x="143201" y="87799"/>
                  <a:pt x="141659" y="86911"/>
                  <a:pt x="140216" y="85878"/>
                </a:cubicBezTo>
                <a:cubicBezTo>
                  <a:pt x="138214" y="84450"/>
                  <a:pt x="136398" y="82755"/>
                  <a:pt x="134312" y="81450"/>
                </a:cubicBezTo>
                <a:cubicBezTo>
                  <a:pt x="112116" y="67578"/>
                  <a:pt x="145925" y="90802"/>
                  <a:pt x="122505" y="74071"/>
                </a:cubicBezTo>
                <a:cubicBezTo>
                  <a:pt x="115314" y="68935"/>
                  <a:pt x="120819" y="73108"/>
                  <a:pt x="112173" y="68167"/>
                </a:cubicBezTo>
                <a:cubicBezTo>
                  <a:pt x="110632" y="67288"/>
                  <a:pt x="109376" y="65914"/>
                  <a:pt x="107745" y="65216"/>
                </a:cubicBezTo>
                <a:cubicBezTo>
                  <a:pt x="105880" y="64416"/>
                  <a:pt x="103784" y="64322"/>
                  <a:pt x="101841" y="63739"/>
                </a:cubicBezTo>
                <a:cubicBezTo>
                  <a:pt x="98861" y="62846"/>
                  <a:pt x="95937" y="61772"/>
                  <a:pt x="92986" y="60788"/>
                </a:cubicBezTo>
                <a:lnTo>
                  <a:pt x="88558" y="59313"/>
                </a:lnTo>
                <a:cubicBezTo>
                  <a:pt x="84688" y="55443"/>
                  <a:pt x="81230" y="52310"/>
                  <a:pt x="78226" y="47503"/>
                </a:cubicBezTo>
                <a:cubicBezTo>
                  <a:pt x="73086" y="39280"/>
                  <a:pt x="81881" y="46614"/>
                  <a:pt x="72322" y="38649"/>
                </a:cubicBezTo>
                <a:cubicBezTo>
                  <a:pt x="70960" y="37513"/>
                  <a:pt x="69257" y="36831"/>
                  <a:pt x="67894" y="35696"/>
                </a:cubicBezTo>
                <a:cubicBezTo>
                  <a:pt x="66291" y="34360"/>
                  <a:pt x="65114" y="32550"/>
                  <a:pt x="63467" y="31268"/>
                </a:cubicBezTo>
                <a:cubicBezTo>
                  <a:pt x="60666" y="29090"/>
                  <a:pt x="57119" y="27874"/>
                  <a:pt x="54611" y="25364"/>
                </a:cubicBezTo>
                <a:cubicBezTo>
                  <a:pt x="51830" y="22584"/>
                  <a:pt x="49454" y="19630"/>
                  <a:pt x="45755" y="17985"/>
                </a:cubicBezTo>
                <a:cubicBezTo>
                  <a:pt x="42911" y="16722"/>
                  <a:pt x="39851" y="16018"/>
                  <a:pt x="36899" y="15032"/>
                </a:cubicBezTo>
                <a:lnTo>
                  <a:pt x="14759" y="7653"/>
                </a:lnTo>
                <a:cubicBezTo>
                  <a:pt x="13283" y="7161"/>
                  <a:pt x="11626" y="7039"/>
                  <a:pt x="10332" y="6178"/>
                </a:cubicBezTo>
                <a:cubicBezTo>
                  <a:pt x="1067" y="0"/>
                  <a:pt x="5024" y="274"/>
                  <a:pt x="0" y="274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58" name="pdf-path-287">
            <a:extLst xmlns:a="http://schemas.openxmlformats.org/drawingml/2006/main">
              <a:ext uri="{FF2B5EF4-FFF2-40B4-BE49-F238E27FC236}">
                <a16:creationId xmlns:a16="http://schemas.microsoft.com/office/drawing/2014/main" id="{449646F6-EB7B-4945-9E6E-DF19102E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2506" y="581630"/>
            <a:ext cx="686698" cy="408338"/>
          </a:xfrm>
          <a:custGeom xmlns:a="http://schemas.openxmlformats.org/drawingml/2006/main">
            <a:pathLst>
              <a:path w="686698" h="408338">
                <a:moveTo>
                  <a:pt x="686698" y="408338"/>
                </a:moveTo>
                <a:cubicBezTo>
                  <a:pt x="674891" y="399975"/>
                  <a:pt x="663774" y="390538"/>
                  <a:pt x="651275" y="383248"/>
                </a:cubicBezTo>
                <a:cubicBezTo>
                  <a:pt x="645900" y="380112"/>
                  <a:pt x="638742" y="380795"/>
                  <a:pt x="633564" y="377344"/>
                </a:cubicBezTo>
                <a:cubicBezTo>
                  <a:pt x="627064" y="373010"/>
                  <a:pt x="631296" y="375115"/>
                  <a:pt x="623232" y="372916"/>
                </a:cubicBezTo>
                <a:cubicBezTo>
                  <a:pt x="617327" y="371304"/>
                  <a:pt x="605465" y="368433"/>
                  <a:pt x="601092" y="364059"/>
                </a:cubicBezTo>
                <a:lnTo>
                  <a:pt x="587809" y="350776"/>
                </a:lnTo>
                <a:cubicBezTo>
                  <a:pt x="583351" y="346318"/>
                  <a:pt x="580710" y="342722"/>
                  <a:pt x="574525" y="340444"/>
                </a:cubicBezTo>
                <a:cubicBezTo>
                  <a:pt x="567803" y="337968"/>
                  <a:pt x="553861" y="334541"/>
                  <a:pt x="553861" y="334541"/>
                </a:cubicBezTo>
                <a:cubicBezTo>
                  <a:pt x="552386" y="333557"/>
                  <a:pt x="551055" y="332308"/>
                  <a:pt x="549434" y="331588"/>
                </a:cubicBezTo>
                <a:cubicBezTo>
                  <a:pt x="546591" y="330325"/>
                  <a:pt x="543502" y="329701"/>
                  <a:pt x="540578" y="328637"/>
                </a:cubicBezTo>
                <a:cubicBezTo>
                  <a:pt x="538088" y="327732"/>
                  <a:pt x="535688" y="326591"/>
                  <a:pt x="533197" y="325684"/>
                </a:cubicBezTo>
                <a:cubicBezTo>
                  <a:pt x="530273" y="324622"/>
                  <a:pt x="527174" y="324020"/>
                  <a:pt x="524342" y="322733"/>
                </a:cubicBezTo>
                <a:cubicBezTo>
                  <a:pt x="521731" y="321545"/>
                  <a:pt x="519528" y="319589"/>
                  <a:pt x="516963" y="318305"/>
                </a:cubicBezTo>
                <a:cubicBezTo>
                  <a:pt x="515571" y="317609"/>
                  <a:pt x="514051" y="317178"/>
                  <a:pt x="512534" y="316829"/>
                </a:cubicBezTo>
                <a:cubicBezTo>
                  <a:pt x="507646" y="315701"/>
                  <a:pt x="502695" y="314860"/>
                  <a:pt x="497775" y="313877"/>
                </a:cubicBezTo>
                <a:cubicBezTo>
                  <a:pt x="494331" y="312401"/>
                  <a:pt x="490941" y="310793"/>
                  <a:pt x="487443" y="309449"/>
                </a:cubicBezTo>
                <a:cubicBezTo>
                  <a:pt x="478963" y="306187"/>
                  <a:pt x="477652" y="307110"/>
                  <a:pt x="469732" y="302069"/>
                </a:cubicBezTo>
                <a:cubicBezTo>
                  <a:pt x="453438" y="291701"/>
                  <a:pt x="468339" y="300676"/>
                  <a:pt x="459400" y="291737"/>
                </a:cubicBezTo>
                <a:cubicBezTo>
                  <a:pt x="456683" y="289020"/>
                  <a:pt x="453703" y="286545"/>
                  <a:pt x="450545" y="284358"/>
                </a:cubicBezTo>
                <a:cubicBezTo>
                  <a:pt x="445045" y="280551"/>
                  <a:pt x="421399" y="268740"/>
                  <a:pt x="419549" y="268123"/>
                </a:cubicBezTo>
                <a:cubicBezTo>
                  <a:pt x="418073" y="267631"/>
                  <a:pt x="416512" y="267341"/>
                  <a:pt x="415121" y="266647"/>
                </a:cubicBezTo>
                <a:cubicBezTo>
                  <a:pt x="412555" y="265363"/>
                  <a:pt x="410307" y="263501"/>
                  <a:pt x="407741" y="262219"/>
                </a:cubicBezTo>
                <a:cubicBezTo>
                  <a:pt x="405372" y="261033"/>
                  <a:pt x="402699" y="260513"/>
                  <a:pt x="400361" y="259266"/>
                </a:cubicBezTo>
                <a:cubicBezTo>
                  <a:pt x="395299" y="256566"/>
                  <a:pt x="391203" y="251655"/>
                  <a:pt x="385602" y="250411"/>
                </a:cubicBezTo>
                <a:lnTo>
                  <a:pt x="372318" y="247459"/>
                </a:lnTo>
                <a:cubicBezTo>
                  <a:pt x="370350" y="246475"/>
                  <a:pt x="368457" y="245324"/>
                  <a:pt x="366415" y="244506"/>
                </a:cubicBezTo>
                <a:cubicBezTo>
                  <a:pt x="363525" y="243351"/>
                  <a:pt x="360431" y="242751"/>
                  <a:pt x="357559" y="241555"/>
                </a:cubicBezTo>
                <a:cubicBezTo>
                  <a:pt x="354558" y="240305"/>
                  <a:pt x="344213" y="234947"/>
                  <a:pt x="341323" y="232699"/>
                </a:cubicBezTo>
                <a:cubicBezTo>
                  <a:pt x="328941" y="223070"/>
                  <a:pt x="342679" y="228019"/>
                  <a:pt x="322136" y="216463"/>
                </a:cubicBezTo>
                <a:cubicBezTo>
                  <a:pt x="319014" y="214708"/>
                  <a:pt x="315202" y="214644"/>
                  <a:pt x="311804" y="213512"/>
                </a:cubicBezTo>
                <a:cubicBezTo>
                  <a:pt x="307816" y="212183"/>
                  <a:pt x="303899" y="210645"/>
                  <a:pt x="299997" y="209084"/>
                </a:cubicBezTo>
                <a:cubicBezTo>
                  <a:pt x="296518" y="207692"/>
                  <a:pt x="292980" y="206401"/>
                  <a:pt x="289665" y="204656"/>
                </a:cubicBezTo>
                <a:cubicBezTo>
                  <a:pt x="283616" y="201473"/>
                  <a:pt x="278299" y="196861"/>
                  <a:pt x="271953" y="194324"/>
                </a:cubicBezTo>
                <a:cubicBezTo>
                  <a:pt x="257452" y="188525"/>
                  <a:pt x="271671" y="194665"/>
                  <a:pt x="257193" y="186944"/>
                </a:cubicBezTo>
                <a:cubicBezTo>
                  <a:pt x="252340" y="184356"/>
                  <a:pt x="247354" y="182024"/>
                  <a:pt x="242434" y="179565"/>
                </a:cubicBezTo>
                <a:cubicBezTo>
                  <a:pt x="236878" y="176787"/>
                  <a:pt x="231309" y="174286"/>
                  <a:pt x="226198" y="170709"/>
                </a:cubicBezTo>
                <a:cubicBezTo>
                  <a:pt x="223617" y="168902"/>
                  <a:pt x="220955" y="167119"/>
                  <a:pt x="218818" y="164805"/>
                </a:cubicBezTo>
                <a:cubicBezTo>
                  <a:pt x="215014" y="160684"/>
                  <a:pt x="212796" y="155111"/>
                  <a:pt x="208487" y="151520"/>
                </a:cubicBezTo>
                <a:cubicBezTo>
                  <a:pt x="188145" y="134570"/>
                  <a:pt x="208677" y="150533"/>
                  <a:pt x="193727" y="141190"/>
                </a:cubicBezTo>
                <a:cubicBezTo>
                  <a:pt x="191640" y="139886"/>
                  <a:pt x="189974" y="137957"/>
                  <a:pt x="187823" y="136762"/>
                </a:cubicBezTo>
                <a:cubicBezTo>
                  <a:pt x="180936" y="132935"/>
                  <a:pt x="181820" y="134821"/>
                  <a:pt x="176016" y="132334"/>
                </a:cubicBezTo>
                <a:cubicBezTo>
                  <a:pt x="173994" y="131467"/>
                  <a:pt x="171999" y="130515"/>
                  <a:pt x="170111" y="129381"/>
                </a:cubicBezTo>
                <a:cubicBezTo>
                  <a:pt x="167070" y="127557"/>
                  <a:pt x="164622" y="124601"/>
                  <a:pt x="161256" y="123477"/>
                </a:cubicBezTo>
                <a:lnTo>
                  <a:pt x="156829" y="122002"/>
                </a:lnTo>
                <a:lnTo>
                  <a:pt x="146497" y="111670"/>
                </a:lnTo>
                <a:cubicBezTo>
                  <a:pt x="145020" y="110194"/>
                  <a:pt x="143226" y="108979"/>
                  <a:pt x="142069" y="107243"/>
                </a:cubicBezTo>
                <a:cubicBezTo>
                  <a:pt x="140100" y="104291"/>
                  <a:pt x="138069" y="101380"/>
                  <a:pt x="136165" y="98387"/>
                </a:cubicBezTo>
                <a:cubicBezTo>
                  <a:pt x="131955" y="91772"/>
                  <a:pt x="132826" y="91177"/>
                  <a:pt x="127309" y="86580"/>
                </a:cubicBezTo>
                <a:cubicBezTo>
                  <a:pt x="122722" y="82757"/>
                  <a:pt x="121473" y="83390"/>
                  <a:pt x="115502" y="80676"/>
                </a:cubicBezTo>
                <a:cubicBezTo>
                  <a:pt x="112497" y="79310"/>
                  <a:pt x="109531" y="77850"/>
                  <a:pt x="106645" y="76248"/>
                </a:cubicBezTo>
                <a:cubicBezTo>
                  <a:pt x="105096" y="75386"/>
                  <a:pt x="103804" y="74089"/>
                  <a:pt x="102217" y="73295"/>
                </a:cubicBezTo>
                <a:cubicBezTo>
                  <a:pt x="100826" y="72599"/>
                  <a:pt x="99150" y="72575"/>
                  <a:pt x="97790" y="71819"/>
                </a:cubicBezTo>
                <a:cubicBezTo>
                  <a:pt x="82570" y="63362"/>
                  <a:pt x="94524" y="67777"/>
                  <a:pt x="84506" y="64440"/>
                </a:cubicBezTo>
                <a:cubicBezTo>
                  <a:pt x="81553" y="62471"/>
                  <a:pt x="78159" y="61045"/>
                  <a:pt x="75650" y="58535"/>
                </a:cubicBezTo>
                <a:cubicBezTo>
                  <a:pt x="74174" y="57059"/>
                  <a:pt x="72870" y="55390"/>
                  <a:pt x="71222" y="54108"/>
                </a:cubicBezTo>
                <a:cubicBezTo>
                  <a:pt x="68422" y="51930"/>
                  <a:pt x="65204" y="50332"/>
                  <a:pt x="62367" y="48205"/>
                </a:cubicBezTo>
                <a:cubicBezTo>
                  <a:pt x="60399" y="46727"/>
                  <a:pt x="58549" y="45079"/>
                  <a:pt x="56463" y="43776"/>
                </a:cubicBezTo>
                <a:cubicBezTo>
                  <a:pt x="54598" y="42610"/>
                  <a:pt x="52349" y="42102"/>
                  <a:pt x="50558" y="40824"/>
                </a:cubicBezTo>
                <a:cubicBezTo>
                  <a:pt x="36175" y="30549"/>
                  <a:pt x="54685" y="42036"/>
                  <a:pt x="43179" y="31967"/>
                </a:cubicBezTo>
                <a:cubicBezTo>
                  <a:pt x="40509" y="29632"/>
                  <a:pt x="36832" y="28573"/>
                  <a:pt x="34323" y="26065"/>
                </a:cubicBezTo>
                <a:cubicBezTo>
                  <a:pt x="32847" y="24588"/>
                  <a:pt x="31543" y="22919"/>
                  <a:pt x="29895" y="21637"/>
                </a:cubicBezTo>
                <a:cubicBezTo>
                  <a:pt x="27095" y="19459"/>
                  <a:pt x="21040" y="15733"/>
                  <a:pt x="21040" y="15733"/>
                </a:cubicBezTo>
                <a:cubicBezTo>
                  <a:pt x="20056" y="14256"/>
                  <a:pt x="19592" y="12245"/>
                  <a:pt x="18088" y="11305"/>
                </a:cubicBezTo>
                <a:cubicBezTo>
                  <a:pt x="0" y="0"/>
                  <a:pt x="14970" y="14090"/>
                  <a:pt x="6280" y="5401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59" name="pdf-path-288">
            <a:extLst xmlns:a="http://schemas.openxmlformats.org/drawingml/2006/main">
              <a:ext uri="{FF2B5EF4-FFF2-40B4-BE49-F238E27FC236}">
                <a16:creationId xmlns:a16="http://schemas.microsoft.com/office/drawing/2014/main" id="{54CEF888-E592-4C35-B1C5-BE1DBA6D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165" y="545702"/>
            <a:ext cx="684846" cy="433932"/>
          </a:xfrm>
          <a:custGeom xmlns:a="http://schemas.openxmlformats.org/drawingml/2006/main">
            <a:pathLst>
              <a:path w="684846" h="433932">
                <a:moveTo>
                  <a:pt x="684846" y="433932"/>
                </a:moveTo>
                <a:cubicBezTo>
                  <a:pt x="672054" y="427045"/>
                  <a:pt x="658857" y="420862"/>
                  <a:pt x="646470" y="413270"/>
                </a:cubicBezTo>
                <a:cubicBezTo>
                  <a:pt x="643504" y="411451"/>
                  <a:pt x="641655" y="408240"/>
                  <a:pt x="639091" y="405889"/>
                </a:cubicBezTo>
                <a:cubicBezTo>
                  <a:pt x="635747" y="402825"/>
                  <a:pt x="632533" y="399551"/>
                  <a:pt x="628759" y="397034"/>
                </a:cubicBezTo>
                <a:cubicBezTo>
                  <a:pt x="620585" y="391584"/>
                  <a:pt x="618710" y="391569"/>
                  <a:pt x="611048" y="389654"/>
                </a:cubicBezTo>
                <a:cubicBezTo>
                  <a:pt x="608095" y="386703"/>
                  <a:pt x="605926" y="382665"/>
                  <a:pt x="602192" y="380799"/>
                </a:cubicBezTo>
                <a:cubicBezTo>
                  <a:pt x="600223" y="379815"/>
                  <a:pt x="598198" y="378938"/>
                  <a:pt x="596288" y="377846"/>
                </a:cubicBezTo>
                <a:cubicBezTo>
                  <a:pt x="594748" y="376967"/>
                  <a:pt x="593447" y="375687"/>
                  <a:pt x="591860" y="374893"/>
                </a:cubicBezTo>
                <a:cubicBezTo>
                  <a:pt x="579639" y="368782"/>
                  <a:pt x="596892" y="379684"/>
                  <a:pt x="581528" y="370467"/>
                </a:cubicBezTo>
                <a:cubicBezTo>
                  <a:pt x="578486" y="368641"/>
                  <a:pt x="576038" y="365685"/>
                  <a:pt x="572672" y="364563"/>
                </a:cubicBezTo>
                <a:cubicBezTo>
                  <a:pt x="561545" y="360854"/>
                  <a:pt x="575261" y="365857"/>
                  <a:pt x="563816" y="360135"/>
                </a:cubicBezTo>
                <a:cubicBezTo>
                  <a:pt x="562426" y="359439"/>
                  <a:pt x="560846" y="359205"/>
                  <a:pt x="559389" y="358660"/>
                </a:cubicBezTo>
                <a:cubicBezTo>
                  <a:pt x="548276" y="354491"/>
                  <a:pt x="555996" y="356704"/>
                  <a:pt x="546105" y="354231"/>
                </a:cubicBezTo>
                <a:cubicBezTo>
                  <a:pt x="544629" y="353248"/>
                  <a:pt x="543298" y="351999"/>
                  <a:pt x="541677" y="351279"/>
                </a:cubicBezTo>
                <a:cubicBezTo>
                  <a:pt x="538834" y="350016"/>
                  <a:pt x="532822" y="348328"/>
                  <a:pt x="532822" y="348328"/>
                </a:cubicBezTo>
                <a:cubicBezTo>
                  <a:pt x="530854" y="346850"/>
                  <a:pt x="529053" y="345120"/>
                  <a:pt x="526918" y="343899"/>
                </a:cubicBezTo>
                <a:cubicBezTo>
                  <a:pt x="525567" y="343127"/>
                  <a:pt x="523785" y="343285"/>
                  <a:pt x="522490" y="342424"/>
                </a:cubicBezTo>
                <a:cubicBezTo>
                  <a:pt x="520753" y="341266"/>
                  <a:pt x="519710" y="339278"/>
                  <a:pt x="518062" y="337996"/>
                </a:cubicBezTo>
                <a:cubicBezTo>
                  <a:pt x="515261" y="335817"/>
                  <a:pt x="512159" y="334059"/>
                  <a:pt x="509207" y="332092"/>
                </a:cubicBezTo>
                <a:cubicBezTo>
                  <a:pt x="507730" y="331108"/>
                  <a:pt x="506032" y="330393"/>
                  <a:pt x="504778" y="329139"/>
                </a:cubicBezTo>
                <a:cubicBezTo>
                  <a:pt x="503302" y="327664"/>
                  <a:pt x="501710" y="326296"/>
                  <a:pt x="500350" y="324711"/>
                </a:cubicBezTo>
                <a:cubicBezTo>
                  <a:pt x="498750" y="322845"/>
                  <a:pt x="497773" y="320428"/>
                  <a:pt x="495922" y="318807"/>
                </a:cubicBezTo>
                <a:cubicBezTo>
                  <a:pt x="493763" y="316918"/>
                  <a:pt x="491108" y="315663"/>
                  <a:pt x="488543" y="314379"/>
                </a:cubicBezTo>
                <a:cubicBezTo>
                  <a:pt x="482987" y="311602"/>
                  <a:pt x="480894" y="311362"/>
                  <a:pt x="475259" y="309953"/>
                </a:cubicBezTo>
                <a:cubicBezTo>
                  <a:pt x="464145" y="302542"/>
                  <a:pt x="478268" y="311240"/>
                  <a:pt x="464927" y="305524"/>
                </a:cubicBezTo>
                <a:cubicBezTo>
                  <a:pt x="463297" y="304825"/>
                  <a:pt x="462086" y="303365"/>
                  <a:pt x="460499" y="302572"/>
                </a:cubicBezTo>
                <a:cubicBezTo>
                  <a:pt x="459108" y="301878"/>
                  <a:pt x="457502" y="301708"/>
                  <a:pt x="456072" y="301096"/>
                </a:cubicBezTo>
                <a:cubicBezTo>
                  <a:pt x="454049" y="300229"/>
                  <a:pt x="452256" y="298839"/>
                  <a:pt x="450168" y="298143"/>
                </a:cubicBezTo>
                <a:cubicBezTo>
                  <a:pt x="447787" y="297352"/>
                  <a:pt x="445222" y="297277"/>
                  <a:pt x="442788" y="296670"/>
                </a:cubicBezTo>
                <a:cubicBezTo>
                  <a:pt x="437252" y="295285"/>
                  <a:pt x="438366" y="294774"/>
                  <a:pt x="432457" y="292240"/>
                </a:cubicBezTo>
                <a:cubicBezTo>
                  <a:pt x="431027" y="291628"/>
                  <a:pt x="429485" y="291310"/>
                  <a:pt x="428029" y="290764"/>
                </a:cubicBezTo>
                <a:cubicBezTo>
                  <a:pt x="425548" y="289835"/>
                  <a:pt x="423129" y="288743"/>
                  <a:pt x="420648" y="287813"/>
                </a:cubicBezTo>
                <a:cubicBezTo>
                  <a:pt x="419192" y="287267"/>
                  <a:pt x="417612" y="287032"/>
                  <a:pt x="416221" y="286338"/>
                </a:cubicBezTo>
                <a:cubicBezTo>
                  <a:pt x="410953" y="283702"/>
                  <a:pt x="410732" y="281719"/>
                  <a:pt x="405889" y="277481"/>
                </a:cubicBezTo>
                <a:cubicBezTo>
                  <a:pt x="390732" y="264218"/>
                  <a:pt x="408160" y="281226"/>
                  <a:pt x="395557" y="268625"/>
                </a:cubicBezTo>
                <a:cubicBezTo>
                  <a:pt x="394413" y="265956"/>
                  <a:pt x="391323" y="257011"/>
                  <a:pt x="388177" y="253866"/>
                </a:cubicBezTo>
                <a:cubicBezTo>
                  <a:pt x="384496" y="250185"/>
                  <a:pt x="379115" y="247825"/>
                  <a:pt x="374893" y="245010"/>
                </a:cubicBezTo>
                <a:cubicBezTo>
                  <a:pt x="374886" y="245005"/>
                  <a:pt x="365761" y="237990"/>
                  <a:pt x="364562" y="237629"/>
                </a:cubicBezTo>
                <a:cubicBezTo>
                  <a:pt x="361230" y="236630"/>
                  <a:pt x="357674" y="236645"/>
                  <a:pt x="354230" y="236154"/>
                </a:cubicBezTo>
                <a:cubicBezTo>
                  <a:pt x="352263" y="235170"/>
                  <a:pt x="350237" y="234294"/>
                  <a:pt x="348327" y="233203"/>
                </a:cubicBezTo>
                <a:cubicBezTo>
                  <a:pt x="346787" y="232322"/>
                  <a:pt x="345486" y="231043"/>
                  <a:pt x="343898" y="230250"/>
                </a:cubicBezTo>
                <a:cubicBezTo>
                  <a:pt x="342507" y="229554"/>
                  <a:pt x="340948" y="229266"/>
                  <a:pt x="339471" y="228774"/>
                </a:cubicBezTo>
                <a:cubicBezTo>
                  <a:pt x="338138" y="227775"/>
                  <a:pt x="331294" y="222471"/>
                  <a:pt x="329139" y="221393"/>
                </a:cubicBezTo>
                <a:cubicBezTo>
                  <a:pt x="327747" y="220699"/>
                  <a:pt x="326187" y="220410"/>
                  <a:pt x="324711" y="219918"/>
                </a:cubicBezTo>
                <a:cubicBezTo>
                  <a:pt x="322743" y="218442"/>
                  <a:pt x="320674" y="217091"/>
                  <a:pt x="318807" y="215490"/>
                </a:cubicBezTo>
                <a:cubicBezTo>
                  <a:pt x="317223" y="214133"/>
                  <a:pt x="316027" y="212345"/>
                  <a:pt x="314380" y="211063"/>
                </a:cubicBezTo>
                <a:cubicBezTo>
                  <a:pt x="304372" y="203279"/>
                  <a:pt x="308277" y="207153"/>
                  <a:pt x="299620" y="202207"/>
                </a:cubicBezTo>
                <a:cubicBezTo>
                  <a:pt x="292352" y="198054"/>
                  <a:pt x="297712" y="200091"/>
                  <a:pt x="289289" y="194828"/>
                </a:cubicBezTo>
                <a:cubicBezTo>
                  <a:pt x="276998" y="187147"/>
                  <a:pt x="289002" y="195422"/>
                  <a:pt x="278957" y="190399"/>
                </a:cubicBezTo>
                <a:cubicBezTo>
                  <a:pt x="267518" y="184681"/>
                  <a:pt x="281223" y="189679"/>
                  <a:pt x="270100" y="185971"/>
                </a:cubicBezTo>
                <a:cubicBezTo>
                  <a:pt x="257170" y="173041"/>
                  <a:pt x="273568" y="188861"/>
                  <a:pt x="261245" y="178592"/>
                </a:cubicBezTo>
                <a:cubicBezTo>
                  <a:pt x="259641" y="177254"/>
                  <a:pt x="258464" y="175446"/>
                  <a:pt x="256817" y="174164"/>
                </a:cubicBezTo>
                <a:cubicBezTo>
                  <a:pt x="243593" y="163879"/>
                  <a:pt x="252359" y="171926"/>
                  <a:pt x="243534" y="165307"/>
                </a:cubicBezTo>
                <a:cubicBezTo>
                  <a:pt x="241565" y="163832"/>
                  <a:pt x="239715" y="162184"/>
                  <a:pt x="237630" y="160881"/>
                </a:cubicBezTo>
                <a:cubicBezTo>
                  <a:pt x="235764" y="159714"/>
                  <a:pt x="233779" y="158718"/>
                  <a:pt x="231725" y="157928"/>
                </a:cubicBezTo>
                <a:cubicBezTo>
                  <a:pt x="227369" y="156252"/>
                  <a:pt x="222326" y="156088"/>
                  <a:pt x="218442" y="153500"/>
                </a:cubicBezTo>
                <a:cubicBezTo>
                  <a:pt x="212719" y="149686"/>
                  <a:pt x="215696" y="151111"/>
                  <a:pt x="209586" y="149072"/>
                </a:cubicBezTo>
                <a:cubicBezTo>
                  <a:pt x="208110" y="147596"/>
                  <a:pt x="206895" y="145802"/>
                  <a:pt x="205158" y="144643"/>
                </a:cubicBezTo>
                <a:cubicBezTo>
                  <a:pt x="203864" y="143782"/>
                  <a:pt x="201685" y="144398"/>
                  <a:pt x="200730" y="143168"/>
                </a:cubicBezTo>
                <a:cubicBezTo>
                  <a:pt x="198028" y="139696"/>
                  <a:pt x="197938" y="134472"/>
                  <a:pt x="194827" y="131361"/>
                </a:cubicBezTo>
                <a:cubicBezTo>
                  <a:pt x="191875" y="128408"/>
                  <a:pt x="189705" y="124372"/>
                  <a:pt x="185971" y="122506"/>
                </a:cubicBezTo>
                <a:cubicBezTo>
                  <a:pt x="184003" y="121520"/>
                  <a:pt x="181933" y="120720"/>
                  <a:pt x="180067" y="119553"/>
                </a:cubicBezTo>
                <a:cubicBezTo>
                  <a:pt x="177981" y="118249"/>
                  <a:pt x="176363" y="116225"/>
                  <a:pt x="174163" y="115125"/>
                </a:cubicBezTo>
                <a:cubicBezTo>
                  <a:pt x="172348" y="114218"/>
                  <a:pt x="170159" y="114361"/>
                  <a:pt x="168259" y="113649"/>
                </a:cubicBezTo>
                <a:cubicBezTo>
                  <a:pt x="152833" y="107864"/>
                  <a:pt x="171597" y="113006"/>
                  <a:pt x="156452" y="109221"/>
                </a:cubicBezTo>
                <a:cubicBezTo>
                  <a:pt x="149434" y="104544"/>
                  <a:pt x="153707" y="106830"/>
                  <a:pt x="143168" y="103318"/>
                </a:cubicBezTo>
                <a:cubicBezTo>
                  <a:pt x="141692" y="102826"/>
                  <a:pt x="140035" y="102704"/>
                  <a:pt x="138740" y="101842"/>
                </a:cubicBezTo>
                <a:cubicBezTo>
                  <a:pt x="117060" y="87389"/>
                  <a:pt x="139874" y="102069"/>
                  <a:pt x="123981" y="92986"/>
                </a:cubicBezTo>
                <a:cubicBezTo>
                  <a:pt x="116705" y="88828"/>
                  <a:pt x="122083" y="90877"/>
                  <a:pt x="113649" y="85606"/>
                </a:cubicBezTo>
                <a:cubicBezTo>
                  <a:pt x="109180" y="82812"/>
                  <a:pt x="105205" y="81853"/>
                  <a:pt x="100365" y="79703"/>
                </a:cubicBezTo>
                <a:cubicBezTo>
                  <a:pt x="98355" y="78808"/>
                  <a:pt x="96429" y="77734"/>
                  <a:pt x="94462" y="76750"/>
                </a:cubicBezTo>
                <a:cubicBezTo>
                  <a:pt x="92986" y="74783"/>
                  <a:pt x="91854" y="72501"/>
                  <a:pt x="90034" y="70846"/>
                </a:cubicBezTo>
                <a:cubicBezTo>
                  <a:pt x="86393" y="67538"/>
                  <a:pt x="82161" y="64943"/>
                  <a:pt x="78225" y="61990"/>
                </a:cubicBezTo>
                <a:cubicBezTo>
                  <a:pt x="76258" y="60514"/>
                  <a:pt x="74061" y="59302"/>
                  <a:pt x="72322" y="57563"/>
                </a:cubicBezTo>
                <a:cubicBezTo>
                  <a:pt x="69370" y="54611"/>
                  <a:pt x="66940" y="51023"/>
                  <a:pt x="63466" y="48707"/>
                </a:cubicBezTo>
                <a:cubicBezTo>
                  <a:pt x="60513" y="46740"/>
                  <a:pt x="57784" y="44390"/>
                  <a:pt x="54610" y="42803"/>
                </a:cubicBezTo>
                <a:cubicBezTo>
                  <a:pt x="52642" y="41820"/>
                  <a:pt x="50572" y="41017"/>
                  <a:pt x="48707" y="39852"/>
                </a:cubicBezTo>
                <a:cubicBezTo>
                  <a:pt x="46018" y="38171"/>
                  <a:pt x="41508" y="34039"/>
                  <a:pt x="38375" y="32471"/>
                </a:cubicBezTo>
                <a:cubicBezTo>
                  <a:pt x="36983" y="31775"/>
                  <a:pt x="35307" y="31751"/>
                  <a:pt x="33947" y="30996"/>
                </a:cubicBezTo>
                <a:cubicBezTo>
                  <a:pt x="30846" y="29273"/>
                  <a:pt x="28457" y="26214"/>
                  <a:pt x="25091" y="25092"/>
                </a:cubicBezTo>
                <a:cubicBezTo>
                  <a:pt x="18576" y="22921"/>
                  <a:pt x="22055" y="24312"/>
                  <a:pt x="14759" y="20664"/>
                </a:cubicBezTo>
                <a:cubicBezTo>
                  <a:pt x="12792" y="17711"/>
                  <a:pt x="10443" y="14982"/>
                  <a:pt x="8856" y="11807"/>
                </a:cubicBezTo>
                <a:cubicBezTo>
                  <a:pt x="7698" y="9493"/>
                  <a:pt x="5038" y="3563"/>
                  <a:pt x="2952" y="1475"/>
                </a:cubicBezTo>
                <a:cubicBezTo>
                  <a:pt x="2174" y="698"/>
                  <a:pt x="984" y="49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70AD47"/>
            </a:solidFill>
            <a:prstDash val="solid"/>
          </a:ln>
        </p:spPr>
      </p:sp>
      <p:sp>
        <p:nvSpPr>
          <p:cNvPr id="60" name="pdf-path-289">
            <a:extLst xmlns:a="http://schemas.openxmlformats.org/drawingml/2006/main">
              <a:ext uri="{FF2B5EF4-FFF2-40B4-BE49-F238E27FC236}">
                <a16:creationId xmlns:a16="http://schemas.microsoft.com/office/drawing/2014/main" id="{09F43546-CD87-48F5-B816-6EA81FB1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295" y="984062"/>
            <a:ext cx="81178" cy="683369"/>
          </a:xfrm>
          <a:custGeom xmlns:a="http://schemas.openxmlformats.org/drawingml/2006/main">
            <a:pathLst>
              <a:path w="81178" h="683369">
                <a:moveTo>
                  <a:pt x="0" y="0"/>
                </a:moveTo>
                <a:cubicBezTo>
                  <a:pt x="984" y="14268"/>
                  <a:pt x="1657" y="28561"/>
                  <a:pt x="2952" y="42803"/>
                </a:cubicBezTo>
                <a:cubicBezTo>
                  <a:pt x="3136" y="44823"/>
                  <a:pt x="3895" y="46750"/>
                  <a:pt x="4428" y="48707"/>
                </a:cubicBezTo>
                <a:cubicBezTo>
                  <a:pt x="5371" y="52162"/>
                  <a:pt x="6575" y="55549"/>
                  <a:pt x="7380" y="59039"/>
                </a:cubicBezTo>
                <a:cubicBezTo>
                  <a:pt x="8053" y="61955"/>
                  <a:pt x="8229" y="64969"/>
                  <a:pt x="8856" y="67894"/>
                </a:cubicBezTo>
                <a:cubicBezTo>
                  <a:pt x="9706" y="71861"/>
                  <a:pt x="11141" y="75700"/>
                  <a:pt x="11808" y="79701"/>
                </a:cubicBezTo>
                <a:cubicBezTo>
                  <a:pt x="12300" y="82654"/>
                  <a:pt x="12724" y="85617"/>
                  <a:pt x="13284" y="88557"/>
                </a:cubicBezTo>
                <a:cubicBezTo>
                  <a:pt x="14692" y="95951"/>
                  <a:pt x="16474" y="103274"/>
                  <a:pt x="17712" y="110697"/>
                </a:cubicBezTo>
                <a:cubicBezTo>
                  <a:pt x="18204" y="113649"/>
                  <a:pt x="18539" y="116632"/>
                  <a:pt x="19187" y="119553"/>
                </a:cubicBezTo>
                <a:cubicBezTo>
                  <a:pt x="19526" y="121071"/>
                  <a:pt x="20314" y="122464"/>
                  <a:pt x="20664" y="123980"/>
                </a:cubicBezTo>
                <a:cubicBezTo>
                  <a:pt x="21792" y="128868"/>
                  <a:pt x="22527" y="133842"/>
                  <a:pt x="23616" y="138740"/>
                </a:cubicBezTo>
                <a:cubicBezTo>
                  <a:pt x="24496" y="142701"/>
                  <a:pt x="25842" y="146557"/>
                  <a:pt x="26568" y="150547"/>
                </a:cubicBezTo>
                <a:cubicBezTo>
                  <a:pt x="27812" y="157394"/>
                  <a:pt x="28536" y="164324"/>
                  <a:pt x="29519" y="171211"/>
                </a:cubicBezTo>
                <a:cubicBezTo>
                  <a:pt x="30012" y="174656"/>
                  <a:pt x="30612" y="178086"/>
                  <a:pt x="30996" y="181543"/>
                </a:cubicBezTo>
                <a:cubicBezTo>
                  <a:pt x="31488" y="185971"/>
                  <a:pt x="31843" y="190417"/>
                  <a:pt x="32472" y="194828"/>
                </a:cubicBezTo>
                <a:cubicBezTo>
                  <a:pt x="32827" y="197311"/>
                  <a:pt x="33566" y="199727"/>
                  <a:pt x="33947" y="202207"/>
                </a:cubicBezTo>
                <a:cubicBezTo>
                  <a:pt x="34550" y="206128"/>
                  <a:pt x="34645" y="210125"/>
                  <a:pt x="35423" y="214014"/>
                </a:cubicBezTo>
                <a:cubicBezTo>
                  <a:pt x="36126" y="217527"/>
                  <a:pt x="37391" y="220902"/>
                  <a:pt x="38375" y="224346"/>
                </a:cubicBezTo>
                <a:cubicBezTo>
                  <a:pt x="39360" y="231234"/>
                  <a:pt x="39964" y="238187"/>
                  <a:pt x="41328" y="245010"/>
                </a:cubicBezTo>
                <a:cubicBezTo>
                  <a:pt x="41819" y="247469"/>
                  <a:pt x="42038" y="250000"/>
                  <a:pt x="42803" y="252389"/>
                </a:cubicBezTo>
                <a:cubicBezTo>
                  <a:pt x="49483" y="273266"/>
                  <a:pt x="53114" y="277356"/>
                  <a:pt x="56087" y="295192"/>
                </a:cubicBezTo>
                <a:cubicBezTo>
                  <a:pt x="57663" y="304647"/>
                  <a:pt x="58098" y="318727"/>
                  <a:pt x="59039" y="327664"/>
                </a:cubicBezTo>
                <a:cubicBezTo>
                  <a:pt x="59352" y="330639"/>
                  <a:pt x="60165" y="333547"/>
                  <a:pt x="60514" y="336518"/>
                </a:cubicBezTo>
                <a:cubicBezTo>
                  <a:pt x="62084" y="349859"/>
                  <a:pt x="64779" y="392435"/>
                  <a:pt x="64943" y="395557"/>
                </a:cubicBezTo>
                <a:cubicBezTo>
                  <a:pt x="66933" y="433360"/>
                  <a:pt x="66587" y="423178"/>
                  <a:pt x="67894" y="469356"/>
                </a:cubicBezTo>
                <a:cubicBezTo>
                  <a:pt x="68938" y="506252"/>
                  <a:pt x="66770" y="543366"/>
                  <a:pt x="70846" y="580053"/>
                </a:cubicBezTo>
                <a:cubicBezTo>
                  <a:pt x="71339" y="584481"/>
                  <a:pt x="71802" y="588911"/>
                  <a:pt x="72323" y="593336"/>
                </a:cubicBezTo>
                <a:cubicBezTo>
                  <a:pt x="72786" y="597276"/>
                  <a:pt x="73439" y="601195"/>
                  <a:pt x="73799" y="605143"/>
                </a:cubicBezTo>
                <a:cubicBezTo>
                  <a:pt x="77534" y="646230"/>
                  <a:pt x="72753" y="603884"/>
                  <a:pt x="76750" y="653850"/>
                </a:cubicBezTo>
                <a:cubicBezTo>
                  <a:pt x="76988" y="656834"/>
                  <a:pt x="77598" y="659780"/>
                  <a:pt x="78226" y="662707"/>
                </a:cubicBezTo>
                <a:cubicBezTo>
                  <a:pt x="79077" y="666674"/>
                  <a:pt x="81178" y="674514"/>
                  <a:pt x="81178" y="674514"/>
                </a:cubicBezTo>
                <a:cubicBezTo>
                  <a:pt x="80686" y="675990"/>
                  <a:pt x="79702" y="677387"/>
                  <a:pt x="79702" y="678942"/>
                </a:cubicBezTo>
                <a:cubicBezTo>
                  <a:pt x="79702" y="680498"/>
                  <a:pt x="81178" y="683369"/>
                  <a:pt x="81178" y="683369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sp>
        <p:nvSpPr>
          <p:cNvPr id="61" name="pdf-path-290">
            <a:extLst xmlns:a="http://schemas.openxmlformats.org/drawingml/2006/main">
              <a:ext uri="{FF2B5EF4-FFF2-40B4-BE49-F238E27FC236}">
                <a16:creationId xmlns:a16="http://schemas.microsoft.com/office/drawing/2014/main" id="{30F03536-7CE0-457F-8B6A-F4629BEE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015" y="975207"/>
            <a:ext cx="51937" cy="662707"/>
          </a:xfrm>
          <a:custGeom xmlns:a="http://schemas.openxmlformats.org/drawingml/2006/main">
            <a:pathLst>
              <a:path w="51937" h="662707">
                <a:moveTo>
                  <a:pt x="4706" y="0"/>
                </a:moveTo>
                <a:cubicBezTo>
                  <a:pt x="3723" y="14268"/>
                  <a:pt x="2879" y="28545"/>
                  <a:pt x="1755" y="42803"/>
                </a:cubicBezTo>
                <a:cubicBezTo>
                  <a:pt x="1404" y="47244"/>
                  <a:pt x="0" y="51640"/>
                  <a:pt x="278" y="56086"/>
                </a:cubicBezTo>
                <a:cubicBezTo>
                  <a:pt x="990" y="67475"/>
                  <a:pt x="3758" y="78661"/>
                  <a:pt x="4706" y="90033"/>
                </a:cubicBezTo>
                <a:cubicBezTo>
                  <a:pt x="5198" y="95937"/>
                  <a:pt x="5209" y="101901"/>
                  <a:pt x="6183" y="107746"/>
                </a:cubicBezTo>
                <a:cubicBezTo>
                  <a:pt x="6694" y="110814"/>
                  <a:pt x="9134" y="116600"/>
                  <a:pt x="9134" y="116600"/>
                </a:cubicBezTo>
                <a:cubicBezTo>
                  <a:pt x="9871" y="137235"/>
                  <a:pt x="10334" y="160520"/>
                  <a:pt x="12086" y="181543"/>
                </a:cubicBezTo>
                <a:cubicBezTo>
                  <a:pt x="12416" y="185495"/>
                  <a:pt x="13070" y="189414"/>
                  <a:pt x="13562" y="193350"/>
                </a:cubicBezTo>
                <a:cubicBezTo>
                  <a:pt x="13070" y="197287"/>
                  <a:pt x="12086" y="201192"/>
                  <a:pt x="12086" y="205158"/>
                </a:cubicBezTo>
                <a:cubicBezTo>
                  <a:pt x="12086" y="208152"/>
                  <a:pt x="13107" y="211056"/>
                  <a:pt x="13562" y="214014"/>
                </a:cubicBezTo>
                <a:cubicBezTo>
                  <a:pt x="14090" y="217454"/>
                  <a:pt x="14546" y="220902"/>
                  <a:pt x="15038" y="224346"/>
                </a:cubicBezTo>
                <a:cubicBezTo>
                  <a:pt x="15530" y="231725"/>
                  <a:pt x="15778" y="239126"/>
                  <a:pt x="16514" y="246486"/>
                </a:cubicBezTo>
                <a:cubicBezTo>
                  <a:pt x="16763" y="248981"/>
                  <a:pt x="17740" y="251369"/>
                  <a:pt x="17989" y="253865"/>
                </a:cubicBezTo>
                <a:cubicBezTo>
                  <a:pt x="21276" y="286721"/>
                  <a:pt x="17458" y="265965"/>
                  <a:pt x="20942" y="283383"/>
                </a:cubicBezTo>
                <a:cubicBezTo>
                  <a:pt x="21434" y="288797"/>
                  <a:pt x="21700" y="294233"/>
                  <a:pt x="22418" y="299621"/>
                </a:cubicBezTo>
                <a:cubicBezTo>
                  <a:pt x="22686" y="301632"/>
                  <a:pt x="23658" y="303510"/>
                  <a:pt x="23894" y="305524"/>
                </a:cubicBezTo>
                <a:cubicBezTo>
                  <a:pt x="24643" y="311894"/>
                  <a:pt x="24969" y="318308"/>
                  <a:pt x="25369" y="324711"/>
                </a:cubicBezTo>
                <a:cubicBezTo>
                  <a:pt x="27347" y="356359"/>
                  <a:pt x="24489" y="343331"/>
                  <a:pt x="28321" y="358660"/>
                </a:cubicBezTo>
                <a:cubicBezTo>
                  <a:pt x="26335" y="366606"/>
                  <a:pt x="25369" y="369255"/>
                  <a:pt x="25369" y="379322"/>
                </a:cubicBezTo>
                <a:cubicBezTo>
                  <a:pt x="25369" y="380877"/>
                  <a:pt x="26353" y="382274"/>
                  <a:pt x="26846" y="383750"/>
                </a:cubicBezTo>
                <a:cubicBezTo>
                  <a:pt x="27338" y="394574"/>
                  <a:pt x="27457" y="405420"/>
                  <a:pt x="28321" y="416221"/>
                </a:cubicBezTo>
                <a:cubicBezTo>
                  <a:pt x="28446" y="417772"/>
                  <a:pt x="29492" y="419123"/>
                  <a:pt x="29798" y="420649"/>
                </a:cubicBezTo>
                <a:cubicBezTo>
                  <a:pt x="30480" y="424059"/>
                  <a:pt x="30492" y="427591"/>
                  <a:pt x="31274" y="430981"/>
                </a:cubicBezTo>
                <a:cubicBezTo>
                  <a:pt x="31973" y="434012"/>
                  <a:pt x="34225" y="439836"/>
                  <a:pt x="34225" y="439836"/>
                </a:cubicBezTo>
                <a:cubicBezTo>
                  <a:pt x="34718" y="448201"/>
                  <a:pt x="34703" y="456609"/>
                  <a:pt x="35701" y="464928"/>
                </a:cubicBezTo>
                <a:cubicBezTo>
                  <a:pt x="36184" y="468955"/>
                  <a:pt x="38079" y="472719"/>
                  <a:pt x="38653" y="476735"/>
                </a:cubicBezTo>
                <a:cubicBezTo>
                  <a:pt x="39146" y="480180"/>
                  <a:pt x="39347" y="483677"/>
                  <a:pt x="40130" y="487067"/>
                </a:cubicBezTo>
                <a:cubicBezTo>
                  <a:pt x="42506" y="497364"/>
                  <a:pt x="43406" y="494930"/>
                  <a:pt x="47510" y="504778"/>
                </a:cubicBezTo>
                <a:cubicBezTo>
                  <a:pt x="48706" y="507651"/>
                  <a:pt x="50461" y="513633"/>
                  <a:pt x="50461" y="513633"/>
                </a:cubicBezTo>
                <a:cubicBezTo>
                  <a:pt x="50953" y="521506"/>
                  <a:pt x="51937" y="529363"/>
                  <a:pt x="51937" y="537250"/>
                </a:cubicBezTo>
                <a:cubicBezTo>
                  <a:pt x="51937" y="543971"/>
                  <a:pt x="49816" y="553046"/>
                  <a:pt x="47510" y="559389"/>
                </a:cubicBezTo>
                <a:cubicBezTo>
                  <a:pt x="46757" y="561458"/>
                  <a:pt x="45541" y="563325"/>
                  <a:pt x="44557" y="565293"/>
                </a:cubicBezTo>
                <a:cubicBezTo>
                  <a:pt x="43036" y="571378"/>
                  <a:pt x="42411" y="573213"/>
                  <a:pt x="41606" y="580053"/>
                </a:cubicBezTo>
                <a:cubicBezTo>
                  <a:pt x="40971" y="585451"/>
                  <a:pt x="40622" y="590877"/>
                  <a:pt x="40130" y="596289"/>
                </a:cubicBezTo>
                <a:cubicBezTo>
                  <a:pt x="40622" y="597764"/>
                  <a:pt x="41606" y="599161"/>
                  <a:pt x="41606" y="600715"/>
                </a:cubicBezTo>
                <a:cubicBezTo>
                  <a:pt x="41606" y="602590"/>
                  <a:pt x="39223" y="611724"/>
                  <a:pt x="38653" y="614000"/>
                </a:cubicBezTo>
                <a:cubicBezTo>
                  <a:pt x="42590" y="625807"/>
                  <a:pt x="38653" y="611049"/>
                  <a:pt x="38653" y="622854"/>
                </a:cubicBezTo>
                <a:cubicBezTo>
                  <a:pt x="38653" y="626822"/>
                  <a:pt x="39637" y="630727"/>
                  <a:pt x="40130" y="634664"/>
                </a:cubicBezTo>
                <a:cubicBezTo>
                  <a:pt x="36807" y="644631"/>
                  <a:pt x="40130" y="632360"/>
                  <a:pt x="40130" y="647946"/>
                </a:cubicBezTo>
                <a:cubicBezTo>
                  <a:pt x="40130" y="649502"/>
                  <a:pt x="39081" y="650878"/>
                  <a:pt x="38653" y="652375"/>
                </a:cubicBezTo>
                <a:cubicBezTo>
                  <a:pt x="36819" y="658793"/>
                  <a:pt x="37178" y="656916"/>
                  <a:pt x="37178" y="662707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sp>
        <p:nvSpPr>
          <p:cNvPr id="62" name="pdf-path-291">
            <a:extLst xmlns:a="http://schemas.openxmlformats.org/drawingml/2006/main">
              <a:ext uri="{FF2B5EF4-FFF2-40B4-BE49-F238E27FC236}">
                <a16:creationId xmlns:a16="http://schemas.microsoft.com/office/drawing/2014/main" id="{ACB243E8-D8FF-4894-A743-0D8FB0EA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251" y="978160"/>
            <a:ext cx="37294" cy="674514"/>
          </a:xfrm>
          <a:custGeom xmlns:a="http://schemas.openxmlformats.org/drawingml/2006/main">
            <a:pathLst>
              <a:path w="37294" h="674514">
                <a:moveTo>
                  <a:pt x="0" y="0"/>
                </a:moveTo>
                <a:cubicBezTo>
                  <a:pt x="5904" y="13283"/>
                  <a:pt x="11942" y="26508"/>
                  <a:pt x="17712" y="39850"/>
                </a:cubicBezTo>
                <a:cubicBezTo>
                  <a:pt x="19815" y="44715"/>
                  <a:pt x="21940" y="49584"/>
                  <a:pt x="23615" y="54611"/>
                </a:cubicBezTo>
                <a:cubicBezTo>
                  <a:pt x="27038" y="64878"/>
                  <a:pt x="29066" y="75391"/>
                  <a:pt x="32471" y="85605"/>
                </a:cubicBezTo>
                <a:cubicBezTo>
                  <a:pt x="32963" y="90033"/>
                  <a:pt x="33525" y="94454"/>
                  <a:pt x="33947" y="98889"/>
                </a:cubicBezTo>
                <a:cubicBezTo>
                  <a:pt x="34509" y="104786"/>
                  <a:pt x="34887" y="110700"/>
                  <a:pt x="35423" y="116600"/>
                </a:cubicBezTo>
                <a:cubicBezTo>
                  <a:pt x="35870" y="121526"/>
                  <a:pt x="36407" y="126441"/>
                  <a:pt x="36899" y="131361"/>
                </a:cubicBezTo>
                <a:cubicBezTo>
                  <a:pt x="36407" y="152024"/>
                  <a:pt x="36148" y="172694"/>
                  <a:pt x="35423" y="193350"/>
                </a:cubicBezTo>
                <a:cubicBezTo>
                  <a:pt x="34976" y="206114"/>
                  <a:pt x="33422" y="220364"/>
                  <a:pt x="32471" y="233201"/>
                </a:cubicBezTo>
                <a:cubicBezTo>
                  <a:pt x="31925" y="240577"/>
                  <a:pt x="31522" y="247963"/>
                  <a:pt x="30995" y="255340"/>
                </a:cubicBezTo>
                <a:cubicBezTo>
                  <a:pt x="30538" y="261739"/>
                  <a:pt x="30011" y="268133"/>
                  <a:pt x="29519" y="274529"/>
                </a:cubicBezTo>
                <a:cubicBezTo>
                  <a:pt x="30011" y="285844"/>
                  <a:pt x="30995" y="297149"/>
                  <a:pt x="30995" y="308475"/>
                </a:cubicBezTo>
                <a:cubicBezTo>
                  <a:pt x="30995" y="310985"/>
                  <a:pt x="29519" y="313347"/>
                  <a:pt x="29519" y="315855"/>
                </a:cubicBezTo>
                <a:cubicBezTo>
                  <a:pt x="29519" y="327181"/>
                  <a:pt x="30502" y="338486"/>
                  <a:pt x="30995" y="349801"/>
                </a:cubicBezTo>
                <a:cubicBezTo>
                  <a:pt x="30502" y="354721"/>
                  <a:pt x="29519" y="359619"/>
                  <a:pt x="29519" y="364561"/>
                </a:cubicBezTo>
                <a:cubicBezTo>
                  <a:pt x="29519" y="368346"/>
                  <a:pt x="32018" y="394999"/>
                  <a:pt x="32471" y="399985"/>
                </a:cubicBezTo>
                <a:cubicBezTo>
                  <a:pt x="35700" y="491996"/>
                  <a:pt x="37174" y="456108"/>
                  <a:pt x="33947" y="507731"/>
                </a:cubicBezTo>
                <a:cubicBezTo>
                  <a:pt x="37294" y="524462"/>
                  <a:pt x="36899" y="520524"/>
                  <a:pt x="36899" y="549057"/>
                </a:cubicBezTo>
                <a:cubicBezTo>
                  <a:pt x="36899" y="563824"/>
                  <a:pt x="36051" y="578583"/>
                  <a:pt x="35423" y="593336"/>
                </a:cubicBezTo>
                <a:cubicBezTo>
                  <a:pt x="34353" y="618489"/>
                  <a:pt x="36504" y="610756"/>
                  <a:pt x="32471" y="622854"/>
                </a:cubicBezTo>
                <a:cubicBezTo>
                  <a:pt x="31979" y="626299"/>
                  <a:pt x="31401" y="629731"/>
                  <a:pt x="30995" y="633186"/>
                </a:cubicBezTo>
                <a:cubicBezTo>
                  <a:pt x="29314" y="647470"/>
                  <a:pt x="30118" y="645822"/>
                  <a:pt x="28043" y="658278"/>
                </a:cubicBezTo>
                <a:cubicBezTo>
                  <a:pt x="27631" y="660753"/>
                  <a:pt x="27228" y="663237"/>
                  <a:pt x="26568" y="665658"/>
                </a:cubicBezTo>
                <a:cubicBezTo>
                  <a:pt x="25749" y="668659"/>
                  <a:pt x="23615" y="674514"/>
                  <a:pt x="23615" y="674514"/>
                </a:cubicBezTo>
              </a:path>
            </a:pathLst>
          </a:custGeom>
          <a:noFill xmlns:a="http://schemas.openxmlformats.org/drawingml/2006/main"/>
          <a:ln xmlns:a="http://schemas.openxmlformats.org/drawingml/2006/main" w="7072">
            <a:solidFill>
              <a:srgbClr val="ED7D31"/>
            </a:solidFill>
            <a:prstDash val="solid"/>
          </a:ln>
        </p:spPr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BBF665-BF00-4B80-B419-376BDE8C6C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34a80aa1343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638" y="826315"/>
            <a:ext cx="1027466" cy="789836"/>
          </a:xfrm>
          <a:prstGeom xmlns:a="http://schemas.openxmlformats.org/drawingml/2006/main" prst="rect">
            <a:avLst/>
          </a:prstGeom>
        </p:spPr>
      </p:pic>
      <p:sp>
        <p:nvSpPr>
          <p:cNvPr id="64" name="pdf-source-image-1">
            <a:extLst xmlns:a="http://schemas.openxmlformats.org/drawingml/2006/main">
              <a:ext uri="{FF2B5EF4-FFF2-40B4-BE49-F238E27FC236}">
                <a16:creationId xmlns:a16="http://schemas.microsoft.com/office/drawing/2014/main" id="{C00FBD08-13C3-4F87-AB75-D3E24998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38" y="826315"/>
            <a:ext cx="1027466" cy="789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9619F7-F1C0-419A-B7C3-A6760C85FF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598df38df47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322" y="366897"/>
            <a:ext cx="1172307" cy="1117992"/>
          </a:xfrm>
          <a:prstGeom xmlns:a="http://schemas.openxmlformats.org/drawingml/2006/main" prst="rect">
            <a:avLst/>
          </a:prstGeom>
        </p:spPr>
      </p:pic>
      <p:sp>
        <p:nvSpPr>
          <p:cNvPr id="66" name="pdf-source-image-2">
            <a:extLst xmlns:a="http://schemas.openxmlformats.org/drawingml/2006/main">
              <a:ext uri="{FF2B5EF4-FFF2-40B4-BE49-F238E27FC236}">
                <a16:creationId xmlns:a16="http://schemas.microsoft.com/office/drawing/2014/main" id="{25583A73-ACF3-40F1-8395-ACC15D40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2" y="366897"/>
            <a:ext cx="1172307" cy="1117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508EF33-4C0C-4F13-ABD9-24734FF25D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1b1f88e6e42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0100" y="819526"/>
            <a:ext cx="1027466" cy="792098"/>
          </a:xfrm>
          <a:prstGeom xmlns:a="http://schemas.openxmlformats.org/drawingml/2006/main" prst="rect">
            <a:avLst/>
          </a:prstGeom>
        </p:spPr>
      </p:pic>
      <p:sp>
        <p:nvSpPr>
          <p:cNvPr id="68" name="pdf-source-image-3">
            <a:extLst xmlns:a="http://schemas.openxmlformats.org/drawingml/2006/main">
              <a:ext uri="{FF2B5EF4-FFF2-40B4-BE49-F238E27FC236}">
                <a16:creationId xmlns:a16="http://schemas.microsoft.com/office/drawing/2014/main" id="{87D6B4CE-DA02-4666-9F35-F9304AEF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00" y="819526"/>
            <a:ext cx="1027466" cy="792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0246DC-0665-491E-9761-EB4BC24415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b3e8cd64e4d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048" y="360109"/>
            <a:ext cx="1172307" cy="1120254"/>
          </a:xfrm>
          <a:prstGeom xmlns:a="http://schemas.openxmlformats.org/drawingml/2006/main" prst="rect">
            <a:avLst/>
          </a:prstGeom>
        </p:spPr>
      </p:pic>
      <p:sp>
        <p:nvSpPr>
          <p:cNvPr id="70" name="pdf-source-image-4">
            <a:extLst xmlns:a="http://schemas.openxmlformats.org/drawingml/2006/main">
              <a:ext uri="{FF2B5EF4-FFF2-40B4-BE49-F238E27FC236}">
                <a16:creationId xmlns:a16="http://schemas.microsoft.com/office/drawing/2014/main" id="{A8CF4437-FC11-4E45-8826-33AD80C0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048" y="360109"/>
            <a:ext cx="1172307" cy="1120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9491D2-941D-4AC5-BD8B-ECF7435BF4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a828d218f45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0247" y="364635"/>
            <a:ext cx="1172306" cy="1120254"/>
          </a:xfrm>
          <a:prstGeom xmlns:a="http://schemas.openxmlformats.org/drawingml/2006/main" prst="rect">
            <a:avLst/>
          </a:prstGeom>
        </p:spPr>
      </p:pic>
      <p:sp>
        <p:nvSpPr>
          <p:cNvPr id="72" name="pdf-source-image-5">
            <a:extLst xmlns:a="http://schemas.openxmlformats.org/drawingml/2006/main">
              <a:ext uri="{FF2B5EF4-FFF2-40B4-BE49-F238E27FC236}">
                <a16:creationId xmlns:a16="http://schemas.microsoft.com/office/drawing/2014/main" id="{5C83B752-A3BE-4606-9A8F-28D9B7BB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247" y="364635"/>
            <a:ext cx="1172306" cy="1120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156E487-4882-4F83-991F-59D4F4EAFD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0d493774249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8453" y="667895"/>
            <a:ext cx="814730" cy="418680"/>
          </a:xfrm>
          <a:prstGeom xmlns:a="http://schemas.openxmlformats.org/drawingml/2006/main" prst="rect">
            <a:avLst/>
          </a:prstGeom>
        </p:spPr>
      </p:pic>
      <p:sp>
        <p:nvSpPr>
          <p:cNvPr id="74" name="pdf-source-image-6">
            <a:extLst xmlns:a="http://schemas.openxmlformats.org/drawingml/2006/main">
              <a:ext uri="{FF2B5EF4-FFF2-40B4-BE49-F238E27FC236}">
                <a16:creationId xmlns:a16="http://schemas.microsoft.com/office/drawing/2014/main" id="{D4889186-7599-48C9-91AA-4F90A905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453" y="667895"/>
            <a:ext cx="81473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8A1D062-8EAA-40B2-9C68-822748A00A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171cebda04f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9705" y="652054"/>
            <a:ext cx="814730" cy="418680"/>
          </a:xfrm>
          <a:prstGeom xmlns:a="http://schemas.openxmlformats.org/drawingml/2006/main" prst="rect">
            <a:avLst/>
          </a:prstGeom>
        </p:spPr>
      </p:pic>
      <p:sp>
        <p:nvSpPr>
          <p:cNvPr id="76" name="pdf-source-image-7">
            <a:extLst xmlns:a="http://schemas.openxmlformats.org/drawingml/2006/main">
              <a:ext uri="{FF2B5EF4-FFF2-40B4-BE49-F238E27FC236}">
                <a16:creationId xmlns:a16="http://schemas.microsoft.com/office/drawing/2014/main" id="{2D6DC94F-022F-45A1-B84C-8418D0D2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9705" y="652054"/>
            <a:ext cx="81473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128A73A-7141-4FC3-B481-9BFF97A7FB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40662c5814e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29548" y="930419"/>
            <a:ext cx="667627" cy="841888"/>
          </a:xfrm>
          <a:prstGeom xmlns:a="http://schemas.openxmlformats.org/drawingml/2006/main" prst="rect">
            <a:avLst/>
          </a:prstGeom>
        </p:spPr>
      </p:pic>
      <p:sp>
        <p:nvSpPr>
          <p:cNvPr id="78" name="pdf-source-image-8">
            <a:extLst xmlns:a="http://schemas.openxmlformats.org/drawingml/2006/main">
              <a:ext uri="{FF2B5EF4-FFF2-40B4-BE49-F238E27FC236}">
                <a16:creationId xmlns:a16="http://schemas.microsoft.com/office/drawing/2014/main" id="{D75483F7-8C90-4ADE-9EE0-64A6BC28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548" y="930419"/>
            <a:ext cx="667627" cy="841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AC4E8BD-D743-4847-A518-3F12A4845E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bc784ca0e4b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73431" y="943997"/>
            <a:ext cx="667627" cy="841888"/>
          </a:xfrm>
          <a:prstGeom xmlns:a="http://schemas.openxmlformats.org/drawingml/2006/main" prst="rect">
            <a:avLst/>
          </a:prstGeom>
        </p:spPr>
      </p:pic>
      <p:sp>
        <p:nvSpPr>
          <p:cNvPr id="80" name="pdf-source-image-9">
            <a:extLst xmlns:a="http://schemas.openxmlformats.org/drawingml/2006/main">
              <a:ext uri="{FF2B5EF4-FFF2-40B4-BE49-F238E27FC236}">
                <a16:creationId xmlns:a16="http://schemas.microsoft.com/office/drawing/2014/main" id="{A829357A-ECFD-4296-8D71-9799E341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431" y="943997"/>
            <a:ext cx="667627" cy="841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CF0574A-9E29-428A-A216-E70E423DDF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3aea899f341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6909" y="371424"/>
            <a:ext cx="798889" cy="710625"/>
          </a:xfrm>
          <a:prstGeom xmlns:a="http://schemas.openxmlformats.org/drawingml/2006/main" prst="rect">
            <a:avLst/>
          </a:prstGeom>
        </p:spPr>
      </p:pic>
      <p:sp>
        <p:nvSpPr>
          <p:cNvPr id="82" name="pdf-source-image-10">
            <a:extLst xmlns:a="http://schemas.openxmlformats.org/drawingml/2006/main">
              <a:ext uri="{FF2B5EF4-FFF2-40B4-BE49-F238E27FC236}">
                <a16:creationId xmlns:a16="http://schemas.microsoft.com/office/drawing/2014/main" id="{43759D02-1EE9-4E52-ABDD-0C36751F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909" y="371424"/>
            <a:ext cx="798889" cy="71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pdf-text-179-0">
            <a:extLst xmlns:a="http://schemas.openxmlformats.org/drawingml/2006/main">
              <a:ext uri="{FF2B5EF4-FFF2-40B4-BE49-F238E27FC236}">
                <a16:creationId xmlns:a16="http://schemas.microsoft.com/office/drawing/2014/main" id="{2D3B9F7D-1E43-46FC-95B1-F86ED4C9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7744" y="877003"/>
            <a:ext cx="276151" cy="339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67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7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7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84" name="pdf-text-180-0">
            <a:extLst xmlns:a="http://schemas.openxmlformats.org/drawingml/2006/main">
              <a:ext uri="{FF2B5EF4-FFF2-40B4-BE49-F238E27FC236}">
                <a16:creationId xmlns:a16="http://schemas.microsoft.com/office/drawing/2014/main" id="{7D7648C5-9DD5-4488-882B-DB4282F2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15" y="103544"/>
            <a:ext cx="688362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Initialized</a:t>
            </a:r>
          </a:p>
        </p:txBody>
      </p:sp>
      <p:sp>
        <p:nvSpPr>
          <p:cNvPr id="85" name="pdf-text-181-0">
            <a:extLst xmlns:a="http://schemas.openxmlformats.org/drawingml/2006/main">
              <a:ext uri="{FF2B5EF4-FFF2-40B4-BE49-F238E27FC236}">
                <a16:creationId xmlns:a16="http://schemas.microsoft.com/office/drawing/2014/main" id="{343CC700-0055-4C9A-94D8-9C087C21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487" y="103544"/>
            <a:ext cx="980698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 Skill 1</a:t>
            </a:r>
          </a:p>
        </p:txBody>
      </p:sp>
      <p:sp>
        <p:nvSpPr>
          <p:cNvPr id="86" name="pdf-text-182-0">
            <a:extLst xmlns:a="http://schemas.openxmlformats.org/drawingml/2006/main">
              <a:ext uri="{FF2B5EF4-FFF2-40B4-BE49-F238E27FC236}">
                <a16:creationId xmlns:a16="http://schemas.microsoft.com/office/drawing/2014/main" id="{26BD3EF3-F342-4997-805A-68C46B30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113" y="103544"/>
            <a:ext cx="980698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 Skill 2</a:t>
            </a:r>
          </a:p>
        </p:txBody>
      </p:sp>
      <p:sp>
        <p:nvSpPr>
          <p:cNvPr id="87" name="pdf-text-183-0">
            <a:extLst xmlns:a="http://schemas.openxmlformats.org/drawingml/2006/main">
              <a:ext uri="{FF2B5EF4-FFF2-40B4-BE49-F238E27FC236}">
                <a16:creationId xmlns:a16="http://schemas.microsoft.com/office/drawing/2014/main" id="{2BA10B1C-459A-4016-B694-AC912FE7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717" y="103544"/>
            <a:ext cx="980698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 Skill 3</a:t>
            </a:r>
          </a:p>
        </p:txBody>
      </p:sp>
      <p:sp>
        <p:nvSpPr>
          <p:cNvPr id="88" name="pdf-text-184-0">
            <a:extLst xmlns:a="http://schemas.openxmlformats.org/drawingml/2006/main">
              <a:ext uri="{FF2B5EF4-FFF2-40B4-BE49-F238E27FC236}">
                <a16:creationId xmlns:a16="http://schemas.microsoft.com/office/drawing/2014/main" id="{CD8A1B2E-4D28-4A51-8711-45D57929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202" y="103544"/>
            <a:ext cx="490238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Update</a:t>
            </a:r>
          </a:p>
        </p:txBody>
      </p:sp>
      <p:sp>
        <p:nvSpPr>
          <p:cNvPr id="89" name="pdf-text-185-0">
            <a:extLst xmlns:a="http://schemas.openxmlformats.org/drawingml/2006/main">
              <a:ext uri="{FF2B5EF4-FFF2-40B4-BE49-F238E27FC236}">
                <a16:creationId xmlns:a16="http://schemas.microsoft.com/office/drawing/2014/main" id="{62465496-740B-4F9B-8652-AE5693F3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983" y="103544"/>
            <a:ext cx="320636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</a:t>
            </a:r>
          </a:p>
        </p:txBody>
      </p:sp>
      <p:sp>
        <p:nvSpPr>
          <p:cNvPr id="90" name="pdf-text-186-0">
            <a:extLst xmlns:a="http://schemas.openxmlformats.org/drawingml/2006/main">
              <a:ext uri="{FF2B5EF4-FFF2-40B4-BE49-F238E27FC236}">
                <a16:creationId xmlns:a16="http://schemas.microsoft.com/office/drawing/2014/main" id="{DCBACF1C-BE98-4ED3-BA6F-776F6F67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026" y="103544"/>
            <a:ext cx="84868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1" name="pdf-text-187-0">
            <a:extLst xmlns:a="http://schemas.openxmlformats.org/drawingml/2006/main">
              <a:ext uri="{FF2B5EF4-FFF2-40B4-BE49-F238E27FC236}">
                <a16:creationId xmlns:a16="http://schemas.microsoft.com/office/drawing/2014/main" id="{06F19C9E-9FE8-4583-829A-9A730F7D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19" y="103544"/>
            <a:ext cx="741880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Converged</a:t>
            </a:r>
          </a:p>
        </p:txBody>
      </p:sp>
      <p:sp>
        <p:nvSpPr>
          <p:cNvPr id="92" name="pdf-path-311">
            <a:extLst xmlns:a="http://schemas.openxmlformats.org/drawingml/2006/main">
              <a:ext uri="{FF2B5EF4-FFF2-40B4-BE49-F238E27FC236}">
                <a16:creationId xmlns:a16="http://schemas.microsoft.com/office/drawing/2014/main" id="{712E284C-E7E9-44F6-8A47-A0DD0665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8" y="1887739"/>
            <a:ext cx="409421" cy="95"/>
          </a:xfrm>
          <a:custGeom xmlns:a="http://schemas.openxmlformats.org/drawingml/2006/main">
            <a:pathLst>
              <a:path w="409421" h="95">
                <a:moveTo>
                  <a:pt x="0" y="0"/>
                </a:moveTo>
                <a:lnTo>
                  <a:pt x="4094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17">
            <a:solidFill>
              <a:srgbClr val="4472C4"/>
            </a:solidFill>
            <a:prstDash val="solid"/>
          </a:ln>
        </p:spPr>
      </p:sp>
      <p:sp>
        <p:nvSpPr>
          <p:cNvPr id="93" name="pdf-path-312">
            <a:extLst xmlns:a="http://schemas.openxmlformats.org/drawingml/2006/main">
              <a:ext uri="{FF2B5EF4-FFF2-40B4-BE49-F238E27FC236}">
                <a16:creationId xmlns:a16="http://schemas.microsoft.com/office/drawing/2014/main" id="{94E19F68-8710-4335-97DD-DDE5B03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502" y="1888618"/>
            <a:ext cx="409421" cy="95"/>
          </a:xfrm>
          <a:custGeom xmlns:a="http://schemas.openxmlformats.org/drawingml/2006/main">
            <a:pathLst>
              <a:path w="409421" h="95">
                <a:moveTo>
                  <a:pt x="0" y="0"/>
                </a:moveTo>
                <a:lnTo>
                  <a:pt x="4094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17">
            <a:solidFill>
              <a:srgbClr val="ED7D31"/>
            </a:solidFill>
            <a:prstDash val="solid"/>
          </a:ln>
        </p:spPr>
      </p:sp>
      <p:sp>
        <p:nvSpPr>
          <p:cNvPr id="94" name="pdf-path-313">
            <a:extLst xmlns:a="http://schemas.openxmlformats.org/drawingml/2006/main">
              <a:ext uri="{FF2B5EF4-FFF2-40B4-BE49-F238E27FC236}">
                <a16:creationId xmlns:a16="http://schemas.microsoft.com/office/drawing/2014/main" id="{666906B6-A260-4EC7-BC62-0731222F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931" y="1883470"/>
            <a:ext cx="409421" cy="95"/>
          </a:xfrm>
          <a:custGeom xmlns:a="http://schemas.openxmlformats.org/drawingml/2006/main">
            <a:pathLst>
              <a:path w="409421" h="95">
                <a:moveTo>
                  <a:pt x="0" y="0"/>
                </a:moveTo>
                <a:lnTo>
                  <a:pt x="4094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217">
            <a:solidFill>
              <a:srgbClr val="70AD47"/>
            </a:solidFill>
            <a:prstDash val="solid"/>
          </a:ln>
        </p:spPr>
      </p:sp>
      <p:sp>
        <p:nvSpPr>
          <p:cNvPr id="95" name="pdf-text-188-0">
            <a:extLst xmlns:a="http://schemas.openxmlformats.org/drawingml/2006/main">
              <a:ext uri="{FF2B5EF4-FFF2-40B4-BE49-F238E27FC236}">
                <a16:creationId xmlns:a16="http://schemas.microsoft.com/office/drawing/2014/main" id="{D40F2C10-6440-43C3-B776-1CE187A0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25" y="1805426"/>
            <a:ext cx="701211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96" name="pdf-text-189-0">
            <a:extLst xmlns:a="http://schemas.openxmlformats.org/drawingml/2006/main">
              <a:ext uri="{FF2B5EF4-FFF2-40B4-BE49-F238E27FC236}">
                <a16:creationId xmlns:a16="http://schemas.microsoft.com/office/drawing/2014/main" id="{1ADA5337-F7DE-4AF6-A70E-F3439114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101" y="1805426"/>
            <a:ext cx="141391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97" name="pdf-text-190-0">
            <a:extLst xmlns:a="http://schemas.openxmlformats.org/drawingml/2006/main">
              <a:ext uri="{FF2B5EF4-FFF2-40B4-BE49-F238E27FC236}">
                <a16:creationId xmlns:a16="http://schemas.microsoft.com/office/drawing/2014/main" id="{6E8CB487-D12F-4534-9E6C-0E31FCFA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81" y="1805426"/>
            <a:ext cx="419637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1</a:t>
            </a:r>
          </a:p>
        </p:txBody>
      </p:sp>
      <p:sp>
        <p:nvSpPr>
          <p:cNvPr id="98" name="pdf-text-191-0">
            <a:extLst xmlns:a="http://schemas.openxmlformats.org/drawingml/2006/main">
              <a:ext uri="{FF2B5EF4-FFF2-40B4-BE49-F238E27FC236}">
                <a16:creationId xmlns:a16="http://schemas.microsoft.com/office/drawing/2014/main" id="{F69A9C81-AD82-4B24-A1C2-2A48E82B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1850" y="1805426"/>
            <a:ext cx="701212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99" name="pdf-text-192-0">
            <a:extLst xmlns:a="http://schemas.openxmlformats.org/drawingml/2006/main">
              <a:ext uri="{FF2B5EF4-FFF2-40B4-BE49-F238E27FC236}">
                <a16:creationId xmlns:a16="http://schemas.microsoft.com/office/drawing/2014/main" id="{57189490-0595-46DA-B8F1-0D67BAF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526" y="1805426"/>
            <a:ext cx="141391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100" name="pdf-text-193-0">
            <a:extLst xmlns:a="http://schemas.openxmlformats.org/drawingml/2006/main">
              <a:ext uri="{FF2B5EF4-FFF2-40B4-BE49-F238E27FC236}">
                <a16:creationId xmlns:a16="http://schemas.microsoft.com/office/drawing/2014/main" id="{C83A3EC6-4B16-4C41-8D43-7DFA1DCA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406" y="1805426"/>
            <a:ext cx="419637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2</a:t>
            </a:r>
          </a:p>
        </p:txBody>
      </p:sp>
      <p:sp>
        <p:nvSpPr>
          <p:cNvPr id="101" name="pdf-text-194-0">
            <a:extLst xmlns:a="http://schemas.openxmlformats.org/drawingml/2006/main">
              <a:ext uri="{FF2B5EF4-FFF2-40B4-BE49-F238E27FC236}">
                <a16:creationId xmlns:a16="http://schemas.microsoft.com/office/drawing/2014/main" id="{2BD4EC9C-3762-4BD6-A90B-60E707E5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276" y="1803162"/>
            <a:ext cx="701212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102" name="pdf-text-195-0">
            <a:extLst xmlns:a="http://schemas.openxmlformats.org/drawingml/2006/main">
              <a:ext uri="{FF2B5EF4-FFF2-40B4-BE49-F238E27FC236}">
                <a16:creationId xmlns:a16="http://schemas.microsoft.com/office/drawing/2014/main" id="{6E0E0639-550B-4DD4-A028-7E2A15CA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954" y="1803162"/>
            <a:ext cx="141391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</a:t>
            </a:r>
          </a:p>
        </p:txBody>
      </p:sp>
      <p:sp>
        <p:nvSpPr>
          <p:cNvPr id="103" name="pdf-text-196-0">
            <a:extLst xmlns:a="http://schemas.openxmlformats.org/drawingml/2006/main">
              <a:ext uri="{FF2B5EF4-FFF2-40B4-BE49-F238E27FC236}">
                <a16:creationId xmlns:a16="http://schemas.microsoft.com/office/drawing/2014/main" id="{691A30E0-5E7C-42C7-AC01-729D32A0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1834" y="1803162"/>
            <a:ext cx="419637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3</a:t>
            </a: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3DB1BD9-837A-4EF2-9FC3-AAB95B3982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76c2102a949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691" y="1994095"/>
            <a:ext cx="633679" cy="660837"/>
          </a:xfrm>
          <a:prstGeom xmlns:a="http://schemas.openxmlformats.org/drawingml/2006/main" prst="rect">
            <a:avLst/>
          </a:prstGeom>
        </p:spPr>
      </p:pic>
      <p:sp>
        <p:nvSpPr>
          <p:cNvPr id="105" name="pdf-source-image-11">
            <a:extLst xmlns:a="http://schemas.openxmlformats.org/drawingml/2006/main">
              <a:ext uri="{FF2B5EF4-FFF2-40B4-BE49-F238E27FC236}">
                <a16:creationId xmlns:a16="http://schemas.microsoft.com/office/drawing/2014/main" id="{D845A231-3E69-49F6-B4F6-3F75433C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1" y="1994095"/>
            <a:ext cx="633679" cy="660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BB90251-D7E2-4925-9391-6D0A2320D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060cf853a46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06876" y="1989568"/>
            <a:ext cx="663100" cy="660837"/>
          </a:xfrm>
          <a:prstGeom xmlns:a="http://schemas.openxmlformats.org/drawingml/2006/main" prst="rect">
            <a:avLst/>
          </a:prstGeom>
        </p:spPr>
      </p:pic>
      <p:sp>
        <p:nvSpPr>
          <p:cNvPr id="107" name="pdf-source-image-12">
            <a:extLst xmlns:a="http://schemas.openxmlformats.org/drawingml/2006/main">
              <a:ext uri="{FF2B5EF4-FFF2-40B4-BE49-F238E27FC236}">
                <a16:creationId xmlns:a16="http://schemas.microsoft.com/office/drawing/2014/main" id="{530C14F2-C032-4F53-8C73-207BCD66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876" y="1989568"/>
            <a:ext cx="663100" cy="660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583E785-47C1-4976-A69F-36806E53C2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56243ae994d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1851" y="1994095"/>
            <a:ext cx="660837" cy="660837"/>
          </a:xfrm>
          <a:prstGeom xmlns:a="http://schemas.openxmlformats.org/drawingml/2006/main" prst="rect">
            <a:avLst/>
          </a:prstGeom>
        </p:spPr>
      </p:pic>
      <p:sp>
        <p:nvSpPr>
          <p:cNvPr id="109" name="pdf-source-image-13">
            <a:extLst xmlns:a="http://schemas.openxmlformats.org/drawingml/2006/main">
              <a:ext uri="{FF2B5EF4-FFF2-40B4-BE49-F238E27FC236}">
                <a16:creationId xmlns:a16="http://schemas.microsoft.com/office/drawing/2014/main" id="{C624B5C7-0E54-4E61-8695-60248104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851" y="1994095"/>
            <a:ext cx="660837" cy="660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pdf-text-197-0">
            <a:extLst xmlns:a="http://schemas.openxmlformats.org/drawingml/2006/main">
              <a:ext uri="{FF2B5EF4-FFF2-40B4-BE49-F238E27FC236}">
                <a16:creationId xmlns:a16="http://schemas.microsoft.com/office/drawing/2014/main" id="{F513DA91-FA7C-4DCE-967E-823DA2BF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49" y="2156213"/>
            <a:ext cx="1706792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Estimated state visitation</a:t>
            </a:r>
          </a:p>
        </p:txBody>
      </p:sp>
      <p:sp>
        <p:nvSpPr>
          <p:cNvPr id="111" name="pdf-text-198-0">
            <a:extLst xmlns:a="http://schemas.openxmlformats.org/drawingml/2006/main">
              <a:ext uri="{FF2B5EF4-FFF2-40B4-BE49-F238E27FC236}">
                <a16:creationId xmlns:a16="http://schemas.microsoft.com/office/drawing/2014/main" id="{1CDC94BB-928C-4921-ACED-55A68697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49" y="2362159"/>
            <a:ext cx="1428630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distribution of skill 1</a:t>
            </a:r>
          </a:p>
        </p:txBody>
      </p:sp>
      <p:sp>
        <p:nvSpPr>
          <p:cNvPr id="112" name="pdf-text-199-0">
            <a:extLst xmlns:a="http://schemas.openxmlformats.org/drawingml/2006/main">
              <a:ext uri="{FF2B5EF4-FFF2-40B4-BE49-F238E27FC236}">
                <a16:creationId xmlns:a16="http://schemas.microsoft.com/office/drawing/2014/main" id="{B6DE6BDB-0C79-49B2-90A4-E6801961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902" y="2144897"/>
            <a:ext cx="1706792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Estimated state visitation</a:t>
            </a:r>
          </a:p>
        </p:txBody>
      </p:sp>
      <p:sp>
        <p:nvSpPr>
          <p:cNvPr id="113" name="pdf-text-200-0">
            <a:extLst xmlns:a="http://schemas.openxmlformats.org/drawingml/2006/main">
              <a:ext uri="{FF2B5EF4-FFF2-40B4-BE49-F238E27FC236}">
                <a16:creationId xmlns:a16="http://schemas.microsoft.com/office/drawing/2014/main" id="{9F0EA761-94FD-4D58-9977-50AD43AE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902" y="2353105"/>
            <a:ext cx="1428630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distribution of skill 2</a:t>
            </a:r>
          </a:p>
        </p:txBody>
      </p:sp>
      <p:sp>
        <p:nvSpPr>
          <p:cNvPr id="114" name="pdf-text-201-0">
            <a:extLst xmlns:a="http://schemas.openxmlformats.org/drawingml/2006/main">
              <a:ext uri="{FF2B5EF4-FFF2-40B4-BE49-F238E27FC236}">
                <a16:creationId xmlns:a16="http://schemas.microsoft.com/office/drawing/2014/main" id="{9F35B9C1-B2CA-401D-AB74-F1488131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994" y="2142633"/>
            <a:ext cx="1706792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Estimated state visitation</a:t>
            </a:r>
          </a:p>
        </p:txBody>
      </p:sp>
      <p:sp>
        <p:nvSpPr>
          <p:cNvPr id="115" name="pdf-text-202-0">
            <a:extLst xmlns:a="http://schemas.openxmlformats.org/drawingml/2006/main">
              <a:ext uri="{FF2B5EF4-FFF2-40B4-BE49-F238E27FC236}">
                <a16:creationId xmlns:a16="http://schemas.microsoft.com/office/drawing/2014/main" id="{B950E5D5-98DC-4ADC-9388-55B68062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994" y="2350841"/>
            <a:ext cx="1428630" cy="169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distribution of skill 3</a:t>
            </a:r>
          </a:p>
        </p:txBody>
      </p:sp>
    </p:spTree>
    <p:extLst>
      <p:ext uri="{BB962C8B-B14F-4D97-AF65-F5344CB8AC3E}">
        <p14:creationId xmlns:p14="http://schemas.microsoft.com/office/powerpoint/2010/main" val="225037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2026-10-09T20:13:05.7370000Z</dcterms:created>
  <dcterms:modified xsi:type="dcterms:W3CDTF">2026-10-09T20:13:05.7370000Z</dcterms:modified>
</coreProperties>
</file>