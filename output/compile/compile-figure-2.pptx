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6c72c28bc64c36" /><Relationship Type="http://schemas.openxmlformats.org/officeDocument/2006/relationships/extended-properties" Target="/docProps/app.xml" Id="R8ce8891346e344ad" /><Relationship Type="http://schemas.openxmlformats.org/officeDocument/2006/relationships/officeDocument" Target="/ppt/presentation.xml" Id="Rf667399e492c4a4c" /></Relationships>
</file>

<file path=ppt/presentation.xml><?xml version="1.0" encoding="utf-8"?>
<p:presentation xmlns:p="http://schemas.openxmlformats.org/presentationml/2006/main">
  <p:sldMasterIdLst>
    <p:sldMasterId xmlns:r="http://schemas.openxmlformats.org/officeDocument/2006/relationships" id="2147483648" r:id="R112a3d0db37944f9"/>
  </p:sldMasterIdLst>
  <p:notesMasterIdLst>
    <p:notesMasterId xmlns:r="http://schemas.openxmlformats.org/officeDocument/2006/relationships" r:id="Rf46225d3901f4697"/>
  </p:notesMasterIdLst>
  <p:sldIdLst>
    <p:sldId xmlns:r="http://schemas.openxmlformats.org/officeDocument/2006/relationships" id="256" r:id="R9335990a0c144e81"/>
  </p:sldIdLst>
  <p:sldSz cx="13973175" cy="33147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faee45d01b4642" /><Relationship Type="http://schemas.openxmlformats.org/officeDocument/2006/relationships/slideMaster" Target="/ppt/slideMasters/slideMaster1.xml" Id="R112a3d0db37944f9" /><Relationship Type="http://schemas.openxmlformats.org/officeDocument/2006/relationships/notesMaster" Target="/ppt/notesMasters/notesMaster1.xml" Id="Rf46225d3901f4697" /><Relationship Type="http://schemas.openxmlformats.org/officeDocument/2006/relationships/presProps" Target="/ppt/presProps.xml" Id="Rd4d932fb3dda4a2f" /><Relationship Type="http://schemas.openxmlformats.org/officeDocument/2006/relationships/tableStyles" Target="/ppt/tableStyles.xml" Id="Rcc80beb9a2874969" /><Relationship Type="http://schemas.openxmlformats.org/officeDocument/2006/relationships/slide" Target="/ppt/slides/slide1.xml" Id="R9335990a0c144e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0b1fd9fc1543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783f283d774d59" /><Relationship Type="http://schemas.openxmlformats.org/officeDocument/2006/relationships/notesMaster" Target="/ppt/notesMasters/notesMaster1.xml" Id="Rc204b8182b3542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"CompILE: Compositional Imitation Learning and Execution",</a:t>
            </a:r>
          </a:p>
          <a:p xmlns:a="http://schemas.openxmlformats.org/drawingml/2006/main">
            <a:r>
              <a:t>  "paper_url": "https://arxiv.org/abs/1812.01483v2",</a:t>
            </a:r>
          </a:p>
          <a:p xmlns:a="http://schemas.openxmlformats.org/drawingml/2006/main">
            <a:r>
              <a:t>  "figure": "Figure 2",</a:t>
            </a:r>
          </a:p>
          <a:p xmlns:a="http://schemas.openxmlformats.org/drawingml/2006/main">
            <a:r>
              <a:t>  "license": "http://arxiv.org/licenses/nonexclusive-distrib/1.0/",</a:t>
            </a:r>
          </a:p>
          <a:p xmlns:a="http://schemas.openxmlformats.org/drawingml/2006/main">
            <a:r>
              <a:t>  "notes": "Source native vector geometry and glyph outlines preserved, with minimal crop padding to avoid edge labels. Outlined labels can be moved/recolored/point-edited but are not live text; original architecture and separate mathematical components retained. Freeform arrows are not attached semantic connectors. No raster figure background. Fourteen ordinary outlined source labels were transcribed and restored as native typeable text; mathematical notation and vertical title glyphs retain source outlines. Small font-metric differences are expected.",</a:t>
            </a:r>
          </a:p>
          <a:p xmlns:a="http://schemas.openxmlformats.org/drawingml/2006/main">
            <a:r>
              <a:t>  "page": 4,</a:t>
            </a:r>
          </a:p>
          <a:p xmlns:a="http://schemas.openxmlformats.org/drawingml/2006/main">
            <a:r>
              <a:t>  "status": "figure_recreation",</a:t>
            </a:r>
          </a:p>
          <a:p xmlns:a="http://schemas.openxmlformats.org/drawingml/2006/main">
            <a:r>
              <a:t>  "source_sha256": "1519b13da250a0fedd635bc3171ede198edb6bb72e9d89042e1454645cbdce32",</a:t>
            </a:r>
          </a:p>
          <a:p xmlns:a="http://schemas.openxmlformats.org/drawingml/2006/main">
            <a:r>
              <a:t>  "source_crop_pdf_points": [</a:t>
            </a:r>
          </a:p>
          <a:p xmlns:a="http://schemas.openxmlformats.org/drawingml/2006/main">
            <a:r>
              <a:t>    54,</a:t>
            </a:r>
          </a:p>
          <a:p xmlns:a="http://schemas.openxmlformats.org/drawingml/2006/main">
            <a:r>
              <a:t>    68,</a:t>
            </a:r>
          </a:p>
          <a:p xmlns:a="http://schemas.openxmlformats.org/drawingml/2006/main">
            <a:r>
              <a:t>    543,</a:t>
            </a:r>
          </a:p>
          <a:p xmlns:a="http://schemas.openxmlformats.org/drawingml/2006/main">
            <a:r>
              <a:t>    184</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"extraction_warnings": [</a:t>
            </a:r>
          </a:p>
          <a:p xmlns:a="http://schemas.openxmlformats.org/drawingml/2006/main">
            <a:r>
              <a:t>    "2 source clipping groups intersect crop; extracted paths require explicit clipping review",</a:t>
            </a:r>
          </a:p>
          <a:p xmlns:a="http://schemas.openxmlformats.org/drawingml/2006/main">
            <a:r>
              <a:t>    "path crosses crop boundary: 2",</a:t>
            </a:r>
          </a:p>
          <a:p xmlns:a="http://schemas.openxmlformats.org/drawingml/2006/main">
            <a:r>
              <a:t>    "path crosses crop boundary: 69",</a:t>
            </a:r>
          </a:p>
          <a:p xmlns:a="http://schemas.openxmlformats.org/drawingml/2006/main">
            <a:r>
              <a:t>    "path crosses crop boundary: 172",</a:t>
            </a:r>
          </a:p>
          <a:p xmlns:a="http://schemas.openxmlformats.org/drawingml/2006/main">
            <a:r>
              <a:t>    "path crosses crop boundary: 290",</a:t>
            </a:r>
          </a:p>
          <a:p xmlns:a="http://schemas.openxmlformats.org/drawingml/2006/main">
            <a:r>
              <a:t>    "path crosses crop boundary: 316",</a:t>
            </a:r>
          </a:p>
          <a:p xmlns:a="http://schemas.openxmlformats.org/drawingml/2006/main">
            <a:r>
              <a:t>    "path crosses crop boundary: 361",</a:t>
            </a:r>
          </a:p>
          <a:p xmlns:a="http://schemas.openxmlformats.org/drawingml/2006/main">
            <a:r>
              <a:t>    "path crosses crop boundary: 411"</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4728d41e9944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31dd1ae1da42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95de31e9cb4d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d4eefae4ec4d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cfacd7fea946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9a784ecbcf47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1F83E4-6A0B-43D3-A366-9BD9C2660F8C}"/>
              </a:ext>
            </a:extLst>
          </p:cNvPr>
          <p:cNvSpPr>
            <a:spLocks xmlns:a="http://schemas.openxmlformats.org/drawingml/2006/main" noGrp="1"/>
          </p:cNvSpPr>
          <p:nvPr>
            <p:ph type="title" idx="0"/>
          </p:nvPr>
        </p:nvSpPr>
        <p:spPr>
          <a:xfrm xmlns:a="http://schemas.openxmlformats.org/drawingml/2006/main">
            <a:off x="1397318" y="1252220"/>
            <a:ext cx="11178540" cy="47879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2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9E61F1-4499-48A8-8007-A36CF6411CE0}"/>
              </a:ext>
            </a:extLst>
          </p:cNvPr>
          <p:cNvSpPr>
            <a:spLocks xmlns:a="http://schemas.openxmlformats.org/drawingml/2006/main" noGrp="1"/>
          </p:cNvSpPr>
          <p:nvPr>
            <p:ph type="subTitle" idx="1"/>
          </p:nvPr>
        </p:nvSpPr>
        <p:spPr>
          <a:xfrm xmlns:a="http://schemas.openxmlformats.org/drawingml/2006/main">
            <a:off x="2095976" y="1823085"/>
            <a:ext cx="9781222" cy="368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1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A44006-CD86-4417-B485-BCDB7148DDF7}"/>
              </a:ext>
            </a:extLst>
          </p:cNvPr>
          <p:cNvSpPr>
            <a:spLocks xmlns:a="http://schemas.openxmlformats.org/drawingml/2006/main" noGrp="1"/>
          </p:cNvSpPr>
          <p:nvPr>
            <p:ph type="title" idx="0"/>
          </p:nvPr>
        </p:nvSpPr>
        <p:spPr>
          <a:xfrm xmlns:a="http://schemas.openxmlformats.org/drawingml/2006/main">
            <a:off x="1397318" y="1381125"/>
            <a:ext cx="11178540" cy="5524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03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08264D-60CA-43CB-A108-98504E7D002D}"/>
              </a:ext>
            </a:extLst>
          </p:cNvPr>
          <p:cNvSpPr>
            <a:spLocks xmlns:a="http://schemas.openxmlformats.org/drawingml/2006/main" noGrp="1"/>
          </p:cNvSpPr>
          <p:nvPr>
            <p:ph type="title" idx="0"/>
          </p:nvPr>
        </p:nvSpPr>
        <p:spPr>
          <a:xfrm xmlns:a="http://schemas.openxmlformats.org/drawingml/2006/main">
            <a:off x="785991" y="257810"/>
            <a:ext cx="12401193" cy="4051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D0B191-94E2-4A7F-81C6-479EDC87DBA5}"/>
              </a:ext>
            </a:extLst>
          </p:cNvPr>
          <p:cNvSpPr>
            <a:spLocks xmlns:a="http://schemas.openxmlformats.org/drawingml/2006/main" noGrp="1"/>
          </p:cNvSpPr>
          <p:nvPr>
            <p:ph type="body" idx="1"/>
          </p:nvPr>
        </p:nvSpPr>
        <p:spPr>
          <a:xfrm xmlns:a="http://schemas.openxmlformats.org/drawingml/2006/main">
            <a:off x="785991" y="920750"/>
            <a:ext cx="12401193" cy="206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88" b="0">
                <a:solidFill>
                  <a:schemeClr val="tx1"/>
                </a:solidFill>
                <a:latin typeface="+mn-lt"/>
                <a:ea typeface="+mn-lt"/>
                <a:cs typeface="+mn-lt"/>
              </a:defRPr>
            </a:defPPr>
            <a:lvl1pPr marL="110490" indent="-110490">
              <a:lnSpc>
                <a:spcPct val="110000"/>
              </a:lnSpc>
              <a:spcBef>
                <a:spcPts val="0"/>
              </a:spcBef>
              <a:spcAft>
                <a:spcPts val="580"/>
              </a:spcAft>
              <a:buChar char="•"/>
            </a:lvl1pPr>
            <a:lvl2pPr marL="257810" indent="-110490">
              <a:lnSpc>
                <a:spcPct val="110000"/>
              </a:lnSpc>
              <a:spcBef>
                <a:spcPts val="0"/>
              </a:spcBef>
              <a:spcAft>
                <a:spcPts val="580"/>
              </a:spcAft>
              <a:buChar char="•"/>
            </a:lvl2pPr>
            <a:lvl3pPr marL="405130" indent="-110490">
              <a:lnSpc>
                <a:spcPct val="110000"/>
              </a:lnSpc>
              <a:spcBef>
                <a:spcPts val="0"/>
              </a:spcBef>
              <a:spcAft>
                <a:spcPts val="580"/>
              </a:spcAft>
              <a:buChar char="•"/>
            </a:lvl3pPr>
            <a:lvl4pPr marL="552450" indent="-110490">
              <a:lnSpc>
                <a:spcPct val="110000"/>
              </a:lnSpc>
              <a:spcBef>
                <a:spcPts val="0"/>
              </a:spcBef>
              <a:spcAft>
                <a:spcPts val="580"/>
              </a:spcAft>
              <a:buChar char="•"/>
            </a:lvl4pPr>
            <a:lvl5pPr marL="699770" indent="-110490">
              <a:lnSpc>
                <a:spcPct val="110000"/>
              </a:lnSpc>
              <a:spcBef>
                <a:spcPts val="0"/>
              </a:spcBef>
              <a:spcAft>
                <a:spcPts val="580"/>
              </a:spcAft>
              <a:buChar char="•"/>
            </a:lvl5pPr>
            <a:lvl6pPr marL="847090" indent="-110490">
              <a:lnSpc>
                <a:spcPct val="110000"/>
              </a:lnSpc>
              <a:spcBef>
                <a:spcPts val="0"/>
              </a:spcBef>
              <a:spcAft>
                <a:spcPts val="580"/>
              </a:spcAft>
              <a:buChar char="•"/>
            </a:lvl6pPr>
            <a:lvl7pPr marL="994410" indent="-110490">
              <a:lnSpc>
                <a:spcPct val="110000"/>
              </a:lnSpc>
              <a:spcBef>
                <a:spcPts val="0"/>
              </a:spcBef>
              <a:spcAft>
                <a:spcPts val="580"/>
              </a:spcAft>
              <a:buChar char="•"/>
            </a:lvl7pPr>
            <a:lvl8pPr marL="1141730" indent="-110490">
              <a:lnSpc>
                <a:spcPct val="110000"/>
              </a:lnSpc>
              <a:spcBef>
                <a:spcPts val="0"/>
              </a:spcBef>
              <a:spcAft>
                <a:spcPts val="580"/>
              </a:spcAft>
              <a:buChar char="•"/>
            </a:lvl8pPr>
            <a:lvl9pPr marL="1289050" indent="-110490">
              <a:lnSpc>
                <a:spcPct val="110000"/>
              </a:lnSpc>
              <a:spcBef>
                <a:spcPts val="0"/>
              </a:spcBef>
              <a:spcAft>
                <a:spcPts val="58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BC8DFD-BCAC-4BFA-8440-EC27E97D6E3F}"/>
              </a:ext>
            </a:extLst>
          </p:cNvPr>
          <p:cNvSpPr>
            <a:spLocks xmlns:a="http://schemas.openxmlformats.org/drawingml/2006/main" noGrp="1"/>
          </p:cNvSpPr>
          <p:nvPr>
            <p:ph type="title" idx="0"/>
          </p:nvPr>
        </p:nvSpPr>
        <p:spPr>
          <a:xfrm xmlns:a="http://schemas.openxmlformats.org/drawingml/2006/main">
            <a:off x="785991" y="257810"/>
            <a:ext cx="12401193" cy="4051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83AADB-903A-44AB-8B0A-705F29614321}"/>
              </a:ext>
            </a:extLst>
          </p:cNvPr>
          <p:cNvSpPr>
            <a:spLocks xmlns:a="http://schemas.openxmlformats.org/drawingml/2006/main" noGrp="1"/>
          </p:cNvSpPr>
          <p:nvPr>
            <p:ph type="body" idx="1"/>
          </p:nvPr>
        </p:nvSpPr>
        <p:spPr>
          <a:xfrm xmlns:a="http://schemas.openxmlformats.org/drawingml/2006/main">
            <a:off x="785991" y="920750"/>
            <a:ext cx="5763935" cy="206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15" b="0">
                <a:solidFill>
                  <a:schemeClr val="tx1"/>
                </a:solidFill>
                <a:latin typeface="+mn-lt"/>
                <a:ea typeface="+mn-lt"/>
                <a:cs typeface="+mn-lt"/>
              </a:defRPr>
            </a:defPPr>
            <a:lvl1pPr marL="110490" indent="-110490">
              <a:lnSpc>
                <a:spcPct val="110000"/>
              </a:lnSpc>
              <a:spcBef>
                <a:spcPts val="0"/>
              </a:spcBef>
              <a:spcAft>
                <a:spcPts val="580"/>
              </a:spcAft>
              <a:buChar char="•"/>
            </a:lvl1pPr>
            <a:lvl2pPr marL="257810" indent="-110490">
              <a:lnSpc>
                <a:spcPct val="110000"/>
              </a:lnSpc>
              <a:spcBef>
                <a:spcPts val="0"/>
              </a:spcBef>
              <a:spcAft>
                <a:spcPts val="580"/>
              </a:spcAft>
              <a:buChar char="•"/>
            </a:lvl2pPr>
            <a:lvl3pPr marL="405130" indent="-110490">
              <a:lnSpc>
                <a:spcPct val="110000"/>
              </a:lnSpc>
              <a:spcBef>
                <a:spcPts val="0"/>
              </a:spcBef>
              <a:spcAft>
                <a:spcPts val="580"/>
              </a:spcAft>
              <a:buChar char="•"/>
            </a:lvl3pPr>
            <a:lvl4pPr marL="552450" indent="-110490">
              <a:lnSpc>
                <a:spcPct val="110000"/>
              </a:lnSpc>
              <a:spcBef>
                <a:spcPts val="0"/>
              </a:spcBef>
              <a:spcAft>
                <a:spcPts val="580"/>
              </a:spcAft>
              <a:buChar char="•"/>
            </a:lvl4pPr>
            <a:lvl5pPr marL="699770" indent="-110490">
              <a:lnSpc>
                <a:spcPct val="110000"/>
              </a:lnSpc>
              <a:spcBef>
                <a:spcPts val="0"/>
              </a:spcBef>
              <a:spcAft>
                <a:spcPts val="580"/>
              </a:spcAft>
              <a:buChar char="•"/>
            </a:lvl5pPr>
            <a:lvl6pPr marL="847090" indent="-110490">
              <a:lnSpc>
                <a:spcPct val="110000"/>
              </a:lnSpc>
              <a:spcBef>
                <a:spcPts val="0"/>
              </a:spcBef>
              <a:spcAft>
                <a:spcPts val="580"/>
              </a:spcAft>
              <a:buChar char="•"/>
            </a:lvl6pPr>
            <a:lvl7pPr marL="994410" indent="-110490">
              <a:lnSpc>
                <a:spcPct val="110000"/>
              </a:lnSpc>
              <a:spcBef>
                <a:spcPts val="0"/>
              </a:spcBef>
              <a:spcAft>
                <a:spcPts val="580"/>
              </a:spcAft>
              <a:buChar char="•"/>
            </a:lvl7pPr>
            <a:lvl8pPr marL="1141730" indent="-110490">
              <a:lnSpc>
                <a:spcPct val="110000"/>
              </a:lnSpc>
              <a:spcBef>
                <a:spcPts val="0"/>
              </a:spcBef>
              <a:spcAft>
                <a:spcPts val="580"/>
              </a:spcAft>
              <a:buChar char="•"/>
            </a:lvl8pPr>
            <a:lvl9pPr marL="1289050" indent="-110490">
              <a:lnSpc>
                <a:spcPct val="110000"/>
              </a:lnSpc>
              <a:spcBef>
                <a:spcPts val="0"/>
              </a:spcBef>
              <a:spcAft>
                <a:spcPts val="58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48FAC1-94F1-4538-8604-72CEA02E47D1}"/>
              </a:ext>
            </a:extLst>
          </p:cNvPr>
          <p:cNvSpPr>
            <a:spLocks xmlns:a="http://schemas.openxmlformats.org/drawingml/2006/main" noGrp="1"/>
          </p:cNvSpPr>
          <p:nvPr>
            <p:ph type="body" idx="2"/>
          </p:nvPr>
        </p:nvSpPr>
        <p:spPr>
          <a:xfrm xmlns:a="http://schemas.openxmlformats.org/drawingml/2006/main">
            <a:off x="7423249" y="920750"/>
            <a:ext cx="5763935" cy="206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15" b="0">
                <a:solidFill>
                  <a:schemeClr val="tx1"/>
                </a:solidFill>
                <a:latin typeface="+mn-lt"/>
                <a:ea typeface="+mn-lt"/>
                <a:cs typeface="+mn-lt"/>
              </a:defRPr>
            </a:defPPr>
            <a:lvl1pPr marL="110490" indent="-110490">
              <a:lnSpc>
                <a:spcPct val="110000"/>
              </a:lnSpc>
              <a:spcBef>
                <a:spcPts val="0"/>
              </a:spcBef>
              <a:spcAft>
                <a:spcPts val="580"/>
              </a:spcAft>
              <a:buChar char="•"/>
            </a:lvl1pPr>
            <a:lvl2pPr marL="257810" indent="-110490">
              <a:lnSpc>
                <a:spcPct val="110000"/>
              </a:lnSpc>
              <a:spcBef>
                <a:spcPts val="0"/>
              </a:spcBef>
              <a:spcAft>
                <a:spcPts val="580"/>
              </a:spcAft>
              <a:buChar char="•"/>
            </a:lvl2pPr>
            <a:lvl3pPr marL="405130" indent="-110490">
              <a:lnSpc>
                <a:spcPct val="110000"/>
              </a:lnSpc>
              <a:spcBef>
                <a:spcPts val="0"/>
              </a:spcBef>
              <a:spcAft>
                <a:spcPts val="580"/>
              </a:spcAft>
              <a:buChar char="•"/>
            </a:lvl3pPr>
            <a:lvl4pPr marL="552450" indent="-110490">
              <a:lnSpc>
                <a:spcPct val="110000"/>
              </a:lnSpc>
              <a:spcBef>
                <a:spcPts val="0"/>
              </a:spcBef>
              <a:spcAft>
                <a:spcPts val="580"/>
              </a:spcAft>
              <a:buChar char="•"/>
            </a:lvl4pPr>
            <a:lvl5pPr marL="699770" indent="-110490">
              <a:lnSpc>
                <a:spcPct val="110000"/>
              </a:lnSpc>
              <a:spcBef>
                <a:spcPts val="0"/>
              </a:spcBef>
              <a:spcAft>
                <a:spcPts val="580"/>
              </a:spcAft>
              <a:buChar char="•"/>
            </a:lvl5pPr>
            <a:lvl6pPr marL="847090" indent="-110490">
              <a:lnSpc>
                <a:spcPct val="110000"/>
              </a:lnSpc>
              <a:spcBef>
                <a:spcPts val="0"/>
              </a:spcBef>
              <a:spcAft>
                <a:spcPts val="580"/>
              </a:spcAft>
              <a:buChar char="•"/>
            </a:lvl6pPr>
            <a:lvl7pPr marL="994410" indent="-110490">
              <a:lnSpc>
                <a:spcPct val="110000"/>
              </a:lnSpc>
              <a:spcBef>
                <a:spcPts val="0"/>
              </a:spcBef>
              <a:spcAft>
                <a:spcPts val="580"/>
              </a:spcAft>
              <a:buChar char="•"/>
            </a:lvl7pPr>
            <a:lvl8pPr marL="1141730" indent="-110490">
              <a:lnSpc>
                <a:spcPct val="110000"/>
              </a:lnSpc>
              <a:spcBef>
                <a:spcPts val="0"/>
              </a:spcBef>
              <a:spcAft>
                <a:spcPts val="580"/>
              </a:spcAft>
              <a:buChar char="•"/>
            </a:lvl8pPr>
            <a:lvl9pPr marL="1289050" indent="-110490">
              <a:lnSpc>
                <a:spcPct val="110000"/>
              </a:lnSpc>
              <a:spcBef>
                <a:spcPts val="0"/>
              </a:spcBef>
              <a:spcAft>
                <a:spcPts val="58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E92D36-FF64-4AF2-999A-DB2B9AE3F955}"/>
              </a:ext>
            </a:extLst>
          </p:cNvPr>
          <p:cNvSpPr>
            <a:spLocks xmlns:a="http://schemas.openxmlformats.org/drawingml/2006/main" noGrp="1"/>
          </p:cNvSpPr>
          <p:nvPr>
            <p:ph type="title" idx="0"/>
          </p:nvPr>
        </p:nvSpPr>
        <p:spPr>
          <a:xfrm xmlns:a="http://schemas.openxmlformats.org/drawingml/2006/main">
            <a:off x="785991" y="257810"/>
            <a:ext cx="12401193" cy="4051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C0BFC0-3268-453B-BB9E-9FC34392828F}"/>
              </a:ext>
            </a:extLst>
          </p:cNvPr>
          <p:cNvSpPr>
            <a:spLocks xmlns:a="http://schemas.openxmlformats.org/drawingml/2006/main" noGrp="1"/>
          </p:cNvSpPr>
          <p:nvPr>
            <p:ph type="body" idx="1"/>
          </p:nvPr>
        </p:nvSpPr>
        <p:spPr>
          <a:xfrm xmlns:a="http://schemas.openxmlformats.org/drawingml/2006/main">
            <a:off x="785991" y="920750"/>
            <a:ext cx="5763935" cy="206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88" b="0">
                <a:solidFill>
                  <a:schemeClr val="tx1"/>
                </a:solidFill>
                <a:latin typeface="+mn-lt"/>
                <a:ea typeface="+mn-lt"/>
                <a:cs typeface="+mn-lt"/>
              </a:defRPr>
            </a:defPPr>
            <a:lvl1pPr marL="110490" indent="-110490">
              <a:lnSpc>
                <a:spcPct val="110000"/>
              </a:lnSpc>
              <a:spcBef>
                <a:spcPts val="0"/>
              </a:spcBef>
              <a:spcAft>
                <a:spcPts val="580"/>
              </a:spcAft>
              <a:buChar char="•"/>
            </a:lvl1pPr>
            <a:lvl2pPr marL="257810" indent="-110490">
              <a:lnSpc>
                <a:spcPct val="110000"/>
              </a:lnSpc>
              <a:spcBef>
                <a:spcPts val="0"/>
              </a:spcBef>
              <a:spcAft>
                <a:spcPts val="580"/>
              </a:spcAft>
              <a:buChar char="•"/>
            </a:lvl2pPr>
            <a:lvl3pPr marL="405130" indent="-110490">
              <a:lnSpc>
                <a:spcPct val="110000"/>
              </a:lnSpc>
              <a:spcBef>
                <a:spcPts val="0"/>
              </a:spcBef>
              <a:spcAft>
                <a:spcPts val="580"/>
              </a:spcAft>
              <a:buChar char="•"/>
            </a:lvl3pPr>
            <a:lvl4pPr marL="552450" indent="-110490">
              <a:lnSpc>
                <a:spcPct val="110000"/>
              </a:lnSpc>
              <a:spcBef>
                <a:spcPts val="0"/>
              </a:spcBef>
              <a:spcAft>
                <a:spcPts val="580"/>
              </a:spcAft>
              <a:buChar char="•"/>
            </a:lvl4pPr>
            <a:lvl5pPr marL="699770" indent="-110490">
              <a:lnSpc>
                <a:spcPct val="110000"/>
              </a:lnSpc>
              <a:spcBef>
                <a:spcPts val="0"/>
              </a:spcBef>
              <a:spcAft>
                <a:spcPts val="580"/>
              </a:spcAft>
              <a:buChar char="•"/>
            </a:lvl5pPr>
            <a:lvl6pPr marL="847090" indent="-110490">
              <a:lnSpc>
                <a:spcPct val="110000"/>
              </a:lnSpc>
              <a:spcBef>
                <a:spcPts val="0"/>
              </a:spcBef>
              <a:spcAft>
                <a:spcPts val="580"/>
              </a:spcAft>
              <a:buChar char="•"/>
            </a:lvl6pPr>
            <a:lvl7pPr marL="994410" indent="-110490">
              <a:lnSpc>
                <a:spcPct val="110000"/>
              </a:lnSpc>
              <a:spcBef>
                <a:spcPts val="0"/>
              </a:spcBef>
              <a:spcAft>
                <a:spcPts val="580"/>
              </a:spcAft>
              <a:buChar char="•"/>
            </a:lvl7pPr>
            <a:lvl8pPr marL="1141730" indent="-110490">
              <a:lnSpc>
                <a:spcPct val="110000"/>
              </a:lnSpc>
              <a:spcBef>
                <a:spcPts val="0"/>
              </a:spcBef>
              <a:spcAft>
                <a:spcPts val="580"/>
              </a:spcAft>
              <a:buChar char="•"/>
            </a:lvl8pPr>
            <a:lvl9pPr marL="1289050" indent="-110490">
              <a:lnSpc>
                <a:spcPct val="110000"/>
              </a:lnSpc>
              <a:spcBef>
                <a:spcPts val="0"/>
              </a:spcBef>
              <a:spcAft>
                <a:spcPts val="58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7f06cbe4a4041" /><Relationship Type="http://schemas.openxmlformats.org/officeDocument/2006/relationships/slideLayout" Target="/ppt/slideLayouts/slideLayout1.xml" Id="R09bc61a8c9014152" /><Relationship Type="http://schemas.openxmlformats.org/officeDocument/2006/relationships/slideLayout" Target="/ppt/slideLayouts/slideLayout2.xml" Id="Rece9696eb62143f8" /><Relationship Type="http://schemas.openxmlformats.org/officeDocument/2006/relationships/slideLayout" Target="/ppt/slideLayouts/slideLayout3.xml" Id="R3175f3643e214aff" /><Relationship Type="http://schemas.openxmlformats.org/officeDocument/2006/relationships/slideLayout" Target="/ppt/slideLayouts/slideLayout4.xml" Id="Re139b7dfd9ae432d" /><Relationship Type="http://schemas.openxmlformats.org/officeDocument/2006/relationships/slideLayout" Target="/ppt/slideLayouts/slideLayout5.xml" Id="R7e1ecf966ba94dba" /><Relationship Type="http://schemas.openxmlformats.org/officeDocument/2006/relationships/slideLayout" Target="/ppt/slideLayouts/slideLayout6.xml" Id="R78483a8befb343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c61a8c9014152"/>
    <p:sldLayoutId xmlns:r="http://schemas.openxmlformats.org/officeDocument/2006/relationships" id="2147483650" r:id="Rece9696eb62143f8"/>
    <p:sldLayoutId xmlns:r="http://schemas.openxmlformats.org/officeDocument/2006/relationships" id="2147483651" r:id="R3175f3643e214aff"/>
    <p:sldLayoutId xmlns:r="http://schemas.openxmlformats.org/officeDocument/2006/relationships" id="2147483652" r:id="Re139b7dfd9ae432d"/>
    <p:sldLayoutId xmlns:r="http://schemas.openxmlformats.org/officeDocument/2006/relationships" id="2147483653" r:id="R7e1ecf966ba94dba"/>
    <p:sldLayoutId xmlns:r="http://schemas.openxmlformats.org/officeDocument/2006/relationships" id="2147483654" r:id="R78483a8befb343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7831a032c449b9" /><Relationship Type="http://schemas.openxmlformats.org/officeDocument/2006/relationships/notesSlide" Target="/ppt/notesSlides/notesSlide1.xml" Id="Rbe458e62c14d4c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2" name="pdf-path-3">
            <a:extLst xmlns:a="http://schemas.openxmlformats.org/drawingml/2006/main">
              <a:ext uri="{FF2B5EF4-FFF2-40B4-BE49-F238E27FC236}">
                <a16:creationId xmlns:a16="http://schemas.microsoft.com/office/drawing/2014/main" id="{B75887AB-DA35-413B-9912-F1267CB035FD}"/>
              </a:ext>
            </a:extLst>
          </p:cNvPr>
          <p:cNvSpPr>
            <a:spLocks xmlns:a="http://schemas.openxmlformats.org/drawingml/2006/main" noGrp="1"/>
          </p:cNvSpPr>
          <p:nvPr/>
        </p:nvSpPr>
        <p:spPr>
          <a:xfrm xmlns:a="http://schemas.openxmlformats.org/drawingml/2006/main">
            <a:off x="817276"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2" name="pdf-path-4">
            <a:extLst xmlns:a="http://schemas.openxmlformats.org/drawingml/2006/main">
              <a:ext uri="{FF2B5EF4-FFF2-40B4-BE49-F238E27FC236}">
                <a16:creationId xmlns:a16="http://schemas.microsoft.com/office/drawing/2014/main" id="{E0346B02-5482-452B-9683-892006799A21}"/>
              </a:ext>
            </a:extLst>
          </p:cNvPr>
          <p:cNvSpPr>
            <a:spLocks xmlns:a="http://schemas.openxmlformats.org/drawingml/2006/main" noGrp="1"/>
          </p:cNvSpPr>
          <p:nvPr/>
        </p:nvSpPr>
        <p:spPr>
          <a:xfrm xmlns:a="http://schemas.openxmlformats.org/drawingml/2006/main">
            <a:off x="812993" y="2657539"/>
            <a:ext cx="181833" cy="181822"/>
          </a:xfrm>
          <a:custGeom xmlns:a="http://schemas.openxmlformats.org/drawingml/2006/main">
            <a:pathLst>
              <a:path w="181833" h="181822">
                <a:moveTo>
                  <a:pt x="4284" y="4284"/>
                </a:moveTo>
                <a:lnTo>
                  <a:pt x="4284" y="8569"/>
                </a:lnTo>
                <a:lnTo>
                  <a:pt x="173265" y="8569"/>
                </a:lnTo>
                <a:lnTo>
                  <a:pt x="173265" y="173254"/>
                </a:lnTo>
                <a:lnTo>
                  <a:pt x="8568" y="173254"/>
                </a:lnTo>
                <a:lnTo>
                  <a:pt x="8568"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69"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69"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 name="pdf-path-5">
            <a:extLst xmlns:a="http://schemas.openxmlformats.org/drawingml/2006/main">
              <a:ext uri="{FF2B5EF4-FFF2-40B4-BE49-F238E27FC236}">
                <a16:creationId xmlns:a16="http://schemas.microsoft.com/office/drawing/2014/main" id="{94F81038-FE33-4142-8CA9-D6B2D3A6C21F}"/>
              </a:ext>
            </a:extLst>
          </p:cNvPr>
          <p:cNvSpPr>
            <a:spLocks xmlns:a="http://schemas.openxmlformats.org/drawingml/2006/main" noGrp="1"/>
          </p:cNvSpPr>
          <p:nvPr/>
        </p:nvSpPr>
        <p:spPr>
          <a:xfrm xmlns:a="http://schemas.openxmlformats.org/drawingml/2006/main">
            <a:off x="1041026"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4" name="pdf-path-6">
            <a:extLst xmlns:a="http://schemas.openxmlformats.org/drawingml/2006/main">
              <a:ext uri="{FF2B5EF4-FFF2-40B4-BE49-F238E27FC236}">
                <a16:creationId xmlns:a16="http://schemas.microsoft.com/office/drawing/2014/main" id="{EAFE5D77-4CCF-4D0D-8BA1-DA5362D4C909}"/>
              </a:ext>
            </a:extLst>
          </p:cNvPr>
          <p:cNvSpPr>
            <a:spLocks xmlns:a="http://schemas.openxmlformats.org/drawingml/2006/main" noGrp="1"/>
          </p:cNvSpPr>
          <p:nvPr/>
        </p:nvSpPr>
        <p:spPr>
          <a:xfrm xmlns:a="http://schemas.openxmlformats.org/drawingml/2006/main">
            <a:off x="1036737" y="2657539"/>
            <a:ext cx="181833" cy="181822"/>
          </a:xfrm>
          <a:custGeom xmlns:a="http://schemas.openxmlformats.org/drawingml/2006/main">
            <a:pathLst>
              <a:path w="181833" h="181822">
                <a:moveTo>
                  <a:pt x="4284" y="4284"/>
                </a:moveTo>
                <a:lnTo>
                  <a:pt x="4284" y="8569"/>
                </a:lnTo>
                <a:lnTo>
                  <a:pt x="173265" y="8569"/>
                </a:lnTo>
                <a:lnTo>
                  <a:pt x="173265" y="173254"/>
                </a:lnTo>
                <a:lnTo>
                  <a:pt x="8568" y="173254"/>
                </a:lnTo>
                <a:lnTo>
                  <a:pt x="8568"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69"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69"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5" name="pdf-path-7">
            <a:extLst xmlns:a="http://schemas.openxmlformats.org/drawingml/2006/main">
              <a:ext uri="{FF2B5EF4-FFF2-40B4-BE49-F238E27FC236}">
                <a16:creationId xmlns:a16="http://schemas.microsoft.com/office/drawing/2014/main" id="{8DE94C83-9387-4358-BA41-BD4083AF4EDA}"/>
              </a:ext>
            </a:extLst>
          </p:cNvPr>
          <p:cNvSpPr>
            <a:spLocks xmlns:a="http://schemas.openxmlformats.org/drawingml/2006/main" noGrp="1"/>
          </p:cNvSpPr>
          <p:nvPr/>
        </p:nvSpPr>
        <p:spPr>
          <a:xfrm xmlns:a="http://schemas.openxmlformats.org/drawingml/2006/main">
            <a:off x="1264765" y="2661826"/>
            <a:ext cx="173254" cy="173253"/>
          </a:xfrm>
          <a:custGeom xmlns:a="http://schemas.openxmlformats.org/drawingml/2006/main">
            <a:pathLst>
              <a:path w="173254" h="173253">
                <a:moveTo>
                  <a:pt x="0" y="0"/>
                </a:moveTo>
                <a:lnTo>
                  <a:pt x="173254" y="0"/>
                </a:lnTo>
                <a:lnTo>
                  <a:pt x="173254"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6" name="pdf-path-8">
            <a:extLst xmlns:a="http://schemas.openxmlformats.org/drawingml/2006/main">
              <a:ext uri="{FF2B5EF4-FFF2-40B4-BE49-F238E27FC236}">
                <a16:creationId xmlns:a16="http://schemas.microsoft.com/office/drawing/2014/main" id="{00B99AC6-E8BB-413E-A283-EDE9F15BE90B}"/>
              </a:ext>
            </a:extLst>
          </p:cNvPr>
          <p:cNvSpPr>
            <a:spLocks xmlns:a="http://schemas.openxmlformats.org/drawingml/2006/main" noGrp="1"/>
          </p:cNvSpPr>
          <p:nvPr/>
        </p:nvSpPr>
        <p:spPr>
          <a:xfrm xmlns:a="http://schemas.openxmlformats.org/drawingml/2006/main">
            <a:off x="1260487" y="2657539"/>
            <a:ext cx="181822" cy="181822"/>
          </a:xfrm>
          <a:custGeom xmlns:a="http://schemas.openxmlformats.org/drawingml/2006/main">
            <a:pathLst>
              <a:path w="181822" h="181822">
                <a:moveTo>
                  <a:pt x="4284" y="4284"/>
                </a:moveTo>
                <a:lnTo>
                  <a:pt x="4284" y="8569"/>
                </a:lnTo>
                <a:lnTo>
                  <a:pt x="173254" y="8569"/>
                </a:lnTo>
                <a:lnTo>
                  <a:pt x="173254" y="173254"/>
                </a:lnTo>
                <a:lnTo>
                  <a:pt x="8568" y="173254"/>
                </a:lnTo>
                <a:lnTo>
                  <a:pt x="8568"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7" name="pdf-path-9">
            <a:extLst xmlns:a="http://schemas.openxmlformats.org/drawingml/2006/main">
              <a:ext uri="{FF2B5EF4-FFF2-40B4-BE49-F238E27FC236}">
                <a16:creationId xmlns:a16="http://schemas.microsoft.com/office/drawing/2014/main" id="{2D9292BD-AF45-434A-8785-0F0426E4EC8B}"/>
              </a:ext>
            </a:extLst>
          </p:cNvPr>
          <p:cNvSpPr>
            <a:spLocks xmlns:a="http://schemas.openxmlformats.org/drawingml/2006/main" noGrp="1"/>
          </p:cNvSpPr>
          <p:nvPr/>
        </p:nvSpPr>
        <p:spPr>
          <a:xfrm xmlns:a="http://schemas.openxmlformats.org/drawingml/2006/main">
            <a:off x="1488515"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8" name="pdf-path-10">
            <a:extLst xmlns:a="http://schemas.openxmlformats.org/drawingml/2006/main">
              <a:ext uri="{FF2B5EF4-FFF2-40B4-BE49-F238E27FC236}">
                <a16:creationId xmlns:a16="http://schemas.microsoft.com/office/drawing/2014/main" id="{2693AD30-CEEA-42D5-86C6-9289B03C002F}"/>
              </a:ext>
            </a:extLst>
          </p:cNvPr>
          <p:cNvSpPr>
            <a:spLocks xmlns:a="http://schemas.openxmlformats.org/drawingml/2006/main" noGrp="1"/>
          </p:cNvSpPr>
          <p:nvPr/>
        </p:nvSpPr>
        <p:spPr>
          <a:xfrm xmlns:a="http://schemas.openxmlformats.org/drawingml/2006/main">
            <a:off x="1484231" y="2657539"/>
            <a:ext cx="181833" cy="181822"/>
          </a:xfrm>
          <a:custGeom xmlns:a="http://schemas.openxmlformats.org/drawingml/2006/main">
            <a:pathLst>
              <a:path w="181833" h="181822">
                <a:moveTo>
                  <a:pt x="4284" y="4284"/>
                </a:moveTo>
                <a:lnTo>
                  <a:pt x="4284" y="8569"/>
                </a:lnTo>
                <a:lnTo>
                  <a:pt x="173265" y="8569"/>
                </a:lnTo>
                <a:lnTo>
                  <a:pt x="173265" y="173254"/>
                </a:lnTo>
                <a:lnTo>
                  <a:pt x="8568" y="173254"/>
                </a:lnTo>
                <a:lnTo>
                  <a:pt x="8568"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69"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69"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9" name="pdf-path-11">
            <a:extLst xmlns:a="http://schemas.openxmlformats.org/drawingml/2006/main">
              <a:ext uri="{FF2B5EF4-FFF2-40B4-BE49-F238E27FC236}">
                <a16:creationId xmlns:a16="http://schemas.microsoft.com/office/drawing/2014/main" id="{1729016A-BDEB-4240-9B6A-0FE0053BC25A}"/>
              </a:ext>
            </a:extLst>
          </p:cNvPr>
          <p:cNvSpPr>
            <a:spLocks xmlns:a="http://schemas.openxmlformats.org/drawingml/2006/main" noGrp="1"/>
          </p:cNvSpPr>
          <p:nvPr/>
        </p:nvSpPr>
        <p:spPr>
          <a:xfrm xmlns:a="http://schemas.openxmlformats.org/drawingml/2006/main">
            <a:off x="1712254"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10" name="pdf-path-12">
            <a:extLst xmlns:a="http://schemas.openxmlformats.org/drawingml/2006/main">
              <a:ext uri="{FF2B5EF4-FFF2-40B4-BE49-F238E27FC236}">
                <a16:creationId xmlns:a16="http://schemas.microsoft.com/office/drawing/2014/main" id="{FBAA0E5B-7C93-4112-AB4A-AB51A46BC18B}"/>
              </a:ext>
            </a:extLst>
          </p:cNvPr>
          <p:cNvSpPr>
            <a:spLocks xmlns:a="http://schemas.openxmlformats.org/drawingml/2006/main" noGrp="1"/>
          </p:cNvSpPr>
          <p:nvPr/>
        </p:nvSpPr>
        <p:spPr>
          <a:xfrm xmlns:a="http://schemas.openxmlformats.org/drawingml/2006/main">
            <a:off x="1707975" y="2657539"/>
            <a:ext cx="181833" cy="181822"/>
          </a:xfrm>
          <a:custGeom xmlns:a="http://schemas.openxmlformats.org/drawingml/2006/main">
            <a:pathLst>
              <a:path w="181833" h="181822">
                <a:moveTo>
                  <a:pt x="4284" y="4284"/>
                </a:moveTo>
                <a:lnTo>
                  <a:pt x="4284" y="8569"/>
                </a:lnTo>
                <a:lnTo>
                  <a:pt x="173265" y="8569"/>
                </a:lnTo>
                <a:lnTo>
                  <a:pt x="173265" y="173254"/>
                </a:lnTo>
                <a:lnTo>
                  <a:pt x="8568" y="173254"/>
                </a:lnTo>
                <a:lnTo>
                  <a:pt x="8568"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69"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69"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1" name="pdf-path-13">
            <a:extLst xmlns:a="http://schemas.openxmlformats.org/drawingml/2006/main">
              <a:ext uri="{FF2B5EF4-FFF2-40B4-BE49-F238E27FC236}">
                <a16:creationId xmlns:a16="http://schemas.microsoft.com/office/drawing/2014/main" id="{3C50CA41-3A3C-40A1-A565-97B41886BA2A}"/>
              </a:ext>
            </a:extLst>
          </p:cNvPr>
          <p:cNvSpPr>
            <a:spLocks xmlns:a="http://schemas.openxmlformats.org/drawingml/2006/main" noGrp="1"/>
          </p:cNvSpPr>
          <p:nvPr/>
        </p:nvSpPr>
        <p:spPr>
          <a:xfrm xmlns:a="http://schemas.openxmlformats.org/drawingml/2006/main">
            <a:off x="1936004" y="2661826"/>
            <a:ext cx="173254" cy="173253"/>
          </a:xfrm>
          <a:custGeom xmlns:a="http://schemas.openxmlformats.org/drawingml/2006/main">
            <a:pathLst>
              <a:path w="173254" h="173253">
                <a:moveTo>
                  <a:pt x="0" y="0"/>
                </a:moveTo>
                <a:lnTo>
                  <a:pt x="173254" y="0"/>
                </a:lnTo>
                <a:lnTo>
                  <a:pt x="173254"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12" name="pdf-path-14">
            <a:extLst xmlns:a="http://schemas.openxmlformats.org/drawingml/2006/main">
              <a:ext uri="{FF2B5EF4-FFF2-40B4-BE49-F238E27FC236}">
                <a16:creationId xmlns:a16="http://schemas.microsoft.com/office/drawing/2014/main" id="{DBF2C08B-AFD6-4A7A-9212-BC403F6052CC}"/>
              </a:ext>
            </a:extLst>
          </p:cNvPr>
          <p:cNvSpPr>
            <a:spLocks xmlns:a="http://schemas.openxmlformats.org/drawingml/2006/main" noGrp="1"/>
          </p:cNvSpPr>
          <p:nvPr/>
        </p:nvSpPr>
        <p:spPr>
          <a:xfrm xmlns:a="http://schemas.openxmlformats.org/drawingml/2006/main">
            <a:off x="1931725" y="2657539"/>
            <a:ext cx="181822" cy="181822"/>
          </a:xfrm>
          <a:custGeom xmlns:a="http://schemas.openxmlformats.org/drawingml/2006/main">
            <a:pathLst>
              <a:path w="181822" h="181822">
                <a:moveTo>
                  <a:pt x="4284" y="4284"/>
                </a:moveTo>
                <a:lnTo>
                  <a:pt x="4284" y="8569"/>
                </a:lnTo>
                <a:lnTo>
                  <a:pt x="173254" y="8569"/>
                </a:lnTo>
                <a:lnTo>
                  <a:pt x="173254" y="173254"/>
                </a:lnTo>
                <a:lnTo>
                  <a:pt x="8568" y="173254"/>
                </a:lnTo>
                <a:lnTo>
                  <a:pt x="8568"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3" name="pdf-path-15">
            <a:extLst xmlns:a="http://schemas.openxmlformats.org/drawingml/2006/main">
              <a:ext uri="{FF2B5EF4-FFF2-40B4-BE49-F238E27FC236}">
                <a16:creationId xmlns:a16="http://schemas.microsoft.com/office/drawing/2014/main" id="{BC8DD7DB-CBE7-4DBE-A31A-86FC5071DA42}"/>
              </a:ext>
            </a:extLst>
          </p:cNvPr>
          <p:cNvSpPr>
            <a:spLocks xmlns:a="http://schemas.openxmlformats.org/drawingml/2006/main" noGrp="1"/>
          </p:cNvSpPr>
          <p:nvPr/>
        </p:nvSpPr>
        <p:spPr>
          <a:xfrm xmlns:a="http://schemas.openxmlformats.org/drawingml/2006/main">
            <a:off x="2159754"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14" name="pdf-path-16">
            <a:extLst xmlns:a="http://schemas.openxmlformats.org/drawingml/2006/main">
              <a:ext uri="{FF2B5EF4-FFF2-40B4-BE49-F238E27FC236}">
                <a16:creationId xmlns:a16="http://schemas.microsoft.com/office/drawing/2014/main" id="{8B9F47E7-956E-46B2-A6D9-78C65235EB1C}"/>
              </a:ext>
            </a:extLst>
          </p:cNvPr>
          <p:cNvSpPr>
            <a:spLocks xmlns:a="http://schemas.openxmlformats.org/drawingml/2006/main" noGrp="1"/>
          </p:cNvSpPr>
          <p:nvPr/>
        </p:nvSpPr>
        <p:spPr>
          <a:xfrm xmlns:a="http://schemas.openxmlformats.org/drawingml/2006/main">
            <a:off x="2155469" y="2657539"/>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7" y="181365"/>
                  <a:pt x="3153" y="181822"/>
                  <a:pt x="4284" y="181822"/>
                </a:cubicBezTo>
                <a:lnTo>
                  <a:pt x="177549" y="181822"/>
                </a:lnTo>
                <a:cubicBezTo>
                  <a:pt x="178669"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5" name="pdf-path-17">
            <a:extLst xmlns:a="http://schemas.openxmlformats.org/drawingml/2006/main">
              <a:ext uri="{FF2B5EF4-FFF2-40B4-BE49-F238E27FC236}">
                <a16:creationId xmlns:a16="http://schemas.microsoft.com/office/drawing/2014/main" id="{EA28877E-B0C4-41C4-8BAB-46B16926F7A2}"/>
              </a:ext>
            </a:extLst>
          </p:cNvPr>
          <p:cNvSpPr>
            <a:spLocks xmlns:a="http://schemas.openxmlformats.org/drawingml/2006/main" noGrp="1"/>
          </p:cNvSpPr>
          <p:nvPr/>
        </p:nvSpPr>
        <p:spPr>
          <a:xfrm xmlns:a="http://schemas.openxmlformats.org/drawingml/2006/main">
            <a:off x="2383493"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16" name="pdf-path-18">
            <a:extLst xmlns:a="http://schemas.openxmlformats.org/drawingml/2006/main">
              <a:ext uri="{FF2B5EF4-FFF2-40B4-BE49-F238E27FC236}">
                <a16:creationId xmlns:a16="http://schemas.microsoft.com/office/drawing/2014/main" id="{2C08B5FE-8AFE-4129-A0E4-06F44550A7B8}"/>
              </a:ext>
            </a:extLst>
          </p:cNvPr>
          <p:cNvSpPr>
            <a:spLocks xmlns:a="http://schemas.openxmlformats.org/drawingml/2006/main" noGrp="1"/>
          </p:cNvSpPr>
          <p:nvPr/>
        </p:nvSpPr>
        <p:spPr>
          <a:xfrm xmlns:a="http://schemas.openxmlformats.org/drawingml/2006/main">
            <a:off x="2379212" y="2657539"/>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7" y="181365"/>
                  <a:pt x="3153" y="181822"/>
                  <a:pt x="4284" y="181822"/>
                </a:cubicBezTo>
                <a:lnTo>
                  <a:pt x="177549" y="181822"/>
                </a:lnTo>
                <a:cubicBezTo>
                  <a:pt x="178669"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7" name="pdf-path-19">
            <a:extLst xmlns:a="http://schemas.openxmlformats.org/drawingml/2006/main">
              <a:ext uri="{FF2B5EF4-FFF2-40B4-BE49-F238E27FC236}">
                <a16:creationId xmlns:a16="http://schemas.microsoft.com/office/drawing/2014/main" id="{56D5E411-A4DB-40F9-91A2-6F7691B7402F}"/>
              </a:ext>
            </a:extLst>
          </p:cNvPr>
          <p:cNvSpPr>
            <a:spLocks xmlns:a="http://schemas.openxmlformats.org/drawingml/2006/main" noGrp="1"/>
          </p:cNvSpPr>
          <p:nvPr/>
        </p:nvSpPr>
        <p:spPr>
          <a:xfrm xmlns:a="http://schemas.openxmlformats.org/drawingml/2006/main">
            <a:off x="2607244" y="2661826"/>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18" name="pdf-path-20">
            <a:extLst xmlns:a="http://schemas.openxmlformats.org/drawingml/2006/main">
              <a:ext uri="{FF2B5EF4-FFF2-40B4-BE49-F238E27FC236}">
                <a16:creationId xmlns:a16="http://schemas.microsoft.com/office/drawing/2014/main" id="{573EE4C2-22CD-4589-ACBB-CAC4E34099A0}"/>
              </a:ext>
            </a:extLst>
          </p:cNvPr>
          <p:cNvSpPr>
            <a:spLocks xmlns:a="http://schemas.openxmlformats.org/drawingml/2006/main" noGrp="1"/>
          </p:cNvSpPr>
          <p:nvPr/>
        </p:nvSpPr>
        <p:spPr>
          <a:xfrm xmlns:a="http://schemas.openxmlformats.org/drawingml/2006/main">
            <a:off x="2602963" y="2657539"/>
            <a:ext cx="181822" cy="181822"/>
          </a:xfrm>
          <a:custGeom xmlns:a="http://schemas.openxmlformats.org/drawingml/2006/main">
            <a:pathLst>
              <a:path w="181822" h="181822">
                <a:moveTo>
                  <a:pt x="4284" y="4284"/>
                </a:moveTo>
                <a:lnTo>
                  <a:pt x="4284" y="8569"/>
                </a:lnTo>
                <a:lnTo>
                  <a:pt x="173254" y="8569"/>
                </a:lnTo>
                <a:lnTo>
                  <a:pt x="173254"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7"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9" name="pdf-path-21">
            <a:extLst xmlns:a="http://schemas.openxmlformats.org/drawingml/2006/main">
              <a:ext uri="{FF2B5EF4-FFF2-40B4-BE49-F238E27FC236}">
                <a16:creationId xmlns:a16="http://schemas.microsoft.com/office/drawing/2014/main" id="{0624740E-F3FE-413D-ADB1-1464C54D19EC}"/>
              </a:ext>
            </a:extLst>
          </p:cNvPr>
          <p:cNvSpPr>
            <a:spLocks xmlns:a="http://schemas.openxmlformats.org/drawingml/2006/main" noGrp="1"/>
          </p:cNvSpPr>
          <p:nvPr/>
        </p:nvSpPr>
        <p:spPr>
          <a:xfrm xmlns:a="http://schemas.openxmlformats.org/drawingml/2006/main">
            <a:off x="2830994"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20" name="pdf-path-22">
            <a:extLst xmlns:a="http://schemas.openxmlformats.org/drawingml/2006/main">
              <a:ext uri="{FF2B5EF4-FFF2-40B4-BE49-F238E27FC236}">
                <a16:creationId xmlns:a16="http://schemas.microsoft.com/office/drawing/2014/main" id="{48FB640C-8AF4-40D3-BC44-3E614BC16413}"/>
              </a:ext>
            </a:extLst>
          </p:cNvPr>
          <p:cNvSpPr>
            <a:spLocks xmlns:a="http://schemas.openxmlformats.org/drawingml/2006/main" noGrp="1"/>
          </p:cNvSpPr>
          <p:nvPr/>
        </p:nvSpPr>
        <p:spPr>
          <a:xfrm xmlns:a="http://schemas.openxmlformats.org/drawingml/2006/main">
            <a:off x="2826707" y="2657539"/>
            <a:ext cx="181822" cy="181822"/>
          </a:xfrm>
          <a:custGeom xmlns:a="http://schemas.openxmlformats.org/drawingml/2006/main">
            <a:pathLst>
              <a:path w="181822"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7" y="181365"/>
                  <a:pt x="3153" y="181822"/>
                  <a:pt x="4284" y="181822"/>
                </a:cubicBezTo>
                <a:lnTo>
                  <a:pt x="177549" y="181822"/>
                </a:lnTo>
                <a:cubicBezTo>
                  <a:pt x="178669" y="181822"/>
                  <a:pt x="179777" y="181365"/>
                  <a:pt x="180577" y="180565"/>
                </a:cubicBezTo>
                <a:cubicBezTo>
                  <a:pt x="181376" y="179766"/>
                  <a:pt x="181822" y="178669"/>
                  <a:pt x="181822" y="177538"/>
                </a:cubicBezTo>
                <a:lnTo>
                  <a:pt x="181822" y="4284"/>
                </a:lnTo>
                <a:cubicBezTo>
                  <a:pt x="181822"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1" name="pdf-path-23">
            <a:extLst xmlns:a="http://schemas.openxmlformats.org/drawingml/2006/main">
              <a:ext uri="{FF2B5EF4-FFF2-40B4-BE49-F238E27FC236}">
                <a16:creationId xmlns:a16="http://schemas.microsoft.com/office/drawing/2014/main" id="{CC51A8EE-71E3-41DE-A4F4-7EBB0315C632}"/>
              </a:ext>
            </a:extLst>
          </p:cNvPr>
          <p:cNvSpPr>
            <a:spLocks xmlns:a="http://schemas.openxmlformats.org/drawingml/2006/main" noGrp="1"/>
          </p:cNvSpPr>
          <p:nvPr/>
        </p:nvSpPr>
        <p:spPr>
          <a:xfrm xmlns:a="http://schemas.openxmlformats.org/drawingml/2006/main">
            <a:off x="3054733" y="266182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22" name="pdf-path-24">
            <a:extLst xmlns:a="http://schemas.openxmlformats.org/drawingml/2006/main">
              <a:ext uri="{FF2B5EF4-FFF2-40B4-BE49-F238E27FC236}">
                <a16:creationId xmlns:a16="http://schemas.microsoft.com/office/drawing/2014/main" id="{3EA339AE-5EE3-4DD3-AF40-069DED3E2473}"/>
              </a:ext>
            </a:extLst>
          </p:cNvPr>
          <p:cNvSpPr>
            <a:spLocks xmlns:a="http://schemas.openxmlformats.org/drawingml/2006/main" noGrp="1"/>
          </p:cNvSpPr>
          <p:nvPr/>
        </p:nvSpPr>
        <p:spPr>
          <a:xfrm xmlns:a="http://schemas.openxmlformats.org/drawingml/2006/main">
            <a:off x="3050451" y="2657539"/>
            <a:ext cx="181822" cy="181822"/>
          </a:xfrm>
          <a:custGeom xmlns:a="http://schemas.openxmlformats.org/drawingml/2006/main">
            <a:pathLst>
              <a:path w="181822" h="181822">
                <a:moveTo>
                  <a:pt x="4284" y="4284"/>
                </a:moveTo>
                <a:lnTo>
                  <a:pt x="4284" y="8569"/>
                </a:lnTo>
                <a:lnTo>
                  <a:pt x="173254" y="8569"/>
                </a:lnTo>
                <a:lnTo>
                  <a:pt x="173254"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7" y="181365"/>
                  <a:pt x="3153" y="181822"/>
                  <a:pt x="4284" y="181822"/>
                </a:cubicBezTo>
                <a:lnTo>
                  <a:pt x="177549" y="181822"/>
                </a:lnTo>
                <a:cubicBezTo>
                  <a:pt x="178669" y="181822"/>
                  <a:pt x="179777" y="181365"/>
                  <a:pt x="180577" y="180565"/>
                </a:cubicBezTo>
                <a:cubicBezTo>
                  <a:pt x="181376" y="179766"/>
                  <a:pt x="181822" y="178669"/>
                  <a:pt x="181822" y="177538"/>
                </a:cubicBezTo>
                <a:lnTo>
                  <a:pt x="181822" y="4284"/>
                </a:lnTo>
                <a:cubicBezTo>
                  <a:pt x="181822"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3" name="pdf-path-25">
            <a:extLst xmlns:a="http://schemas.openxmlformats.org/drawingml/2006/main">
              <a:ext uri="{FF2B5EF4-FFF2-40B4-BE49-F238E27FC236}">
                <a16:creationId xmlns:a16="http://schemas.microsoft.com/office/drawing/2014/main" id="{333F57C9-1CCB-4132-8D12-BF0CD9B95AA6}"/>
              </a:ext>
            </a:extLst>
          </p:cNvPr>
          <p:cNvSpPr>
            <a:spLocks xmlns:a="http://schemas.openxmlformats.org/drawingml/2006/main" noGrp="1"/>
          </p:cNvSpPr>
          <p:nvPr/>
        </p:nvSpPr>
        <p:spPr>
          <a:xfrm xmlns:a="http://schemas.openxmlformats.org/drawingml/2006/main">
            <a:off x="3278483" y="2661826"/>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24" name="pdf-path-26">
            <a:extLst xmlns:a="http://schemas.openxmlformats.org/drawingml/2006/main">
              <a:ext uri="{FF2B5EF4-FFF2-40B4-BE49-F238E27FC236}">
                <a16:creationId xmlns:a16="http://schemas.microsoft.com/office/drawing/2014/main" id="{B184DE70-7FD0-4636-BFA0-A2EB01BB5B57}"/>
              </a:ext>
            </a:extLst>
          </p:cNvPr>
          <p:cNvSpPr>
            <a:spLocks xmlns:a="http://schemas.openxmlformats.org/drawingml/2006/main" noGrp="1"/>
          </p:cNvSpPr>
          <p:nvPr/>
        </p:nvSpPr>
        <p:spPr>
          <a:xfrm xmlns:a="http://schemas.openxmlformats.org/drawingml/2006/main">
            <a:off x="3274201" y="2657539"/>
            <a:ext cx="181822" cy="181822"/>
          </a:xfrm>
          <a:custGeom xmlns:a="http://schemas.openxmlformats.org/drawingml/2006/main">
            <a:pathLst>
              <a:path w="181822" h="181822">
                <a:moveTo>
                  <a:pt x="4284" y="4284"/>
                </a:moveTo>
                <a:lnTo>
                  <a:pt x="4284" y="8569"/>
                </a:lnTo>
                <a:lnTo>
                  <a:pt x="173254" y="8569"/>
                </a:lnTo>
                <a:lnTo>
                  <a:pt x="173254"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7"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5" name="pdf-path-27">
            <a:extLst xmlns:a="http://schemas.openxmlformats.org/drawingml/2006/main">
              <a:ext uri="{FF2B5EF4-FFF2-40B4-BE49-F238E27FC236}">
                <a16:creationId xmlns:a16="http://schemas.microsoft.com/office/drawing/2014/main" id="{4CEBCD94-56F5-4FC0-A8B7-FA111F4CCF90}"/>
              </a:ext>
            </a:extLst>
          </p:cNvPr>
          <p:cNvSpPr>
            <a:spLocks xmlns:a="http://schemas.openxmlformats.org/drawingml/2006/main" noGrp="1"/>
          </p:cNvSpPr>
          <p:nvPr/>
        </p:nvSpPr>
        <p:spPr>
          <a:xfrm xmlns:a="http://schemas.openxmlformats.org/drawingml/2006/main">
            <a:off x="707989" y="2948594"/>
            <a:ext cx="2891673" cy="17137"/>
          </a:xfrm>
          <a:custGeom xmlns:a="http://schemas.openxmlformats.org/drawingml/2006/main">
            <a:pathLst>
              <a:path w="2891673" h="17137">
                <a:moveTo>
                  <a:pt x="0" y="17137"/>
                </a:moveTo>
                <a:lnTo>
                  <a:pt x="2891673" y="17137"/>
                </a:lnTo>
                <a:lnTo>
                  <a:pt x="2891673" y="0"/>
                </a:lnTo>
                <a:lnTo>
                  <a:pt x="0" y="0"/>
                </a:lnTo>
                <a:close/>
              </a:path>
            </a:pathLst>
          </a:custGeom>
          <a:solidFill xmlns:a="http://schemas.openxmlformats.org/drawingml/2006/main">
            <a:srgbClr val="595A5A"/>
          </a:solidFill>
          <a:ln xmlns:a="http://schemas.openxmlformats.org/drawingml/2006/main" w="0">
            <a:noFill/>
            <a:prstDash val="solid"/>
          </a:ln>
        </p:spPr>
      </p:sp>
      <p:sp>
        <p:nvSpPr>
          <p:cNvPr id="26" name="pdf-path-28">
            <a:extLst xmlns:a="http://schemas.openxmlformats.org/drawingml/2006/main">
              <a:ext uri="{FF2B5EF4-FFF2-40B4-BE49-F238E27FC236}">
                <a16:creationId xmlns:a16="http://schemas.microsoft.com/office/drawing/2014/main" id="{257AE716-DB53-4BB0-ABB5-CEAAB993CF7E}"/>
              </a:ext>
            </a:extLst>
          </p:cNvPr>
          <p:cNvSpPr>
            <a:spLocks xmlns:a="http://schemas.openxmlformats.org/drawingml/2006/main" noGrp="1"/>
          </p:cNvSpPr>
          <p:nvPr/>
        </p:nvSpPr>
        <p:spPr>
          <a:xfrm xmlns:a="http://schemas.openxmlformats.org/drawingml/2006/main">
            <a:off x="3599667" y="2928851"/>
            <a:ext cx="77767" cy="56620"/>
          </a:xfrm>
          <a:custGeom xmlns:a="http://schemas.openxmlformats.org/drawingml/2006/main">
            <a:pathLst>
              <a:path w="77767" h="56620">
                <a:moveTo>
                  <a:pt x="0" y="56620"/>
                </a:moveTo>
                <a:lnTo>
                  <a:pt x="77767" y="28310"/>
                </a:lnTo>
                <a:lnTo>
                  <a:pt x="0" y="0"/>
                </a:lnTo>
                <a:lnTo>
                  <a:pt x="0" y="56620"/>
                </a:lnTo>
              </a:path>
            </a:pathLst>
          </a:custGeom>
          <a:solidFill xmlns:a="http://schemas.openxmlformats.org/drawingml/2006/main">
            <a:srgbClr val="595A5A"/>
          </a:solidFill>
          <a:ln xmlns:a="http://schemas.openxmlformats.org/drawingml/2006/main" w="0">
            <a:noFill/>
            <a:prstDash val="solid"/>
          </a:ln>
        </p:spPr>
      </p:sp>
      <p:sp>
        <p:nvSpPr>
          <p:cNvPr id="27" name="pdf-path-29">
            <a:extLst xmlns:a="http://schemas.openxmlformats.org/drawingml/2006/main">
              <a:ext uri="{FF2B5EF4-FFF2-40B4-BE49-F238E27FC236}">
                <a16:creationId xmlns:a16="http://schemas.microsoft.com/office/drawing/2014/main" id="{1265779F-F03E-4247-99DC-6568D4A338D1}"/>
              </a:ext>
            </a:extLst>
          </p:cNvPr>
          <p:cNvSpPr>
            <a:spLocks xmlns:a="http://schemas.openxmlformats.org/drawingml/2006/main" noGrp="1"/>
          </p:cNvSpPr>
          <p:nvPr/>
        </p:nvSpPr>
        <p:spPr>
          <a:xfrm xmlns:a="http://schemas.openxmlformats.org/drawingml/2006/main">
            <a:off x="3591099" y="2916615"/>
            <a:ext cx="111390" cy="81091"/>
          </a:xfrm>
          <a:custGeom xmlns:a="http://schemas.openxmlformats.org/drawingml/2006/main">
            <a:pathLst>
              <a:path w="111390" h="81091">
                <a:moveTo>
                  <a:pt x="8568" y="68856"/>
                </a:moveTo>
                <a:lnTo>
                  <a:pt x="11504" y="76910"/>
                </a:lnTo>
                <a:lnTo>
                  <a:pt x="111390" y="40557"/>
                </a:lnTo>
                <a:lnTo>
                  <a:pt x="0" y="0"/>
                </a:lnTo>
                <a:lnTo>
                  <a:pt x="0" y="81091"/>
                </a:lnTo>
                <a:lnTo>
                  <a:pt x="11504" y="76910"/>
                </a:lnTo>
                <a:lnTo>
                  <a:pt x="8568" y="68856"/>
                </a:lnTo>
                <a:lnTo>
                  <a:pt x="17136" y="68856"/>
                </a:lnTo>
                <a:lnTo>
                  <a:pt x="17136" y="24471"/>
                </a:lnTo>
                <a:lnTo>
                  <a:pt x="61293" y="40546"/>
                </a:lnTo>
                <a:lnTo>
                  <a:pt x="5632" y="60802"/>
                </a:lnTo>
                <a:lnTo>
                  <a:pt x="8568" y="68856"/>
                </a:lnTo>
                <a:lnTo>
                  <a:pt x="17136" y="68856"/>
                </a:lnTo>
                <a:lnTo>
                  <a:pt x="8568" y="68856"/>
                </a:lnTo>
              </a:path>
            </a:pathLst>
          </a:custGeom>
          <a:solidFill xmlns:a="http://schemas.openxmlformats.org/drawingml/2006/main">
            <a:srgbClr val="595A5A"/>
          </a:solidFill>
          <a:ln xmlns:a="http://schemas.openxmlformats.org/drawingml/2006/main" w="0">
            <a:noFill/>
            <a:prstDash val="solid"/>
          </a:ln>
        </p:spPr>
      </p:sp>
      <p:sp>
        <p:nvSpPr>
          <p:cNvPr id="28" name="pdf-path-30">
            <a:extLst xmlns:a="http://schemas.openxmlformats.org/drawingml/2006/main">
              <a:ext uri="{FF2B5EF4-FFF2-40B4-BE49-F238E27FC236}">
                <a16:creationId xmlns:a16="http://schemas.microsoft.com/office/drawing/2014/main" id="{9E251E9C-8034-4B49-931E-644A7D265134}"/>
              </a:ext>
            </a:extLst>
          </p:cNvPr>
          <p:cNvSpPr>
            <a:spLocks xmlns:a="http://schemas.openxmlformats.org/drawingml/2006/main" noGrp="1"/>
          </p:cNvSpPr>
          <p:nvPr/>
        </p:nvSpPr>
        <p:spPr>
          <a:xfrm xmlns:a="http://schemas.openxmlformats.org/drawingml/2006/main">
            <a:off x="3627750" y="2894468"/>
            <a:ext cx="203220" cy="258801"/>
          </a:xfrm>
          <a:custGeom xmlns:a="http://schemas.openxmlformats.org/drawingml/2006/main">
            <a:pathLst>
              <a:path w="203220" h="258801">
                <a:moveTo>
                  <a:pt x="203220" y="258801"/>
                </a:moveTo>
                <a:lnTo>
                  <a:pt x="0" y="258801"/>
                </a:lnTo>
                <a:lnTo>
                  <a:pt x="0" y="89900"/>
                </a:lnTo>
                <a:lnTo>
                  <a:pt x="74739" y="62698"/>
                </a:lnTo>
                <a:lnTo>
                  <a:pt x="74728" y="62698"/>
                </a:lnTo>
                <a:lnTo>
                  <a:pt x="74739" y="62698"/>
                </a:lnTo>
                <a:lnTo>
                  <a:pt x="0" y="35496"/>
                </a:lnTo>
                <a:lnTo>
                  <a:pt x="0" y="0"/>
                </a:lnTo>
                <a:lnTo>
                  <a:pt x="203220" y="0"/>
                </a:lnTo>
                <a:lnTo>
                  <a:pt x="203220" y="258801"/>
                </a:lnTo>
              </a:path>
            </a:pathLst>
          </a:custGeom>
          <a:solidFill xmlns:a="http://schemas.openxmlformats.org/drawingml/2006/main">
            <a:srgbClr val="FFFFFF"/>
          </a:solidFill>
          <a:ln xmlns:a="http://schemas.openxmlformats.org/drawingml/2006/main" w="0">
            <a:noFill/>
            <a:prstDash val="solid"/>
          </a:ln>
        </p:spPr>
      </p:sp>
      <p:sp>
        <p:nvSpPr>
          <p:cNvPr id="29" name="pdf-path-31">
            <a:extLst xmlns:a="http://schemas.openxmlformats.org/drawingml/2006/main">
              <a:ext uri="{FF2B5EF4-FFF2-40B4-BE49-F238E27FC236}">
                <a16:creationId xmlns:a16="http://schemas.microsoft.com/office/drawing/2014/main" id="{311CF4F5-0A9B-43CB-82F9-C3C0F3A04D73}"/>
              </a:ext>
            </a:extLst>
          </p:cNvPr>
          <p:cNvSpPr>
            <a:spLocks xmlns:a="http://schemas.openxmlformats.org/drawingml/2006/main" noGrp="1"/>
          </p:cNvSpPr>
          <p:nvPr/>
        </p:nvSpPr>
        <p:spPr>
          <a:xfrm xmlns:a="http://schemas.openxmlformats.org/drawingml/2006/main">
            <a:off x="3702477" y="2957167"/>
            <a:ext cx="95" cy="95"/>
          </a:xfrm>
          <a:custGeom xmlns:a="http://schemas.openxmlformats.org/drawingml/2006/main">
            <a:pathLst>
              <a:path w="95" h="95">
                <a:moveTo>
                  <a:pt x="11" y="0"/>
                </a:moveTo>
                <a:lnTo>
                  <a:pt x="11" y="0"/>
                </a:lnTo>
                <a:lnTo>
                  <a:pt x="0" y="0"/>
                </a:lnTo>
                <a:lnTo>
                  <a:pt x="11" y="0"/>
                </a:lnTo>
              </a:path>
            </a:pathLst>
          </a:custGeom>
          <a:solidFill xmlns:a="http://schemas.openxmlformats.org/drawingml/2006/main">
            <a:srgbClr val="FFFFFF"/>
          </a:solidFill>
          <a:ln xmlns:a="http://schemas.openxmlformats.org/drawingml/2006/main" w="0">
            <a:noFill/>
            <a:prstDash val="solid"/>
          </a:ln>
        </p:spPr>
      </p:sp>
      <p:sp>
        <p:nvSpPr>
          <p:cNvPr id="30" name="pdf-path-32">
            <a:extLst xmlns:a="http://schemas.openxmlformats.org/drawingml/2006/main">
              <a:ext uri="{FF2B5EF4-FFF2-40B4-BE49-F238E27FC236}">
                <a16:creationId xmlns:a16="http://schemas.microsoft.com/office/drawing/2014/main" id="{F32A3CFA-8EB0-495F-B9A2-77D91DB5EC50}"/>
              </a:ext>
            </a:extLst>
          </p:cNvPr>
          <p:cNvSpPr>
            <a:spLocks xmlns:a="http://schemas.openxmlformats.org/drawingml/2006/main" noGrp="1"/>
          </p:cNvSpPr>
          <p:nvPr/>
        </p:nvSpPr>
        <p:spPr>
          <a:xfrm xmlns:a="http://schemas.openxmlformats.org/drawingml/2006/main">
            <a:off x="3627754" y="2948200"/>
            <a:ext cx="24631" cy="17925"/>
          </a:xfrm>
          <a:custGeom xmlns:a="http://schemas.openxmlformats.org/drawingml/2006/main">
            <a:pathLst>
              <a:path w="24631" h="17925">
                <a:moveTo>
                  <a:pt x="0" y="17925"/>
                </a:moveTo>
                <a:lnTo>
                  <a:pt x="0" y="0"/>
                </a:lnTo>
                <a:lnTo>
                  <a:pt x="24631" y="8968"/>
                </a:lnTo>
                <a:lnTo>
                  <a:pt x="0" y="17925"/>
                </a:lnTo>
              </a:path>
            </a:pathLst>
          </a:custGeom>
          <a:solidFill xmlns:a="http://schemas.openxmlformats.org/drawingml/2006/main">
            <a:srgbClr val="595A5A"/>
          </a:solidFill>
          <a:ln xmlns:a="http://schemas.openxmlformats.org/drawingml/2006/main" w="0">
            <a:noFill/>
            <a:prstDash val="solid"/>
          </a:ln>
        </p:spPr>
      </p:sp>
      <p:sp>
        <p:nvSpPr>
          <p:cNvPr id="31" name="pdf-path-33">
            <a:extLst xmlns:a="http://schemas.openxmlformats.org/drawingml/2006/main">
              <a:ext uri="{FF2B5EF4-FFF2-40B4-BE49-F238E27FC236}">
                <a16:creationId xmlns:a16="http://schemas.microsoft.com/office/drawing/2014/main" id="{3C9985D6-9D6E-4C71-8B2A-D8BAC99A8C30}"/>
              </a:ext>
            </a:extLst>
          </p:cNvPr>
          <p:cNvSpPr>
            <a:spLocks xmlns:a="http://schemas.openxmlformats.org/drawingml/2006/main" noGrp="1"/>
          </p:cNvSpPr>
          <p:nvPr/>
        </p:nvSpPr>
        <p:spPr>
          <a:xfrm xmlns:a="http://schemas.openxmlformats.org/drawingml/2006/main">
            <a:off x="3627754" y="2929962"/>
            <a:ext cx="74728" cy="54404"/>
          </a:xfrm>
          <a:custGeom xmlns:a="http://schemas.openxmlformats.org/drawingml/2006/main">
            <a:pathLst>
              <a:path w="74728" h="54404">
                <a:moveTo>
                  <a:pt x="0" y="54404"/>
                </a:moveTo>
                <a:lnTo>
                  <a:pt x="0" y="36170"/>
                </a:lnTo>
                <a:lnTo>
                  <a:pt x="24631" y="27202"/>
                </a:lnTo>
                <a:lnTo>
                  <a:pt x="0" y="18234"/>
                </a:lnTo>
                <a:lnTo>
                  <a:pt x="0" y="0"/>
                </a:lnTo>
                <a:lnTo>
                  <a:pt x="74717" y="27202"/>
                </a:lnTo>
                <a:lnTo>
                  <a:pt x="74728" y="27202"/>
                </a:lnTo>
                <a:lnTo>
                  <a:pt x="0" y="54404"/>
                </a:lnTo>
              </a:path>
            </a:pathLst>
          </a:custGeom>
          <a:solidFill xmlns:a="http://schemas.openxmlformats.org/drawingml/2006/main">
            <a:srgbClr val="595A5A"/>
          </a:solidFill>
          <a:ln xmlns:a="http://schemas.openxmlformats.org/drawingml/2006/main" w="0">
            <a:noFill/>
            <a:prstDash val="solid"/>
          </a:ln>
        </p:spPr>
      </p:sp>
      <p:sp>
        <p:nvSpPr>
          <p:cNvPr id="32" name="pdf-path-34">
            <a:extLst xmlns:a="http://schemas.openxmlformats.org/drawingml/2006/main">
              <a:ext uri="{FF2B5EF4-FFF2-40B4-BE49-F238E27FC236}">
                <a16:creationId xmlns:a16="http://schemas.microsoft.com/office/drawing/2014/main" id="{FE22A0CC-F4C5-4D60-A759-56D2EC29D85B}"/>
              </a:ext>
            </a:extLst>
          </p:cNvPr>
          <p:cNvSpPr>
            <a:spLocks xmlns:a="http://schemas.openxmlformats.org/drawingml/2006/main" noGrp="1"/>
          </p:cNvSpPr>
          <p:nvPr/>
        </p:nvSpPr>
        <p:spPr>
          <a:xfrm xmlns:a="http://schemas.openxmlformats.org/drawingml/2006/main">
            <a:off x="3707685" y="3013208"/>
            <a:ext cx="40454" cy="113001"/>
          </a:xfrm>
          <a:custGeom xmlns:a="http://schemas.openxmlformats.org/drawingml/2006/main">
            <a:pathLst>
              <a:path w="40454" h="113001">
                <a:moveTo>
                  <a:pt x="32252" y="99885"/>
                </a:moveTo>
                <a:cubicBezTo>
                  <a:pt x="30172" y="99885"/>
                  <a:pt x="28573" y="99554"/>
                  <a:pt x="27453" y="98868"/>
                </a:cubicBezTo>
                <a:cubicBezTo>
                  <a:pt x="26322" y="98194"/>
                  <a:pt x="25522" y="97280"/>
                  <a:pt x="25031" y="96138"/>
                </a:cubicBezTo>
                <a:cubicBezTo>
                  <a:pt x="24528" y="94984"/>
                  <a:pt x="24288" y="92414"/>
                  <a:pt x="24288" y="88403"/>
                </a:cubicBezTo>
                <a:lnTo>
                  <a:pt x="24288" y="39906"/>
                </a:lnTo>
                <a:lnTo>
                  <a:pt x="38421" y="39906"/>
                </a:lnTo>
                <a:lnTo>
                  <a:pt x="38421" y="28973"/>
                </a:lnTo>
                <a:lnTo>
                  <a:pt x="24288" y="28973"/>
                </a:lnTo>
                <a:lnTo>
                  <a:pt x="24288" y="0"/>
                </a:lnTo>
                <a:lnTo>
                  <a:pt x="10305" y="8431"/>
                </a:lnTo>
                <a:lnTo>
                  <a:pt x="10305" y="28973"/>
                </a:lnTo>
                <a:lnTo>
                  <a:pt x="0" y="28973"/>
                </a:lnTo>
                <a:lnTo>
                  <a:pt x="0" y="39906"/>
                </a:lnTo>
                <a:lnTo>
                  <a:pt x="10305" y="39906"/>
                </a:lnTo>
                <a:lnTo>
                  <a:pt x="10305" y="87626"/>
                </a:lnTo>
                <a:cubicBezTo>
                  <a:pt x="10305" y="96058"/>
                  <a:pt x="10876" y="101587"/>
                  <a:pt x="12018" y="104215"/>
                </a:cubicBezTo>
                <a:cubicBezTo>
                  <a:pt x="13173" y="106843"/>
                  <a:pt x="15149" y="108968"/>
                  <a:pt x="17959" y="110590"/>
                </a:cubicBezTo>
                <a:cubicBezTo>
                  <a:pt x="20770" y="112201"/>
                  <a:pt x="24723" y="113001"/>
                  <a:pt x="29829" y="113001"/>
                </a:cubicBezTo>
                <a:cubicBezTo>
                  <a:pt x="32960" y="113001"/>
                  <a:pt x="36501" y="112589"/>
                  <a:pt x="40454" y="111755"/>
                </a:cubicBezTo>
                <a:lnTo>
                  <a:pt x="38421" y="99337"/>
                </a:lnTo>
                <a:cubicBezTo>
                  <a:pt x="35873" y="99702"/>
                  <a:pt x="33817" y="99885"/>
                  <a:pt x="32252" y="99885"/>
                </a:cubicBezTo>
              </a:path>
            </a:pathLst>
          </a:custGeom>
          <a:solidFill xmlns:a="http://schemas.openxmlformats.org/drawingml/2006/main">
            <a:srgbClr val="030404"/>
          </a:solidFill>
          <a:ln xmlns:a="http://schemas.openxmlformats.org/drawingml/2006/main" w="0">
            <a:noFill/>
            <a:prstDash val="solid"/>
          </a:ln>
        </p:spPr>
      </p:sp>
      <p:sp>
        <p:nvSpPr>
          <p:cNvPr id="33" name="pdf-path-35">
            <a:extLst xmlns:a="http://schemas.openxmlformats.org/drawingml/2006/main">
              <a:ext uri="{FF2B5EF4-FFF2-40B4-BE49-F238E27FC236}">
                <a16:creationId xmlns:a16="http://schemas.microsoft.com/office/drawing/2014/main" id="{D000896D-7DD3-4978-9948-6BAE7EC35C36}"/>
              </a:ext>
            </a:extLst>
          </p:cNvPr>
          <p:cNvSpPr>
            <a:spLocks xmlns:a="http://schemas.openxmlformats.org/drawingml/2006/main" noGrp="1"/>
          </p:cNvSpPr>
          <p:nvPr/>
        </p:nvSpPr>
        <p:spPr>
          <a:xfrm xmlns:a="http://schemas.openxmlformats.org/drawingml/2006/main">
            <a:off x="869989" y="2965765"/>
            <a:ext cx="2466359" cy="159327"/>
          </a:xfrm>
          <a:custGeom xmlns:a="http://schemas.openxmlformats.org/drawingml/2006/main">
            <a:pathLst>
              <a:path w="2466359" h="159327">
                <a:moveTo>
                  <a:pt x="0" y="159327"/>
                </a:moveTo>
                <a:lnTo>
                  <a:pt x="2466359" y="159327"/>
                </a:lnTo>
                <a:lnTo>
                  <a:pt x="2466359" y="0"/>
                </a:lnTo>
                <a:lnTo>
                  <a:pt x="0" y="0"/>
                </a:lnTo>
                <a:close/>
              </a:path>
            </a:pathLst>
          </a:custGeom>
          <a:solidFill xmlns:a="http://schemas.openxmlformats.org/drawingml/2006/main">
            <a:srgbClr val="FFFFFF"/>
          </a:solidFill>
          <a:ln xmlns:a="http://schemas.openxmlformats.org/drawingml/2006/main" w="0">
            <a:noFill/>
            <a:prstDash val="solid"/>
          </a:ln>
        </p:spPr>
      </p:sp>
      <p:sp>
        <p:nvSpPr>
          <p:cNvPr id="34" name="pdf-path-36">
            <a:extLst xmlns:a="http://schemas.openxmlformats.org/drawingml/2006/main">
              <a:ext uri="{FF2B5EF4-FFF2-40B4-BE49-F238E27FC236}">
                <a16:creationId xmlns:a16="http://schemas.microsoft.com/office/drawing/2014/main" id="{B3E05EA0-C2A2-48B1-B387-D6791B7898DE}"/>
              </a:ext>
            </a:extLst>
          </p:cNvPr>
          <p:cNvSpPr>
            <a:spLocks xmlns:a="http://schemas.openxmlformats.org/drawingml/2006/main" noGrp="1"/>
          </p:cNvSpPr>
          <p:nvPr/>
        </p:nvSpPr>
        <p:spPr>
          <a:xfrm xmlns:a="http://schemas.openxmlformats.org/drawingml/2006/main">
            <a:off x="869989" y="2951804"/>
            <a:ext cx="2466359" cy="13927"/>
          </a:xfrm>
          <a:custGeom xmlns:a="http://schemas.openxmlformats.org/drawingml/2006/main">
            <a:pathLst>
              <a:path w="2466359" h="13927">
                <a:moveTo>
                  <a:pt x="0" y="13927"/>
                </a:moveTo>
                <a:lnTo>
                  <a:pt x="2466359" y="13927"/>
                </a:lnTo>
                <a:lnTo>
                  <a:pt x="2466359" y="0"/>
                </a:lnTo>
                <a:lnTo>
                  <a:pt x="0" y="0"/>
                </a:lnTo>
                <a:close/>
              </a:path>
            </a:pathLst>
          </a:custGeom>
          <a:solidFill xmlns:a="http://schemas.openxmlformats.org/drawingml/2006/main">
            <a:srgbClr val="595A5A"/>
          </a:solidFill>
          <a:ln xmlns:a="http://schemas.openxmlformats.org/drawingml/2006/main" w="0">
            <a:noFill/>
            <a:prstDash val="solid"/>
          </a:ln>
        </p:spPr>
      </p:sp>
      <p:sp>
        <p:nvSpPr>
          <p:cNvPr id="35" name="pdf-path-37">
            <a:extLst xmlns:a="http://schemas.openxmlformats.org/drawingml/2006/main">
              <a:ext uri="{FF2B5EF4-FFF2-40B4-BE49-F238E27FC236}">
                <a16:creationId xmlns:a16="http://schemas.microsoft.com/office/drawing/2014/main" id="{0E8D10F9-1B06-482E-BDF7-1AE6184185E0}"/>
              </a:ext>
            </a:extLst>
          </p:cNvPr>
          <p:cNvSpPr>
            <a:spLocks xmlns:a="http://schemas.openxmlformats.org/drawingml/2006/main" noGrp="1"/>
          </p:cNvSpPr>
          <p:nvPr/>
        </p:nvSpPr>
        <p:spPr>
          <a:xfrm xmlns:a="http://schemas.openxmlformats.org/drawingml/2006/main">
            <a:off x="954297" y="3047011"/>
            <a:ext cx="2329628"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30404"/>
                </a:solidFill>
                <a:latin typeface="Arial"/>
                <a:ea typeface="Arial"/>
                <a:cs typeface="Arial"/>
              </a:defRPr>
            </a:defPPr>
          </a:lstStyle>
          <a:p xmlns:a="http://schemas.openxmlformats.org/drawingml/2006/main">
            <a:pPr algn="l">
              <a:defRPr sz="1259" b="0" i="0">
                <a:solidFill>
                  <a:srgbClr val="030404"/>
                </a:solidFill>
                <a:latin typeface="Arial"/>
                <a:ea typeface="Arial"/>
                <a:cs typeface="Arial"/>
              </a:defRPr>
            </a:pPr>
            <a:r>
              <a:rPr sz="1259" b="0" i="0">
                <a:solidFill>
                  <a:srgbClr val="030404"/>
                </a:solidFill>
                <a:latin typeface="Arial"/>
                <a:ea typeface="Arial"/>
                <a:cs typeface="Arial"/>
              </a:rPr>
              <a:t>Step 1) Process input sequence</a:t>
            </a:r>
          </a:p>
        </p:txBody>
      </p:sp>
      <p:sp>
        <p:nvSpPr>
          <p:cNvPr id="36" name="pdf-path-38">
            <a:extLst xmlns:a="http://schemas.openxmlformats.org/drawingml/2006/main">
              <a:ext uri="{FF2B5EF4-FFF2-40B4-BE49-F238E27FC236}">
                <a16:creationId xmlns:a16="http://schemas.microsoft.com/office/drawing/2014/main" id="{0D528465-62FC-4583-953D-D2F4024B975C}"/>
              </a:ext>
            </a:extLst>
          </p:cNvPr>
          <p:cNvSpPr>
            <a:spLocks xmlns:a="http://schemas.openxmlformats.org/drawingml/2006/main" noGrp="1"/>
          </p:cNvSpPr>
          <p:nvPr/>
        </p:nvSpPr>
        <p:spPr>
          <a:xfrm xmlns:a="http://schemas.openxmlformats.org/drawingml/2006/main">
            <a:off x="817272" y="2371802"/>
            <a:ext cx="2640698" cy="173254"/>
          </a:xfrm>
          <a:custGeom xmlns:a="http://schemas.openxmlformats.org/drawingml/2006/main">
            <a:pathLst>
              <a:path w="2640698" h="173254">
                <a:moveTo>
                  <a:pt x="2640698" y="173254"/>
                </a:moveTo>
                <a:lnTo>
                  <a:pt x="0" y="173254"/>
                </a:lnTo>
                <a:cubicBezTo>
                  <a:pt x="0" y="125419"/>
                  <a:pt x="6466" y="86621"/>
                  <a:pt x="14441" y="86621"/>
                </a:cubicBezTo>
                <a:lnTo>
                  <a:pt x="1305908" y="86621"/>
                </a:lnTo>
                <a:cubicBezTo>
                  <a:pt x="1313883" y="86621"/>
                  <a:pt x="1320349" y="47835"/>
                  <a:pt x="1320349" y="0"/>
                </a:cubicBezTo>
                <a:cubicBezTo>
                  <a:pt x="1320349" y="47835"/>
                  <a:pt x="1326815" y="86621"/>
                  <a:pt x="1334790" y="86621"/>
                </a:cubicBezTo>
                <a:lnTo>
                  <a:pt x="2626258" y="86621"/>
                </a:lnTo>
                <a:cubicBezTo>
                  <a:pt x="2634232" y="86621"/>
                  <a:pt x="2640698" y="125419"/>
                  <a:pt x="2640698" y="173254"/>
                </a:cubicBezTo>
              </a:path>
            </a:pathLst>
          </a:custGeom>
          <a:solidFill xmlns:a="http://schemas.openxmlformats.org/drawingml/2006/main">
            <a:srgbClr val="FFFFFF"/>
          </a:solidFill>
          <a:ln xmlns:a="http://schemas.openxmlformats.org/drawingml/2006/main" w="0">
            <a:noFill/>
            <a:prstDash val="solid"/>
          </a:ln>
        </p:spPr>
      </p:sp>
      <p:sp>
        <p:nvSpPr>
          <p:cNvPr id="37" name="pdf-path-39">
            <a:extLst xmlns:a="http://schemas.openxmlformats.org/drawingml/2006/main">
              <a:ext uri="{FF2B5EF4-FFF2-40B4-BE49-F238E27FC236}">
                <a16:creationId xmlns:a16="http://schemas.microsoft.com/office/drawing/2014/main" id="{663BCF68-4C30-4BC9-A970-FF4F2279C338}"/>
              </a:ext>
            </a:extLst>
          </p:cNvPr>
          <p:cNvSpPr>
            <a:spLocks xmlns:a="http://schemas.openxmlformats.org/drawingml/2006/main" noGrp="1"/>
          </p:cNvSpPr>
          <p:nvPr/>
        </p:nvSpPr>
        <p:spPr>
          <a:xfrm xmlns:a="http://schemas.openxmlformats.org/drawingml/2006/main">
            <a:off x="808709" y="2363234"/>
            <a:ext cx="2657835" cy="181822"/>
          </a:xfrm>
          <a:custGeom xmlns:a="http://schemas.openxmlformats.org/drawingml/2006/main">
            <a:pathLst>
              <a:path w="2657835" h="181822">
                <a:moveTo>
                  <a:pt x="17137" y="181822"/>
                </a:moveTo>
                <a:cubicBezTo>
                  <a:pt x="17137" y="158299"/>
                  <a:pt x="18748" y="136980"/>
                  <a:pt x="21250" y="121969"/>
                </a:cubicBezTo>
                <a:cubicBezTo>
                  <a:pt x="22484" y="114497"/>
                  <a:pt x="23992" y="108556"/>
                  <a:pt x="25363" y="105141"/>
                </a:cubicBezTo>
                <a:cubicBezTo>
                  <a:pt x="26002" y="103438"/>
                  <a:pt x="26676" y="102410"/>
                  <a:pt x="26745" y="102364"/>
                </a:cubicBezTo>
                <a:lnTo>
                  <a:pt x="24529" y="100559"/>
                </a:lnTo>
                <a:lnTo>
                  <a:pt x="25991" y="102958"/>
                </a:lnTo>
                <a:lnTo>
                  <a:pt x="26745" y="102364"/>
                </a:lnTo>
                <a:lnTo>
                  <a:pt x="24529" y="100559"/>
                </a:lnTo>
                <a:lnTo>
                  <a:pt x="25991" y="102958"/>
                </a:lnTo>
                <a:lnTo>
                  <a:pt x="23009" y="98057"/>
                </a:lnTo>
                <a:lnTo>
                  <a:pt x="23009" y="103758"/>
                </a:lnTo>
                <a:cubicBezTo>
                  <a:pt x="24266" y="103769"/>
                  <a:pt x="25408" y="103324"/>
                  <a:pt x="25991" y="102958"/>
                </a:cubicBezTo>
                <a:lnTo>
                  <a:pt x="23009" y="98057"/>
                </a:lnTo>
                <a:lnTo>
                  <a:pt x="23009" y="103758"/>
                </a:lnTo>
                <a:lnTo>
                  <a:pt x="1314477" y="103758"/>
                </a:lnTo>
                <a:cubicBezTo>
                  <a:pt x="1316739" y="103769"/>
                  <a:pt x="1318864" y="103015"/>
                  <a:pt x="1320418" y="102056"/>
                </a:cubicBezTo>
                <a:cubicBezTo>
                  <a:pt x="1323342" y="100193"/>
                  <a:pt x="1324782" y="98000"/>
                  <a:pt x="1326073" y="95795"/>
                </a:cubicBezTo>
                <a:cubicBezTo>
                  <a:pt x="1328232" y="91888"/>
                  <a:pt x="1329683" y="87306"/>
                  <a:pt x="1331065" y="81651"/>
                </a:cubicBezTo>
                <a:cubicBezTo>
                  <a:pt x="1335052" y="64823"/>
                  <a:pt x="1337463" y="38524"/>
                  <a:pt x="1337486" y="8568"/>
                </a:cubicBezTo>
                <a:cubicBezTo>
                  <a:pt x="1337486" y="6307"/>
                  <a:pt x="1336572" y="4101"/>
                  <a:pt x="1334973" y="2513"/>
                </a:cubicBezTo>
                <a:cubicBezTo>
                  <a:pt x="1333373" y="914"/>
                  <a:pt x="1331168" y="0"/>
                  <a:pt x="1328918" y="0"/>
                </a:cubicBezTo>
                <a:cubicBezTo>
                  <a:pt x="1326656" y="0"/>
                  <a:pt x="1324451" y="914"/>
                  <a:pt x="1322851" y="2513"/>
                </a:cubicBezTo>
                <a:cubicBezTo>
                  <a:pt x="1321263" y="4101"/>
                  <a:pt x="1320349" y="6307"/>
                  <a:pt x="1320349" y="8568"/>
                </a:cubicBezTo>
                <a:cubicBezTo>
                  <a:pt x="1320349" y="32891"/>
                  <a:pt x="1321971" y="54872"/>
                  <a:pt x="1324690" y="71232"/>
                </a:cubicBezTo>
                <a:cubicBezTo>
                  <a:pt x="1326073" y="79435"/>
                  <a:pt x="1327672" y="86175"/>
                  <a:pt x="1329763" y="91522"/>
                </a:cubicBezTo>
                <a:cubicBezTo>
                  <a:pt x="1330837" y="94207"/>
                  <a:pt x="1331991" y="96583"/>
                  <a:pt x="1333796" y="98845"/>
                </a:cubicBezTo>
                <a:cubicBezTo>
                  <a:pt x="1334721" y="99965"/>
                  <a:pt x="1335841" y="101096"/>
                  <a:pt x="1337417" y="102056"/>
                </a:cubicBezTo>
                <a:cubicBezTo>
                  <a:pt x="1338971" y="103015"/>
                  <a:pt x="1341096" y="103769"/>
                  <a:pt x="1343347" y="103758"/>
                </a:cubicBezTo>
                <a:lnTo>
                  <a:pt x="2634826" y="103758"/>
                </a:lnTo>
                <a:lnTo>
                  <a:pt x="2634826" y="98057"/>
                </a:lnTo>
                <a:lnTo>
                  <a:pt x="2631844" y="102958"/>
                </a:lnTo>
                <a:cubicBezTo>
                  <a:pt x="2632415" y="103324"/>
                  <a:pt x="2633558" y="103769"/>
                  <a:pt x="2634826" y="103758"/>
                </a:cubicBezTo>
                <a:lnTo>
                  <a:pt x="2634826" y="98057"/>
                </a:lnTo>
                <a:lnTo>
                  <a:pt x="2631844" y="102958"/>
                </a:lnTo>
                <a:lnTo>
                  <a:pt x="2633375" y="100433"/>
                </a:lnTo>
                <a:lnTo>
                  <a:pt x="2631090" y="102353"/>
                </a:lnTo>
                <a:lnTo>
                  <a:pt x="2631844" y="102958"/>
                </a:lnTo>
                <a:lnTo>
                  <a:pt x="2633375" y="100433"/>
                </a:lnTo>
                <a:lnTo>
                  <a:pt x="2631090" y="102353"/>
                </a:lnTo>
                <a:cubicBezTo>
                  <a:pt x="2631227" y="102353"/>
                  <a:pt x="2632838" y="105346"/>
                  <a:pt x="2633992" y="109813"/>
                </a:cubicBezTo>
                <a:cubicBezTo>
                  <a:pt x="2637831" y="123500"/>
                  <a:pt x="2640733" y="150873"/>
                  <a:pt x="2640698" y="181822"/>
                </a:cubicBezTo>
                <a:lnTo>
                  <a:pt x="2657835" y="181822"/>
                </a:lnTo>
                <a:cubicBezTo>
                  <a:pt x="2657824" y="157499"/>
                  <a:pt x="2656201" y="135507"/>
                  <a:pt x="2653482" y="119158"/>
                </a:cubicBezTo>
                <a:cubicBezTo>
                  <a:pt x="2652111" y="110955"/>
                  <a:pt x="2650512" y="104204"/>
                  <a:pt x="2648421" y="98857"/>
                </a:cubicBezTo>
                <a:cubicBezTo>
                  <a:pt x="2647336" y="96172"/>
                  <a:pt x="2646193" y="93807"/>
                  <a:pt x="2644377" y="91545"/>
                </a:cubicBezTo>
                <a:cubicBezTo>
                  <a:pt x="2643451" y="90414"/>
                  <a:pt x="2642332" y="89294"/>
                  <a:pt x="2640755" y="88323"/>
                </a:cubicBezTo>
                <a:cubicBezTo>
                  <a:pt x="2639213" y="87364"/>
                  <a:pt x="2637088" y="86610"/>
                  <a:pt x="2634826" y="86621"/>
                </a:cubicBezTo>
                <a:lnTo>
                  <a:pt x="1343347" y="86621"/>
                </a:lnTo>
                <a:lnTo>
                  <a:pt x="1343347" y="92322"/>
                </a:lnTo>
                <a:lnTo>
                  <a:pt x="1346340" y="87421"/>
                </a:lnTo>
                <a:cubicBezTo>
                  <a:pt x="1345757" y="87055"/>
                  <a:pt x="1344615" y="86610"/>
                  <a:pt x="1343347" y="86621"/>
                </a:cubicBezTo>
                <a:lnTo>
                  <a:pt x="1343347" y="92322"/>
                </a:lnTo>
                <a:lnTo>
                  <a:pt x="1346340" y="87421"/>
                </a:lnTo>
                <a:lnTo>
                  <a:pt x="1344798" y="89946"/>
                </a:lnTo>
                <a:lnTo>
                  <a:pt x="1347083" y="88015"/>
                </a:lnTo>
                <a:lnTo>
                  <a:pt x="1346340" y="87421"/>
                </a:lnTo>
                <a:lnTo>
                  <a:pt x="1344798" y="89946"/>
                </a:lnTo>
                <a:lnTo>
                  <a:pt x="1347083" y="88015"/>
                </a:lnTo>
                <a:cubicBezTo>
                  <a:pt x="1346946" y="88026"/>
                  <a:pt x="1345346" y="85033"/>
                  <a:pt x="1344180" y="80566"/>
                </a:cubicBezTo>
                <a:cubicBezTo>
                  <a:pt x="1340342" y="66891"/>
                  <a:pt x="1337452" y="39518"/>
                  <a:pt x="1337486" y="8568"/>
                </a:cubicBezTo>
                <a:cubicBezTo>
                  <a:pt x="1337486" y="6307"/>
                  <a:pt x="1336572" y="4101"/>
                  <a:pt x="1334973" y="2513"/>
                </a:cubicBezTo>
                <a:cubicBezTo>
                  <a:pt x="1333373" y="914"/>
                  <a:pt x="1331168" y="0"/>
                  <a:pt x="1328918" y="0"/>
                </a:cubicBezTo>
                <a:cubicBezTo>
                  <a:pt x="1326656" y="0"/>
                  <a:pt x="1324451" y="914"/>
                  <a:pt x="1322851" y="2513"/>
                </a:cubicBezTo>
                <a:cubicBezTo>
                  <a:pt x="1321263" y="4101"/>
                  <a:pt x="1320349" y="6307"/>
                  <a:pt x="1320349" y="8568"/>
                </a:cubicBezTo>
                <a:cubicBezTo>
                  <a:pt x="1320349" y="32092"/>
                  <a:pt x="1318738" y="53410"/>
                  <a:pt x="1316236" y="68410"/>
                </a:cubicBezTo>
                <a:cubicBezTo>
                  <a:pt x="1315002" y="75882"/>
                  <a:pt x="1313483" y="81823"/>
                  <a:pt x="1312123" y="85239"/>
                </a:cubicBezTo>
                <a:cubicBezTo>
                  <a:pt x="1311472" y="86941"/>
                  <a:pt x="1310810" y="87969"/>
                  <a:pt x="1310741" y="88015"/>
                </a:cubicBezTo>
                <a:lnTo>
                  <a:pt x="1312958" y="89820"/>
                </a:lnTo>
                <a:lnTo>
                  <a:pt x="1311495" y="87421"/>
                </a:lnTo>
                <a:lnTo>
                  <a:pt x="1310741" y="88015"/>
                </a:lnTo>
                <a:lnTo>
                  <a:pt x="1312958" y="89820"/>
                </a:lnTo>
                <a:lnTo>
                  <a:pt x="1311495" y="87421"/>
                </a:lnTo>
                <a:lnTo>
                  <a:pt x="1314477" y="92322"/>
                </a:lnTo>
                <a:lnTo>
                  <a:pt x="1314477" y="86621"/>
                </a:lnTo>
                <a:cubicBezTo>
                  <a:pt x="1313220" y="86610"/>
                  <a:pt x="1312078" y="87055"/>
                  <a:pt x="1311495" y="87421"/>
                </a:cubicBezTo>
                <a:lnTo>
                  <a:pt x="1314477" y="92322"/>
                </a:lnTo>
                <a:lnTo>
                  <a:pt x="1314477" y="86621"/>
                </a:lnTo>
                <a:lnTo>
                  <a:pt x="23009" y="86621"/>
                </a:lnTo>
                <a:cubicBezTo>
                  <a:pt x="20747" y="86610"/>
                  <a:pt x="18622" y="87364"/>
                  <a:pt x="17068" y="88323"/>
                </a:cubicBezTo>
                <a:cubicBezTo>
                  <a:pt x="14144" y="90185"/>
                  <a:pt x="12693" y="92379"/>
                  <a:pt x="11402" y="94584"/>
                </a:cubicBezTo>
                <a:cubicBezTo>
                  <a:pt x="9254" y="98491"/>
                  <a:pt x="7792" y="103072"/>
                  <a:pt x="6421" y="108739"/>
                </a:cubicBezTo>
                <a:cubicBezTo>
                  <a:pt x="2433" y="125556"/>
                  <a:pt x="23" y="151867"/>
                  <a:pt x="0" y="181822"/>
                </a:cubicBezTo>
                <a:lnTo>
                  <a:pt x="17137" y="181822"/>
                </a:lnTo>
              </a:path>
            </a:pathLst>
          </a:custGeom>
          <a:solidFill xmlns:a="http://schemas.openxmlformats.org/drawingml/2006/main">
            <a:srgbClr val="666767"/>
          </a:solidFill>
          <a:ln xmlns:a="http://schemas.openxmlformats.org/drawingml/2006/main" w="0">
            <a:noFill/>
            <a:prstDash val="solid"/>
          </a:ln>
        </p:spPr>
      </p:sp>
      <p:sp>
        <p:nvSpPr>
          <p:cNvPr id="38" name="pdf-path-40">
            <a:extLst xmlns:a="http://schemas.openxmlformats.org/drawingml/2006/main">
              <a:ext uri="{FF2B5EF4-FFF2-40B4-BE49-F238E27FC236}">
                <a16:creationId xmlns:a16="http://schemas.microsoft.com/office/drawing/2014/main" id="{348D53FF-3124-4844-9FA5-DAAC07D30CD8}"/>
              </a:ext>
            </a:extLst>
          </p:cNvPr>
          <p:cNvSpPr>
            <a:spLocks xmlns:a="http://schemas.openxmlformats.org/drawingml/2006/main" noGrp="1"/>
          </p:cNvSpPr>
          <p:nvPr/>
        </p:nvSpPr>
        <p:spPr>
          <a:xfrm xmlns:a="http://schemas.openxmlformats.org/drawingml/2006/main">
            <a:off x="1503162" y="1982086"/>
            <a:ext cx="1268938" cy="277423"/>
          </a:xfrm>
          <a:custGeom xmlns:a="http://schemas.openxmlformats.org/drawingml/2006/main">
            <a:pathLst>
              <a:path w="1268938" h="277423">
                <a:moveTo>
                  <a:pt x="0" y="0"/>
                </a:moveTo>
                <a:lnTo>
                  <a:pt x="1268938" y="0"/>
                </a:lnTo>
                <a:lnTo>
                  <a:pt x="1268938" y="277423"/>
                </a:lnTo>
                <a:lnTo>
                  <a:pt x="0" y="277423"/>
                </a:lnTo>
                <a:close/>
              </a:path>
            </a:pathLst>
          </a:custGeom>
          <a:solidFill xmlns:a="http://schemas.openxmlformats.org/drawingml/2006/main">
            <a:srgbClr val="B6D8A9"/>
          </a:solidFill>
          <a:ln xmlns:a="http://schemas.openxmlformats.org/drawingml/2006/main" w="0">
            <a:noFill/>
            <a:prstDash val="solid"/>
          </a:ln>
        </p:spPr>
      </p:sp>
      <p:sp>
        <p:nvSpPr>
          <p:cNvPr id="39" name="pdf-path-41">
            <a:extLst xmlns:a="http://schemas.openxmlformats.org/drawingml/2006/main">
              <a:ext uri="{FF2B5EF4-FFF2-40B4-BE49-F238E27FC236}">
                <a16:creationId xmlns:a16="http://schemas.microsoft.com/office/drawing/2014/main" id="{6964F008-17F9-4F07-9246-9EF375396DCE}"/>
              </a:ext>
            </a:extLst>
          </p:cNvPr>
          <p:cNvSpPr>
            <a:spLocks xmlns:a="http://schemas.openxmlformats.org/drawingml/2006/main" noGrp="1"/>
          </p:cNvSpPr>
          <p:nvPr/>
        </p:nvSpPr>
        <p:spPr>
          <a:xfrm xmlns:a="http://schemas.openxmlformats.org/drawingml/2006/main">
            <a:off x="1498874" y="1977800"/>
            <a:ext cx="1277507" cy="285992"/>
          </a:xfrm>
          <a:custGeom xmlns:a="http://schemas.openxmlformats.org/drawingml/2006/main">
            <a:pathLst>
              <a:path w="1277507" h="285992">
                <a:moveTo>
                  <a:pt x="4284" y="4284"/>
                </a:moveTo>
                <a:lnTo>
                  <a:pt x="4284" y="8569"/>
                </a:lnTo>
                <a:lnTo>
                  <a:pt x="1268938" y="8569"/>
                </a:lnTo>
                <a:lnTo>
                  <a:pt x="1268938" y="277423"/>
                </a:lnTo>
                <a:lnTo>
                  <a:pt x="8568" y="277423"/>
                </a:lnTo>
                <a:lnTo>
                  <a:pt x="8568" y="4284"/>
                </a:lnTo>
                <a:lnTo>
                  <a:pt x="4284" y="4284"/>
                </a:lnTo>
                <a:lnTo>
                  <a:pt x="4284" y="8569"/>
                </a:lnTo>
                <a:lnTo>
                  <a:pt x="4284" y="4284"/>
                </a:lnTo>
                <a:lnTo>
                  <a:pt x="0" y="4284"/>
                </a:lnTo>
                <a:lnTo>
                  <a:pt x="0" y="281707"/>
                </a:lnTo>
                <a:cubicBezTo>
                  <a:pt x="0" y="282838"/>
                  <a:pt x="457" y="283946"/>
                  <a:pt x="1257" y="284735"/>
                </a:cubicBezTo>
                <a:cubicBezTo>
                  <a:pt x="2056" y="285535"/>
                  <a:pt x="3153" y="285992"/>
                  <a:pt x="4284" y="285992"/>
                </a:cubicBezTo>
                <a:lnTo>
                  <a:pt x="1273223" y="285992"/>
                </a:lnTo>
                <a:cubicBezTo>
                  <a:pt x="1274354" y="285992"/>
                  <a:pt x="1275450" y="285535"/>
                  <a:pt x="1276250" y="284735"/>
                </a:cubicBezTo>
                <a:cubicBezTo>
                  <a:pt x="1277050" y="283946"/>
                  <a:pt x="1277507" y="282838"/>
                  <a:pt x="1277507" y="281707"/>
                </a:cubicBezTo>
                <a:lnTo>
                  <a:pt x="1277507" y="4284"/>
                </a:lnTo>
                <a:cubicBezTo>
                  <a:pt x="1277507" y="3153"/>
                  <a:pt x="1277050" y="2057"/>
                  <a:pt x="1276250" y="1257"/>
                </a:cubicBezTo>
                <a:cubicBezTo>
                  <a:pt x="1275450" y="457"/>
                  <a:pt x="1274354" y="0"/>
                  <a:pt x="1273223"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387739"/>
          </a:solidFill>
          <a:ln xmlns:a="http://schemas.openxmlformats.org/drawingml/2006/main" w="0">
            <a:noFill/>
            <a:prstDash val="solid"/>
          </a:ln>
        </p:spPr>
      </p:sp>
      <p:sp>
        <p:nvSpPr>
          <p:cNvPr id="40" name="pdf-path-42">
            <a:extLst xmlns:a="http://schemas.openxmlformats.org/drawingml/2006/main">
              <a:ext uri="{FF2B5EF4-FFF2-40B4-BE49-F238E27FC236}">
                <a16:creationId xmlns:a16="http://schemas.microsoft.com/office/drawing/2014/main" id="{936CA4EE-9B91-4C16-A483-A283101660AF}"/>
              </a:ext>
            </a:extLst>
          </p:cNvPr>
          <p:cNvSpPr>
            <a:spLocks xmlns:a="http://schemas.openxmlformats.org/drawingml/2006/main" noGrp="1"/>
          </p:cNvSpPr>
          <p:nvPr/>
        </p:nvSpPr>
        <p:spPr>
          <a:xfrm xmlns:a="http://schemas.openxmlformats.org/drawingml/2006/main">
            <a:off x="1840010" y="2046548"/>
            <a:ext cx="661469"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30404"/>
                </a:solidFill>
                <a:latin typeface="Arial"/>
                <a:ea typeface="Arial"/>
                <a:cs typeface="Arial"/>
              </a:defRPr>
            </a:defPPr>
          </a:lstStyle>
          <a:p xmlns:a="http://schemas.openxmlformats.org/drawingml/2006/main">
            <a:pPr algn="l">
              <a:defRPr sz="1259" b="0" i="0">
                <a:solidFill>
                  <a:srgbClr val="030404"/>
                </a:solidFill>
                <a:latin typeface="Arial"/>
                <a:ea typeface="Arial"/>
                <a:cs typeface="Arial"/>
              </a:defRPr>
            </a:pPr>
            <a:r>
              <a:rPr sz="1259" b="0" i="0">
                <a:solidFill>
                  <a:srgbClr val="030404"/>
                </a:solidFill>
                <a:latin typeface="Arial"/>
                <a:ea typeface="Arial"/>
                <a:cs typeface="Arial"/>
              </a:rPr>
              <a:t>Encoder</a:t>
            </a:r>
          </a:p>
        </p:txBody>
      </p:sp>
      <p:sp>
        <p:nvSpPr>
          <p:cNvPr id="41" name="pdf-path-43">
            <a:extLst xmlns:a="http://schemas.openxmlformats.org/drawingml/2006/main">
              <a:ext uri="{FF2B5EF4-FFF2-40B4-BE49-F238E27FC236}">
                <a16:creationId xmlns:a16="http://schemas.microsoft.com/office/drawing/2014/main" id="{9B524773-F235-4524-85F1-B47739D08D82}"/>
              </a:ext>
            </a:extLst>
          </p:cNvPr>
          <p:cNvSpPr>
            <a:spLocks xmlns:a="http://schemas.openxmlformats.org/drawingml/2006/main" noGrp="1"/>
          </p:cNvSpPr>
          <p:nvPr/>
        </p:nvSpPr>
        <p:spPr>
          <a:xfrm xmlns:a="http://schemas.openxmlformats.org/drawingml/2006/main">
            <a:off x="3599679" y="1561115"/>
            <a:ext cx="102821" cy="95"/>
          </a:xfrm>
          <a:custGeom xmlns:a="http://schemas.openxmlformats.org/drawingml/2006/main">
            <a:pathLst>
              <a:path w="102821" h="95">
                <a:moveTo>
                  <a:pt x="102821" y="0"/>
                </a:moveTo>
                <a:lnTo>
                  <a:pt x="0" y="0"/>
                </a:lnTo>
                <a:lnTo>
                  <a:pt x="102821" y="0"/>
                </a:lnTo>
              </a:path>
            </a:pathLst>
          </a:custGeom>
          <a:solidFill xmlns:a="http://schemas.openxmlformats.org/drawingml/2006/main">
            <a:srgbClr val="FFFFFF"/>
          </a:solidFill>
          <a:ln xmlns:a="http://schemas.openxmlformats.org/drawingml/2006/main" w="0">
            <a:noFill/>
            <a:prstDash val="solid"/>
          </a:ln>
        </p:spPr>
      </p:sp>
      <p:sp>
        <p:nvSpPr>
          <p:cNvPr id="42" name="pdf-path-44">
            <a:extLst xmlns:a="http://schemas.openxmlformats.org/drawingml/2006/main">
              <a:ext uri="{FF2B5EF4-FFF2-40B4-BE49-F238E27FC236}">
                <a16:creationId xmlns:a16="http://schemas.microsoft.com/office/drawing/2014/main" id="{52D0921C-C3EC-4E7A-97D0-FB2486467C8E}"/>
              </a:ext>
            </a:extLst>
          </p:cNvPr>
          <p:cNvSpPr>
            <a:spLocks xmlns:a="http://schemas.openxmlformats.org/drawingml/2006/main" noGrp="1"/>
          </p:cNvSpPr>
          <p:nvPr/>
        </p:nvSpPr>
        <p:spPr>
          <a:xfrm xmlns:a="http://schemas.openxmlformats.org/drawingml/2006/main">
            <a:off x="708000" y="1552545"/>
            <a:ext cx="2891673" cy="17137"/>
          </a:xfrm>
          <a:custGeom xmlns:a="http://schemas.openxmlformats.org/drawingml/2006/main">
            <a:pathLst>
              <a:path w="2891673" h="17137">
                <a:moveTo>
                  <a:pt x="0" y="17137"/>
                </a:moveTo>
                <a:lnTo>
                  <a:pt x="2891673" y="17137"/>
                </a:lnTo>
                <a:lnTo>
                  <a:pt x="2891673" y="0"/>
                </a:lnTo>
                <a:lnTo>
                  <a:pt x="0" y="0"/>
                </a:lnTo>
                <a:close/>
              </a:path>
            </a:pathLst>
          </a:custGeom>
          <a:solidFill xmlns:a="http://schemas.openxmlformats.org/drawingml/2006/main">
            <a:srgbClr val="595A5A"/>
          </a:solidFill>
          <a:ln xmlns:a="http://schemas.openxmlformats.org/drawingml/2006/main" w="0">
            <a:noFill/>
            <a:prstDash val="solid"/>
          </a:ln>
        </p:spPr>
      </p:sp>
      <p:sp>
        <p:nvSpPr>
          <p:cNvPr id="43" name="pdf-path-45">
            <a:extLst xmlns:a="http://schemas.openxmlformats.org/drawingml/2006/main">
              <a:ext uri="{FF2B5EF4-FFF2-40B4-BE49-F238E27FC236}">
                <a16:creationId xmlns:a16="http://schemas.microsoft.com/office/drawing/2014/main" id="{D3B94F6B-FD3A-4C84-99A5-C84739B02178}"/>
              </a:ext>
            </a:extLst>
          </p:cNvPr>
          <p:cNvSpPr>
            <a:spLocks xmlns:a="http://schemas.openxmlformats.org/drawingml/2006/main" noGrp="1"/>
          </p:cNvSpPr>
          <p:nvPr/>
        </p:nvSpPr>
        <p:spPr>
          <a:xfrm xmlns:a="http://schemas.openxmlformats.org/drawingml/2006/main">
            <a:off x="3599679" y="1532812"/>
            <a:ext cx="77767" cy="56609"/>
          </a:xfrm>
          <a:custGeom xmlns:a="http://schemas.openxmlformats.org/drawingml/2006/main">
            <a:pathLst>
              <a:path w="77767" h="56609">
                <a:moveTo>
                  <a:pt x="0" y="56609"/>
                </a:moveTo>
                <a:lnTo>
                  <a:pt x="77767"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44" name="pdf-path-46">
            <a:extLst xmlns:a="http://schemas.openxmlformats.org/drawingml/2006/main">
              <a:ext uri="{FF2B5EF4-FFF2-40B4-BE49-F238E27FC236}">
                <a16:creationId xmlns:a16="http://schemas.microsoft.com/office/drawing/2014/main" id="{A521B212-A4AD-496A-BCB8-30E9D70BD6BA}"/>
              </a:ext>
            </a:extLst>
          </p:cNvPr>
          <p:cNvSpPr>
            <a:spLocks xmlns:a="http://schemas.openxmlformats.org/drawingml/2006/main" noGrp="1"/>
          </p:cNvSpPr>
          <p:nvPr/>
        </p:nvSpPr>
        <p:spPr>
          <a:xfrm xmlns:a="http://schemas.openxmlformats.org/drawingml/2006/main">
            <a:off x="3591110" y="1520576"/>
            <a:ext cx="111390" cy="81080"/>
          </a:xfrm>
          <a:custGeom xmlns:a="http://schemas.openxmlformats.org/drawingml/2006/main">
            <a:pathLst>
              <a:path w="111390" h="81080">
                <a:moveTo>
                  <a:pt x="8568" y="68844"/>
                </a:moveTo>
                <a:lnTo>
                  <a:pt x="11504" y="76899"/>
                </a:lnTo>
                <a:lnTo>
                  <a:pt x="111390" y="40534"/>
                </a:lnTo>
                <a:lnTo>
                  <a:pt x="0" y="0"/>
                </a:lnTo>
                <a:lnTo>
                  <a:pt x="0" y="81080"/>
                </a:lnTo>
                <a:lnTo>
                  <a:pt x="11504" y="76899"/>
                </a:lnTo>
                <a:lnTo>
                  <a:pt x="8568" y="68844"/>
                </a:lnTo>
                <a:lnTo>
                  <a:pt x="17136" y="68844"/>
                </a:lnTo>
                <a:lnTo>
                  <a:pt x="17136" y="24471"/>
                </a:lnTo>
                <a:lnTo>
                  <a:pt x="61281" y="40534"/>
                </a:lnTo>
                <a:lnTo>
                  <a:pt x="5632" y="60790"/>
                </a:lnTo>
                <a:lnTo>
                  <a:pt x="8568" y="68844"/>
                </a:lnTo>
                <a:lnTo>
                  <a:pt x="17136" y="68844"/>
                </a:lnTo>
                <a:lnTo>
                  <a:pt x="8568" y="68844"/>
                </a:lnTo>
              </a:path>
            </a:pathLst>
          </a:custGeom>
          <a:solidFill xmlns:a="http://schemas.openxmlformats.org/drawingml/2006/main">
            <a:srgbClr val="595A5A"/>
          </a:solidFill>
          <a:ln xmlns:a="http://schemas.openxmlformats.org/drawingml/2006/main" w="0">
            <a:noFill/>
            <a:prstDash val="solid"/>
          </a:ln>
        </p:spPr>
      </p:sp>
      <p:sp>
        <p:nvSpPr>
          <p:cNvPr id="45" name="pdf-path-47">
            <a:extLst xmlns:a="http://schemas.openxmlformats.org/drawingml/2006/main">
              <a:ext uri="{FF2B5EF4-FFF2-40B4-BE49-F238E27FC236}">
                <a16:creationId xmlns:a16="http://schemas.microsoft.com/office/drawing/2014/main" id="{F77C9326-C89D-4237-AC47-49C06EA70EA5}"/>
              </a:ext>
            </a:extLst>
          </p:cNvPr>
          <p:cNvSpPr>
            <a:spLocks xmlns:a="http://schemas.openxmlformats.org/drawingml/2006/main" noGrp="1"/>
          </p:cNvSpPr>
          <p:nvPr/>
        </p:nvSpPr>
        <p:spPr>
          <a:xfrm xmlns:a="http://schemas.openxmlformats.org/drawingml/2006/main">
            <a:off x="817277" y="1131934"/>
            <a:ext cx="634463" cy="363244"/>
          </a:xfrm>
          <a:custGeom xmlns:a="http://schemas.openxmlformats.org/drawingml/2006/main">
            <a:pathLst>
              <a:path w="634463" h="363244">
                <a:moveTo>
                  <a:pt x="619029" y="363244"/>
                </a:moveTo>
                <a:lnTo>
                  <a:pt x="0" y="363244"/>
                </a:lnTo>
                <a:lnTo>
                  <a:pt x="0" y="0"/>
                </a:lnTo>
                <a:lnTo>
                  <a:pt x="634463" y="0"/>
                </a:lnTo>
                <a:lnTo>
                  <a:pt x="634463" y="338659"/>
                </a:lnTo>
                <a:cubicBezTo>
                  <a:pt x="630682" y="346839"/>
                  <a:pt x="626203" y="354470"/>
                  <a:pt x="620468" y="361508"/>
                </a:cubicBezTo>
                <a:cubicBezTo>
                  <a:pt x="620000" y="362090"/>
                  <a:pt x="619520" y="362673"/>
                  <a:pt x="619029" y="363244"/>
                </a:cubicBezTo>
              </a:path>
            </a:pathLst>
          </a:custGeom>
          <a:solidFill xmlns:a="http://schemas.openxmlformats.org/drawingml/2006/main">
            <a:srgbClr val="FFFFFF"/>
          </a:solidFill>
          <a:ln xmlns:a="http://schemas.openxmlformats.org/drawingml/2006/main" w="0">
            <a:noFill/>
            <a:prstDash val="solid"/>
          </a:ln>
        </p:spPr>
      </p:sp>
      <p:sp>
        <p:nvSpPr>
          <p:cNvPr id="46" name="pdf-path-48">
            <a:extLst xmlns:a="http://schemas.openxmlformats.org/drawingml/2006/main">
              <a:ext uri="{FF2B5EF4-FFF2-40B4-BE49-F238E27FC236}">
                <a16:creationId xmlns:a16="http://schemas.microsoft.com/office/drawing/2014/main" id="{94C7C93D-A546-474B-B5CE-50F03111AEC1}"/>
              </a:ext>
            </a:extLst>
          </p:cNvPr>
          <p:cNvSpPr>
            <a:spLocks xmlns:a="http://schemas.openxmlformats.org/drawingml/2006/main" noGrp="1"/>
          </p:cNvSpPr>
          <p:nvPr/>
        </p:nvSpPr>
        <p:spPr>
          <a:xfrm xmlns:a="http://schemas.openxmlformats.org/drawingml/2006/main">
            <a:off x="900016" y="1246143"/>
            <a:ext cx="218986" cy="150107"/>
          </a:xfrm>
          <a:custGeom xmlns:a="http://schemas.openxmlformats.org/drawingml/2006/main">
            <a:pathLst>
              <a:path w="218986" h="150107">
                <a:moveTo>
                  <a:pt x="71849" y="148234"/>
                </a:moveTo>
                <a:lnTo>
                  <a:pt x="71849" y="33508"/>
                </a:lnTo>
                <a:lnTo>
                  <a:pt x="59202" y="33508"/>
                </a:lnTo>
                <a:lnTo>
                  <a:pt x="59202" y="44602"/>
                </a:lnTo>
                <a:cubicBezTo>
                  <a:pt x="53307" y="35953"/>
                  <a:pt x="45241" y="31635"/>
                  <a:pt x="34982" y="31635"/>
                </a:cubicBezTo>
                <a:cubicBezTo>
                  <a:pt x="28424" y="31635"/>
                  <a:pt x="22404" y="33337"/>
                  <a:pt x="16908" y="36753"/>
                </a:cubicBezTo>
                <a:cubicBezTo>
                  <a:pt x="11413" y="40157"/>
                  <a:pt x="7220" y="45173"/>
                  <a:pt x="4330" y="51788"/>
                </a:cubicBezTo>
                <a:cubicBezTo>
                  <a:pt x="1440" y="58391"/>
                  <a:pt x="0" y="65874"/>
                  <a:pt x="0" y="74203"/>
                </a:cubicBezTo>
                <a:cubicBezTo>
                  <a:pt x="0" y="87889"/>
                  <a:pt x="3553" y="98674"/>
                  <a:pt x="10659" y="106534"/>
                </a:cubicBezTo>
                <a:cubicBezTo>
                  <a:pt x="17765" y="114394"/>
                  <a:pt x="26242" y="118324"/>
                  <a:pt x="36079" y="118324"/>
                </a:cubicBezTo>
                <a:cubicBezTo>
                  <a:pt x="40500" y="118324"/>
                  <a:pt x="44682" y="117308"/>
                  <a:pt x="48611" y="115274"/>
                </a:cubicBezTo>
                <a:cubicBezTo>
                  <a:pt x="52553" y="113240"/>
                  <a:pt x="55603" y="110693"/>
                  <a:pt x="57797" y="107620"/>
                </a:cubicBezTo>
                <a:lnTo>
                  <a:pt x="57797" y="148234"/>
                </a:lnTo>
                <a:lnTo>
                  <a:pt x="71849" y="148234"/>
                </a:lnTo>
                <a:moveTo>
                  <a:pt x="20816" y="50497"/>
                </a:moveTo>
                <a:cubicBezTo>
                  <a:pt x="25054" y="45310"/>
                  <a:pt x="30218" y="42728"/>
                  <a:pt x="36319" y="42728"/>
                </a:cubicBezTo>
                <a:cubicBezTo>
                  <a:pt x="42454" y="42728"/>
                  <a:pt x="47812" y="45504"/>
                  <a:pt x="52359" y="51079"/>
                </a:cubicBezTo>
                <a:cubicBezTo>
                  <a:pt x="56917" y="56654"/>
                  <a:pt x="59202" y="64949"/>
                  <a:pt x="59202" y="75996"/>
                </a:cubicBezTo>
                <a:cubicBezTo>
                  <a:pt x="59202" y="86347"/>
                  <a:pt x="57043" y="94070"/>
                  <a:pt x="52713" y="99154"/>
                </a:cubicBezTo>
                <a:cubicBezTo>
                  <a:pt x="48395" y="104226"/>
                  <a:pt x="43242" y="106763"/>
                  <a:pt x="37256" y="106763"/>
                </a:cubicBezTo>
                <a:cubicBezTo>
                  <a:pt x="31006" y="106763"/>
                  <a:pt x="25648" y="104101"/>
                  <a:pt x="21158" y="98754"/>
                </a:cubicBezTo>
                <a:cubicBezTo>
                  <a:pt x="16680" y="93419"/>
                  <a:pt x="14452" y="85410"/>
                  <a:pt x="14452" y="74740"/>
                </a:cubicBezTo>
                <a:cubicBezTo>
                  <a:pt x="14452" y="63761"/>
                  <a:pt x="16566" y="55672"/>
                  <a:pt x="20816" y="50497"/>
                </a:cubicBezTo>
                <a:moveTo>
                  <a:pt x="130811" y="150107"/>
                </a:moveTo>
                <a:cubicBezTo>
                  <a:pt x="115240" y="125122"/>
                  <a:pt x="107460" y="100102"/>
                  <a:pt x="107460" y="75060"/>
                </a:cubicBezTo>
                <a:cubicBezTo>
                  <a:pt x="107460" y="65212"/>
                  <a:pt x="108579" y="55421"/>
                  <a:pt x="110818" y="45687"/>
                </a:cubicBezTo>
                <a:cubicBezTo>
                  <a:pt x="112646" y="37884"/>
                  <a:pt x="115148" y="30389"/>
                  <a:pt x="118313" y="23203"/>
                </a:cubicBezTo>
                <a:cubicBezTo>
                  <a:pt x="120347" y="18565"/>
                  <a:pt x="124516" y="10831"/>
                  <a:pt x="130811" y="0"/>
                </a:cubicBezTo>
                <a:lnTo>
                  <a:pt x="120735" y="0"/>
                </a:lnTo>
                <a:cubicBezTo>
                  <a:pt x="110944" y="13070"/>
                  <a:pt x="103712" y="26197"/>
                  <a:pt x="99028" y="39369"/>
                </a:cubicBezTo>
                <a:cubicBezTo>
                  <a:pt x="95018" y="50714"/>
                  <a:pt x="93019" y="62584"/>
                  <a:pt x="93019" y="74980"/>
                </a:cubicBezTo>
                <a:cubicBezTo>
                  <a:pt x="93019" y="89032"/>
                  <a:pt x="95692" y="102627"/>
                  <a:pt x="101062" y="115742"/>
                </a:cubicBezTo>
                <a:cubicBezTo>
                  <a:pt x="106420" y="128869"/>
                  <a:pt x="112978" y="140317"/>
                  <a:pt x="120735" y="150107"/>
                </a:cubicBezTo>
                <a:lnTo>
                  <a:pt x="130811" y="150107"/>
                </a:lnTo>
                <a:moveTo>
                  <a:pt x="160104" y="106066"/>
                </a:moveTo>
                <a:cubicBezTo>
                  <a:pt x="165668" y="114234"/>
                  <a:pt x="173345" y="118324"/>
                  <a:pt x="183136" y="118324"/>
                </a:cubicBezTo>
                <a:cubicBezTo>
                  <a:pt x="192984" y="118324"/>
                  <a:pt x="201415" y="114440"/>
                  <a:pt x="208441" y="106683"/>
                </a:cubicBezTo>
                <a:cubicBezTo>
                  <a:pt x="215467" y="98926"/>
                  <a:pt x="218986" y="87947"/>
                  <a:pt x="218986" y="73734"/>
                </a:cubicBezTo>
                <a:cubicBezTo>
                  <a:pt x="218986" y="67748"/>
                  <a:pt x="218152" y="62115"/>
                  <a:pt x="216484" y="56860"/>
                </a:cubicBezTo>
                <a:cubicBezTo>
                  <a:pt x="214816" y="51605"/>
                  <a:pt x="212520" y="47104"/>
                  <a:pt x="209572" y="43391"/>
                </a:cubicBezTo>
                <a:cubicBezTo>
                  <a:pt x="206636" y="39666"/>
                  <a:pt x="202889" y="36776"/>
                  <a:pt x="198330" y="34719"/>
                </a:cubicBezTo>
                <a:cubicBezTo>
                  <a:pt x="193772" y="32663"/>
                  <a:pt x="188951" y="31635"/>
                  <a:pt x="183844" y="31635"/>
                </a:cubicBezTo>
                <a:cubicBezTo>
                  <a:pt x="174624" y="31635"/>
                  <a:pt x="167050" y="35359"/>
                  <a:pt x="161109" y="42796"/>
                </a:cubicBezTo>
                <a:lnTo>
                  <a:pt x="161109" y="1954"/>
                </a:lnTo>
                <a:lnTo>
                  <a:pt x="147057" y="1954"/>
                </a:lnTo>
                <a:lnTo>
                  <a:pt x="147057" y="116451"/>
                </a:lnTo>
                <a:lnTo>
                  <a:pt x="160104" y="116451"/>
                </a:lnTo>
                <a:lnTo>
                  <a:pt x="160104" y="106066"/>
                </a:lnTo>
                <a:moveTo>
                  <a:pt x="166662" y="51194"/>
                </a:moveTo>
                <a:cubicBezTo>
                  <a:pt x="171140" y="45858"/>
                  <a:pt x="176452" y="43196"/>
                  <a:pt x="182587" y="43196"/>
                </a:cubicBezTo>
                <a:cubicBezTo>
                  <a:pt x="188688" y="43196"/>
                  <a:pt x="193875" y="45767"/>
                  <a:pt x="198171" y="50919"/>
                </a:cubicBezTo>
                <a:cubicBezTo>
                  <a:pt x="202466" y="56083"/>
                  <a:pt x="204614" y="64069"/>
                  <a:pt x="204614" y="74899"/>
                </a:cubicBezTo>
                <a:cubicBezTo>
                  <a:pt x="204614" y="85467"/>
                  <a:pt x="202375" y="93419"/>
                  <a:pt x="197896" y="98754"/>
                </a:cubicBezTo>
                <a:cubicBezTo>
                  <a:pt x="193418" y="104101"/>
                  <a:pt x="188106" y="106763"/>
                  <a:pt x="181971" y="106763"/>
                </a:cubicBezTo>
                <a:cubicBezTo>
                  <a:pt x="174419" y="106763"/>
                  <a:pt x="168433" y="103141"/>
                  <a:pt x="164000" y="95909"/>
                </a:cubicBezTo>
                <a:cubicBezTo>
                  <a:pt x="161304" y="91488"/>
                  <a:pt x="159944" y="84302"/>
                  <a:pt x="159944" y="74351"/>
                </a:cubicBezTo>
                <a:cubicBezTo>
                  <a:pt x="159944" y="64252"/>
                  <a:pt x="162183" y="56540"/>
                  <a:pt x="166662" y="51194"/>
                </a:cubicBezTo>
              </a:path>
            </a:pathLst>
          </a:custGeom>
          <a:solidFill xmlns:a="http://schemas.openxmlformats.org/drawingml/2006/main">
            <a:srgbClr val="A52022"/>
          </a:solidFill>
          <a:ln xmlns:a="http://schemas.openxmlformats.org/drawingml/2006/main" w="0">
            <a:noFill/>
            <a:prstDash val="solid"/>
          </a:ln>
        </p:spPr>
      </p:sp>
      <p:sp>
        <p:nvSpPr>
          <p:cNvPr id="47" name="pdf-path-49">
            <a:extLst xmlns:a="http://schemas.openxmlformats.org/drawingml/2006/main">
              <a:ext uri="{FF2B5EF4-FFF2-40B4-BE49-F238E27FC236}">
                <a16:creationId xmlns:a16="http://schemas.microsoft.com/office/drawing/2014/main" id="{5FDD853D-052F-47CA-B3CC-07C2307CEAE1}"/>
              </a:ext>
            </a:extLst>
          </p:cNvPr>
          <p:cNvSpPr>
            <a:spLocks xmlns:a="http://schemas.openxmlformats.org/drawingml/2006/main" noGrp="1"/>
          </p:cNvSpPr>
          <p:nvPr/>
        </p:nvSpPr>
        <p:spPr>
          <a:xfrm xmlns:a="http://schemas.openxmlformats.org/drawingml/2006/main">
            <a:off x="1137036" y="1345928"/>
            <a:ext cx="28116" cy="76636"/>
          </a:xfrm>
          <a:custGeom xmlns:a="http://schemas.openxmlformats.org/drawingml/2006/main">
            <a:pathLst>
              <a:path w="28116" h="76636">
                <a:moveTo>
                  <a:pt x="28116" y="0"/>
                </a:moveTo>
                <a:lnTo>
                  <a:pt x="22084" y="0"/>
                </a:lnTo>
                <a:cubicBezTo>
                  <a:pt x="20450" y="3302"/>
                  <a:pt x="17662" y="6695"/>
                  <a:pt x="13744" y="10214"/>
                </a:cubicBezTo>
                <a:cubicBezTo>
                  <a:pt x="9825" y="13710"/>
                  <a:pt x="5244" y="16691"/>
                  <a:pt x="0" y="19159"/>
                </a:cubicBezTo>
                <a:lnTo>
                  <a:pt x="0" y="28219"/>
                </a:lnTo>
                <a:cubicBezTo>
                  <a:pt x="2913" y="27145"/>
                  <a:pt x="6203" y="25534"/>
                  <a:pt x="9871" y="23375"/>
                </a:cubicBezTo>
                <a:cubicBezTo>
                  <a:pt x="13527" y="21227"/>
                  <a:pt x="16486" y="19079"/>
                  <a:pt x="18748" y="16920"/>
                </a:cubicBezTo>
                <a:lnTo>
                  <a:pt x="18748" y="76636"/>
                </a:lnTo>
                <a:lnTo>
                  <a:pt x="28116" y="76636"/>
                </a:lnTo>
                <a:lnTo>
                  <a:pt x="28116" y="0"/>
                </a:lnTo>
              </a:path>
            </a:pathLst>
          </a:custGeom>
          <a:solidFill xmlns:a="http://schemas.openxmlformats.org/drawingml/2006/main">
            <a:srgbClr val="A52022"/>
          </a:solidFill>
          <a:ln xmlns:a="http://schemas.openxmlformats.org/drawingml/2006/main" w="0">
            <a:noFill/>
            <a:prstDash val="solid"/>
          </a:ln>
        </p:spPr>
      </p:sp>
      <p:sp>
        <p:nvSpPr>
          <p:cNvPr id="48" name="pdf-path-50">
            <a:extLst xmlns:a="http://schemas.openxmlformats.org/drawingml/2006/main">
              <a:ext uri="{FF2B5EF4-FFF2-40B4-BE49-F238E27FC236}">
                <a16:creationId xmlns:a16="http://schemas.microsoft.com/office/drawing/2014/main" id="{C4E05423-AFC7-4BF0-AC8E-2E9AC95BE503}"/>
              </a:ext>
            </a:extLst>
          </p:cNvPr>
          <p:cNvSpPr>
            <a:spLocks xmlns:a="http://schemas.openxmlformats.org/drawingml/2006/main" noGrp="1"/>
          </p:cNvSpPr>
          <p:nvPr/>
        </p:nvSpPr>
        <p:spPr>
          <a:xfrm xmlns:a="http://schemas.openxmlformats.org/drawingml/2006/main">
            <a:off x="1199394" y="1246150"/>
            <a:ext cx="154311" cy="150108"/>
          </a:xfrm>
          <a:custGeom xmlns:a="http://schemas.openxmlformats.org/drawingml/2006/main">
            <a:pathLst>
              <a:path w="154311" h="150108">
                <a:moveTo>
                  <a:pt x="0" y="0"/>
                </a:moveTo>
                <a:lnTo>
                  <a:pt x="12258" y="0"/>
                </a:lnTo>
                <a:lnTo>
                  <a:pt x="12258" y="150108"/>
                </a:lnTo>
                <a:lnTo>
                  <a:pt x="0" y="150108"/>
                </a:lnTo>
                <a:close/>
                <a:moveTo>
                  <a:pt x="45058" y="116439"/>
                </a:moveTo>
                <a:lnTo>
                  <a:pt x="66845" y="83719"/>
                </a:lnTo>
                <a:lnTo>
                  <a:pt x="71369" y="90666"/>
                </a:lnTo>
                <a:lnTo>
                  <a:pt x="88403" y="116439"/>
                </a:lnTo>
                <a:lnTo>
                  <a:pt x="105654" y="116439"/>
                </a:lnTo>
                <a:lnTo>
                  <a:pt x="74808" y="72546"/>
                </a:lnTo>
                <a:lnTo>
                  <a:pt x="103472" y="33497"/>
                </a:lnTo>
                <a:lnTo>
                  <a:pt x="86678" y="33497"/>
                </a:lnTo>
                <a:lnTo>
                  <a:pt x="72706" y="53102"/>
                </a:lnTo>
                <a:cubicBezTo>
                  <a:pt x="70775" y="55763"/>
                  <a:pt x="68673" y="58802"/>
                  <a:pt x="66377" y="62241"/>
                </a:cubicBezTo>
                <a:cubicBezTo>
                  <a:pt x="64914" y="59739"/>
                  <a:pt x="62995" y="56643"/>
                  <a:pt x="60596" y="52953"/>
                </a:cubicBezTo>
                <a:lnTo>
                  <a:pt x="47869" y="33497"/>
                </a:lnTo>
                <a:lnTo>
                  <a:pt x="30298" y="33497"/>
                </a:lnTo>
                <a:lnTo>
                  <a:pt x="58334" y="73334"/>
                </a:lnTo>
                <a:lnTo>
                  <a:pt x="28024" y="116439"/>
                </a:lnTo>
                <a:lnTo>
                  <a:pt x="45058" y="116439"/>
                </a:lnTo>
                <a:moveTo>
                  <a:pt x="146234" y="115743"/>
                </a:moveTo>
                <a:cubicBezTo>
                  <a:pt x="151615" y="102616"/>
                  <a:pt x="154311" y="89032"/>
                  <a:pt x="154311" y="74968"/>
                </a:cubicBezTo>
                <a:cubicBezTo>
                  <a:pt x="154311" y="62584"/>
                  <a:pt x="152312" y="50714"/>
                  <a:pt x="148302" y="39358"/>
                </a:cubicBezTo>
                <a:cubicBezTo>
                  <a:pt x="143618" y="26185"/>
                  <a:pt x="136375" y="13070"/>
                  <a:pt x="126584" y="0"/>
                </a:cubicBezTo>
                <a:lnTo>
                  <a:pt x="116519" y="0"/>
                </a:lnTo>
                <a:cubicBezTo>
                  <a:pt x="122871" y="10933"/>
                  <a:pt x="127052" y="18736"/>
                  <a:pt x="129086" y="23432"/>
                </a:cubicBezTo>
                <a:cubicBezTo>
                  <a:pt x="132262" y="30606"/>
                  <a:pt x="134741" y="38112"/>
                  <a:pt x="136512" y="45916"/>
                </a:cubicBezTo>
                <a:cubicBezTo>
                  <a:pt x="138740" y="55558"/>
                  <a:pt x="139871" y="65257"/>
                  <a:pt x="139871" y="75048"/>
                </a:cubicBezTo>
                <a:cubicBezTo>
                  <a:pt x="139871" y="100091"/>
                  <a:pt x="132079" y="125111"/>
                  <a:pt x="116519" y="150096"/>
                </a:cubicBezTo>
                <a:lnTo>
                  <a:pt x="126584" y="150096"/>
                </a:lnTo>
                <a:cubicBezTo>
                  <a:pt x="134296" y="140317"/>
                  <a:pt x="140842" y="128858"/>
                  <a:pt x="146234" y="115743"/>
                </a:cubicBezTo>
              </a:path>
            </a:pathLst>
          </a:custGeom>
          <a:solidFill xmlns:a="http://schemas.openxmlformats.org/drawingml/2006/main">
            <a:srgbClr val="A52022"/>
          </a:solidFill>
          <a:ln xmlns:a="http://schemas.openxmlformats.org/drawingml/2006/main" w="0">
            <a:noFill/>
            <a:prstDash val="solid"/>
          </a:ln>
        </p:spPr>
      </p:sp>
      <p:sp>
        <p:nvSpPr>
          <p:cNvPr id="49" name="pdf-path-51">
            <a:extLst xmlns:a="http://schemas.openxmlformats.org/drawingml/2006/main">
              <a:ext uri="{FF2B5EF4-FFF2-40B4-BE49-F238E27FC236}">
                <a16:creationId xmlns:a16="http://schemas.microsoft.com/office/drawing/2014/main" id="{F2947475-C724-4684-A014-D9E4E6155CA1}"/>
              </a:ext>
            </a:extLst>
          </p:cNvPr>
          <p:cNvSpPr>
            <a:spLocks xmlns:a="http://schemas.openxmlformats.org/drawingml/2006/main" noGrp="1"/>
          </p:cNvSpPr>
          <p:nvPr/>
        </p:nvSpPr>
        <p:spPr>
          <a:xfrm xmlns:a="http://schemas.openxmlformats.org/drawingml/2006/main">
            <a:off x="912988" y="1508916"/>
            <a:ext cx="508873" cy="43630"/>
          </a:xfrm>
          <a:custGeom xmlns:a="http://schemas.openxmlformats.org/drawingml/2006/main">
            <a:pathLst>
              <a:path w="508873" h="43630">
                <a:moveTo>
                  <a:pt x="235072" y="43630"/>
                </a:moveTo>
                <a:lnTo>
                  <a:pt x="149194" y="43630"/>
                </a:lnTo>
                <a:cubicBezTo>
                  <a:pt x="95738" y="43185"/>
                  <a:pt x="43745" y="42065"/>
                  <a:pt x="0" y="41243"/>
                </a:cubicBezTo>
                <a:lnTo>
                  <a:pt x="508873" y="0"/>
                </a:lnTo>
                <a:cubicBezTo>
                  <a:pt x="494992" y="10762"/>
                  <a:pt x="475719" y="20073"/>
                  <a:pt x="447455" y="27362"/>
                </a:cubicBezTo>
                <a:cubicBezTo>
                  <a:pt x="422561" y="33782"/>
                  <a:pt x="384631" y="37998"/>
                  <a:pt x="340372" y="40477"/>
                </a:cubicBezTo>
                <a:cubicBezTo>
                  <a:pt x="307938" y="42317"/>
                  <a:pt x="272053" y="43253"/>
                  <a:pt x="235072" y="43630"/>
                </a:cubicBezTo>
              </a:path>
            </a:pathLst>
          </a:custGeom>
          <a:solidFill xmlns:a="http://schemas.openxmlformats.org/drawingml/2006/main">
            <a:srgbClr val="FFFFFF"/>
          </a:solidFill>
          <a:ln xmlns:a="http://schemas.openxmlformats.org/drawingml/2006/main" w="0">
            <a:noFill/>
            <a:prstDash val="solid"/>
          </a:ln>
        </p:spPr>
      </p:sp>
      <p:sp>
        <p:nvSpPr>
          <p:cNvPr id="50" name="pdf-path-52">
            <a:extLst xmlns:a="http://schemas.openxmlformats.org/drawingml/2006/main">
              <a:ext uri="{FF2B5EF4-FFF2-40B4-BE49-F238E27FC236}">
                <a16:creationId xmlns:a16="http://schemas.microsoft.com/office/drawing/2014/main" id="{809C515A-6B99-4CFB-9236-00DC2951A05C}"/>
              </a:ext>
            </a:extLst>
          </p:cNvPr>
          <p:cNvSpPr>
            <a:spLocks xmlns:a="http://schemas.openxmlformats.org/drawingml/2006/main" noGrp="1"/>
          </p:cNvSpPr>
          <p:nvPr/>
        </p:nvSpPr>
        <p:spPr>
          <a:xfrm xmlns:a="http://schemas.openxmlformats.org/drawingml/2006/main">
            <a:off x="1062179" y="1552553"/>
            <a:ext cx="85878" cy="194"/>
          </a:xfrm>
          <a:custGeom xmlns:a="http://schemas.openxmlformats.org/drawingml/2006/main">
            <a:pathLst>
              <a:path w="85878" h="194">
                <a:moveTo>
                  <a:pt x="45001" y="194"/>
                </a:moveTo>
                <a:cubicBezTo>
                  <a:pt x="29989" y="194"/>
                  <a:pt x="14932" y="126"/>
                  <a:pt x="0" y="0"/>
                </a:cubicBezTo>
                <a:lnTo>
                  <a:pt x="85878" y="0"/>
                </a:lnTo>
                <a:cubicBezTo>
                  <a:pt x="72363" y="137"/>
                  <a:pt x="58699" y="194"/>
                  <a:pt x="45001" y="194"/>
                </a:cubicBezTo>
              </a:path>
            </a:pathLst>
          </a:custGeom>
          <a:solidFill xmlns:a="http://schemas.openxmlformats.org/drawingml/2006/main">
            <a:srgbClr val="595A5A"/>
          </a:solidFill>
          <a:ln xmlns:a="http://schemas.openxmlformats.org/drawingml/2006/main" w="0">
            <a:noFill/>
            <a:prstDash val="solid"/>
          </a:ln>
        </p:spPr>
      </p:sp>
      <p:sp>
        <p:nvSpPr>
          <p:cNvPr id="51" name="pdf-path-53">
            <a:extLst xmlns:a="http://schemas.openxmlformats.org/drawingml/2006/main">
              <a:ext uri="{FF2B5EF4-FFF2-40B4-BE49-F238E27FC236}">
                <a16:creationId xmlns:a16="http://schemas.microsoft.com/office/drawing/2014/main" id="{D627FD86-D776-432E-81F3-C09B4A936C1D}"/>
              </a:ext>
            </a:extLst>
          </p:cNvPr>
          <p:cNvSpPr>
            <a:spLocks xmlns:a="http://schemas.openxmlformats.org/drawingml/2006/main" noGrp="1"/>
          </p:cNvSpPr>
          <p:nvPr/>
        </p:nvSpPr>
        <p:spPr>
          <a:xfrm xmlns:a="http://schemas.openxmlformats.org/drawingml/2006/main">
            <a:off x="1448992" y="1158516"/>
            <a:ext cx="182005" cy="348198"/>
          </a:xfrm>
          <a:custGeom xmlns:a="http://schemas.openxmlformats.org/drawingml/2006/main">
            <a:pathLst>
              <a:path w="182005" h="348198">
                <a:moveTo>
                  <a:pt x="0" y="348198"/>
                </a:moveTo>
                <a:cubicBezTo>
                  <a:pt x="12373" y="333792"/>
                  <a:pt x="19810" y="317649"/>
                  <a:pt x="25557" y="301220"/>
                </a:cubicBezTo>
                <a:cubicBezTo>
                  <a:pt x="33737" y="277891"/>
                  <a:pt x="39072" y="253694"/>
                  <a:pt x="50691" y="229817"/>
                </a:cubicBezTo>
                <a:cubicBezTo>
                  <a:pt x="59282" y="212074"/>
                  <a:pt x="66251" y="188357"/>
                  <a:pt x="72477" y="162446"/>
                </a:cubicBezTo>
                <a:cubicBezTo>
                  <a:pt x="81777" y="123614"/>
                  <a:pt x="89203" y="79915"/>
                  <a:pt x="96024" y="46132"/>
                </a:cubicBezTo>
                <a:cubicBezTo>
                  <a:pt x="99417" y="29258"/>
                  <a:pt x="102684" y="14829"/>
                  <a:pt x="105792" y="5107"/>
                </a:cubicBezTo>
                <a:cubicBezTo>
                  <a:pt x="105792" y="5084"/>
                  <a:pt x="105803" y="5061"/>
                  <a:pt x="105814" y="5027"/>
                </a:cubicBezTo>
                <a:lnTo>
                  <a:pt x="108671" y="339390"/>
                </a:lnTo>
                <a:lnTo>
                  <a:pt x="0" y="348198"/>
                </a:lnTo>
                <a:moveTo>
                  <a:pt x="108671" y="339390"/>
                </a:moveTo>
                <a:lnTo>
                  <a:pt x="105814" y="5027"/>
                </a:lnTo>
                <a:cubicBezTo>
                  <a:pt x="106408" y="3165"/>
                  <a:pt x="106991" y="1474"/>
                  <a:pt x="107562" y="0"/>
                </a:cubicBezTo>
                <a:cubicBezTo>
                  <a:pt x="108042" y="1280"/>
                  <a:pt x="108522" y="2719"/>
                  <a:pt x="108979" y="4284"/>
                </a:cubicBezTo>
                <a:cubicBezTo>
                  <a:pt x="112246" y="14886"/>
                  <a:pt x="115571" y="31441"/>
                  <a:pt x="118747" y="50702"/>
                </a:cubicBezTo>
                <a:cubicBezTo>
                  <a:pt x="123511" y="79652"/>
                  <a:pt x="128058" y="114897"/>
                  <a:pt x="132468" y="147377"/>
                </a:cubicBezTo>
                <a:cubicBezTo>
                  <a:pt x="136889" y="179914"/>
                  <a:pt x="141128" y="209527"/>
                  <a:pt x="145572" y="228069"/>
                </a:cubicBezTo>
                <a:cubicBezTo>
                  <a:pt x="152598" y="257384"/>
                  <a:pt x="160447" y="280028"/>
                  <a:pt x="167290" y="297519"/>
                </a:cubicBezTo>
                <a:cubicBezTo>
                  <a:pt x="173562" y="313536"/>
                  <a:pt x="179000" y="325338"/>
                  <a:pt x="182005" y="333449"/>
                </a:cubicBezTo>
                <a:lnTo>
                  <a:pt x="108671" y="339390"/>
                </a:lnTo>
              </a:path>
            </a:pathLst>
          </a:custGeom>
          <a:solidFill xmlns:a="http://schemas.openxmlformats.org/drawingml/2006/main">
            <a:srgbClr val="FFFFFF"/>
          </a:solidFill>
          <a:ln xmlns:a="http://schemas.openxmlformats.org/drawingml/2006/main" w="0">
            <a:noFill/>
            <a:prstDash val="solid"/>
          </a:ln>
        </p:spPr>
      </p:sp>
      <p:sp>
        <p:nvSpPr>
          <p:cNvPr id="52" name="pdf-path-54">
            <a:extLst xmlns:a="http://schemas.openxmlformats.org/drawingml/2006/main">
              <a:ext uri="{FF2B5EF4-FFF2-40B4-BE49-F238E27FC236}">
                <a16:creationId xmlns:a16="http://schemas.microsoft.com/office/drawing/2014/main" id="{13B29009-6874-4D80-BE72-103BFB8ADBF8}"/>
              </a:ext>
            </a:extLst>
          </p:cNvPr>
          <p:cNvSpPr>
            <a:spLocks xmlns:a="http://schemas.openxmlformats.org/drawingml/2006/main" noGrp="1"/>
          </p:cNvSpPr>
          <p:nvPr/>
        </p:nvSpPr>
        <p:spPr>
          <a:xfrm xmlns:a="http://schemas.openxmlformats.org/drawingml/2006/main">
            <a:off x="817060" y="1136015"/>
            <a:ext cx="830886" cy="433871"/>
          </a:xfrm>
          <a:custGeom xmlns:a="http://schemas.openxmlformats.org/drawingml/2006/main">
            <a:pathLst>
              <a:path w="830886" h="433871">
                <a:moveTo>
                  <a:pt x="423" y="430466"/>
                </a:moveTo>
                <a:cubicBezTo>
                  <a:pt x="5952" y="430329"/>
                  <a:pt x="12476" y="430272"/>
                  <a:pt x="19856" y="430272"/>
                </a:cubicBezTo>
                <a:cubicBezTo>
                  <a:pt x="76773" y="430272"/>
                  <a:pt x="184278" y="433871"/>
                  <a:pt x="290116" y="433871"/>
                </a:cubicBezTo>
                <a:cubicBezTo>
                  <a:pt x="341480" y="433871"/>
                  <a:pt x="392468" y="433025"/>
                  <a:pt x="437264" y="430489"/>
                </a:cubicBezTo>
                <a:cubicBezTo>
                  <a:pt x="482094" y="427942"/>
                  <a:pt x="520595" y="423794"/>
                  <a:pt x="547648" y="416871"/>
                </a:cubicBezTo>
                <a:cubicBezTo>
                  <a:pt x="576529" y="409445"/>
                  <a:pt x="597756" y="399597"/>
                  <a:pt x="613762" y="387613"/>
                </a:cubicBezTo>
                <a:cubicBezTo>
                  <a:pt x="637845" y="369642"/>
                  <a:pt x="649361" y="346964"/>
                  <a:pt x="657484" y="323726"/>
                </a:cubicBezTo>
                <a:cubicBezTo>
                  <a:pt x="665664" y="300386"/>
                  <a:pt x="670999" y="276200"/>
                  <a:pt x="682629" y="252312"/>
                </a:cubicBezTo>
                <a:cubicBezTo>
                  <a:pt x="691209" y="234581"/>
                  <a:pt x="698178" y="210863"/>
                  <a:pt x="704405" y="184941"/>
                </a:cubicBezTo>
                <a:cubicBezTo>
                  <a:pt x="713704" y="146120"/>
                  <a:pt x="721130" y="102421"/>
                  <a:pt x="727951" y="68627"/>
                </a:cubicBezTo>
                <a:cubicBezTo>
                  <a:pt x="731344" y="51765"/>
                  <a:pt x="734623" y="37336"/>
                  <a:pt x="737719" y="27613"/>
                </a:cubicBezTo>
                <a:cubicBezTo>
                  <a:pt x="739238" y="22781"/>
                  <a:pt x="740792" y="19102"/>
                  <a:pt x="741889" y="17285"/>
                </a:cubicBezTo>
                <a:lnTo>
                  <a:pt x="742529" y="16326"/>
                </a:lnTo>
                <a:lnTo>
                  <a:pt x="742688" y="16143"/>
                </a:lnTo>
                <a:lnTo>
                  <a:pt x="740678" y="14052"/>
                </a:lnTo>
                <a:lnTo>
                  <a:pt x="741935" y="16623"/>
                </a:lnTo>
                <a:lnTo>
                  <a:pt x="742688" y="16143"/>
                </a:lnTo>
                <a:lnTo>
                  <a:pt x="740678" y="14052"/>
                </a:lnTo>
                <a:lnTo>
                  <a:pt x="741935" y="16623"/>
                </a:lnTo>
                <a:lnTo>
                  <a:pt x="739615" y="11904"/>
                </a:lnTo>
                <a:lnTo>
                  <a:pt x="739615" y="17148"/>
                </a:lnTo>
                <a:lnTo>
                  <a:pt x="741935" y="16623"/>
                </a:lnTo>
                <a:lnTo>
                  <a:pt x="739615" y="11904"/>
                </a:lnTo>
                <a:lnTo>
                  <a:pt x="739615" y="17148"/>
                </a:lnTo>
                <a:lnTo>
                  <a:pt x="739615" y="11927"/>
                </a:lnTo>
                <a:lnTo>
                  <a:pt x="736885" y="16428"/>
                </a:lnTo>
                <a:cubicBezTo>
                  <a:pt x="737353" y="16726"/>
                  <a:pt x="738404" y="17160"/>
                  <a:pt x="739615" y="17148"/>
                </a:cubicBezTo>
                <a:lnTo>
                  <a:pt x="739615" y="11927"/>
                </a:lnTo>
                <a:lnTo>
                  <a:pt x="736885" y="16428"/>
                </a:lnTo>
                <a:lnTo>
                  <a:pt x="738427" y="13869"/>
                </a:lnTo>
                <a:lnTo>
                  <a:pt x="736428" y="16097"/>
                </a:lnTo>
                <a:lnTo>
                  <a:pt x="736885" y="16428"/>
                </a:lnTo>
                <a:lnTo>
                  <a:pt x="738427" y="13869"/>
                </a:lnTo>
                <a:lnTo>
                  <a:pt x="736428" y="16097"/>
                </a:lnTo>
                <a:lnTo>
                  <a:pt x="736439" y="16086"/>
                </a:lnTo>
                <a:lnTo>
                  <a:pt x="736428" y="16097"/>
                </a:lnTo>
                <a:lnTo>
                  <a:pt x="736439" y="16086"/>
                </a:lnTo>
                <a:lnTo>
                  <a:pt x="736428" y="16097"/>
                </a:lnTo>
                <a:cubicBezTo>
                  <a:pt x="737011" y="16611"/>
                  <a:pt x="739158" y="20793"/>
                  <a:pt x="740918" y="26791"/>
                </a:cubicBezTo>
                <a:cubicBezTo>
                  <a:pt x="744185" y="37393"/>
                  <a:pt x="747510" y="53947"/>
                  <a:pt x="750674" y="73209"/>
                </a:cubicBezTo>
                <a:cubicBezTo>
                  <a:pt x="755450" y="102158"/>
                  <a:pt x="759985" y="137403"/>
                  <a:pt x="764395" y="169883"/>
                </a:cubicBezTo>
                <a:cubicBezTo>
                  <a:pt x="768828" y="202409"/>
                  <a:pt x="773066" y="232021"/>
                  <a:pt x="777499" y="250575"/>
                </a:cubicBezTo>
                <a:cubicBezTo>
                  <a:pt x="784537" y="279891"/>
                  <a:pt x="792374" y="302534"/>
                  <a:pt x="799217" y="320025"/>
                </a:cubicBezTo>
                <a:cubicBezTo>
                  <a:pt x="806049" y="337470"/>
                  <a:pt x="811898" y="349923"/>
                  <a:pt x="814686" y="358034"/>
                </a:cubicBezTo>
                <a:lnTo>
                  <a:pt x="830886" y="352425"/>
                </a:lnTo>
                <a:cubicBezTo>
                  <a:pt x="827505" y="342760"/>
                  <a:pt x="821815" y="330776"/>
                  <a:pt x="815177" y="313776"/>
                </a:cubicBezTo>
                <a:cubicBezTo>
                  <a:pt x="808551" y="296833"/>
                  <a:pt x="801000" y="275035"/>
                  <a:pt x="794168" y="246576"/>
                </a:cubicBezTo>
                <a:cubicBezTo>
                  <a:pt x="790843" y="232764"/>
                  <a:pt x="787370" y="210612"/>
                  <a:pt x="783851" y="185512"/>
                </a:cubicBezTo>
                <a:cubicBezTo>
                  <a:pt x="778550" y="147800"/>
                  <a:pt x="773089" y="103232"/>
                  <a:pt x="767160" y="67862"/>
                </a:cubicBezTo>
                <a:cubicBezTo>
                  <a:pt x="764189" y="50154"/>
                  <a:pt x="761128" y="34788"/>
                  <a:pt x="757780" y="23363"/>
                </a:cubicBezTo>
                <a:cubicBezTo>
                  <a:pt x="756078" y="17617"/>
                  <a:pt x="754364" y="12887"/>
                  <a:pt x="752171" y="8934"/>
                </a:cubicBezTo>
                <a:cubicBezTo>
                  <a:pt x="751040" y="6958"/>
                  <a:pt x="749806" y="5130"/>
                  <a:pt x="747944" y="3404"/>
                </a:cubicBezTo>
                <a:cubicBezTo>
                  <a:pt x="746150" y="1736"/>
                  <a:pt x="743237" y="11"/>
                  <a:pt x="739615" y="11"/>
                </a:cubicBezTo>
                <a:cubicBezTo>
                  <a:pt x="737342" y="0"/>
                  <a:pt x="735205" y="720"/>
                  <a:pt x="733595" y="1668"/>
                </a:cubicBezTo>
                <a:cubicBezTo>
                  <a:pt x="730464" y="3553"/>
                  <a:pt x="728819" y="5884"/>
                  <a:pt x="727288" y="8306"/>
                </a:cubicBezTo>
                <a:cubicBezTo>
                  <a:pt x="724558" y="12887"/>
                  <a:pt x="722524" y="18554"/>
                  <a:pt x="720399" y="25648"/>
                </a:cubicBezTo>
                <a:cubicBezTo>
                  <a:pt x="713156" y="50245"/>
                  <a:pt x="706233" y="91979"/>
                  <a:pt x="697767" y="134490"/>
                </a:cubicBezTo>
                <a:cubicBezTo>
                  <a:pt x="689393" y="176852"/>
                  <a:pt x="679339" y="219980"/>
                  <a:pt x="667206" y="244840"/>
                </a:cubicBezTo>
                <a:cubicBezTo>
                  <a:pt x="658775" y="262240"/>
                  <a:pt x="653543" y="279251"/>
                  <a:pt x="648676" y="295131"/>
                </a:cubicBezTo>
                <a:cubicBezTo>
                  <a:pt x="641387" y="319020"/>
                  <a:pt x="634841" y="340041"/>
                  <a:pt x="620697" y="357429"/>
                </a:cubicBezTo>
                <a:cubicBezTo>
                  <a:pt x="606553" y="374806"/>
                  <a:pt x="584447" y="389669"/>
                  <a:pt x="543387" y="400271"/>
                </a:cubicBezTo>
                <a:cubicBezTo>
                  <a:pt x="518493" y="406692"/>
                  <a:pt x="480552" y="410896"/>
                  <a:pt x="436304" y="413387"/>
                </a:cubicBezTo>
                <a:cubicBezTo>
                  <a:pt x="392011" y="415889"/>
                  <a:pt x="341286" y="416734"/>
                  <a:pt x="290116" y="416734"/>
                </a:cubicBezTo>
                <a:cubicBezTo>
                  <a:pt x="184598" y="416734"/>
                  <a:pt x="77344" y="413135"/>
                  <a:pt x="19856" y="413135"/>
                </a:cubicBezTo>
                <a:cubicBezTo>
                  <a:pt x="12384" y="413135"/>
                  <a:pt x="5735" y="413192"/>
                  <a:pt x="0" y="413341"/>
                </a:cubicBezTo>
                <a:lnTo>
                  <a:pt x="423" y="430466"/>
                </a:lnTo>
              </a:path>
            </a:pathLst>
          </a:custGeom>
          <a:solidFill xmlns:a="http://schemas.openxmlformats.org/drawingml/2006/main">
            <a:srgbClr val="CD4327"/>
          </a:solidFill>
          <a:ln xmlns:a="http://schemas.openxmlformats.org/drawingml/2006/main" w="0">
            <a:noFill/>
            <a:prstDash val="solid"/>
          </a:ln>
        </p:spPr>
      </p:sp>
      <p:sp>
        <p:nvSpPr>
          <p:cNvPr id="53" name="pdf-path-55">
            <a:extLst xmlns:a="http://schemas.openxmlformats.org/drawingml/2006/main">
              <a:ext uri="{FF2B5EF4-FFF2-40B4-BE49-F238E27FC236}">
                <a16:creationId xmlns:a16="http://schemas.microsoft.com/office/drawing/2014/main" id="{322031CD-7A63-4E57-B214-351FC28B25A0}"/>
              </a:ext>
            </a:extLst>
          </p:cNvPr>
          <p:cNvSpPr>
            <a:spLocks xmlns:a="http://schemas.openxmlformats.org/drawingml/2006/main" noGrp="1"/>
          </p:cNvSpPr>
          <p:nvPr/>
        </p:nvSpPr>
        <p:spPr>
          <a:xfrm xmlns:a="http://schemas.openxmlformats.org/drawingml/2006/main">
            <a:off x="1642214" y="1484536"/>
            <a:ext cx="1231134" cy="68010"/>
          </a:xfrm>
          <a:custGeom xmlns:a="http://schemas.openxmlformats.org/drawingml/2006/main">
            <a:pathLst>
              <a:path w="1231134" h="68010">
                <a:moveTo>
                  <a:pt x="1231134" y="68010"/>
                </a:moveTo>
                <a:lnTo>
                  <a:pt x="66411" y="68010"/>
                </a:lnTo>
                <a:cubicBezTo>
                  <a:pt x="5758" y="53833"/>
                  <a:pt x="7312" y="21718"/>
                  <a:pt x="0" y="5884"/>
                </a:cubicBezTo>
                <a:lnTo>
                  <a:pt x="5735" y="3907"/>
                </a:lnTo>
                <a:cubicBezTo>
                  <a:pt x="5289" y="2650"/>
                  <a:pt x="4810" y="1348"/>
                  <a:pt x="4296" y="0"/>
                </a:cubicBezTo>
                <a:lnTo>
                  <a:pt x="1231134" y="68010"/>
                </a:lnTo>
              </a:path>
            </a:pathLst>
          </a:custGeom>
          <a:solidFill xmlns:a="http://schemas.openxmlformats.org/drawingml/2006/main">
            <a:srgbClr val="FFFFFF"/>
          </a:solidFill>
          <a:ln xmlns:a="http://schemas.openxmlformats.org/drawingml/2006/main" w="0">
            <a:noFill/>
            <a:prstDash val="solid"/>
          </a:ln>
        </p:spPr>
      </p:sp>
      <p:sp>
        <p:nvSpPr>
          <p:cNvPr id="54" name="pdf-path-56">
            <a:extLst xmlns:a="http://schemas.openxmlformats.org/drawingml/2006/main">
              <a:ext uri="{FF2B5EF4-FFF2-40B4-BE49-F238E27FC236}">
                <a16:creationId xmlns:a16="http://schemas.microsoft.com/office/drawing/2014/main" id="{C3D28869-F898-4250-8688-60CECD3E7CEC}"/>
              </a:ext>
            </a:extLst>
          </p:cNvPr>
          <p:cNvSpPr>
            <a:spLocks xmlns:a="http://schemas.openxmlformats.org/drawingml/2006/main" noGrp="1"/>
          </p:cNvSpPr>
          <p:nvPr/>
        </p:nvSpPr>
        <p:spPr>
          <a:xfrm xmlns:a="http://schemas.openxmlformats.org/drawingml/2006/main">
            <a:off x="1708622" y="1552545"/>
            <a:ext cx="1326827" cy="10054"/>
          </a:xfrm>
          <a:custGeom xmlns:a="http://schemas.openxmlformats.org/drawingml/2006/main">
            <a:pathLst>
              <a:path w="1326827" h="10054">
                <a:moveTo>
                  <a:pt x="158482" y="10054"/>
                </a:moveTo>
                <a:cubicBezTo>
                  <a:pt x="103907" y="10054"/>
                  <a:pt x="58128" y="8626"/>
                  <a:pt x="22461" y="3987"/>
                </a:cubicBezTo>
                <a:cubicBezTo>
                  <a:pt x="14155" y="2913"/>
                  <a:pt x="6706" y="1565"/>
                  <a:pt x="0" y="0"/>
                </a:cubicBezTo>
                <a:lnTo>
                  <a:pt x="1164724" y="0"/>
                </a:lnTo>
                <a:lnTo>
                  <a:pt x="1326827" y="8991"/>
                </a:lnTo>
                <a:cubicBezTo>
                  <a:pt x="1189915" y="8568"/>
                  <a:pt x="722776" y="7323"/>
                  <a:pt x="505377" y="6489"/>
                </a:cubicBezTo>
                <a:cubicBezTo>
                  <a:pt x="497049" y="6455"/>
                  <a:pt x="488812" y="6443"/>
                  <a:pt x="480632" y="6443"/>
                </a:cubicBezTo>
                <a:cubicBezTo>
                  <a:pt x="417568" y="6443"/>
                  <a:pt x="358754" y="7346"/>
                  <a:pt x="304865" y="8248"/>
                </a:cubicBezTo>
                <a:cubicBezTo>
                  <a:pt x="250929" y="9151"/>
                  <a:pt x="201918" y="10054"/>
                  <a:pt x="158482" y="10054"/>
                </a:cubicBezTo>
              </a:path>
            </a:pathLst>
          </a:custGeom>
          <a:solidFill xmlns:a="http://schemas.openxmlformats.org/drawingml/2006/main">
            <a:srgbClr val="595A5A"/>
          </a:solidFill>
          <a:ln xmlns:a="http://schemas.openxmlformats.org/drawingml/2006/main" w="0">
            <a:noFill/>
            <a:prstDash val="solid"/>
          </a:ln>
        </p:spPr>
      </p:sp>
      <p:sp>
        <p:nvSpPr>
          <p:cNvPr id="55" name="pdf-path-57">
            <a:extLst xmlns:a="http://schemas.openxmlformats.org/drawingml/2006/main">
              <a:ext uri="{FF2B5EF4-FFF2-40B4-BE49-F238E27FC236}">
                <a16:creationId xmlns:a16="http://schemas.microsoft.com/office/drawing/2014/main" id="{3BF4A40C-ED35-46FF-B0B9-8B84E91806F7}"/>
              </a:ext>
            </a:extLst>
          </p:cNvPr>
          <p:cNvSpPr>
            <a:spLocks xmlns:a="http://schemas.openxmlformats.org/drawingml/2006/main" noGrp="1"/>
          </p:cNvSpPr>
          <p:nvPr/>
        </p:nvSpPr>
        <p:spPr>
          <a:xfrm xmlns:a="http://schemas.openxmlformats.org/drawingml/2006/main">
            <a:off x="1637505" y="1484039"/>
            <a:ext cx="10442" cy="6386"/>
          </a:xfrm>
          <a:custGeom xmlns:a="http://schemas.openxmlformats.org/drawingml/2006/main">
            <a:pathLst>
              <a:path w="10442" h="6386">
                <a:moveTo>
                  <a:pt x="4707" y="6386"/>
                </a:moveTo>
                <a:cubicBezTo>
                  <a:pt x="3496" y="3759"/>
                  <a:pt x="2033" y="1577"/>
                  <a:pt x="0" y="0"/>
                </a:cubicBezTo>
                <a:lnTo>
                  <a:pt x="9003" y="503"/>
                </a:lnTo>
                <a:cubicBezTo>
                  <a:pt x="9517" y="1851"/>
                  <a:pt x="9996" y="3142"/>
                  <a:pt x="10442" y="4399"/>
                </a:cubicBezTo>
                <a:lnTo>
                  <a:pt x="4707" y="6386"/>
                </a:lnTo>
              </a:path>
            </a:pathLst>
          </a:custGeom>
          <a:solidFill xmlns:a="http://schemas.openxmlformats.org/drawingml/2006/main">
            <a:srgbClr val="CD4327"/>
          </a:solidFill>
          <a:ln xmlns:a="http://schemas.openxmlformats.org/drawingml/2006/main" w="0">
            <a:noFill/>
            <a:prstDash val="solid"/>
          </a:ln>
        </p:spPr>
      </p:sp>
      <p:sp>
        <p:nvSpPr>
          <p:cNvPr id="56" name="pdf-path-58">
            <a:extLst xmlns:a="http://schemas.openxmlformats.org/drawingml/2006/main">
              <a:ext uri="{FF2B5EF4-FFF2-40B4-BE49-F238E27FC236}">
                <a16:creationId xmlns:a16="http://schemas.microsoft.com/office/drawing/2014/main" id="{E215A4A6-7CD1-4370-B8AA-E41ACFDE70E0}"/>
              </a:ext>
            </a:extLst>
          </p:cNvPr>
          <p:cNvSpPr>
            <a:spLocks xmlns:a="http://schemas.openxmlformats.org/drawingml/2006/main" noGrp="1"/>
          </p:cNvSpPr>
          <p:nvPr/>
        </p:nvSpPr>
        <p:spPr>
          <a:xfrm xmlns:a="http://schemas.openxmlformats.org/drawingml/2006/main">
            <a:off x="1632259" y="1477267"/>
            <a:ext cx="1403211" cy="93899"/>
          </a:xfrm>
          <a:custGeom xmlns:a="http://schemas.openxmlformats.org/drawingml/2006/main">
            <a:pathLst>
              <a:path w="1403211" h="93899">
                <a:moveTo>
                  <a:pt x="0" y="13550"/>
                </a:moveTo>
                <a:cubicBezTo>
                  <a:pt x="514" y="13949"/>
                  <a:pt x="1222" y="14749"/>
                  <a:pt x="2068" y="16531"/>
                </a:cubicBezTo>
                <a:cubicBezTo>
                  <a:pt x="3587" y="19593"/>
                  <a:pt x="5004" y="25203"/>
                  <a:pt x="7300" y="31875"/>
                </a:cubicBezTo>
                <a:cubicBezTo>
                  <a:pt x="10751" y="41883"/>
                  <a:pt x="16908" y="54495"/>
                  <a:pt x="30732" y="64880"/>
                </a:cubicBezTo>
                <a:cubicBezTo>
                  <a:pt x="44522" y="75311"/>
                  <a:pt x="65280" y="83548"/>
                  <a:pt x="97714" y="87775"/>
                </a:cubicBezTo>
                <a:cubicBezTo>
                  <a:pt x="134079" y="92493"/>
                  <a:pt x="180086" y="93899"/>
                  <a:pt x="234821" y="93899"/>
                </a:cubicBezTo>
                <a:cubicBezTo>
                  <a:pt x="321922" y="93899"/>
                  <a:pt x="431037" y="90288"/>
                  <a:pt x="557154" y="90288"/>
                </a:cubicBezTo>
                <a:cubicBezTo>
                  <a:pt x="565265" y="90288"/>
                  <a:pt x="573445" y="90311"/>
                  <a:pt x="581705" y="90346"/>
                </a:cubicBezTo>
                <a:cubicBezTo>
                  <a:pt x="799115" y="91168"/>
                  <a:pt x="1266254" y="92425"/>
                  <a:pt x="1403154" y="92836"/>
                </a:cubicBezTo>
                <a:lnTo>
                  <a:pt x="1403211" y="75699"/>
                </a:lnTo>
                <a:cubicBezTo>
                  <a:pt x="1266299" y="75288"/>
                  <a:pt x="799160" y="74031"/>
                  <a:pt x="581774" y="73209"/>
                </a:cubicBezTo>
                <a:cubicBezTo>
                  <a:pt x="573490" y="73174"/>
                  <a:pt x="565288" y="73151"/>
                  <a:pt x="557154" y="73151"/>
                </a:cubicBezTo>
                <a:cubicBezTo>
                  <a:pt x="430729" y="73151"/>
                  <a:pt x="321465" y="76773"/>
                  <a:pt x="234821" y="76762"/>
                </a:cubicBezTo>
                <a:cubicBezTo>
                  <a:pt x="180405" y="76773"/>
                  <a:pt x="134890" y="75334"/>
                  <a:pt x="99931" y="70775"/>
                </a:cubicBezTo>
                <a:cubicBezTo>
                  <a:pt x="76625" y="67748"/>
                  <a:pt x="60745" y="62607"/>
                  <a:pt x="49902" y="56814"/>
                </a:cubicBezTo>
                <a:cubicBezTo>
                  <a:pt x="33691" y="48006"/>
                  <a:pt x="28241" y="38375"/>
                  <a:pt x="24369" y="28653"/>
                </a:cubicBezTo>
                <a:cubicBezTo>
                  <a:pt x="22484" y="23774"/>
                  <a:pt x="21227" y="18873"/>
                  <a:pt x="19513" y="14018"/>
                </a:cubicBezTo>
                <a:cubicBezTo>
                  <a:pt x="17788" y="9265"/>
                  <a:pt x="15594" y="4021"/>
                  <a:pt x="10499" y="0"/>
                </a:cubicBezTo>
                <a:lnTo>
                  <a:pt x="0" y="13550"/>
                </a:lnTo>
              </a:path>
            </a:pathLst>
          </a:custGeom>
          <a:solidFill xmlns:a="http://schemas.openxmlformats.org/drawingml/2006/main">
            <a:srgbClr val="CD4327"/>
          </a:solidFill>
          <a:ln xmlns:a="http://schemas.openxmlformats.org/drawingml/2006/main" w="0">
            <a:noFill/>
            <a:prstDash val="solid"/>
          </a:ln>
        </p:spPr>
      </p:sp>
      <p:sp>
        <p:nvSpPr>
          <p:cNvPr id="57" name="pdf-path-59">
            <a:extLst xmlns:a="http://schemas.openxmlformats.org/drawingml/2006/main">
              <a:ext uri="{FF2B5EF4-FFF2-40B4-BE49-F238E27FC236}">
                <a16:creationId xmlns:a16="http://schemas.microsoft.com/office/drawing/2014/main" id="{F1211FF4-EDB6-46CB-A068-E426B6BF35D7}"/>
              </a:ext>
            </a:extLst>
          </p:cNvPr>
          <p:cNvSpPr>
            <a:spLocks xmlns:a="http://schemas.openxmlformats.org/drawingml/2006/main" noGrp="1"/>
          </p:cNvSpPr>
          <p:nvPr/>
        </p:nvSpPr>
        <p:spPr>
          <a:xfrm xmlns:a="http://schemas.openxmlformats.org/drawingml/2006/main">
            <a:off x="1557659" y="1497907"/>
            <a:ext cx="457" cy="53513"/>
          </a:xfrm>
          <a:custGeom xmlns:a="http://schemas.openxmlformats.org/drawingml/2006/main">
            <a:pathLst>
              <a:path w="457" h="53513">
                <a:moveTo>
                  <a:pt x="457" y="53513"/>
                </a:moveTo>
                <a:lnTo>
                  <a:pt x="0" y="0"/>
                </a:lnTo>
                <a:lnTo>
                  <a:pt x="457" y="53513"/>
                </a:lnTo>
              </a:path>
            </a:pathLst>
          </a:custGeom>
          <a:solidFill xmlns:a="http://schemas.openxmlformats.org/drawingml/2006/main">
            <a:srgbClr val="FFFFFF"/>
          </a:solidFill>
          <a:ln xmlns:a="http://schemas.openxmlformats.org/drawingml/2006/main" w="0">
            <a:noFill/>
            <a:prstDash val="solid"/>
          </a:ln>
        </p:spPr>
      </p:sp>
      <p:sp>
        <p:nvSpPr>
          <p:cNvPr id="58" name="pdf-path-60">
            <a:extLst xmlns:a="http://schemas.openxmlformats.org/drawingml/2006/main">
              <a:ext uri="{FF2B5EF4-FFF2-40B4-BE49-F238E27FC236}">
                <a16:creationId xmlns:a16="http://schemas.microsoft.com/office/drawing/2014/main" id="{7D9D3ACC-DE05-4BB8-9B3F-CD8FDA036EA9}"/>
              </a:ext>
            </a:extLst>
          </p:cNvPr>
          <p:cNvSpPr>
            <a:spLocks xmlns:a="http://schemas.openxmlformats.org/drawingml/2006/main" noGrp="1"/>
          </p:cNvSpPr>
          <p:nvPr/>
        </p:nvSpPr>
        <p:spPr>
          <a:xfrm xmlns:a="http://schemas.openxmlformats.org/drawingml/2006/main">
            <a:off x="1554803" y="1163543"/>
            <a:ext cx="2856" cy="334363"/>
          </a:xfrm>
          <a:custGeom xmlns:a="http://schemas.openxmlformats.org/drawingml/2006/main">
            <a:pathLst>
              <a:path w="2856" h="334363">
                <a:moveTo>
                  <a:pt x="2856" y="334363"/>
                </a:moveTo>
                <a:lnTo>
                  <a:pt x="0" y="0"/>
                </a:lnTo>
                <a:lnTo>
                  <a:pt x="2856" y="334363"/>
                </a:lnTo>
              </a:path>
            </a:pathLst>
          </a:custGeom>
          <a:solidFill xmlns:a="http://schemas.openxmlformats.org/drawingml/2006/main">
            <a:srgbClr val="FFFFFF"/>
          </a:solidFill>
          <a:ln xmlns:a="http://schemas.openxmlformats.org/drawingml/2006/main" w="0">
            <a:noFill/>
            <a:prstDash val="solid"/>
          </a:ln>
        </p:spPr>
      </p:sp>
      <p:sp>
        <p:nvSpPr>
          <p:cNvPr id="59" name="pdf-path-61">
            <a:extLst xmlns:a="http://schemas.openxmlformats.org/drawingml/2006/main">
              <a:ext uri="{FF2B5EF4-FFF2-40B4-BE49-F238E27FC236}">
                <a16:creationId xmlns:a16="http://schemas.microsoft.com/office/drawing/2014/main" id="{3D113F9E-3B1E-4374-966E-577C0C03222E}"/>
              </a:ext>
            </a:extLst>
          </p:cNvPr>
          <p:cNvSpPr>
            <a:spLocks xmlns:a="http://schemas.openxmlformats.org/drawingml/2006/main" noGrp="1"/>
          </p:cNvSpPr>
          <p:nvPr/>
        </p:nvSpPr>
        <p:spPr>
          <a:xfrm xmlns:a="http://schemas.openxmlformats.org/drawingml/2006/main">
            <a:off x="1554614" y="1140944"/>
            <a:ext cx="194" cy="22598"/>
          </a:xfrm>
          <a:custGeom xmlns:a="http://schemas.openxmlformats.org/drawingml/2006/main">
            <a:pathLst>
              <a:path w="194" h="22598">
                <a:moveTo>
                  <a:pt x="194" y="22598"/>
                </a:moveTo>
                <a:lnTo>
                  <a:pt x="0" y="0"/>
                </a:lnTo>
                <a:lnTo>
                  <a:pt x="194" y="22598"/>
                </a:lnTo>
              </a:path>
            </a:pathLst>
          </a:custGeom>
          <a:solidFill xmlns:a="http://schemas.openxmlformats.org/drawingml/2006/main">
            <a:srgbClr val="CD4327"/>
          </a:solidFill>
          <a:ln xmlns:a="http://schemas.openxmlformats.org/drawingml/2006/main" w="0">
            <a:noFill/>
            <a:prstDash val="solid"/>
          </a:ln>
        </p:spPr>
      </p:sp>
      <p:sp>
        <p:nvSpPr>
          <p:cNvPr id="60" name="pdf-path-62">
            <a:extLst xmlns:a="http://schemas.openxmlformats.org/drawingml/2006/main">
              <a:ext uri="{FF2B5EF4-FFF2-40B4-BE49-F238E27FC236}">
                <a16:creationId xmlns:a16="http://schemas.microsoft.com/office/drawing/2014/main" id="{0BB103E8-36DE-4A8D-8BB0-30AE90AB4597}"/>
              </a:ext>
            </a:extLst>
          </p:cNvPr>
          <p:cNvSpPr>
            <a:spLocks xmlns:a="http://schemas.openxmlformats.org/drawingml/2006/main" noGrp="1"/>
          </p:cNvSpPr>
          <p:nvPr/>
        </p:nvSpPr>
        <p:spPr>
          <a:xfrm xmlns:a="http://schemas.openxmlformats.org/drawingml/2006/main">
            <a:off x="1546040" y="1140874"/>
            <a:ext cx="20644" cy="410622"/>
          </a:xfrm>
          <a:custGeom xmlns:a="http://schemas.openxmlformats.org/drawingml/2006/main">
            <a:pathLst>
              <a:path w="20644" h="410622">
                <a:moveTo>
                  <a:pt x="20644" y="410473"/>
                </a:moveTo>
                <a:lnTo>
                  <a:pt x="20061" y="341926"/>
                </a:lnTo>
                <a:lnTo>
                  <a:pt x="2925" y="342075"/>
                </a:lnTo>
                <a:lnTo>
                  <a:pt x="3507" y="410622"/>
                </a:lnTo>
                <a:lnTo>
                  <a:pt x="20644" y="410473"/>
                </a:lnTo>
                <a:moveTo>
                  <a:pt x="19616" y="290515"/>
                </a:moveTo>
                <a:lnTo>
                  <a:pt x="19033" y="221979"/>
                </a:lnTo>
                <a:lnTo>
                  <a:pt x="1896" y="222117"/>
                </a:lnTo>
                <a:lnTo>
                  <a:pt x="2479" y="290664"/>
                </a:lnTo>
                <a:lnTo>
                  <a:pt x="19616" y="290515"/>
                </a:lnTo>
                <a:moveTo>
                  <a:pt x="18599" y="170569"/>
                </a:moveTo>
                <a:lnTo>
                  <a:pt x="18017" y="102021"/>
                </a:lnTo>
                <a:lnTo>
                  <a:pt x="880" y="102170"/>
                </a:lnTo>
                <a:lnTo>
                  <a:pt x="1462" y="170717"/>
                </a:lnTo>
                <a:lnTo>
                  <a:pt x="18599" y="170569"/>
                </a:lnTo>
                <a:moveTo>
                  <a:pt x="17571" y="50611"/>
                </a:moveTo>
                <a:lnTo>
                  <a:pt x="17137" y="0"/>
                </a:lnTo>
                <a:lnTo>
                  <a:pt x="0" y="149"/>
                </a:lnTo>
                <a:lnTo>
                  <a:pt x="434" y="50759"/>
                </a:lnTo>
                <a:lnTo>
                  <a:pt x="17571" y="50611"/>
                </a:lnTo>
              </a:path>
            </a:pathLst>
          </a:custGeom>
          <a:solidFill xmlns:a="http://schemas.openxmlformats.org/drawingml/2006/main">
            <a:srgbClr val="A52022"/>
          </a:solidFill>
          <a:ln xmlns:a="http://schemas.openxmlformats.org/drawingml/2006/main" w="0">
            <a:noFill/>
            <a:prstDash val="solid"/>
          </a:ln>
        </p:spPr>
      </p:sp>
      <p:sp>
        <p:nvSpPr>
          <p:cNvPr id="61" name="pdf-path-63">
            <a:extLst xmlns:a="http://schemas.openxmlformats.org/drawingml/2006/main">
              <a:ext uri="{FF2B5EF4-FFF2-40B4-BE49-F238E27FC236}">
                <a16:creationId xmlns:a16="http://schemas.microsoft.com/office/drawing/2014/main" id="{B4E1A649-1E00-4003-BBBC-F93B7524C433}"/>
              </a:ext>
            </a:extLst>
          </p:cNvPr>
          <p:cNvSpPr>
            <a:spLocks xmlns:a="http://schemas.openxmlformats.org/drawingml/2006/main" noGrp="1"/>
          </p:cNvSpPr>
          <p:nvPr/>
        </p:nvSpPr>
        <p:spPr>
          <a:xfrm xmlns:a="http://schemas.openxmlformats.org/drawingml/2006/main">
            <a:off x="817275" y="1742737"/>
            <a:ext cx="2640698" cy="173254"/>
          </a:xfrm>
          <a:custGeom xmlns:a="http://schemas.openxmlformats.org/drawingml/2006/main">
            <a:pathLst>
              <a:path w="2640698" h="173254">
                <a:moveTo>
                  <a:pt x="1320349" y="173254"/>
                </a:moveTo>
                <a:cubicBezTo>
                  <a:pt x="1320349" y="125419"/>
                  <a:pt x="1313883" y="86633"/>
                  <a:pt x="1305908" y="86633"/>
                </a:cubicBezTo>
                <a:lnTo>
                  <a:pt x="14441" y="86633"/>
                </a:lnTo>
                <a:cubicBezTo>
                  <a:pt x="6466" y="86633"/>
                  <a:pt x="0" y="47835"/>
                  <a:pt x="0" y="0"/>
                </a:cubicBezTo>
                <a:lnTo>
                  <a:pt x="2640698" y="0"/>
                </a:lnTo>
                <a:cubicBezTo>
                  <a:pt x="2640698" y="47835"/>
                  <a:pt x="2634232" y="86633"/>
                  <a:pt x="2626257" y="86633"/>
                </a:cubicBezTo>
                <a:lnTo>
                  <a:pt x="1334789" y="86633"/>
                </a:lnTo>
                <a:cubicBezTo>
                  <a:pt x="1326815" y="86633"/>
                  <a:pt x="1320349" y="125419"/>
                  <a:pt x="1320349" y="173254"/>
                </a:cubicBezTo>
              </a:path>
            </a:pathLst>
          </a:custGeom>
          <a:solidFill xmlns:a="http://schemas.openxmlformats.org/drawingml/2006/main">
            <a:srgbClr val="FFFFFF"/>
          </a:solidFill>
          <a:ln xmlns:a="http://schemas.openxmlformats.org/drawingml/2006/main" w="0">
            <a:noFill/>
            <a:prstDash val="solid"/>
          </a:ln>
        </p:spPr>
      </p:sp>
      <p:sp>
        <p:nvSpPr>
          <p:cNvPr id="62" name="pdf-path-64">
            <a:extLst xmlns:a="http://schemas.openxmlformats.org/drawingml/2006/main">
              <a:ext uri="{FF2B5EF4-FFF2-40B4-BE49-F238E27FC236}">
                <a16:creationId xmlns:a16="http://schemas.microsoft.com/office/drawing/2014/main" id="{75F98036-B0ED-4980-86A7-78E527A0A733}"/>
              </a:ext>
            </a:extLst>
          </p:cNvPr>
          <p:cNvSpPr>
            <a:spLocks xmlns:a="http://schemas.openxmlformats.org/drawingml/2006/main" noGrp="1"/>
          </p:cNvSpPr>
          <p:nvPr/>
        </p:nvSpPr>
        <p:spPr>
          <a:xfrm xmlns:a="http://schemas.openxmlformats.org/drawingml/2006/main">
            <a:off x="808704" y="1742737"/>
            <a:ext cx="2657835" cy="181822"/>
          </a:xfrm>
          <a:custGeom xmlns:a="http://schemas.openxmlformats.org/drawingml/2006/main">
            <a:pathLst>
              <a:path w="2657835" h="181822">
                <a:moveTo>
                  <a:pt x="2640698" y="0"/>
                </a:moveTo>
                <a:cubicBezTo>
                  <a:pt x="2640698" y="23523"/>
                  <a:pt x="2639087" y="44842"/>
                  <a:pt x="2636585" y="59853"/>
                </a:cubicBezTo>
                <a:cubicBezTo>
                  <a:pt x="2635351" y="67325"/>
                  <a:pt x="2633843" y="73266"/>
                  <a:pt x="2632473" y="76682"/>
                </a:cubicBezTo>
                <a:cubicBezTo>
                  <a:pt x="2631821" y="78372"/>
                  <a:pt x="2631158" y="79412"/>
                  <a:pt x="2631090" y="79458"/>
                </a:cubicBezTo>
                <a:lnTo>
                  <a:pt x="2633306" y="81263"/>
                </a:lnTo>
                <a:lnTo>
                  <a:pt x="2631844" y="78864"/>
                </a:lnTo>
                <a:lnTo>
                  <a:pt x="2631090" y="79458"/>
                </a:lnTo>
                <a:lnTo>
                  <a:pt x="2633306" y="81263"/>
                </a:lnTo>
                <a:lnTo>
                  <a:pt x="2631844" y="78864"/>
                </a:lnTo>
                <a:lnTo>
                  <a:pt x="2634826" y="83765"/>
                </a:lnTo>
                <a:lnTo>
                  <a:pt x="2634826" y="78064"/>
                </a:lnTo>
                <a:cubicBezTo>
                  <a:pt x="2633569" y="78053"/>
                  <a:pt x="2632427" y="78498"/>
                  <a:pt x="2631844" y="78864"/>
                </a:cubicBezTo>
                <a:lnTo>
                  <a:pt x="2634826" y="83765"/>
                </a:lnTo>
                <a:lnTo>
                  <a:pt x="2634826" y="78064"/>
                </a:lnTo>
                <a:lnTo>
                  <a:pt x="1343358" y="78064"/>
                </a:lnTo>
                <a:cubicBezTo>
                  <a:pt x="1341096" y="78053"/>
                  <a:pt x="1338971" y="78807"/>
                  <a:pt x="1337417" y="79766"/>
                </a:cubicBezTo>
                <a:cubicBezTo>
                  <a:pt x="1334493" y="81629"/>
                  <a:pt x="1333042" y="83822"/>
                  <a:pt x="1331762" y="86027"/>
                </a:cubicBezTo>
                <a:cubicBezTo>
                  <a:pt x="1329603" y="89934"/>
                  <a:pt x="1328152" y="94516"/>
                  <a:pt x="1326770" y="100171"/>
                </a:cubicBezTo>
                <a:cubicBezTo>
                  <a:pt x="1322783" y="116999"/>
                  <a:pt x="1320372" y="143298"/>
                  <a:pt x="1320349" y="173254"/>
                </a:cubicBezTo>
                <a:cubicBezTo>
                  <a:pt x="1320349" y="175516"/>
                  <a:pt x="1321263" y="177720"/>
                  <a:pt x="1322862" y="179309"/>
                </a:cubicBezTo>
                <a:cubicBezTo>
                  <a:pt x="1324462" y="180908"/>
                  <a:pt x="1326667" y="181822"/>
                  <a:pt x="1328917" y="181822"/>
                </a:cubicBezTo>
                <a:cubicBezTo>
                  <a:pt x="1331179" y="181822"/>
                  <a:pt x="1333384" y="180908"/>
                  <a:pt x="1334984" y="179309"/>
                </a:cubicBezTo>
                <a:cubicBezTo>
                  <a:pt x="1336572" y="177720"/>
                  <a:pt x="1337486" y="175516"/>
                  <a:pt x="1337486" y="173254"/>
                </a:cubicBezTo>
                <a:cubicBezTo>
                  <a:pt x="1337486" y="148931"/>
                  <a:pt x="1335864" y="126950"/>
                  <a:pt x="1333145" y="110590"/>
                </a:cubicBezTo>
                <a:cubicBezTo>
                  <a:pt x="1331762" y="102387"/>
                  <a:pt x="1330163" y="95647"/>
                  <a:pt x="1328072" y="90300"/>
                </a:cubicBezTo>
                <a:cubicBezTo>
                  <a:pt x="1326998" y="87615"/>
                  <a:pt x="1325844" y="85239"/>
                  <a:pt x="1324039" y="82977"/>
                </a:cubicBezTo>
                <a:cubicBezTo>
                  <a:pt x="1323114" y="81857"/>
                  <a:pt x="1321994" y="80726"/>
                  <a:pt x="1320418" y="79766"/>
                </a:cubicBezTo>
                <a:cubicBezTo>
                  <a:pt x="1318864" y="78807"/>
                  <a:pt x="1316739" y="78053"/>
                  <a:pt x="1314488" y="78064"/>
                </a:cubicBezTo>
                <a:lnTo>
                  <a:pt x="23009" y="78064"/>
                </a:lnTo>
                <a:lnTo>
                  <a:pt x="23009" y="83765"/>
                </a:lnTo>
                <a:lnTo>
                  <a:pt x="25991" y="78864"/>
                </a:lnTo>
                <a:cubicBezTo>
                  <a:pt x="25420" y="78498"/>
                  <a:pt x="24277" y="78053"/>
                  <a:pt x="23009" y="78064"/>
                </a:cubicBezTo>
                <a:lnTo>
                  <a:pt x="23009" y="83765"/>
                </a:lnTo>
                <a:lnTo>
                  <a:pt x="25991" y="78864"/>
                </a:lnTo>
                <a:lnTo>
                  <a:pt x="24460" y="81389"/>
                </a:lnTo>
                <a:lnTo>
                  <a:pt x="26745" y="79469"/>
                </a:lnTo>
                <a:lnTo>
                  <a:pt x="25991" y="78864"/>
                </a:lnTo>
                <a:lnTo>
                  <a:pt x="24460" y="81389"/>
                </a:lnTo>
                <a:lnTo>
                  <a:pt x="26745" y="79469"/>
                </a:lnTo>
                <a:cubicBezTo>
                  <a:pt x="26608" y="79469"/>
                  <a:pt x="24997" y="76476"/>
                  <a:pt x="23843" y="72009"/>
                </a:cubicBezTo>
                <a:cubicBezTo>
                  <a:pt x="20004" y="58322"/>
                  <a:pt x="17102" y="30949"/>
                  <a:pt x="17137" y="0"/>
                </a:cubicBezTo>
                <a:lnTo>
                  <a:pt x="0" y="0"/>
                </a:lnTo>
                <a:cubicBezTo>
                  <a:pt x="11" y="24323"/>
                  <a:pt x="1634" y="46315"/>
                  <a:pt x="4353" y="62664"/>
                </a:cubicBezTo>
                <a:cubicBezTo>
                  <a:pt x="5724" y="70867"/>
                  <a:pt x="7323" y="77619"/>
                  <a:pt x="9414" y="82965"/>
                </a:cubicBezTo>
                <a:cubicBezTo>
                  <a:pt x="10499" y="85650"/>
                  <a:pt x="11642" y="88015"/>
                  <a:pt x="13458" y="90277"/>
                </a:cubicBezTo>
                <a:cubicBezTo>
                  <a:pt x="14372" y="91408"/>
                  <a:pt x="15503" y="92528"/>
                  <a:pt x="17080" y="93499"/>
                </a:cubicBezTo>
                <a:cubicBezTo>
                  <a:pt x="18622" y="94458"/>
                  <a:pt x="20747" y="95212"/>
                  <a:pt x="23009" y="95201"/>
                </a:cubicBezTo>
                <a:lnTo>
                  <a:pt x="1314488" y="95201"/>
                </a:lnTo>
                <a:lnTo>
                  <a:pt x="1314488" y="89500"/>
                </a:lnTo>
                <a:lnTo>
                  <a:pt x="1311495" y="94401"/>
                </a:lnTo>
                <a:cubicBezTo>
                  <a:pt x="1312077" y="94767"/>
                  <a:pt x="1313220" y="95212"/>
                  <a:pt x="1314488" y="95201"/>
                </a:cubicBezTo>
                <a:lnTo>
                  <a:pt x="1314488" y="89500"/>
                </a:lnTo>
                <a:lnTo>
                  <a:pt x="1311495" y="94401"/>
                </a:lnTo>
                <a:lnTo>
                  <a:pt x="1313038" y="91876"/>
                </a:lnTo>
                <a:lnTo>
                  <a:pt x="1310741" y="93796"/>
                </a:lnTo>
                <a:lnTo>
                  <a:pt x="1311495" y="94401"/>
                </a:lnTo>
                <a:lnTo>
                  <a:pt x="1313038" y="91876"/>
                </a:lnTo>
                <a:lnTo>
                  <a:pt x="1310741" y="93796"/>
                </a:lnTo>
                <a:cubicBezTo>
                  <a:pt x="1310890" y="93796"/>
                  <a:pt x="1312489" y="96789"/>
                  <a:pt x="1313654" y="101256"/>
                </a:cubicBezTo>
                <a:cubicBezTo>
                  <a:pt x="1317493" y="114931"/>
                  <a:pt x="1320383" y="142304"/>
                  <a:pt x="1320349" y="173254"/>
                </a:cubicBezTo>
                <a:cubicBezTo>
                  <a:pt x="1320349" y="175516"/>
                  <a:pt x="1321263" y="177720"/>
                  <a:pt x="1322862" y="179309"/>
                </a:cubicBezTo>
                <a:cubicBezTo>
                  <a:pt x="1324462" y="180908"/>
                  <a:pt x="1326667" y="181822"/>
                  <a:pt x="1328917" y="181822"/>
                </a:cubicBezTo>
                <a:cubicBezTo>
                  <a:pt x="1331179" y="181822"/>
                  <a:pt x="1333384" y="180908"/>
                  <a:pt x="1334984" y="179309"/>
                </a:cubicBezTo>
                <a:cubicBezTo>
                  <a:pt x="1336572" y="177720"/>
                  <a:pt x="1337486" y="175516"/>
                  <a:pt x="1337486" y="173254"/>
                </a:cubicBezTo>
                <a:cubicBezTo>
                  <a:pt x="1337486" y="149731"/>
                  <a:pt x="1339097" y="128412"/>
                  <a:pt x="1341599" y="113412"/>
                </a:cubicBezTo>
                <a:cubicBezTo>
                  <a:pt x="1342832" y="105940"/>
                  <a:pt x="1344352" y="99999"/>
                  <a:pt x="1345712" y="96583"/>
                </a:cubicBezTo>
                <a:cubicBezTo>
                  <a:pt x="1346363" y="94881"/>
                  <a:pt x="1347025" y="93853"/>
                  <a:pt x="1347094" y="93807"/>
                </a:cubicBezTo>
                <a:lnTo>
                  <a:pt x="1344877" y="92002"/>
                </a:lnTo>
                <a:lnTo>
                  <a:pt x="1346340" y="94401"/>
                </a:lnTo>
                <a:lnTo>
                  <a:pt x="1347094" y="93807"/>
                </a:lnTo>
                <a:lnTo>
                  <a:pt x="1344877" y="92002"/>
                </a:lnTo>
                <a:lnTo>
                  <a:pt x="1346340" y="94401"/>
                </a:lnTo>
                <a:lnTo>
                  <a:pt x="1343358" y="89500"/>
                </a:lnTo>
                <a:lnTo>
                  <a:pt x="1343358" y="95201"/>
                </a:lnTo>
                <a:cubicBezTo>
                  <a:pt x="1344615" y="95212"/>
                  <a:pt x="1345757" y="94767"/>
                  <a:pt x="1346340" y="94401"/>
                </a:cubicBezTo>
                <a:lnTo>
                  <a:pt x="1343358" y="89500"/>
                </a:lnTo>
                <a:lnTo>
                  <a:pt x="1343358" y="95201"/>
                </a:lnTo>
                <a:lnTo>
                  <a:pt x="2634826" y="95201"/>
                </a:lnTo>
                <a:cubicBezTo>
                  <a:pt x="2637088" y="95212"/>
                  <a:pt x="2639213" y="94458"/>
                  <a:pt x="2640766" y="93499"/>
                </a:cubicBezTo>
                <a:cubicBezTo>
                  <a:pt x="2643691" y="91637"/>
                  <a:pt x="2645142" y="89443"/>
                  <a:pt x="2646433" y="87238"/>
                </a:cubicBezTo>
                <a:cubicBezTo>
                  <a:pt x="2648581" y="83331"/>
                  <a:pt x="2650043" y="78750"/>
                  <a:pt x="2651414" y="73083"/>
                </a:cubicBezTo>
                <a:cubicBezTo>
                  <a:pt x="2655402" y="56266"/>
                  <a:pt x="2657812" y="29955"/>
                  <a:pt x="2657835" y="0"/>
                </a:cubicBezTo>
                <a:lnTo>
                  <a:pt x="2640698" y="0"/>
                </a:lnTo>
              </a:path>
            </a:pathLst>
          </a:custGeom>
          <a:solidFill xmlns:a="http://schemas.openxmlformats.org/drawingml/2006/main">
            <a:srgbClr val="666767"/>
          </a:solidFill>
          <a:ln xmlns:a="http://schemas.openxmlformats.org/drawingml/2006/main" w="0">
            <a:noFill/>
            <a:prstDash val="solid"/>
          </a:ln>
        </p:spPr>
      </p:sp>
      <p:sp>
        <p:nvSpPr>
          <p:cNvPr id="63" name="pdf-path-65">
            <a:extLst xmlns:a="http://schemas.openxmlformats.org/drawingml/2006/main">
              <a:ext uri="{FF2B5EF4-FFF2-40B4-BE49-F238E27FC236}">
                <a16:creationId xmlns:a16="http://schemas.microsoft.com/office/drawing/2014/main" id="{82F2AC65-D403-4812-9550-7249A1428981}"/>
              </a:ext>
            </a:extLst>
          </p:cNvPr>
          <p:cNvSpPr>
            <a:spLocks xmlns:a="http://schemas.openxmlformats.org/drawingml/2006/main" noGrp="1"/>
          </p:cNvSpPr>
          <p:nvPr/>
        </p:nvSpPr>
        <p:spPr>
          <a:xfrm xmlns:a="http://schemas.openxmlformats.org/drawingml/2006/main">
            <a:off x="1134509" y="361268"/>
            <a:ext cx="95" cy="97589"/>
          </a:xfrm>
          <a:custGeom xmlns:a="http://schemas.openxmlformats.org/drawingml/2006/main">
            <a:pathLst>
              <a:path w="95" h="97589">
                <a:moveTo>
                  <a:pt x="0" y="97589"/>
                </a:moveTo>
                <a:lnTo>
                  <a:pt x="0" y="0"/>
                </a:lnTo>
                <a:lnTo>
                  <a:pt x="0" y="97589"/>
                </a:lnTo>
              </a:path>
            </a:pathLst>
          </a:custGeom>
          <a:solidFill xmlns:a="http://schemas.openxmlformats.org/drawingml/2006/main">
            <a:srgbClr val="FFFFFF"/>
          </a:solidFill>
          <a:ln xmlns:a="http://schemas.openxmlformats.org/drawingml/2006/main" w="0">
            <a:noFill/>
            <a:prstDash val="solid"/>
          </a:ln>
        </p:spPr>
      </p:sp>
      <p:sp>
        <p:nvSpPr>
          <p:cNvPr id="64" name="pdf-path-66">
            <a:extLst xmlns:a="http://schemas.openxmlformats.org/drawingml/2006/main">
              <a:ext uri="{FF2B5EF4-FFF2-40B4-BE49-F238E27FC236}">
                <a16:creationId xmlns:a16="http://schemas.microsoft.com/office/drawing/2014/main" id="{1ABBD9C2-7EAD-45B3-A645-B51E8212B513}"/>
              </a:ext>
            </a:extLst>
          </p:cNvPr>
          <p:cNvSpPr>
            <a:spLocks xmlns:a="http://schemas.openxmlformats.org/drawingml/2006/main" noGrp="1"/>
          </p:cNvSpPr>
          <p:nvPr/>
        </p:nvSpPr>
        <p:spPr>
          <a:xfrm xmlns:a="http://schemas.openxmlformats.org/drawingml/2006/main">
            <a:off x="1130225" y="356983"/>
            <a:ext cx="8568" cy="101873"/>
          </a:xfrm>
          <a:custGeom xmlns:a="http://schemas.openxmlformats.org/drawingml/2006/main">
            <a:pathLst>
              <a:path w="8568" h="101873">
                <a:moveTo>
                  <a:pt x="8568" y="101873"/>
                </a:moveTo>
                <a:lnTo>
                  <a:pt x="8568" y="0"/>
                </a:lnTo>
                <a:lnTo>
                  <a:pt x="0" y="0"/>
                </a:lnTo>
                <a:lnTo>
                  <a:pt x="0" y="101873"/>
                </a:lnTo>
              </a:path>
            </a:pathLst>
          </a:custGeom>
          <a:solidFill xmlns:a="http://schemas.openxmlformats.org/drawingml/2006/main">
            <a:srgbClr val="666767"/>
          </a:solidFill>
          <a:ln xmlns:a="http://schemas.openxmlformats.org/drawingml/2006/main" w="0">
            <a:noFill/>
            <a:prstDash val="solid"/>
          </a:ln>
        </p:spPr>
      </p:sp>
      <p:sp>
        <p:nvSpPr>
          <p:cNvPr id="65" name="pdf-path-67">
            <a:extLst xmlns:a="http://schemas.openxmlformats.org/drawingml/2006/main">
              <a:ext uri="{FF2B5EF4-FFF2-40B4-BE49-F238E27FC236}">
                <a16:creationId xmlns:a16="http://schemas.microsoft.com/office/drawing/2014/main" id="{E5A03703-8AF3-4E32-BA87-BB59668088A3}"/>
              </a:ext>
            </a:extLst>
          </p:cNvPr>
          <p:cNvSpPr>
            <a:spLocks xmlns:a="http://schemas.openxmlformats.org/drawingml/2006/main" noGrp="1"/>
          </p:cNvSpPr>
          <p:nvPr/>
        </p:nvSpPr>
        <p:spPr>
          <a:xfrm xmlns:a="http://schemas.openxmlformats.org/drawingml/2006/main">
            <a:off x="1120352" y="318094"/>
            <a:ext cx="28310" cy="38889"/>
          </a:xfrm>
          <a:custGeom xmlns:a="http://schemas.openxmlformats.org/drawingml/2006/main">
            <a:pathLst>
              <a:path w="28310" h="38889">
                <a:moveTo>
                  <a:pt x="28310" y="38889"/>
                </a:moveTo>
                <a:lnTo>
                  <a:pt x="14155" y="0"/>
                </a:lnTo>
                <a:lnTo>
                  <a:pt x="0" y="38889"/>
                </a:lnTo>
                <a:lnTo>
                  <a:pt x="28310" y="38889"/>
                </a:lnTo>
              </a:path>
            </a:pathLst>
          </a:custGeom>
          <a:solidFill xmlns:a="http://schemas.openxmlformats.org/drawingml/2006/main">
            <a:srgbClr val="666767"/>
          </a:solidFill>
          <a:ln xmlns:a="http://schemas.openxmlformats.org/drawingml/2006/main" w="0">
            <a:noFill/>
            <a:prstDash val="solid"/>
          </a:ln>
        </p:spPr>
      </p:sp>
      <p:sp>
        <p:nvSpPr>
          <p:cNvPr id="66" name="pdf-path-68">
            <a:extLst xmlns:a="http://schemas.openxmlformats.org/drawingml/2006/main">
              <a:ext uri="{FF2B5EF4-FFF2-40B4-BE49-F238E27FC236}">
                <a16:creationId xmlns:a16="http://schemas.microsoft.com/office/drawing/2014/main" id="{AC2E7208-279C-4366-8DA7-C668AF701629}"/>
              </a:ext>
            </a:extLst>
          </p:cNvPr>
          <p:cNvSpPr>
            <a:spLocks xmlns:a="http://schemas.openxmlformats.org/drawingml/2006/main" noGrp="1"/>
          </p:cNvSpPr>
          <p:nvPr/>
        </p:nvSpPr>
        <p:spPr>
          <a:xfrm xmlns:a="http://schemas.openxmlformats.org/drawingml/2006/main">
            <a:off x="1114239" y="305573"/>
            <a:ext cx="40534" cy="55695"/>
          </a:xfrm>
          <a:custGeom xmlns:a="http://schemas.openxmlformats.org/drawingml/2006/main">
            <a:pathLst>
              <a:path w="40534" h="55695">
                <a:moveTo>
                  <a:pt x="34422" y="51411"/>
                </a:moveTo>
                <a:lnTo>
                  <a:pt x="38444" y="49948"/>
                </a:lnTo>
                <a:lnTo>
                  <a:pt x="20267" y="0"/>
                </a:lnTo>
                <a:lnTo>
                  <a:pt x="0" y="55695"/>
                </a:lnTo>
                <a:lnTo>
                  <a:pt x="40534" y="55695"/>
                </a:lnTo>
                <a:lnTo>
                  <a:pt x="38444" y="49948"/>
                </a:lnTo>
                <a:lnTo>
                  <a:pt x="34422" y="51411"/>
                </a:lnTo>
                <a:lnTo>
                  <a:pt x="34422" y="47127"/>
                </a:lnTo>
                <a:lnTo>
                  <a:pt x="12236" y="47127"/>
                </a:lnTo>
                <a:lnTo>
                  <a:pt x="20267" y="25054"/>
                </a:lnTo>
                <a:lnTo>
                  <a:pt x="30401" y="52873"/>
                </a:lnTo>
                <a:lnTo>
                  <a:pt x="34422" y="51411"/>
                </a:lnTo>
                <a:lnTo>
                  <a:pt x="34422" y="47127"/>
                </a:lnTo>
                <a:lnTo>
                  <a:pt x="34422" y="51411"/>
                </a:lnTo>
              </a:path>
            </a:pathLst>
          </a:custGeom>
          <a:solidFill xmlns:a="http://schemas.openxmlformats.org/drawingml/2006/main">
            <a:srgbClr val="666767"/>
          </a:solidFill>
          <a:ln xmlns:a="http://schemas.openxmlformats.org/drawingml/2006/main" w="0">
            <a:noFill/>
            <a:prstDash val="solid"/>
          </a:ln>
        </p:spPr>
      </p:sp>
      <p:sp>
        <p:nvSpPr>
          <p:cNvPr id="67" name="pdf-path-70">
            <a:extLst xmlns:a="http://schemas.openxmlformats.org/drawingml/2006/main">
              <a:ext uri="{FF2B5EF4-FFF2-40B4-BE49-F238E27FC236}">
                <a16:creationId xmlns:a16="http://schemas.microsoft.com/office/drawing/2014/main" id="{CE004764-3B9E-43FA-9F46-E0F14CDA6D49}"/>
              </a:ext>
            </a:extLst>
          </p:cNvPr>
          <p:cNvSpPr>
            <a:spLocks xmlns:a="http://schemas.openxmlformats.org/drawingml/2006/main" noGrp="1"/>
          </p:cNvSpPr>
          <p:nvPr/>
        </p:nvSpPr>
        <p:spPr>
          <a:xfrm xmlns:a="http://schemas.openxmlformats.org/drawingml/2006/main">
            <a:off x="1130325" y="330624"/>
            <a:ext cx="8363" cy="11482"/>
          </a:xfrm>
          <a:custGeom xmlns:a="http://schemas.openxmlformats.org/drawingml/2006/main">
            <a:pathLst>
              <a:path w="8363" h="11482">
                <a:moveTo>
                  <a:pt x="8363" y="11482"/>
                </a:moveTo>
                <a:lnTo>
                  <a:pt x="0" y="11482"/>
                </a:lnTo>
                <a:lnTo>
                  <a:pt x="4181" y="0"/>
                </a:lnTo>
                <a:lnTo>
                  <a:pt x="8363" y="11482"/>
                </a:lnTo>
              </a:path>
            </a:pathLst>
          </a:custGeom>
          <a:solidFill xmlns:a="http://schemas.openxmlformats.org/drawingml/2006/main">
            <a:srgbClr val="666767"/>
          </a:solidFill>
          <a:ln xmlns:a="http://schemas.openxmlformats.org/drawingml/2006/main" w="0">
            <a:noFill/>
            <a:prstDash val="solid"/>
          </a:ln>
        </p:spPr>
      </p:sp>
      <p:sp>
        <p:nvSpPr>
          <p:cNvPr id="68" name="pdf-path-71">
            <a:extLst xmlns:a="http://schemas.openxmlformats.org/drawingml/2006/main">
              <a:ext uri="{FF2B5EF4-FFF2-40B4-BE49-F238E27FC236}">
                <a16:creationId xmlns:a16="http://schemas.microsoft.com/office/drawing/2014/main" id="{62E49FDB-A0D3-4F35-891B-5D044C7BE3AE}"/>
              </a:ext>
            </a:extLst>
          </p:cNvPr>
          <p:cNvSpPr>
            <a:spLocks xmlns:a="http://schemas.openxmlformats.org/drawingml/2006/main" noGrp="1"/>
          </p:cNvSpPr>
          <p:nvPr/>
        </p:nvSpPr>
        <p:spPr>
          <a:xfrm xmlns:a="http://schemas.openxmlformats.org/drawingml/2006/main">
            <a:off x="1121212" y="305570"/>
            <a:ext cx="26596" cy="36536"/>
          </a:xfrm>
          <a:custGeom xmlns:a="http://schemas.openxmlformats.org/drawingml/2006/main">
            <a:pathLst>
              <a:path w="26596" h="36536">
                <a:moveTo>
                  <a:pt x="26596" y="36536"/>
                </a:moveTo>
                <a:lnTo>
                  <a:pt x="17480" y="36536"/>
                </a:lnTo>
                <a:lnTo>
                  <a:pt x="13298" y="25054"/>
                </a:lnTo>
                <a:lnTo>
                  <a:pt x="9117" y="36536"/>
                </a:lnTo>
                <a:lnTo>
                  <a:pt x="0" y="36536"/>
                </a:lnTo>
                <a:lnTo>
                  <a:pt x="13298" y="0"/>
                </a:lnTo>
                <a:lnTo>
                  <a:pt x="26596" y="36536"/>
                </a:lnTo>
              </a:path>
            </a:pathLst>
          </a:custGeom>
          <a:solidFill xmlns:a="http://schemas.openxmlformats.org/drawingml/2006/main">
            <a:srgbClr val="666767"/>
          </a:solidFill>
          <a:ln xmlns:a="http://schemas.openxmlformats.org/drawingml/2006/main" w="0">
            <a:noFill/>
            <a:prstDash val="solid"/>
          </a:ln>
        </p:spPr>
      </p:sp>
      <p:sp>
        <p:nvSpPr>
          <p:cNvPr id="69" name="pdf-path-72">
            <a:extLst xmlns:a="http://schemas.openxmlformats.org/drawingml/2006/main">
              <a:ext uri="{FF2B5EF4-FFF2-40B4-BE49-F238E27FC236}">
                <a16:creationId xmlns:a16="http://schemas.microsoft.com/office/drawing/2014/main" id="{B8ABC782-99C5-4388-B5B9-FA4345B11D57}"/>
              </a:ext>
            </a:extLst>
          </p:cNvPr>
          <p:cNvSpPr>
            <a:spLocks xmlns:a="http://schemas.openxmlformats.org/drawingml/2006/main" noGrp="1"/>
          </p:cNvSpPr>
          <p:nvPr/>
        </p:nvSpPr>
        <p:spPr>
          <a:xfrm xmlns:a="http://schemas.openxmlformats.org/drawingml/2006/main">
            <a:off x="900016" y="93070"/>
            <a:ext cx="213125" cy="150107"/>
          </a:xfrm>
          <a:custGeom xmlns:a="http://schemas.openxmlformats.org/drawingml/2006/main">
            <a:pathLst>
              <a:path w="213125" h="150107">
                <a:moveTo>
                  <a:pt x="71849" y="148234"/>
                </a:moveTo>
                <a:lnTo>
                  <a:pt x="71849" y="33508"/>
                </a:lnTo>
                <a:lnTo>
                  <a:pt x="59202" y="33508"/>
                </a:lnTo>
                <a:lnTo>
                  <a:pt x="59202" y="44602"/>
                </a:lnTo>
                <a:cubicBezTo>
                  <a:pt x="53307" y="35953"/>
                  <a:pt x="45241" y="31635"/>
                  <a:pt x="34982" y="31635"/>
                </a:cubicBezTo>
                <a:cubicBezTo>
                  <a:pt x="28424" y="31635"/>
                  <a:pt x="22404" y="33337"/>
                  <a:pt x="16908" y="36753"/>
                </a:cubicBezTo>
                <a:cubicBezTo>
                  <a:pt x="11413" y="40157"/>
                  <a:pt x="7220" y="45173"/>
                  <a:pt x="4330" y="51788"/>
                </a:cubicBezTo>
                <a:cubicBezTo>
                  <a:pt x="1440" y="58391"/>
                  <a:pt x="0" y="65874"/>
                  <a:pt x="0" y="74203"/>
                </a:cubicBezTo>
                <a:cubicBezTo>
                  <a:pt x="0" y="87889"/>
                  <a:pt x="3553" y="98674"/>
                  <a:pt x="10659" y="106534"/>
                </a:cubicBezTo>
                <a:cubicBezTo>
                  <a:pt x="17765" y="114394"/>
                  <a:pt x="26242" y="118324"/>
                  <a:pt x="36079" y="118324"/>
                </a:cubicBezTo>
                <a:cubicBezTo>
                  <a:pt x="40500" y="118324"/>
                  <a:pt x="44682" y="117308"/>
                  <a:pt x="48611" y="115274"/>
                </a:cubicBezTo>
                <a:cubicBezTo>
                  <a:pt x="52553" y="113240"/>
                  <a:pt x="55603" y="110693"/>
                  <a:pt x="57797" y="107620"/>
                </a:cubicBezTo>
                <a:lnTo>
                  <a:pt x="57797" y="148234"/>
                </a:lnTo>
                <a:lnTo>
                  <a:pt x="71849" y="148234"/>
                </a:lnTo>
                <a:moveTo>
                  <a:pt x="20816" y="50497"/>
                </a:moveTo>
                <a:cubicBezTo>
                  <a:pt x="25054" y="45310"/>
                  <a:pt x="30218" y="42728"/>
                  <a:pt x="36319" y="42728"/>
                </a:cubicBezTo>
                <a:cubicBezTo>
                  <a:pt x="42454" y="42728"/>
                  <a:pt x="47812" y="45504"/>
                  <a:pt x="52359" y="51079"/>
                </a:cubicBezTo>
                <a:cubicBezTo>
                  <a:pt x="56917" y="56654"/>
                  <a:pt x="59202" y="64949"/>
                  <a:pt x="59202" y="75996"/>
                </a:cubicBezTo>
                <a:cubicBezTo>
                  <a:pt x="59202" y="86347"/>
                  <a:pt x="57043" y="94070"/>
                  <a:pt x="52713" y="99154"/>
                </a:cubicBezTo>
                <a:cubicBezTo>
                  <a:pt x="48395" y="104226"/>
                  <a:pt x="43242" y="106763"/>
                  <a:pt x="37256" y="106763"/>
                </a:cubicBezTo>
                <a:cubicBezTo>
                  <a:pt x="31006" y="106763"/>
                  <a:pt x="25648" y="104101"/>
                  <a:pt x="21158" y="98754"/>
                </a:cubicBezTo>
                <a:cubicBezTo>
                  <a:pt x="16680" y="93419"/>
                  <a:pt x="14452" y="85410"/>
                  <a:pt x="14452" y="74740"/>
                </a:cubicBezTo>
                <a:cubicBezTo>
                  <a:pt x="14452" y="63761"/>
                  <a:pt x="16566" y="55672"/>
                  <a:pt x="20816" y="50497"/>
                </a:cubicBezTo>
                <a:moveTo>
                  <a:pt x="130811" y="150107"/>
                </a:moveTo>
                <a:cubicBezTo>
                  <a:pt x="115240" y="125122"/>
                  <a:pt x="107460" y="100102"/>
                  <a:pt x="107460" y="75060"/>
                </a:cubicBezTo>
                <a:cubicBezTo>
                  <a:pt x="107460" y="65212"/>
                  <a:pt x="108579" y="55421"/>
                  <a:pt x="110818" y="45687"/>
                </a:cubicBezTo>
                <a:cubicBezTo>
                  <a:pt x="112646" y="37884"/>
                  <a:pt x="115148" y="30389"/>
                  <a:pt x="118313" y="23203"/>
                </a:cubicBezTo>
                <a:cubicBezTo>
                  <a:pt x="120347" y="18565"/>
                  <a:pt x="124516" y="10831"/>
                  <a:pt x="130811" y="0"/>
                </a:cubicBezTo>
                <a:lnTo>
                  <a:pt x="120735" y="0"/>
                </a:lnTo>
                <a:cubicBezTo>
                  <a:pt x="110944" y="13070"/>
                  <a:pt x="103712" y="26197"/>
                  <a:pt x="99028" y="39369"/>
                </a:cubicBezTo>
                <a:cubicBezTo>
                  <a:pt x="95018" y="50714"/>
                  <a:pt x="93019" y="62584"/>
                  <a:pt x="93019" y="74980"/>
                </a:cubicBezTo>
                <a:cubicBezTo>
                  <a:pt x="93019" y="89032"/>
                  <a:pt x="95692" y="102627"/>
                  <a:pt x="101062" y="115742"/>
                </a:cubicBezTo>
                <a:cubicBezTo>
                  <a:pt x="106420" y="128869"/>
                  <a:pt x="112978" y="140317"/>
                  <a:pt x="120735" y="150107"/>
                </a:cubicBezTo>
                <a:lnTo>
                  <a:pt x="130811" y="150107"/>
                </a:lnTo>
                <a:moveTo>
                  <a:pt x="213125" y="116451"/>
                </a:moveTo>
                <a:lnTo>
                  <a:pt x="213125" y="104341"/>
                </a:lnTo>
                <a:lnTo>
                  <a:pt x="174784" y="104341"/>
                </a:lnTo>
                <a:cubicBezTo>
                  <a:pt x="169266" y="104341"/>
                  <a:pt x="163349" y="104581"/>
                  <a:pt x="157053" y="105049"/>
                </a:cubicBezTo>
                <a:lnTo>
                  <a:pt x="165725" y="95441"/>
                </a:lnTo>
                <a:lnTo>
                  <a:pt x="210623" y="42796"/>
                </a:lnTo>
                <a:lnTo>
                  <a:pt x="210623" y="33508"/>
                </a:lnTo>
                <a:lnTo>
                  <a:pt x="142841" y="33508"/>
                </a:lnTo>
                <a:lnTo>
                  <a:pt x="142841" y="44910"/>
                </a:lnTo>
                <a:lnTo>
                  <a:pt x="176658" y="44910"/>
                </a:lnTo>
                <a:cubicBezTo>
                  <a:pt x="181239" y="44910"/>
                  <a:pt x="186529" y="44750"/>
                  <a:pt x="192515" y="44442"/>
                </a:cubicBezTo>
                <a:lnTo>
                  <a:pt x="139711" y="105049"/>
                </a:lnTo>
                <a:lnTo>
                  <a:pt x="139711" y="116451"/>
                </a:lnTo>
                <a:lnTo>
                  <a:pt x="213125" y="116451"/>
                </a:lnTo>
              </a:path>
            </a:pathLst>
          </a:custGeom>
          <a:solidFill xmlns:a="http://schemas.openxmlformats.org/drawingml/2006/main">
            <a:srgbClr val="A52022"/>
          </a:solidFill>
          <a:ln xmlns:a="http://schemas.openxmlformats.org/drawingml/2006/main" w="0">
            <a:noFill/>
            <a:prstDash val="solid"/>
          </a:ln>
        </p:spPr>
      </p:sp>
      <p:sp>
        <p:nvSpPr>
          <p:cNvPr id="70" name="pdf-path-73">
            <a:extLst xmlns:a="http://schemas.openxmlformats.org/drawingml/2006/main">
              <a:ext uri="{FF2B5EF4-FFF2-40B4-BE49-F238E27FC236}">
                <a16:creationId xmlns:a16="http://schemas.microsoft.com/office/drawing/2014/main" id="{B9EE82BA-6A77-47F4-B674-C378B505E136}"/>
              </a:ext>
            </a:extLst>
          </p:cNvPr>
          <p:cNvSpPr>
            <a:spLocks xmlns:a="http://schemas.openxmlformats.org/drawingml/2006/main" noGrp="1"/>
          </p:cNvSpPr>
          <p:nvPr/>
        </p:nvSpPr>
        <p:spPr>
          <a:xfrm xmlns:a="http://schemas.openxmlformats.org/drawingml/2006/main">
            <a:off x="1128065" y="192856"/>
            <a:ext cx="28116" cy="76636"/>
          </a:xfrm>
          <a:custGeom xmlns:a="http://schemas.openxmlformats.org/drawingml/2006/main">
            <a:pathLst>
              <a:path w="28116" h="76636">
                <a:moveTo>
                  <a:pt x="28116" y="0"/>
                </a:moveTo>
                <a:lnTo>
                  <a:pt x="22084" y="0"/>
                </a:lnTo>
                <a:cubicBezTo>
                  <a:pt x="20450" y="3302"/>
                  <a:pt x="17662" y="6695"/>
                  <a:pt x="13744" y="10214"/>
                </a:cubicBezTo>
                <a:cubicBezTo>
                  <a:pt x="9825" y="13710"/>
                  <a:pt x="5244" y="16691"/>
                  <a:pt x="0" y="19159"/>
                </a:cubicBezTo>
                <a:lnTo>
                  <a:pt x="0" y="28219"/>
                </a:lnTo>
                <a:cubicBezTo>
                  <a:pt x="2913" y="27145"/>
                  <a:pt x="6203" y="25534"/>
                  <a:pt x="9871" y="23375"/>
                </a:cubicBezTo>
                <a:cubicBezTo>
                  <a:pt x="13527" y="21227"/>
                  <a:pt x="16486" y="19079"/>
                  <a:pt x="18748" y="16920"/>
                </a:cubicBezTo>
                <a:lnTo>
                  <a:pt x="18748" y="76636"/>
                </a:lnTo>
                <a:lnTo>
                  <a:pt x="28116" y="76636"/>
                </a:lnTo>
                <a:lnTo>
                  <a:pt x="28116" y="0"/>
                </a:lnTo>
              </a:path>
            </a:pathLst>
          </a:custGeom>
          <a:solidFill xmlns:a="http://schemas.openxmlformats.org/drawingml/2006/main">
            <a:srgbClr val="A52022"/>
          </a:solidFill>
          <a:ln xmlns:a="http://schemas.openxmlformats.org/drawingml/2006/main" w="0">
            <a:noFill/>
            <a:prstDash val="solid"/>
          </a:ln>
        </p:spPr>
      </p:sp>
      <p:sp>
        <p:nvSpPr>
          <p:cNvPr id="71" name="pdf-path-74">
            <a:extLst xmlns:a="http://schemas.openxmlformats.org/drawingml/2006/main">
              <a:ext uri="{FF2B5EF4-FFF2-40B4-BE49-F238E27FC236}">
                <a16:creationId xmlns:a16="http://schemas.microsoft.com/office/drawing/2014/main" id="{30B81AD8-EEBF-4585-B1CD-6E0CE0961781}"/>
              </a:ext>
            </a:extLst>
          </p:cNvPr>
          <p:cNvSpPr>
            <a:spLocks xmlns:a="http://schemas.openxmlformats.org/drawingml/2006/main" noGrp="1"/>
          </p:cNvSpPr>
          <p:nvPr/>
        </p:nvSpPr>
        <p:spPr>
          <a:xfrm xmlns:a="http://schemas.openxmlformats.org/drawingml/2006/main">
            <a:off x="1190403" y="93079"/>
            <a:ext cx="154323" cy="150108"/>
          </a:xfrm>
          <a:custGeom xmlns:a="http://schemas.openxmlformats.org/drawingml/2006/main">
            <a:pathLst>
              <a:path w="154323" h="150108">
                <a:moveTo>
                  <a:pt x="0" y="0"/>
                </a:moveTo>
                <a:lnTo>
                  <a:pt x="12258" y="0"/>
                </a:lnTo>
                <a:lnTo>
                  <a:pt x="12258" y="150108"/>
                </a:lnTo>
                <a:lnTo>
                  <a:pt x="0" y="150108"/>
                </a:lnTo>
                <a:close/>
                <a:moveTo>
                  <a:pt x="45070" y="116439"/>
                </a:moveTo>
                <a:lnTo>
                  <a:pt x="66856" y="83719"/>
                </a:lnTo>
                <a:lnTo>
                  <a:pt x="71381" y="90666"/>
                </a:lnTo>
                <a:lnTo>
                  <a:pt x="88403" y="116439"/>
                </a:lnTo>
                <a:lnTo>
                  <a:pt x="105666" y="116439"/>
                </a:lnTo>
                <a:lnTo>
                  <a:pt x="74819" y="72546"/>
                </a:lnTo>
                <a:lnTo>
                  <a:pt x="103484" y="33497"/>
                </a:lnTo>
                <a:lnTo>
                  <a:pt x="86689" y="33497"/>
                </a:lnTo>
                <a:lnTo>
                  <a:pt x="72706" y="53101"/>
                </a:lnTo>
                <a:cubicBezTo>
                  <a:pt x="70787" y="55752"/>
                  <a:pt x="68673" y="58802"/>
                  <a:pt x="66388" y="62241"/>
                </a:cubicBezTo>
                <a:cubicBezTo>
                  <a:pt x="64926" y="59739"/>
                  <a:pt x="62995" y="56643"/>
                  <a:pt x="60607" y="52942"/>
                </a:cubicBezTo>
                <a:lnTo>
                  <a:pt x="47880" y="33497"/>
                </a:lnTo>
                <a:lnTo>
                  <a:pt x="30309" y="33497"/>
                </a:lnTo>
                <a:lnTo>
                  <a:pt x="58345" y="73334"/>
                </a:lnTo>
                <a:lnTo>
                  <a:pt x="28036" y="116439"/>
                </a:lnTo>
                <a:lnTo>
                  <a:pt x="45070" y="116439"/>
                </a:lnTo>
                <a:moveTo>
                  <a:pt x="146246" y="115731"/>
                </a:moveTo>
                <a:cubicBezTo>
                  <a:pt x="151627" y="102616"/>
                  <a:pt x="154323" y="89032"/>
                  <a:pt x="154323" y="74968"/>
                </a:cubicBezTo>
                <a:cubicBezTo>
                  <a:pt x="154323" y="62584"/>
                  <a:pt x="152324" y="50714"/>
                  <a:pt x="148314" y="39358"/>
                </a:cubicBezTo>
                <a:cubicBezTo>
                  <a:pt x="143630" y="26185"/>
                  <a:pt x="136386" y="13070"/>
                  <a:pt x="126596" y="0"/>
                </a:cubicBezTo>
                <a:lnTo>
                  <a:pt x="116519" y="0"/>
                </a:lnTo>
                <a:cubicBezTo>
                  <a:pt x="122883" y="10933"/>
                  <a:pt x="127064" y="18736"/>
                  <a:pt x="129097" y="23420"/>
                </a:cubicBezTo>
                <a:cubicBezTo>
                  <a:pt x="132274" y="30606"/>
                  <a:pt x="134753" y="38112"/>
                  <a:pt x="136512" y="45915"/>
                </a:cubicBezTo>
                <a:cubicBezTo>
                  <a:pt x="138751" y="55546"/>
                  <a:pt x="139871" y="65257"/>
                  <a:pt x="139871" y="75048"/>
                </a:cubicBezTo>
                <a:cubicBezTo>
                  <a:pt x="139871" y="100091"/>
                  <a:pt x="132091" y="125110"/>
                  <a:pt x="116519" y="150096"/>
                </a:cubicBezTo>
                <a:lnTo>
                  <a:pt x="126596" y="150096"/>
                </a:lnTo>
                <a:cubicBezTo>
                  <a:pt x="134307" y="140305"/>
                  <a:pt x="140853" y="128858"/>
                  <a:pt x="146246" y="115731"/>
                </a:cubicBezTo>
              </a:path>
            </a:pathLst>
          </a:custGeom>
          <a:solidFill xmlns:a="http://schemas.openxmlformats.org/drawingml/2006/main">
            <a:srgbClr val="A52022"/>
          </a:solidFill>
          <a:ln xmlns:a="http://schemas.openxmlformats.org/drawingml/2006/main" w="0">
            <a:noFill/>
            <a:prstDash val="solid"/>
          </a:ln>
        </p:spPr>
      </p:sp>
      <p:sp>
        <p:nvSpPr>
          <p:cNvPr id="72" name="pdf-path-75">
            <a:extLst xmlns:a="http://schemas.openxmlformats.org/drawingml/2006/main">
              <a:ext uri="{FF2B5EF4-FFF2-40B4-BE49-F238E27FC236}">
                <a16:creationId xmlns:a16="http://schemas.microsoft.com/office/drawing/2014/main" id="{AA042627-2272-4BC3-886C-3019EDF3011B}"/>
              </a:ext>
            </a:extLst>
          </p:cNvPr>
          <p:cNvSpPr>
            <a:spLocks xmlns:a="http://schemas.openxmlformats.org/drawingml/2006/main" noGrp="1"/>
          </p:cNvSpPr>
          <p:nvPr/>
        </p:nvSpPr>
        <p:spPr>
          <a:xfrm xmlns:a="http://schemas.openxmlformats.org/drawingml/2006/main">
            <a:off x="4034081" y="2647088"/>
            <a:ext cx="170295" cy="173265"/>
          </a:xfrm>
          <a:custGeom xmlns:a="http://schemas.openxmlformats.org/drawingml/2006/main">
            <a:pathLst>
              <a:path w="170295" h="173265">
                <a:moveTo>
                  <a:pt x="0" y="0"/>
                </a:moveTo>
                <a:lnTo>
                  <a:pt x="170295" y="0"/>
                </a:lnTo>
                <a:lnTo>
                  <a:pt x="170295" y="173265"/>
                </a:lnTo>
                <a:lnTo>
                  <a:pt x="0" y="173265"/>
                </a:lnTo>
                <a:close/>
              </a:path>
            </a:pathLst>
          </a:custGeom>
          <a:solidFill xmlns:a="http://schemas.openxmlformats.org/drawingml/2006/main">
            <a:srgbClr val="F4F5F6"/>
          </a:solidFill>
          <a:ln xmlns:a="http://schemas.openxmlformats.org/drawingml/2006/main" w="0">
            <a:noFill/>
            <a:prstDash val="solid"/>
          </a:ln>
        </p:spPr>
      </p:sp>
      <p:sp>
        <p:nvSpPr>
          <p:cNvPr id="73" name="pdf-path-76">
            <a:extLst xmlns:a="http://schemas.openxmlformats.org/drawingml/2006/main">
              <a:ext uri="{FF2B5EF4-FFF2-40B4-BE49-F238E27FC236}">
                <a16:creationId xmlns:a16="http://schemas.microsoft.com/office/drawing/2014/main" id="{8D69F1DF-3031-40BD-933E-53F316429F4F}"/>
              </a:ext>
            </a:extLst>
          </p:cNvPr>
          <p:cNvSpPr>
            <a:spLocks xmlns:a="http://schemas.openxmlformats.org/drawingml/2006/main" noGrp="1"/>
          </p:cNvSpPr>
          <p:nvPr/>
        </p:nvSpPr>
        <p:spPr>
          <a:xfrm xmlns:a="http://schemas.openxmlformats.org/drawingml/2006/main">
            <a:off x="4029796" y="2642801"/>
            <a:ext cx="178863" cy="181833"/>
          </a:xfrm>
          <a:custGeom xmlns:a="http://schemas.openxmlformats.org/drawingml/2006/main">
            <a:pathLst>
              <a:path w="178863" h="181833">
                <a:moveTo>
                  <a:pt x="4284" y="4284"/>
                </a:moveTo>
                <a:lnTo>
                  <a:pt x="4284" y="8569"/>
                </a:lnTo>
                <a:lnTo>
                  <a:pt x="170295" y="8569"/>
                </a:lnTo>
                <a:lnTo>
                  <a:pt x="170295"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4579" y="181833"/>
                </a:lnTo>
                <a:cubicBezTo>
                  <a:pt x="175699" y="181833"/>
                  <a:pt x="176807" y="181376"/>
                  <a:pt x="177607" y="180577"/>
                </a:cubicBezTo>
                <a:cubicBezTo>
                  <a:pt x="178406" y="179777"/>
                  <a:pt x="178863" y="178681"/>
                  <a:pt x="178863" y="177549"/>
                </a:cubicBezTo>
                <a:lnTo>
                  <a:pt x="178863" y="4284"/>
                </a:lnTo>
                <a:cubicBezTo>
                  <a:pt x="178863" y="3153"/>
                  <a:pt x="178406" y="2057"/>
                  <a:pt x="177607" y="1257"/>
                </a:cubicBezTo>
                <a:cubicBezTo>
                  <a:pt x="176807" y="457"/>
                  <a:pt x="175699" y="0"/>
                  <a:pt x="17457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CCCCCC"/>
          </a:solidFill>
          <a:ln xmlns:a="http://schemas.openxmlformats.org/drawingml/2006/main" w="0">
            <a:noFill/>
            <a:prstDash val="solid"/>
          </a:ln>
        </p:spPr>
      </p:sp>
      <p:sp>
        <p:nvSpPr>
          <p:cNvPr id="74" name="pdf-path-77">
            <a:extLst xmlns:a="http://schemas.openxmlformats.org/drawingml/2006/main">
              <a:ext uri="{FF2B5EF4-FFF2-40B4-BE49-F238E27FC236}">
                <a16:creationId xmlns:a16="http://schemas.microsoft.com/office/drawing/2014/main" id="{4F18FA8E-59AE-48AC-8772-69F7631D3EB8}"/>
              </a:ext>
            </a:extLst>
          </p:cNvPr>
          <p:cNvSpPr>
            <a:spLocks xmlns:a="http://schemas.openxmlformats.org/drawingml/2006/main" noGrp="1"/>
          </p:cNvSpPr>
          <p:nvPr/>
        </p:nvSpPr>
        <p:spPr>
          <a:xfrm xmlns:a="http://schemas.openxmlformats.org/drawingml/2006/main">
            <a:off x="4254073" y="2647088"/>
            <a:ext cx="170283" cy="173265"/>
          </a:xfrm>
          <a:custGeom xmlns:a="http://schemas.openxmlformats.org/drawingml/2006/main">
            <a:pathLst>
              <a:path w="170283" h="173265">
                <a:moveTo>
                  <a:pt x="0" y="0"/>
                </a:moveTo>
                <a:lnTo>
                  <a:pt x="170283" y="0"/>
                </a:lnTo>
                <a:lnTo>
                  <a:pt x="170283" y="173265"/>
                </a:lnTo>
                <a:lnTo>
                  <a:pt x="0" y="173265"/>
                </a:lnTo>
                <a:close/>
              </a:path>
            </a:pathLst>
          </a:custGeom>
          <a:solidFill xmlns:a="http://schemas.openxmlformats.org/drawingml/2006/main">
            <a:srgbClr val="F4F5F6"/>
          </a:solidFill>
          <a:ln xmlns:a="http://schemas.openxmlformats.org/drawingml/2006/main" w="0">
            <a:noFill/>
            <a:prstDash val="solid"/>
          </a:ln>
        </p:spPr>
      </p:sp>
      <p:sp>
        <p:nvSpPr>
          <p:cNvPr id="75" name="pdf-path-78">
            <a:extLst xmlns:a="http://schemas.openxmlformats.org/drawingml/2006/main">
              <a:ext uri="{FF2B5EF4-FFF2-40B4-BE49-F238E27FC236}">
                <a16:creationId xmlns:a16="http://schemas.microsoft.com/office/drawing/2014/main" id="{F87D6BAE-B8B6-4027-9FE6-B22FE0D0C0AE}"/>
              </a:ext>
            </a:extLst>
          </p:cNvPr>
          <p:cNvSpPr>
            <a:spLocks xmlns:a="http://schemas.openxmlformats.org/drawingml/2006/main" noGrp="1"/>
          </p:cNvSpPr>
          <p:nvPr/>
        </p:nvSpPr>
        <p:spPr>
          <a:xfrm xmlns:a="http://schemas.openxmlformats.org/drawingml/2006/main">
            <a:off x="4249792" y="2642801"/>
            <a:ext cx="178852" cy="181833"/>
          </a:xfrm>
          <a:custGeom xmlns:a="http://schemas.openxmlformats.org/drawingml/2006/main">
            <a:pathLst>
              <a:path w="178852" h="181833">
                <a:moveTo>
                  <a:pt x="4284" y="4284"/>
                </a:moveTo>
                <a:lnTo>
                  <a:pt x="4284" y="8569"/>
                </a:lnTo>
                <a:lnTo>
                  <a:pt x="170283" y="8569"/>
                </a:lnTo>
                <a:lnTo>
                  <a:pt x="17028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4568" y="181833"/>
                </a:lnTo>
                <a:cubicBezTo>
                  <a:pt x="175699" y="181833"/>
                  <a:pt x="176807" y="181376"/>
                  <a:pt x="177595" y="180577"/>
                </a:cubicBezTo>
                <a:cubicBezTo>
                  <a:pt x="178395" y="179777"/>
                  <a:pt x="178852" y="178681"/>
                  <a:pt x="178852" y="177549"/>
                </a:cubicBezTo>
                <a:lnTo>
                  <a:pt x="178852" y="4284"/>
                </a:lnTo>
                <a:cubicBezTo>
                  <a:pt x="178852" y="3153"/>
                  <a:pt x="178395" y="2057"/>
                  <a:pt x="177595" y="1257"/>
                </a:cubicBezTo>
                <a:cubicBezTo>
                  <a:pt x="176807" y="457"/>
                  <a:pt x="175699" y="0"/>
                  <a:pt x="174568"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CCCCCC"/>
          </a:solidFill>
          <a:ln xmlns:a="http://schemas.openxmlformats.org/drawingml/2006/main" w="0">
            <a:noFill/>
            <a:prstDash val="solid"/>
          </a:ln>
        </p:spPr>
      </p:sp>
      <p:sp>
        <p:nvSpPr>
          <p:cNvPr id="76" name="pdf-path-79">
            <a:extLst xmlns:a="http://schemas.openxmlformats.org/drawingml/2006/main">
              <a:ext uri="{FF2B5EF4-FFF2-40B4-BE49-F238E27FC236}">
                <a16:creationId xmlns:a16="http://schemas.microsoft.com/office/drawing/2014/main" id="{00BE1DE3-F8D2-4F75-B9B6-B8ABE44ED471}"/>
              </a:ext>
            </a:extLst>
          </p:cNvPr>
          <p:cNvSpPr>
            <a:spLocks xmlns:a="http://schemas.openxmlformats.org/drawingml/2006/main" noGrp="1"/>
          </p:cNvSpPr>
          <p:nvPr/>
        </p:nvSpPr>
        <p:spPr>
          <a:xfrm xmlns:a="http://schemas.openxmlformats.org/drawingml/2006/main">
            <a:off x="4474841" y="2647088"/>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F4F5F6"/>
          </a:solidFill>
          <a:ln xmlns:a="http://schemas.openxmlformats.org/drawingml/2006/main" w="0">
            <a:noFill/>
            <a:prstDash val="solid"/>
          </a:ln>
        </p:spPr>
      </p:sp>
      <p:sp>
        <p:nvSpPr>
          <p:cNvPr id="77" name="pdf-path-80">
            <a:extLst xmlns:a="http://schemas.openxmlformats.org/drawingml/2006/main">
              <a:ext uri="{FF2B5EF4-FFF2-40B4-BE49-F238E27FC236}">
                <a16:creationId xmlns:a16="http://schemas.microsoft.com/office/drawing/2014/main" id="{DC98D354-1BEA-4BC6-9548-E852EABF38E6}"/>
              </a:ext>
            </a:extLst>
          </p:cNvPr>
          <p:cNvSpPr>
            <a:spLocks xmlns:a="http://schemas.openxmlformats.org/drawingml/2006/main" noGrp="1"/>
          </p:cNvSpPr>
          <p:nvPr/>
        </p:nvSpPr>
        <p:spPr>
          <a:xfrm xmlns:a="http://schemas.openxmlformats.org/drawingml/2006/main">
            <a:off x="4470563" y="2642801"/>
            <a:ext cx="181822" cy="181833"/>
          </a:xfrm>
          <a:custGeom xmlns:a="http://schemas.openxmlformats.org/drawingml/2006/main">
            <a:pathLst>
              <a:path w="181822" h="181833">
                <a:moveTo>
                  <a:pt x="4284" y="4284"/>
                </a:moveTo>
                <a:lnTo>
                  <a:pt x="4284" y="8569"/>
                </a:lnTo>
                <a:lnTo>
                  <a:pt x="173265" y="8569"/>
                </a:lnTo>
                <a:lnTo>
                  <a:pt x="173265"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81"/>
                  <a:pt x="181822" y="177549"/>
                </a:cubicBezTo>
                <a:lnTo>
                  <a:pt x="181822" y="4284"/>
                </a:lnTo>
                <a:cubicBezTo>
                  <a:pt x="181822"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CCCCCC"/>
          </a:solidFill>
          <a:ln xmlns:a="http://schemas.openxmlformats.org/drawingml/2006/main" w="0">
            <a:noFill/>
            <a:prstDash val="solid"/>
          </a:ln>
        </p:spPr>
      </p:sp>
      <p:sp>
        <p:nvSpPr>
          <p:cNvPr id="78" name="pdf-path-81">
            <a:extLst xmlns:a="http://schemas.openxmlformats.org/drawingml/2006/main">
              <a:ext uri="{FF2B5EF4-FFF2-40B4-BE49-F238E27FC236}">
                <a16:creationId xmlns:a16="http://schemas.microsoft.com/office/drawing/2014/main" id="{727B1F9D-025D-4134-B0DB-2A3A8C32F4F2}"/>
              </a:ext>
            </a:extLst>
          </p:cNvPr>
          <p:cNvSpPr>
            <a:spLocks xmlns:a="http://schemas.openxmlformats.org/drawingml/2006/main" noGrp="1"/>
          </p:cNvSpPr>
          <p:nvPr/>
        </p:nvSpPr>
        <p:spPr>
          <a:xfrm xmlns:a="http://schemas.openxmlformats.org/drawingml/2006/main">
            <a:off x="4698591" y="2647088"/>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F0F1F1"/>
          </a:solidFill>
          <a:ln xmlns:a="http://schemas.openxmlformats.org/drawingml/2006/main" w="0">
            <a:noFill/>
            <a:prstDash val="solid"/>
          </a:ln>
        </p:spPr>
      </p:sp>
      <p:sp>
        <p:nvSpPr>
          <p:cNvPr id="79" name="pdf-path-82">
            <a:extLst xmlns:a="http://schemas.openxmlformats.org/drawingml/2006/main">
              <a:ext uri="{FF2B5EF4-FFF2-40B4-BE49-F238E27FC236}">
                <a16:creationId xmlns:a16="http://schemas.microsoft.com/office/drawing/2014/main" id="{A76B9D82-D11B-4048-92E5-8FE2B0723B15}"/>
              </a:ext>
            </a:extLst>
          </p:cNvPr>
          <p:cNvSpPr>
            <a:spLocks xmlns:a="http://schemas.openxmlformats.org/drawingml/2006/main" noGrp="1"/>
          </p:cNvSpPr>
          <p:nvPr/>
        </p:nvSpPr>
        <p:spPr>
          <a:xfrm xmlns:a="http://schemas.openxmlformats.org/drawingml/2006/main">
            <a:off x="4694311" y="2642801"/>
            <a:ext cx="181822" cy="181833"/>
          </a:xfrm>
          <a:custGeom xmlns:a="http://schemas.openxmlformats.org/drawingml/2006/main">
            <a:pathLst>
              <a:path w="181822" h="181833">
                <a:moveTo>
                  <a:pt x="4284" y="4284"/>
                </a:moveTo>
                <a:lnTo>
                  <a:pt x="4284" y="8569"/>
                </a:lnTo>
                <a:lnTo>
                  <a:pt x="173254" y="8569"/>
                </a:lnTo>
                <a:lnTo>
                  <a:pt x="173254"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99999A"/>
          </a:solidFill>
          <a:ln xmlns:a="http://schemas.openxmlformats.org/drawingml/2006/main" w="0">
            <a:noFill/>
            <a:prstDash val="solid"/>
          </a:ln>
        </p:spPr>
      </p:sp>
      <p:sp>
        <p:nvSpPr>
          <p:cNvPr id="80" name="pdf-path-83">
            <a:extLst xmlns:a="http://schemas.openxmlformats.org/drawingml/2006/main">
              <a:ext uri="{FF2B5EF4-FFF2-40B4-BE49-F238E27FC236}">
                <a16:creationId xmlns:a16="http://schemas.microsoft.com/office/drawing/2014/main" id="{D642AE9D-D22F-488D-990C-E54BB9D226CC}"/>
              </a:ext>
            </a:extLst>
          </p:cNvPr>
          <p:cNvSpPr>
            <a:spLocks xmlns:a="http://schemas.openxmlformats.org/drawingml/2006/main" noGrp="1"/>
          </p:cNvSpPr>
          <p:nvPr/>
        </p:nvSpPr>
        <p:spPr>
          <a:xfrm xmlns:a="http://schemas.openxmlformats.org/drawingml/2006/main">
            <a:off x="4922342" y="2647088"/>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81" name="pdf-path-84">
            <a:extLst xmlns:a="http://schemas.openxmlformats.org/drawingml/2006/main">
              <a:ext uri="{FF2B5EF4-FFF2-40B4-BE49-F238E27FC236}">
                <a16:creationId xmlns:a16="http://schemas.microsoft.com/office/drawing/2014/main" id="{6CF54423-69FD-4C5C-9FE8-AD53514C7DE0}"/>
              </a:ext>
            </a:extLst>
          </p:cNvPr>
          <p:cNvSpPr>
            <a:spLocks xmlns:a="http://schemas.openxmlformats.org/drawingml/2006/main" noGrp="1"/>
          </p:cNvSpPr>
          <p:nvPr/>
        </p:nvSpPr>
        <p:spPr>
          <a:xfrm xmlns:a="http://schemas.openxmlformats.org/drawingml/2006/main">
            <a:off x="4918056" y="2642801"/>
            <a:ext cx="181822" cy="181833"/>
          </a:xfrm>
          <a:custGeom xmlns:a="http://schemas.openxmlformats.org/drawingml/2006/main">
            <a:pathLst>
              <a:path w="181822" h="181833">
                <a:moveTo>
                  <a:pt x="4284" y="4284"/>
                </a:moveTo>
                <a:lnTo>
                  <a:pt x="4284" y="8569"/>
                </a:lnTo>
                <a:lnTo>
                  <a:pt x="173265" y="8569"/>
                </a:lnTo>
                <a:lnTo>
                  <a:pt x="173265"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81"/>
                  <a:pt x="181822" y="177549"/>
                </a:cubicBezTo>
                <a:lnTo>
                  <a:pt x="181822" y="4284"/>
                </a:lnTo>
                <a:cubicBezTo>
                  <a:pt x="181822"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82" name="pdf-path-85">
            <a:extLst xmlns:a="http://schemas.openxmlformats.org/drawingml/2006/main">
              <a:ext uri="{FF2B5EF4-FFF2-40B4-BE49-F238E27FC236}">
                <a16:creationId xmlns:a16="http://schemas.microsoft.com/office/drawing/2014/main" id="{260047BA-4C2B-4146-9897-201B1909EF7D}"/>
              </a:ext>
            </a:extLst>
          </p:cNvPr>
          <p:cNvSpPr>
            <a:spLocks xmlns:a="http://schemas.openxmlformats.org/drawingml/2006/main" noGrp="1"/>
          </p:cNvSpPr>
          <p:nvPr/>
        </p:nvSpPr>
        <p:spPr>
          <a:xfrm xmlns:a="http://schemas.openxmlformats.org/drawingml/2006/main">
            <a:off x="5146080" y="2647088"/>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83" name="pdf-path-86">
            <a:extLst xmlns:a="http://schemas.openxmlformats.org/drawingml/2006/main">
              <a:ext uri="{FF2B5EF4-FFF2-40B4-BE49-F238E27FC236}">
                <a16:creationId xmlns:a16="http://schemas.microsoft.com/office/drawing/2014/main" id="{574230ED-4C9C-4BC9-BCBC-E48E34EEE21E}"/>
              </a:ext>
            </a:extLst>
          </p:cNvPr>
          <p:cNvSpPr>
            <a:spLocks xmlns:a="http://schemas.openxmlformats.org/drawingml/2006/main" noGrp="1"/>
          </p:cNvSpPr>
          <p:nvPr/>
        </p:nvSpPr>
        <p:spPr>
          <a:xfrm xmlns:a="http://schemas.openxmlformats.org/drawingml/2006/main">
            <a:off x="5141800" y="2642801"/>
            <a:ext cx="181822" cy="181833"/>
          </a:xfrm>
          <a:custGeom xmlns:a="http://schemas.openxmlformats.org/drawingml/2006/main">
            <a:pathLst>
              <a:path w="181822" h="181833">
                <a:moveTo>
                  <a:pt x="4284" y="4284"/>
                </a:moveTo>
                <a:lnTo>
                  <a:pt x="4284" y="8569"/>
                </a:lnTo>
                <a:lnTo>
                  <a:pt x="173254" y="8569"/>
                </a:lnTo>
                <a:lnTo>
                  <a:pt x="173254"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81"/>
                  <a:pt x="181822" y="177549"/>
                </a:cubicBezTo>
                <a:lnTo>
                  <a:pt x="181822" y="4284"/>
                </a:lnTo>
                <a:cubicBezTo>
                  <a:pt x="181822" y="3153"/>
                  <a:pt x="181376"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84" name="pdf-path-87">
            <a:extLst xmlns:a="http://schemas.openxmlformats.org/drawingml/2006/main">
              <a:ext uri="{FF2B5EF4-FFF2-40B4-BE49-F238E27FC236}">
                <a16:creationId xmlns:a16="http://schemas.microsoft.com/office/drawing/2014/main" id="{B099AE1F-C66E-4147-9D46-6F47852E5E0E}"/>
              </a:ext>
            </a:extLst>
          </p:cNvPr>
          <p:cNvSpPr>
            <a:spLocks xmlns:a="http://schemas.openxmlformats.org/drawingml/2006/main" noGrp="1"/>
          </p:cNvSpPr>
          <p:nvPr/>
        </p:nvSpPr>
        <p:spPr>
          <a:xfrm xmlns:a="http://schemas.openxmlformats.org/drawingml/2006/main">
            <a:off x="5369831" y="2647088"/>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85" name="pdf-path-88">
            <a:extLst xmlns:a="http://schemas.openxmlformats.org/drawingml/2006/main">
              <a:ext uri="{FF2B5EF4-FFF2-40B4-BE49-F238E27FC236}">
                <a16:creationId xmlns:a16="http://schemas.microsoft.com/office/drawing/2014/main" id="{3878DF0A-B48D-421D-B7FF-C330BA25C4D6}"/>
              </a:ext>
            </a:extLst>
          </p:cNvPr>
          <p:cNvSpPr>
            <a:spLocks xmlns:a="http://schemas.openxmlformats.org/drawingml/2006/main" noGrp="1"/>
          </p:cNvSpPr>
          <p:nvPr/>
        </p:nvSpPr>
        <p:spPr>
          <a:xfrm xmlns:a="http://schemas.openxmlformats.org/drawingml/2006/main">
            <a:off x="5365550" y="2642801"/>
            <a:ext cx="181822" cy="181833"/>
          </a:xfrm>
          <a:custGeom xmlns:a="http://schemas.openxmlformats.org/drawingml/2006/main">
            <a:pathLst>
              <a:path w="181822" h="181833">
                <a:moveTo>
                  <a:pt x="4284" y="4284"/>
                </a:moveTo>
                <a:lnTo>
                  <a:pt x="4284" y="8569"/>
                </a:lnTo>
                <a:lnTo>
                  <a:pt x="173254" y="8569"/>
                </a:lnTo>
                <a:lnTo>
                  <a:pt x="173254"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86" name="pdf-path-89">
            <a:extLst xmlns:a="http://schemas.openxmlformats.org/drawingml/2006/main">
              <a:ext uri="{FF2B5EF4-FFF2-40B4-BE49-F238E27FC236}">
                <a16:creationId xmlns:a16="http://schemas.microsoft.com/office/drawing/2014/main" id="{8A8FF300-5D34-4085-8548-DDB32B38EEE5}"/>
              </a:ext>
            </a:extLst>
          </p:cNvPr>
          <p:cNvSpPr>
            <a:spLocks xmlns:a="http://schemas.openxmlformats.org/drawingml/2006/main" noGrp="1"/>
          </p:cNvSpPr>
          <p:nvPr/>
        </p:nvSpPr>
        <p:spPr>
          <a:xfrm xmlns:a="http://schemas.openxmlformats.org/drawingml/2006/main">
            <a:off x="5593581" y="2647088"/>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87" name="pdf-path-90">
            <a:extLst xmlns:a="http://schemas.openxmlformats.org/drawingml/2006/main">
              <a:ext uri="{FF2B5EF4-FFF2-40B4-BE49-F238E27FC236}">
                <a16:creationId xmlns:a16="http://schemas.microsoft.com/office/drawing/2014/main" id="{CE7E49A4-9772-4D62-9653-C871981FC39E}"/>
              </a:ext>
            </a:extLst>
          </p:cNvPr>
          <p:cNvSpPr>
            <a:spLocks xmlns:a="http://schemas.openxmlformats.org/drawingml/2006/main" noGrp="1"/>
          </p:cNvSpPr>
          <p:nvPr/>
        </p:nvSpPr>
        <p:spPr>
          <a:xfrm xmlns:a="http://schemas.openxmlformats.org/drawingml/2006/main">
            <a:off x="5589294" y="2642801"/>
            <a:ext cx="181822" cy="181833"/>
          </a:xfrm>
          <a:custGeom xmlns:a="http://schemas.openxmlformats.org/drawingml/2006/main">
            <a:pathLst>
              <a:path w="181822" h="181833">
                <a:moveTo>
                  <a:pt x="4284" y="4284"/>
                </a:moveTo>
                <a:lnTo>
                  <a:pt x="4284" y="8569"/>
                </a:lnTo>
                <a:lnTo>
                  <a:pt x="173265" y="8569"/>
                </a:lnTo>
                <a:lnTo>
                  <a:pt x="173265"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7" y="181376"/>
                  <a:pt x="3153" y="181833"/>
                  <a:pt x="4284" y="181833"/>
                </a:cubicBezTo>
                <a:lnTo>
                  <a:pt x="177549" y="181833"/>
                </a:lnTo>
                <a:cubicBezTo>
                  <a:pt x="178669" y="181833"/>
                  <a:pt x="179777" y="181376"/>
                  <a:pt x="180577" y="180577"/>
                </a:cubicBezTo>
                <a:cubicBezTo>
                  <a:pt x="181365" y="179777"/>
                  <a:pt x="181822" y="178681"/>
                  <a:pt x="181822" y="177549"/>
                </a:cubicBezTo>
                <a:lnTo>
                  <a:pt x="181822" y="4284"/>
                </a:lnTo>
                <a:cubicBezTo>
                  <a:pt x="181822" y="3153"/>
                  <a:pt x="181365" y="2057"/>
                  <a:pt x="180577" y="1257"/>
                </a:cubicBezTo>
                <a:cubicBezTo>
                  <a:pt x="179777" y="457"/>
                  <a:pt x="178669" y="0"/>
                  <a:pt x="177549"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88" name="pdf-path-91">
            <a:extLst xmlns:a="http://schemas.openxmlformats.org/drawingml/2006/main">
              <a:ext uri="{FF2B5EF4-FFF2-40B4-BE49-F238E27FC236}">
                <a16:creationId xmlns:a16="http://schemas.microsoft.com/office/drawing/2014/main" id="{556F101B-DD51-4D2D-A309-63CD51B78DE6}"/>
              </a:ext>
            </a:extLst>
          </p:cNvPr>
          <p:cNvSpPr>
            <a:spLocks xmlns:a="http://schemas.openxmlformats.org/drawingml/2006/main" noGrp="1"/>
          </p:cNvSpPr>
          <p:nvPr/>
        </p:nvSpPr>
        <p:spPr>
          <a:xfrm xmlns:a="http://schemas.openxmlformats.org/drawingml/2006/main">
            <a:off x="5817330" y="2647088"/>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89" name="pdf-path-92">
            <a:extLst xmlns:a="http://schemas.openxmlformats.org/drawingml/2006/main">
              <a:ext uri="{FF2B5EF4-FFF2-40B4-BE49-F238E27FC236}">
                <a16:creationId xmlns:a16="http://schemas.microsoft.com/office/drawing/2014/main" id="{E3A15BCC-43CB-43BC-B69D-ACA027F03915}"/>
              </a:ext>
            </a:extLst>
          </p:cNvPr>
          <p:cNvSpPr>
            <a:spLocks xmlns:a="http://schemas.openxmlformats.org/drawingml/2006/main" noGrp="1"/>
          </p:cNvSpPr>
          <p:nvPr/>
        </p:nvSpPr>
        <p:spPr>
          <a:xfrm xmlns:a="http://schemas.openxmlformats.org/drawingml/2006/main">
            <a:off x="5813044" y="2642801"/>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90" name="pdf-path-93">
            <a:extLst xmlns:a="http://schemas.openxmlformats.org/drawingml/2006/main">
              <a:ext uri="{FF2B5EF4-FFF2-40B4-BE49-F238E27FC236}">
                <a16:creationId xmlns:a16="http://schemas.microsoft.com/office/drawing/2014/main" id="{AD99F1DB-7293-43C0-98DA-70207AE7027C}"/>
              </a:ext>
            </a:extLst>
          </p:cNvPr>
          <p:cNvSpPr>
            <a:spLocks xmlns:a="http://schemas.openxmlformats.org/drawingml/2006/main" noGrp="1"/>
          </p:cNvSpPr>
          <p:nvPr/>
        </p:nvSpPr>
        <p:spPr>
          <a:xfrm xmlns:a="http://schemas.openxmlformats.org/drawingml/2006/main">
            <a:off x="6041070" y="2647088"/>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91" name="pdf-path-94">
            <a:extLst xmlns:a="http://schemas.openxmlformats.org/drawingml/2006/main">
              <a:ext uri="{FF2B5EF4-FFF2-40B4-BE49-F238E27FC236}">
                <a16:creationId xmlns:a16="http://schemas.microsoft.com/office/drawing/2014/main" id="{AA842633-616A-4C1D-A797-A95D973345E9}"/>
              </a:ext>
            </a:extLst>
          </p:cNvPr>
          <p:cNvSpPr>
            <a:spLocks xmlns:a="http://schemas.openxmlformats.org/drawingml/2006/main" noGrp="1"/>
          </p:cNvSpPr>
          <p:nvPr/>
        </p:nvSpPr>
        <p:spPr>
          <a:xfrm xmlns:a="http://schemas.openxmlformats.org/drawingml/2006/main">
            <a:off x="6036787" y="2642801"/>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69" y="181833"/>
                  <a:pt x="179777" y="181376"/>
                  <a:pt x="180577" y="180577"/>
                </a:cubicBezTo>
                <a:cubicBezTo>
                  <a:pt x="181365" y="179777"/>
                  <a:pt x="181822" y="178681"/>
                  <a:pt x="181822" y="177549"/>
                </a:cubicBezTo>
                <a:lnTo>
                  <a:pt x="181822" y="4284"/>
                </a:lnTo>
                <a:cubicBezTo>
                  <a:pt x="181822" y="3153"/>
                  <a:pt x="181365" y="2057"/>
                  <a:pt x="180577" y="1257"/>
                </a:cubicBezTo>
                <a:cubicBezTo>
                  <a:pt x="179777" y="457"/>
                  <a:pt x="178669"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92" name="pdf-path-95">
            <a:extLst xmlns:a="http://schemas.openxmlformats.org/drawingml/2006/main">
              <a:ext uri="{FF2B5EF4-FFF2-40B4-BE49-F238E27FC236}">
                <a16:creationId xmlns:a16="http://schemas.microsoft.com/office/drawing/2014/main" id="{F6666B96-2946-47BE-A36A-63A8742E379B}"/>
              </a:ext>
            </a:extLst>
          </p:cNvPr>
          <p:cNvSpPr>
            <a:spLocks xmlns:a="http://schemas.openxmlformats.org/drawingml/2006/main" noGrp="1"/>
          </p:cNvSpPr>
          <p:nvPr/>
        </p:nvSpPr>
        <p:spPr>
          <a:xfrm xmlns:a="http://schemas.openxmlformats.org/drawingml/2006/main">
            <a:off x="6264820" y="2647088"/>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93" name="pdf-path-96">
            <a:extLst xmlns:a="http://schemas.openxmlformats.org/drawingml/2006/main">
              <a:ext uri="{FF2B5EF4-FFF2-40B4-BE49-F238E27FC236}">
                <a16:creationId xmlns:a16="http://schemas.microsoft.com/office/drawing/2014/main" id="{2F0816E3-56CB-4A6B-8B01-C16EE1F6CEB4}"/>
              </a:ext>
            </a:extLst>
          </p:cNvPr>
          <p:cNvSpPr>
            <a:spLocks xmlns:a="http://schemas.openxmlformats.org/drawingml/2006/main" noGrp="1"/>
          </p:cNvSpPr>
          <p:nvPr/>
        </p:nvSpPr>
        <p:spPr>
          <a:xfrm xmlns:a="http://schemas.openxmlformats.org/drawingml/2006/main">
            <a:off x="6260532" y="2642801"/>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69" y="181833"/>
                  <a:pt x="179777" y="181376"/>
                  <a:pt x="180577" y="180577"/>
                </a:cubicBezTo>
                <a:cubicBezTo>
                  <a:pt x="181365" y="179777"/>
                  <a:pt x="181822" y="178681"/>
                  <a:pt x="181822" y="177549"/>
                </a:cubicBezTo>
                <a:lnTo>
                  <a:pt x="181822" y="4284"/>
                </a:lnTo>
                <a:cubicBezTo>
                  <a:pt x="181822" y="3153"/>
                  <a:pt x="181365" y="2057"/>
                  <a:pt x="180577" y="1257"/>
                </a:cubicBezTo>
                <a:cubicBezTo>
                  <a:pt x="179777" y="457"/>
                  <a:pt x="178669"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94" name="pdf-path-97">
            <a:extLst xmlns:a="http://schemas.openxmlformats.org/drawingml/2006/main">
              <a:ext uri="{FF2B5EF4-FFF2-40B4-BE49-F238E27FC236}">
                <a16:creationId xmlns:a16="http://schemas.microsoft.com/office/drawing/2014/main" id="{E31CD10E-C1E1-473C-8994-7183CF0FE071}"/>
              </a:ext>
            </a:extLst>
          </p:cNvPr>
          <p:cNvSpPr>
            <a:spLocks xmlns:a="http://schemas.openxmlformats.org/drawingml/2006/main" noGrp="1"/>
          </p:cNvSpPr>
          <p:nvPr/>
        </p:nvSpPr>
        <p:spPr>
          <a:xfrm xmlns:a="http://schemas.openxmlformats.org/drawingml/2006/main">
            <a:off x="6488570" y="2647088"/>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95" name="pdf-path-98">
            <a:extLst xmlns:a="http://schemas.openxmlformats.org/drawingml/2006/main">
              <a:ext uri="{FF2B5EF4-FFF2-40B4-BE49-F238E27FC236}">
                <a16:creationId xmlns:a16="http://schemas.microsoft.com/office/drawing/2014/main" id="{381A838A-C1CC-4934-B1B4-866E9FD129F7}"/>
              </a:ext>
            </a:extLst>
          </p:cNvPr>
          <p:cNvSpPr>
            <a:spLocks xmlns:a="http://schemas.openxmlformats.org/drawingml/2006/main" noGrp="1"/>
          </p:cNvSpPr>
          <p:nvPr/>
        </p:nvSpPr>
        <p:spPr>
          <a:xfrm xmlns:a="http://schemas.openxmlformats.org/drawingml/2006/main">
            <a:off x="6484282" y="2642801"/>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96" name="pdf-path-99">
            <a:extLst xmlns:a="http://schemas.openxmlformats.org/drawingml/2006/main">
              <a:ext uri="{FF2B5EF4-FFF2-40B4-BE49-F238E27FC236}">
                <a16:creationId xmlns:a16="http://schemas.microsoft.com/office/drawing/2014/main" id="{1154C2C3-71A6-40CE-AD33-01A5DEBC753B}"/>
              </a:ext>
            </a:extLst>
          </p:cNvPr>
          <p:cNvSpPr>
            <a:spLocks xmlns:a="http://schemas.openxmlformats.org/drawingml/2006/main" noGrp="1"/>
          </p:cNvSpPr>
          <p:nvPr/>
        </p:nvSpPr>
        <p:spPr>
          <a:xfrm xmlns:a="http://schemas.openxmlformats.org/drawingml/2006/main">
            <a:off x="3918076" y="2933856"/>
            <a:ext cx="2891673" cy="17137"/>
          </a:xfrm>
          <a:custGeom xmlns:a="http://schemas.openxmlformats.org/drawingml/2006/main">
            <a:pathLst>
              <a:path w="2891673" h="17137">
                <a:moveTo>
                  <a:pt x="0" y="17137"/>
                </a:moveTo>
                <a:lnTo>
                  <a:pt x="2891673" y="17137"/>
                </a:lnTo>
                <a:lnTo>
                  <a:pt x="2891673" y="0"/>
                </a:lnTo>
                <a:lnTo>
                  <a:pt x="0" y="0"/>
                </a:lnTo>
                <a:close/>
              </a:path>
            </a:pathLst>
          </a:custGeom>
          <a:solidFill xmlns:a="http://schemas.openxmlformats.org/drawingml/2006/main">
            <a:srgbClr val="595A5A"/>
          </a:solidFill>
          <a:ln xmlns:a="http://schemas.openxmlformats.org/drawingml/2006/main" w="0">
            <a:noFill/>
            <a:prstDash val="solid"/>
          </a:ln>
        </p:spPr>
      </p:sp>
      <p:sp>
        <p:nvSpPr>
          <p:cNvPr id="97" name="pdf-path-100">
            <a:extLst xmlns:a="http://schemas.openxmlformats.org/drawingml/2006/main">
              <a:ext uri="{FF2B5EF4-FFF2-40B4-BE49-F238E27FC236}">
                <a16:creationId xmlns:a16="http://schemas.microsoft.com/office/drawing/2014/main" id="{FE0D0475-5A47-4184-B9C2-3057CBB9F81D}"/>
              </a:ext>
            </a:extLst>
          </p:cNvPr>
          <p:cNvSpPr>
            <a:spLocks xmlns:a="http://schemas.openxmlformats.org/drawingml/2006/main" noGrp="1"/>
          </p:cNvSpPr>
          <p:nvPr/>
        </p:nvSpPr>
        <p:spPr>
          <a:xfrm xmlns:a="http://schemas.openxmlformats.org/drawingml/2006/main">
            <a:off x="6809743" y="2914124"/>
            <a:ext cx="77767" cy="56609"/>
          </a:xfrm>
          <a:custGeom xmlns:a="http://schemas.openxmlformats.org/drawingml/2006/main">
            <a:pathLst>
              <a:path w="77767" h="56609">
                <a:moveTo>
                  <a:pt x="0" y="56609"/>
                </a:moveTo>
                <a:lnTo>
                  <a:pt x="77767"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98" name="pdf-path-101">
            <a:extLst xmlns:a="http://schemas.openxmlformats.org/drawingml/2006/main">
              <a:ext uri="{FF2B5EF4-FFF2-40B4-BE49-F238E27FC236}">
                <a16:creationId xmlns:a16="http://schemas.microsoft.com/office/drawing/2014/main" id="{6D0DAD05-1C52-4574-B371-6D83EA90887E}"/>
              </a:ext>
            </a:extLst>
          </p:cNvPr>
          <p:cNvSpPr>
            <a:spLocks xmlns:a="http://schemas.openxmlformats.org/drawingml/2006/main" noGrp="1"/>
          </p:cNvSpPr>
          <p:nvPr/>
        </p:nvSpPr>
        <p:spPr>
          <a:xfrm xmlns:a="http://schemas.openxmlformats.org/drawingml/2006/main">
            <a:off x="6801174" y="2901889"/>
            <a:ext cx="111390" cy="81080"/>
          </a:xfrm>
          <a:custGeom xmlns:a="http://schemas.openxmlformats.org/drawingml/2006/main">
            <a:pathLst>
              <a:path w="111390" h="81080">
                <a:moveTo>
                  <a:pt x="8569" y="68844"/>
                </a:moveTo>
                <a:lnTo>
                  <a:pt x="11505" y="76899"/>
                </a:lnTo>
                <a:lnTo>
                  <a:pt x="111390" y="40535"/>
                </a:lnTo>
                <a:lnTo>
                  <a:pt x="0" y="0"/>
                </a:lnTo>
                <a:lnTo>
                  <a:pt x="0" y="81080"/>
                </a:lnTo>
                <a:lnTo>
                  <a:pt x="11505" y="76899"/>
                </a:lnTo>
                <a:lnTo>
                  <a:pt x="8569" y="68844"/>
                </a:lnTo>
                <a:lnTo>
                  <a:pt x="17137" y="68844"/>
                </a:lnTo>
                <a:lnTo>
                  <a:pt x="17137" y="24472"/>
                </a:lnTo>
                <a:lnTo>
                  <a:pt x="61282" y="40535"/>
                </a:lnTo>
                <a:lnTo>
                  <a:pt x="5644" y="60790"/>
                </a:lnTo>
                <a:lnTo>
                  <a:pt x="8569" y="68844"/>
                </a:lnTo>
                <a:lnTo>
                  <a:pt x="17137" y="68844"/>
                </a:lnTo>
                <a:lnTo>
                  <a:pt x="8569" y="68844"/>
                </a:lnTo>
              </a:path>
            </a:pathLst>
          </a:custGeom>
          <a:solidFill xmlns:a="http://schemas.openxmlformats.org/drawingml/2006/main">
            <a:srgbClr val="595A5A"/>
          </a:solidFill>
          <a:ln xmlns:a="http://schemas.openxmlformats.org/drawingml/2006/main" w="0">
            <a:noFill/>
            <a:prstDash val="solid"/>
          </a:ln>
        </p:spPr>
      </p:sp>
      <p:sp>
        <p:nvSpPr>
          <p:cNvPr id="99" name="pdf-path-102">
            <a:extLst xmlns:a="http://schemas.openxmlformats.org/drawingml/2006/main">
              <a:ext uri="{FF2B5EF4-FFF2-40B4-BE49-F238E27FC236}">
                <a16:creationId xmlns:a16="http://schemas.microsoft.com/office/drawing/2014/main" id="{66FA9368-3DEB-47B6-B76B-609076343379}"/>
              </a:ext>
            </a:extLst>
          </p:cNvPr>
          <p:cNvSpPr>
            <a:spLocks xmlns:a="http://schemas.openxmlformats.org/drawingml/2006/main" noGrp="1"/>
          </p:cNvSpPr>
          <p:nvPr/>
        </p:nvSpPr>
        <p:spPr>
          <a:xfrm xmlns:a="http://schemas.openxmlformats.org/drawingml/2006/main">
            <a:off x="6837838" y="2879731"/>
            <a:ext cx="203209" cy="258812"/>
          </a:xfrm>
          <a:custGeom xmlns:a="http://schemas.openxmlformats.org/drawingml/2006/main">
            <a:pathLst>
              <a:path w="203209" h="258812">
                <a:moveTo>
                  <a:pt x="203209" y="258812"/>
                </a:moveTo>
                <a:lnTo>
                  <a:pt x="0" y="258812"/>
                </a:lnTo>
                <a:lnTo>
                  <a:pt x="0" y="89900"/>
                </a:lnTo>
                <a:lnTo>
                  <a:pt x="74728" y="62698"/>
                </a:lnTo>
                <a:lnTo>
                  <a:pt x="0" y="35508"/>
                </a:lnTo>
                <a:lnTo>
                  <a:pt x="0" y="0"/>
                </a:lnTo>
                <a:lnTo>
                  <a:pt x="203209" y="0"/>
                </a:lnTo>
                <a:lnTo>
                  <a:pt x="203209" y="258812"/>
                </a:lnTo>
              </a:path>
            </a:pathLst>
          </a:custGeom>
          <a:solidFill xmlns:a="http://schemas.openxmlformats.org/drawingml/2006/main">
            <a:srgbClr val="FFFFFF"/>
          </a:solidFill>
          <a:ln xmlns:a="http://schemas.openxmlformats.org/drawingml/2006/main" w="0">
            <a:noFill/>
            <a:prstDash val="solid"/>
          </a:ln>
        </p:spPr>
      </p:sp>
      <p:sp>
        <p:nvSpPr>
          <p:cNvPr id="100" name="pdf-path-103">
            <a:extLst xmlns:a="http://schemas.openxmlformats.org/drawingml/2006/main">
              <a:ext uri="{FF2B5EF4-FFF2-40B4-BE49-F238E27FC236}">
                <a16:creationId xmlns:a16="http://schemas.microsoft.com/office/drawing/2014/main" id="{FB970CB2-C363-49AD-B8B0-1F0F5D138657}"/>
              </a:ext>
            </a:extLst>
          </p:cNvPr>
          <p:cNvSpPr>
            <a:spLocks xmlns:a="http://schemas.openxmlformats.org/drawingml/2006/main" noGrp="1"/>
          </p:cNvSpPr>
          <p:nvPr/>
        </p:nvSpPr>
        <p:spPr>
          <a:xfrm xmlns:a="http://schemas.openxmlformats.org/drawingml/2006/main">
            <a:off x="6837837" y="2933473"/>
            <a:ext cx="24620" cy="17914"/>
          </a:xfrm>
          <a:custGeom xmlns:a="http://schemas.openxmlformats.org/drawingml/2006/main">
            <a:pathLst>
              <a:path w="24620" h="17914">
                <a:moveTo>
                  <a:pt x="0" y="17914"/>
                </a:moveTo>
                <a:lnTo>
                  <a:pt x="0" y="0"/>
                </a:lnTo>
                <a:lnTo>
                  <a:pt x="24620" y="8957"/>
                </a:lnTo>
                <a:lnTo>
                  <a:pt x="0" y="17914"/>
                </a:lnTo>
              </a:path>
            </a:pathLst>
          </a:custGeom>
          <a:solidFill xmlns:a="http://schemas.openxmlformats.org/drawingml/2006/main">
            <a:srgbClr val="595A5A"/>
          </a:solidFill>
          <a:ln xmlns:a="http://schemas.openxmlformats.org/drawingml/2006/main" w="0">
            <a:noFill/>
            <a:prstDash val="solid"/>
          </a:ln>
        </p:spPr>
      </p:sp>
      <p:sp>
        <p:nvSpPr>
          <p:cNvPr id="101" name="pdf-path-104">
            <a:extLst xmlns:a="http://schemas.openxmlformats.org/drawingml/2006/main">
              <a:ext uri="{FF2B5EF4-FFF2-40B4-BE49-F238E27FC236}">
                <a16:creationId xmlns:a16="http://schemas.microsoft.com/office/drawing/2014/main" id="{2A2273C5-4486-4EA9-89D7-3C9EB8BC00D8}"/>
              </a:ext>
            </a:extLst>
          </p:cNvPr>
          <p:cNvSpPr>
            <a:spLocks xmlns:a="http://schemas.openxmlformats.org/drawingml/2006/main" noGrp="1"/>
          </p:cNvSpPr>
          <p:nvPr/>
        </p:nvSpPr>
        <p:spPr>
          <a:xfrm xmlns:a="http://schemas.openxmlformats.org/drawingml/2006/main">
            <a:off x="6837837" y="2915236"/>
            <a:ext cx="74728" cy="54392"/>
          </a:xfrm>
          <a:custGeom xmlns:a="http://schemas.openxmlformats.org/drawingml/2006/main">
            <a:pathLst>
              <a:path w="74728" h="54392">
                <a:moveTo>
                  <a:pt x="0" y="54392"/>
                </a:moveTo>
                <a:lnTo>
                  <a:pt x="0" y="36159"/>
                </a:lnTo>
                <a:lnTo>
                  <a:pt x="24620" y="27190"/>
                </a:lnTo>
                <a:lnTo>
                  <a:pt x="0" y="18233"/>
                </a:lnTo>
                <a:lnTo>
                  <a:pt x="0" y="0"/>
                </a:lnTo>
                <a:lnTo>
                  <a:pt x="74728" y="27190"/>
                </a:lnTo>
                <a:lnTo>
                  <a:pt x="0" y="54392"/>
                </a:lnTo>
              </a:path>
            </a:pathLst>
          </a:custGeom>
          <a:solidFill xmlns:a="http://schemas.openxmlformats.org/drawingml/2006/main">
            <a:srgbClr val="595A5A"/>
          </a:solidFill>
          <a:ln xmlns:a="http://schemas.openxmlformats.org/drawingml/2006/main" w="0">
            <a:noFill/>
            <a:prstDash val="solid"/>
          </a:ln>
        </p:spPr>
      </p:sp>
      <p:sp>
        <p:nvSpPr>
          <p:cNvPr id="102" name="pdf-path-105">
            <a:extLst xmlns:a="http://schemas.openxmlformats.org/drawingml/2006/main">
              <a:ext uri="{FF2B5EF4-FFF2-40B4-BE49-F238E27FC236}">
                <a16:creationId xmlns:a16="http://schemas.microsoft.com/office/drawing/2014/main" id="{F7036AC5-0407-46DF-943D-B6B245347756}"/>
              </a:ext>
            </a:extLst>
          </p:cNvPr>
          <p:cNvSpPr>
            <a:spLocks xmlns:a="http://schemas.openxmlformats.org/drawingml/2006/main" noGrp="1"/>
          </p:cNvSpPr>
          <p:nvPr/>
        </p:nvSpPr>
        <p:spPr>
          <a:xfrm xmlns:a="http://schemas.openxmlformats.org/drawingml/2006/main">
            <a:off x="6917766" y="2998482"/>
            <a:ext cx="40454" cy="113001"/>
          </a:xfrm>
          <a:custGeom xmlns:a="http://schemas.openxmlformats.org/drawingml/2006/main">
            <a:pathLst>
              <a:path w="40454" h="113001">
                <a:moveTo>
                  <a:pt x="32252" y="99885"/>
                </a:moveTo>
                <a:cubicBezTo>
                  <a:pt x="30173" y="99885"/>
                  <a:pt x="28572" y="99554"/>
                  <a:pt x="27454" y="98868"/>
                </a:cubicBezTo>
                <a:cubicBezTo>
                  <a:pt x="26323" y="98194"/>
                  <a:pt x="25523" y="97280"/>
                  <a:pt x="25031" y="96138"/>
                </a:cubicBezTo>
                <a:cubicBezTo>
                  <a:pt x="24529" y="94984"/>
                  <a:pt x="24289" y="92414"/>
                  <a:pt x="24289" y="88403"/>
                </a:cubicBezTo>
                <a:lnTo>
                  <a:pt x="24289" y="39906"/>
                </a:lnTo>
                <a:lnTo>
                  <a:pt x="38421" y="39906"/>
                </a:lnTo>
                <a:lnTo>
                  <a:pt x="38421" y="28973"/>
                </a:lnTo>
                <a:lnTo>
                  <a:pt x="24289" y="28973"/>
                </a:lnTo>
                <a:lnTo>
                  <a:pt x="24289" y="0"/>
                </a:lnTo>
                <a:lnTo>
                  <a:pt x="10305" y="8431"/>
                </a:lnTo>
                <a:lnTo>
                  <a:pt x="10305" y="28973"/>
                </a:lnTo>
                <a:lnTo>
                  <a:pt x="0" y="28973"/>
                </a:lnTo>
                <a:lnTo>
                  <a:pt x="0" y="39906"/>
                </a:lnTo>
                <a:lnTo>
                  <a:pt x="10305" y="39906"/>
                </a:lnTo>
                <a:lnTo>
                  <a:pt x="10305" y="87626"/>
                </a:lnTo>
                <a:cubicBezTo>
                  <a:pt x="10305" y="96058"/>
                  <a:pt x="10876" y="101587"/>
                  <a:pt x="12018" y="104215"/>
                </a:cubicBezTo>
                <a:cubicBezTo>
                  <a:pt x="13172" y="106843"/>
                  <a:pt x="15149" y="108968"/>
                  <a:pt x="17960" y="110590"/>
                </a:cubicBezTo>
                <a:cubicBezTo>
                  <a:pt x="20770" y="112201"/>
                  <a:pt x="24722" y="113001"/>
                  <a:pt x="29830" y="113001"/>
                </a:cubicBezTo>
                <a:cubicBezTo>
                  <a:pt x="32960" y="113001"/>
                  <a:pt x="36502" y="112589"/>
                  <a:pt x="40454" y="111755"/>
                </a:cubicBezTo>
                <a:lnTo>
                  <a:pt x="38421" y="99337"/>
                </a:lnTo>
                <a:cubicBezTo>
                  <a:pt x="35873" y="99702"/>
                  <a:pt x="33817" y="99885"/>
                  <a:pt x="32252" y="99885"/>
                </a:cubicBezTo>
              </a:path>
            </a:pathLst>
          </a:custGeom>
          <a:solidFill xmlns:a="http://schemas.openxmlformats.org/drawingml/2006/main">
            <a:srgbClr val="030404"/>
          </a:solidFill>
          <a:ln xmlns:a="http://schemas.openxmlformats.org/drawingml/2006/main" w="0">
            <a:noFill/>
            <a:prstDash val="solid"/>
          </a:ln>
        </p:spPr>
      </p:sp>
      <p:sp>
        <p:nvSpPr>
          <p:cNvPr id="103" name="pdf-path-106">
            <a:extLst xmlns:a="http://schemas.openxmlformats.org/drawingml/2006/main">
              <a:ext uri="{FF2B5EF4-FFF2-40B4-BE49-F238E27FC236}">
                <a16:creationId xmlns:a16="http://schemas.microsoft.com/office/drawing/2014/main" id="{26DF8576-B720-4276-BFD1-2E1EAA014E97}"/>
              </a:ext>
            </a:extLst>
          </p:cNvPr>
          <p:cNvSpPr>
            <a:spLocks xmlns:a="http://schemas.openxmlformats.org/drawingml/2006/main" noGrp="1"/>
          </p:cNvSpPr>
          <p:nvPr/>
        </p:nvSpPr>
        <p:spPr>
          <a:xfrm xmlns:a="http://schemas.openxmlformats.org/drawingml/2006/main">
            <a:off x="4024408" y="2950998"/>
            <a:ext cx="2781837" cy="159373"/>
          </a:xfrm>
          <a:custGeom xmlns:a="http://schemas.openxmlformats.org/drawingml/2006/main">
            <a:pathLst>
              <a:path w="2781837" h="159373">
                <a:moveTo>
                  <a:pt x="2781837" y="159373"/>
                </a:moveTo>
                <a:lnTo>
                  <a:pt x="0" y="159373"/>
                </a:lnTo>
                <a:lnTo>
                  <a:pt x="0" y="0"/>
                </a:lnTo>
                <a:lnTo>
                  <a:pt x="2776765" y="0"/>
                </a:lnTo>
                <a:lnTo>
                  <a:pt x="2776765" y="31966"/>
                </a:lnTo>
                <a:lnTo>
                  <a:pt x="2781837" y="30126"/>
                </a:lnTo>
                <a:lnTo>
                  <a:pt x="2781837" y="159373"/>
                </a:lnTo>
              </a:path>
            </a:pathLst>
          </a:custGeom>
          <a:solidFill xmlns:a="http://schemas.openxmlformats.org/drawingml/2006/main">
            <a:srgbClr val="FFFFFF"/>
          </a:solidFill>
          <a:ln xmlns:a="http://schemas.openxmlformats.org/drawingml/2006/main" w="0">
            <a:noFill/>
            <a:prstDash val="solid"/>
          </a:ln>
        </p:spPr>
      </p:sp>
      <p:sp>
        <p:nvSpPr>
          <p:cNvPr id="104" name="pdf-path-107">
            <a:extLst xmlns:a="http://schemas.openxmlformats.org/drawingml/2006/main">
              <a:ext uri="{FF2B5EF4-FFF2-40B4-BE49-F238E27FC236}">
                <a16:creationId xmlns:a16="http://schemas.microsoft.com/office/drawing/2014/main" id="{DFDBB9EF-7655-41B6-BB02-2D0D86C2F72E}"/>
              </a:ext>
            </a:extLst>
          </p:cNvPr>
          <p:cNvSpPr>
            <a:spLocks xmlns:a="http://schemas.openxmlformats.org/drawingml/2006/main" noGrp="1"/>
          </p:cNvSpPr>
          <p:nvPr/>
        </p:nvSpPr>
        <p:spPr>
          <a:xfrm xmlns:a="http://schemas.openxmlformats.org/drawingml/2006/main">
            <a:off x="4024416" y="2937078"/>
            <a:ext cx="2776764" cy="13915"/>
          </a:xfrm>
          <a:custGeom xmlns:a="http://schemas.openxmlformats.org/drawingml/2006/main">
            <a:pathLst>
              <a:path w="2776764" h="13915">
                <a:moveTo>
                  <a:pt x="0" y="13915"/>
                </a:moveTo>
                <a:lnTo>
                  <a:pt x="2776764" y="13915"/>
                </a:lnTo>
                <a:lnTo>
                  <a:pt x="2776764" y="0"/>
                </a:lnTo>
                <a:lnTo>
                  <a:pt x="0" y="0"/>
                </a:lnTo>
                <a:close/>
              </a:path>
            </a:pathLst>
          </a:custGeom>
          <a:solidFill xmlns:a="http://schemas.openxmlformats.org/drawingml/2006/main">
            <a:srgbClr val="595A5A"/>
          </a:solidFill>
          <a:ln xmlns:a="http://schemas.openxmlformats.org/drawingml/2006/main" w="0">
            <a:noFill/>
            <a:prstDash val="solid"/>
          </a:ln>
        </p:spPr>
      </p:sp>
      <p:sp>
        <p:nvSpPr>
          <p:cNvPr id="105" name="pdf-path-108">
            <a:extLst xmlns:a="http://schemas.openxmlformats.org/drawingml/2006/main">
              <a:ext uri="{FF2B5EF4-FFF2-40B4-BE49-F238E27FC236}">
                <a16:creationId xmlns:a16="http://schemas.microsoft.com/office/drawing/2014/main" id="{A84B4B16-5246-4255-9A61-12D0D417C928}"/>
              </a:ext>
            </a:extLst>
          </p:cNvPr>
          <p:cNvSpPr>
            <a:spLocks xmlns:a="http://schemas.openxmlformats.org/drawingml/2006/main" noGrp="1"/>
          </p:cNvSpPr>
          <p:nvPr/>
        </p:nvSpPr>
        <p:spPr>
          <a:xfrm xmlns:a="http://schemas.openxmlformats.org/drawingml/2006/main">
            <a:off x="6801174" y="2937114"/>
            <a:ext cx="5073" cy="45858"/>
          </a:xfrm>
          <a:custGeom xmlns:a="http://schemas.openxmlformats.org/drawingml/2006/main">
            <a:pathLst>
              <a:path w="5073" h="45858">
                <a:moveTo>
                  <a:pt x="0" y="45858"/>
                </a:moveTo>
                <a:lnTo>
                  <a:pt x="0" y="13881"/>
                </a:lnTo>
                <a:lnTo>
                  <a:pt x="0" y="0"/>
                </a:lnTo>
                <a:lnTo>
                  <a:pt x="5073" y="0"/>
                </a:lnTo>
                <a:lnTo>
                  <a:pt x="5073" y="44019"/>
                </a:lnTo>
                <a:lnTo>
                  <a:pt x="0" y="45858"/>
                </a:lnTo>
              </a:path>
            </a:pathLst>
          </a:custGeom>
          <a:solidFill xmlns:a="http://schemas.openxmlformats.org/drawingml/2006/main">
            <a:srgbClr val="595A5A"/>
          </a:solidFill>
          <a:ln xmlns:a="http://schemas.openxmlformats.org/drawingml/2006/main" w="0">
            <a:noFill/>
            <a:prstDash val="solid"/>
          </a:ln>
        </p:spPr>
      </p:sp>
      <p:sp>
        <p:nvSpPr>
          <p:cNvPr id="106" name="pdf-path-109">
            <a:extLst xmlns:a="http://schemas.openxmlformats.org/drawingml/2006/main">
              <a:ext uri="{FF2B5EF4-FFF2-40B4-BE49-F238E27FC236}">
                <a16:creationId xmlns:a16="http://schemas.microsoft.com/office/drawing/2014/main" id="{41F7D65E-96EE-4ACD-9C7F-D7A18FA1EC1D}"/>
              </a:ext>
            </a:extLst>
          </p:cNvPr>
          <p:cNvSpPr>
            <a:spLocks xmlns:a="http://schemas.openxmlformats.org/drawingml/2006/main" noGrp="1"/>
          </p:cNvSpPr>
          <p:nvPr/>
        </p:nvSpPr>
        <p:spPr>
          <a:xfrm xmlns:a="http://schemas.openxmlformats.org/drawingml/2006/main">
            <a:off x="4108711" y="3032285"/>
            <a:ext cx="257805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30404"/>
                </a:solidFill>
                <a:latin typeface="Arial"/>
                <a:ea typeface="Arial"/>
                <a:cs typeface="Arial"/>
              </a:defRPr>
            </a:defPPr>
          </a:lstStyle>
          <a:p xmlns:a="http://schemas.openxmlformats.org/drawingml/2006/main">
            <a:pPr algn="l">
              <a:defRPr sz="1259" b="0" i="0">
                <a:solidFill>
                  <a:srgbClr val="030404"/>
                </a:solidFill>
                <a:latin typeface="Arial"/>
                <a:ea typeface="Arial"/>
                <a:cs typeface="Arial"/>
              </a:defRPr>
            </a:pPr>
            <a:r>
              <a:rPr sz="1259" b="0" i="0">
                <a:solidFill>
                  <a:srgbClr val="030404"/>
                </a:solidFill>
                <a:latin typeface="Arial"/>
                <a:ea typeface="Arial"/>
                <a:cs typeface="Arial"/>
              </a:rPr>
              <a:t>Step 2) Process masked remainder</a:t>
            </a:r>
          </a:p>
        </p:txBody>
      </p:sp>
      <p:sp>
        <p:nvSpPr>
          <p:cNvPr id="107" name="pdf-path-110">
            <a:extLst xmlns:a="http://schemas.openxmlformats.org/drawingml/2006/main">
              <a:ext uri="{FF2B5EF4-FFF2-40B4-BE49-F238E27FC236}">
                <a16:creationId xmlns:a16="http://schemas.microsoft.com/office/drawing/2014/main" id="{5000DE18-65DF-4A9B-A93B-D846E1A4A14F}"/>
              </a:ext>
            </a:extLst>
          </p:cNvPr>
          <p:cNvSpPr>
            <a:spLocks xmlns:a="http://schemas.openxmlformats.org/drawingml/2006/main" noGrp="1"/>
          </p:cNvSpPr>
          <p:nvPr/>
        </p:nvSpPr>
        <p:spPr>
          <a:xfrm xmlns:a="http://schemas.openxmlformats.org/drawingml/2006/main">
            <a:off x="4027354" y="2357065"/>
            <a:ext cx="2640698" cy="173265"/>
          </a:xfrm>
          <a:custGeom xmlns:a="http://schemas.openxmlformats.org/drawingml/2006/main">
            <a:pathLst>
              <a:path w="2640698" h="173265">
                <a:moveTo>
                  <a:pt x="2640698" y="173265"/>
                </a:moveTo>
                <a:lnTo>
                  <a:pt x="0" y="173265"/>
                </a:lnTo>
                <a:cubicBezTo>
                  <a:pt x="0" y="125430"/>
                  <a:pt x="6466" y="86633"/>
                  <a:pt x="14440" y="86633"/>
                </a:cubicBezTo>
                <a:lnTo>
                  <a:pt x="1305920" y="86633"/>
                </a:lnTo>
                <a:cubicBezTo>
                  <a:pt x="1313882" y="86633"/>
                  <a:pt x="1320349" y="47846"/>
                  <a:pt x="1320349" y="0"/>
                </a:cubicBezTo>
                <a:cubicBezTo>
                  <a:pt x="1320349" y="47846"/>
                  <a:pt x="1326815" y="86633"/>
                  <a:pt x="1334789" y="86633"/>
                </a:cubicBezTo>
                <a:lnTo>
                  <a:pt x="2626257" y="86633"/>
                </a:lnTo>
                <a:cubicBezTo>
                  <a:pt x="2634232" y="86633"/>
                  <a:pt x="2640698" y="125430"/>
                  <a:pt x="2640698" y="173265"/>
                </a:cubicBezTo>
              </a:path>
            </a:pathLst>
          </a:custGeom>
          <a:solidFill xmlns:a="http://schemas.openxmlformats.org/drawingml/2006/main">
            <a:srgbClr val="FFFFFF"/>
          </a:solidFill>
          <a:ln xmlns:a="http://schemas.openxmlformats.org/drawingml/2006/main" w="0">
            <a:noFill/>
            <a:prstDash val="solid"/>
          </a:ln>
        </p:spPr>
      </p:sp>
      <p:sp>
        <p:nvSpPr>
          <p:cNvPr id="108" name="pdf-path-111">
            <a:extLst xmlns:a="http://schemas.openxmlformats.org/drawingml/2006/main">
              <a:ext uri="{FF2B5EF4-FFF2-40B4-BE49-F238E27FC236}">
                <a16:creationId xmlns:a16="http://schemas.microsoft.com/office/drawing/2014/main" id="{1D103FC5-06A0-47B8-BDED-588FA9D7BEAB}"/>
              </a:ext>
            </a:extLst>
          </p:cNvPr>
          <p:cNvSpPr>
            <a:spLocks xmlns:a="http://schemas.openxmlformats.org/drawingml/2006/main" noGrp="1"/>
          </p:cNvSpPr>
          <p:nvPr/>
        </p:nvSpPr>
        <p:spPr>
          <a:xfrm xmlns:a="http://schemas.openxmlformats.org/drawingml/2006/main">
            <a:off x="4018789" y="2348496"/>
            <a:ext cx="2657835" cy="181833"/>
          </a:xfrm>
          <a:custGeom xmlns:a="http://schemas.openxmlformats.org/drawingml/2006/main">
            <a:pathLst>
              <a:path w="2657835" h="181833">
                <a:moveTo>
                  <a:pt x="17137" y="181833"/>
                </a:moveTo>
                <a:cubicBezTo>
                  <a:pt x="17137" y="158310"/>
                  <a:pt x="18748" y="136980"/>
                  <a:pt x="21250" y="121980"/>
                </a:cubicBezTo>
                <a:cubicBezTo>
                  <a:pt x="22484" y="114508"/>
                  <a:pt x="23992" y="108568"/>
                  <a:pt x="25351" y="105152"/>
                </a:cubicBezTo>
                <a:cubicBezTo>
                  <a:pt x="26002" y="103449"/>
                  <a:pt x="26677" y="102421"/>
                  <a:pt x="26734" y="102375"/>
                </a:cubicBezTo>
                <a:lnTo>
                  <a:pt x="24529" y="100571"/>
                </a:lnTo>
                <a:lnTo>
                  <a:pt x="25991" y="102970"/>
                </a:lnTo>
                <a:lnTo>
                  <a:pt x="26734" y="102375"/>
                </a:lnTo>
                <a:lnTo>
                  <a:pt x="24529" y="100571"/>
                </a:lnTo>
                <a:lnTo>
                  <a:pt x="25991" y="102970"/>
                </a:lnTo>
                <a:lnTo>
                  <a:pt x="23009" y="98068"/>
                </a:lnTo>
                <a:lnTo>
                  <a:pt x="23009" y="103769"/>
                </a:lnTo>
                <a:cubicBezTo>
                  <a:pt x="24266" y="103781"/>
                  <a:pt x="25408" y="103335"/>
                  <a:pt x="25991" y="102970"/>
                </a:cubicBezTo>
                <a:lnTo>
                  <a:pt x="23009" y="98068"/>
                </a:lnTo>
                <a:lnTo>
                  <a:pt x="23009" y="103769"/>
                </a:lnTo>
                <a:lnTo>
                  <a:pt x="1314477" y="103769"/>
                </a:lnTo>
                <a:cubicBezTo>
                  <a:pt x="1316739" y="103781"/>
                  <a:pt x="1318864" y="103049"/>
                  <a:pt x="1320418" y="102067"/>
                </a:cubicBezTo>
                <a:cubicBezTo>
                  <a:pt x="1323342" y="100205"/>
                  <a:pt x="1324793" y="98011"/>
                  <a:pt x="1326073" y="95806"/>
                </a:cubicBezTo>
                <a:cubicBezTo>
                  <a:pt x="1328232" y="91899"/>
                  <a:pt x="1329683" y="87341"/>
                  <a:pt x="1331065" y="81663"/>
                </a:cubicBezTo>
                <a:cubicBezTo>
                  <a:pt x="1335052" y="64834"/>
                  <a:pt x="1337463" y="38524"/>
                  <a:pt x="1337486" y="8568"/>
                </a:cubicBezTo>
                <a:cubicBezTo>
                  <a:pt x="1337486" y="6306"/>
                  <a:pt x="1336572" y="4101"/>
                  <a:pt x="1334973" y="2513"/>
                </a:cubicBezTo>
                <a:cubicBezTo>
                  <a:pt x="1333385" y="914"/>
                  <a:pt x="1331168" y="0"/>
                  <a:pt x="1328918" y="0"/>
                </a:cubicBezTo>
                <a:cubicBezTo>
                  <a:pt x="1326656" y="0"/>
                  <a:pt x="1324451" y="914"/>
                  <a:pt x="1322851" y="2513"/>
                </a:cubicBezTo>
                <a:cubicBezTo>
                  <a:pt x="1321263" y="4101"/>
                  <a:pt x="1320349" y="6306"/>
                  <a:pt x="1320349" y="8568"/>
                </a:cubicBezTo>
                <a:cubicBezTo>
                  <a:pt x="1320349" y="32891"/>
                  <a:pt x="1321971" y="54884"/>
                  <a:pt x="1324690" y="71232"/>
                </a:cubicBezTo>
                <a:cubicBezTo>
                  <a:pt x="1326073" y="79446"/>
                  <a:pt x="1327672" y="86187"/>
                  <a:pt x="1329763" y="91534"/>
                </a:cubicBezTo>
                <a:cubicBezTo>
                  <a:pt x="1330837" y="94218"/>
                  <a:pt x="1331979" y="96595"/>
                  <a:pt x="1333796" y="98857"/>
                </a:cubicBezTo>
                <a:cubicBezTo>
                  <a:pt x="1334721" y="99976"/>
                  <a:pt x="1335841" y="101107"/>
                  <a:pt x="1337417" y="102067"/>
                </a:cubicBezTo>
                <a:cubicBezTo>
                  <a:pt x="1338971" y="103049"/>
                  <a:pt x="1341096" y="103781"/>
                  <a:pt x="1343358" y="103769"/>
                </a:cubicBezTo>
                <a:lnTo>
                  <a:pt x="2634826" y="103769"/>
                </a:lnTo>
                <a:lnTo>
                  <a:pt x="2634826" y="98068"/>
                </a:lnTo>
                <a:lnTo>
                  <a:pt x="2631844" y="102970"/>
                </a:lnTo>
                <a:cubicBezTo>
                  <a:pt x="2632427" y="103335"/>
                  <a:pt x="2633558" y="103781"/>
                  <a:pt x="2634826" y="103769"/>
                </a:cubicBezTo>
                <a:lnTo>
                  <a:pt x="2634826" y="98068"/>
                </a:lnTo>
                <a:lnTo>
                  <a:pt x="2631844" y="102970"/>
                </a:lnTo>
                <a:lnTo>
                  <a:pt x="2633375" y="100445"/>
                </a:lnTo>
                <a:lnTo>
                  <a:pt x="2631090" y="102364"/>
                </a:lnTo>
                <a:lnTo>
                  <a:pt x="2631844" y="102970"/>
                </a:lnTo>
                <a:lnTo>
                  <a:pt x="2633375" y="100445"/>
                </a:lnTo>
                <a:lnTo>
                  <a:pt x="2631090" y="102364"/>
                </a:lnTo>
                <a:cubicBezTo>
                  <a:pt x="2631227" y="102364"/>
                  <a:pt x="2632838" y="105346"/>
                  <a:pt x="2633992" y="109824"/>
                </a:cubicBezTo>
                <a:cubicBezTo>
                  <a:pt x="2637831" y="123522"/>
                  <a:pt x="2640733" y="150873"/>
                  <a:pt x="2640698" y="181833"/>
                </a:cubicBezTo>
                <a:lnTo>
                  <a:pt x="2657835" y="181833"/>
                </a:lnTo>
                <a:cubicBezTo>
                  <a:pt x="2657824" y="157510"/>
                  <a:pt x="2656201" y="135518"/>
                  <a:pt x="2653482" y="119169"/>
                </a:cubicBezTo>
                <a:cubicBezTo>
                  <a:pt x="2652100" y="110955"/>
                  <a:pt x="2650512" y="104215"/>
                  <a:pt x="2648421" y="98868"/>
                </a:cubicBezTo>
                <a:cubicBezTo>
                  <a:pt x="2647336" y="96183"/>
                  <a:pt x="2646193" y="93807"/>
                  <a:pt x="2644377" y="91545"/>
                </a:cubicBezTo>
                <a:cubicBezTo>
                  <a:pt x="2643452" y="90425"/>
                  <a:pt x="2642332" y="89294"/>
                  <a:pt x="2640755" y="88335"/>
                </a:cubicBezTo>
                <a:cubicBezTo>
                  <a:pt x="2639213" y="87375"/>
                  <a:pt x="2637088" y="86621"/>
                  <a:pt x="2634826" y="86632"/>
                </a:cubicBezTo>
                <a:lnTo>
                  <a:pt x="1343358" y="86632"/>
                </a:lnTo>
                <a:lnTo>
                  <a:pt x="1343358" y="92333"/>
                </a:lnTo>
                <a:lnTo>
                  <a:pt x="1346328" y="87432"/>
                </a:lnTo>
                <a:cubicBezTo>
                  <a:pt x="1345757" y="87067"/>
                  <a:pt x="1344615" y="86621"/>
                  <a:pt x="1343358" y="86632"/>
                </a:cubicBezTo>
                <a:lnTo>
                  <a:pt x="1343358" y="92333"/>
                </a:lnTo>
                <a:lnTo>
                  <a:pt x="1346328" y="87432"/>
                </a:lnTo>
                <a:lnTo>
                  <a:pt x="1344798" y="89957"/>
                </a:lnTo>
                <a:lnTo>
                  <a:pt x="1347083" y="88026"/>
                </a:lnTo>
                <a:lnTo>
                  <a:pt x="1346328" y="87432"/>
                </a:lnTo>
                <a:lnTo>
                  <a:pt x="1344798" y="89957"/>
                </a:lnTo>
                <a:lnTo>
                  <a:pt x="1347083" y="88026"/>
                </a:lnTo>
                <a:cubicBezTo>
                  <a:pt x="1346946" y="88038"/>
                  <a:pt x="1345335" y="85044"/>
                  <a:pt x="1344180" y="80577"/>
                </a:cubicBezTo>
                <a:cubicBezTo>
                  <a:pt x="1340342" y="66902"/>
                  <a:pt x="1337452" y="39529"/>
                  <a:pt x="1337486" y="8568"/>
                </a:cubicBezTo>
                <a:cubicBezTo>
                  <a:pt x="1337486" y="6306"/>
                  <a:pt x="1336572" y="4101"/>
                  <a:pt x="1334973" y="2513"/>
                </a:cubicBezTo>
                <a:cubicBezTo>
                  <a:pt x="1333385" y="914"/>
                  <a:pt x="1331168" y="0"/>
                  <a:pt x="1328918" y="0"/>
                </a:cubicBezTo>
                <a:cubicBezTo>
                  <a:pt x="1326656" y="0"/>
                  <a:pt x="1324451" y="914"/>
                  <a:pt x="1322851" y="2513"/>
                </a:cubicBezTo>
                <a:cubicBezTo>
                  <a:pt x="1321263" y="4101"/>
                  <a:pt x="1320349" y="6306"/>
                  <a:pt x="1320349" y="8568"/>
                </a:cubicBezTo>
                <a:cubicBezTo>
                  <a:pt x="1320349" y="32092"/>
                  <a:pt x="1318738" y="53421"/>
                  <a:pt x="1316236" y="68422"/>
                </a:cubicBezTo>
                <a:cubicBezTo>
                  <a:pt x="1315002" y="75916"/>
                  <a:pt x="1313483" y="81834"/>
                  <a:pt x="1312123" y="85250"/>
                </a:cubicBezTo>
                <a:cubicBezTo>
                  <a:pt x="1311472" y="86952"/>
                  <a:pt x="1310810" y="87981"/>
                  <a:pt x="1310741" y="88026"/>
                </a:cubicBezTo>
                <a:lnTo>
                  <a:pt x="1312958" y="89831"/>
                </a:lnTo>
                <a:lnTo>
                  <a:pt x="1311495" y="87432"/>
                </a:lnTo>
                <a:lnTo>
                  <a:pt x="1310741" y="88026"/>
                </a:lnTo>
                <a:lnTo>
                  <a:pt x="1312958" y="89831"/>
                </a:lnTo>
                <a:lnTo>
                  <a:pt x="1311495" y="87432"/>
                </a:lnTo>
                <a:lnTo>
                  <a:pt x="1314477" y="92333"/>
                </a:lnTo>
                <a:lnTo>
                  <a:pt x="1314477" y="86632"/>
                </a:lnTo>
                <a:cubicBezTo>
                  <a:pt x="1313220" y="86621"/>
                  <a:pt x="1312078" y="87067"/>
                  <a:pt x="1311495" y="87432"/>
                </a:cubicBezTo>
                <a:lnTo>
                  <a:pt x="1314477" y="92333"/>
                </a:lnTo>
                <a:lnTo>
                  <a:pt x="1314477" y="86632"/>
                </a:lnTo>
                <a:lnTo>
                  <a:pt x="23009" y="86632"/>
                </a:lnTo>
                <a:cubicBezTo>
                  <a:pt x="20747" y="86621"/>
                  <a:pt x="18622" y="87364"/>
                  <a:pt x="17068" y="88335"/>
                </a:cubicBezTo>
                <a:cubicBezTo>
                  <a:pt x="14144" y="90197"/>
                  <a:pt x="12693" y="92390"/>
                  <a:pt x="11402" y="94595"/>
                </a:cubicBezTo>
                <a:cubicBezTo>
                  <a:pt x="9254" y="98503"/>
                  <a:pt x="7792" y="103084"/>
                  <a:pt x="6421" y="108762"/>
                </a:cubicBezTo>
                <a:cubicBezTo>
                  <a:pt x="2422" y="125567"/>
                  <a:pt x="23" y="151878"/>
                  <a:pt x="0" y="181833"/>
                </a:cubicBezTo>
                <a:lnTo>
                  <a:pt x="17137" y="181833"/>
                </a:lnTo>
              </a:path>
            </a:pathLst>
          </a:custGeom>
          <a:solidFill xmlns:a="http://schemas.openxmlformats.org/drawingml/2006/main">
            <a:srgbClr val="666767"/>
          </a:solidFill>
          <a:ln xmlns:a="http://schemas.openxmlformats.org/drawingml/2006/main" w="0">
            <a:noFill/>
            <a:prstDash val="solid"/>
          </a:ln>
        </p:spPr>
      </p:sp>
      <p:sp>
        <p:nvSpPr>
          <p:cNvPr id="109" name="pdf-path-112">
            <a:extLst xmlns:a="http://schemas.openxmlformats.org/drawingml/2006/main">
              <a:ext uri="{FF2B5EF4-FFF2-40B4-BE49-F238E27FC236}">
                <a16:creationId xmlns:a16="http://schemas.microsoft.com/office/drawing/2014/main" id="{9B1EA3F5-CC44-4EC2-9A7F-436333D289BA}"/>
              </a:ext>
            </a:extLst>
          </p:cNvPr>
          <p:cNvSpPr>
            <a:spLocks xmlns:a="http://schemas.openxmlformats.org/drawingml/2006/main" noGrp="1"/>
          </p:cNvSpPr>
          <p:nvPr/>
        </p:nvSpPr>
        <p:spPr>
          <a:xfrm xmlns:a="http://schemas.openxmlformats.org/drawingml/2006/main">
            <a:off x="4713237" y="1967349"/>
            <a:ext cx="1268938" cy="277434"/>
          </a:xfrm>
          <a:custGeom xmlns:a="http://schemas.openxmlformats.org/drawingml/2006/main">
            <a:pathLst>
              <a:path w="1268938" h="277434">
                <a:moveTo>
                  <a:pt x="0" y="0"/>
                </a:moveTo>
                <a:lnTo>
                  <a:pt x="1268938" y="0"/>
                </a:lnTo>
                <a:lnTo>
                  <a:pt x="1268938" y="277434"/>
                </a:lnTo>
                <a:lnTo>
                  <a:pt x="0" y="277434"/>
                </a:lnTo>
                <a:close/>
              </a:path>
            </a:pathLst>
          </a:custGeom>
          <a:solidFill xmlns:a="http://schemas.openxmlformats.org/drawingml/2006/main">
            <a:srgbClr val="B6D8A9"/>
          </a:solidFill>
          <a:ln xmlns:a="http://schemas.openxmlformats.org/drawingml/2006/main" w="0">
            <a:noFill/>
            <a:prstDash val="solid"/>
          </a:ln>
        </p:spPr>
      </p:sp>
      <p:sp>
        <p:nvSpPr>
          <p:cNvPr id="110" name="pdf-path-113">
            <a:extLst xmlns:a="http://schemas.openxmlformats.org/drawingml/2006/main">
              <a:ext uri="{FF2B5EF4-FFF2-40B4-BE49-F238E27FC236}">
                <a16:creationId xmlns:a16="http://schemas.microsoft.com/office/drawing/2014/main" id="{E0B3008C-43BC-4162-B9FE-80B9C9293B10}"/>
              </a:ext>
            </a:extLst>
          </p:cNvPr>
          <p:cNvSpPr>
            <a:spLocks xmlns:a="http://schemas.openxmlformats.org/drawingml/2006/main" noGrp="1"/>
          </p:cNvSpPr>
          <p:nvPr/>
        </p:nvSpPr>
        <p:spPr>
          <a:xfrm xmlns:a="http://schemas.openxmlformats.org/drawingml/2006/main">
            <a:off x="4708950" y="1963061"/>
            <a:ext cx="1277507" cy="286003"/>
          </a:xfrm>
          <a:custGeom xmlns:a="http://schemas.openxmlformats.org/drawingml/2006/main">
            <a:pathLst>
              <a:path w="1277507" h="286003">
                <a:moveTo>
                  <a:pt x="4284" y="4284"/>
                </a:moveTo>
                <a:lnTo>
                  <a:pt x="4284" y="8569"/>
                </a:lnTo>
                <a:lnTo>
                  <a:pt x="1268939" y="8569"/>
                </a:lnTo>
                <a:lnTo>
                  <a:pt x="1268939" y="277434"/>
                </a:lnTo>
                <a:lnTo>
                  <a:pt x="8569" y="277434"/>
                </a:lnTo>
                <a:lnTo>
                  <a:pt x="8569" y="4284"/>
                </a:lnTo>
                <a:lnTo>
                  <a:pt x="4284" y="4284"/>
                </a:lnTo>
                <a:lnTo>
                  <a:pt x="4284" y="8569"/>
                </a:lnTo>
                <a:lnTo>
                  <a:pt x="4284" y="4284"/>
                </a:lnTo>
                <a:lnTo>
                  <a:pt x="0" y="4284"/>
                </a:lnTo>
                <a:lnTo>
                  <a:pt x="0" y="281719"/>
                </a:lnTo>
                <a:cubicBezTo>
                  <a:pt x="0" y="282850"/>
                  <a:pt x="457" y="283947"/>
                  <a:pt x="1257" y="284746"/>
                </a:cubicBezTo>
                <a:cubicBezTo>
                  <a:pt x="2057" y="285546"/>
                  <a:pt x="3153" y="286003"/>
                  <a:pt x="4284" y="286003"/>
                </a:cubicBezTo>
                <a:lnTo>
                  <a:pt x="1273223" y="286003"/>
                </a:lnTo>
                <a:cubicBezTo>
                  <a:pt x="1274343" y="286003"/>
                  <a:pt x="1275450" y="285546"/>
                  <a:pt x="1276250" y="284746"/>
                </a:cubicBezTo>
                <a:cubicBezTo>
                  <a:pt x="1277050" y="283947"/>
                  <a:pt x="1277507" y="282850"/>
                  <a:pt x="1277507" y="281719"/>
                </a:cubicBezTo>
                <a:lnTo>
                  <a:pt x="1277507" y="4284"/>
                </a:lnTo>
                <a:cubicBezTo>
                  <a:pt x="1277507" y="3153"/>
                  <a:pt x="1277050" y="2057"/>
                  <a:pt x="1276250" y="1257"/>
                </a:cubicBezTo>
                <a:cubicBezTo>
                  <a:pt x="1275450" y="457"/>
                  <a:pt x="1274343" y="0"/>
                  <a:pt x="1273223" y="0"/>
                </a:cubicBezTo>
                <a:lnTo>
                  <a:pt x="4284" y="0"/>
                </a:lnTo>
                <a:cubicBezTo>
                  <a:pt x="3153" y="0"/>
                  <a:pt x="2057" y="457"/>
                  <a:pt x="1257" y="1257"/>
                </a:cubicBezTo>
                <a:cubicBezTo>
                  <a:pt x="457" y="2057"/>
                  <a:pt x="0" y="3153"/>
                  <a:pt x="0" y="4284"/>
                </a:cubicBezTo>
                <a:lnTo>
                  <a:pt x="4284" y="4284"/>
                </a:lnTo>
              </a:path>
            </a:pathLst>
          </a:custGeom>
          <a:solidFill xmlns:a="http://schemas.openxmlformats.org/drawingml/2006/main">
            <a:srgbClr val="387739"/>
          </a:solidFill>
          <a:ln xmlns:a="http://schemas.openxmlformats.org/drawingml/2006/main" w="0">
            <a:noFill/>
            <a:prstDash val="solid"/>
          </a:ln>
        </p:spPr>
      </p:sp>
      <p:sp>
        <p:nvSpPr>
          <p:cNvPr id="111" name="pdf-path-114">
            <a:extLst xmlns:a="http://schemas.openxmlformats.org/drawingml/2006/main">
              <a:ext uri="{FF2B5EF4-FFF2-40B4-BE49-F238E27FC236}">
                <a16:creationId xmlns:a16="http://schemas.microsoft.com/office/drawing/2014/main" id="{8F75CB39-530E-4C9F-8687-E570188F3436}"/>
              </a:ext>
            </a:extLst>
          </p:cNvPr>
          <p:cNvSpPr>
            <a:spLocks xmlns:a="http://schemas.openxmlformats.org/drawingml/2006/main" noGrp="1"/>
          </p:cNvSpPr>
          <p:nvPr/>
        </p:nvSpPr>
        <p:spPr>
          <a:xfrm xmlns:a="http://schemas.openxmlformats.org/drawingml/2006/main">
            <a:off x="4126099" y="1192621"/>
            <a:ext cx="714938" cy="378747"/>
          </a:xfrm>
          <a:custGeom xmlns:a="http://schemas.openxmlformats.org/drawingml/2006/main">
            <a:pathLst>
              <a:path w="714938" h="378747">
                <a:moveTo>
                  <a:pt x="299518" y="378747"/>
                </a:moveTo>
                <a:lnTo>
                  <a:pt x="46110" y="378747"/>
                </a:lnTo>
                <a:cubicBezTo>
                  <a:pt x="30023" y="378462"/>
                  <a:pt x="14566" y="378165"/>
                  <a:pt x="0" y="377891"/>
                </a:cubicBezTo>
                <a:lnTo>
                  <a:pt x="505491" y="338327"/>
                </a:lnTo>
                <a:cubicBezTo>
                  <a:pt x="491645" y="348564"/>
                  <a:pt x="472452" y="357464"/>
                  <a:pt x="444484" y="364432"/>
                </a:cubicBezTo>
                <a:cubicBezTo>
                  <a:pt x="419567" y="370636"/>
                  <a:pt x="381615" y="374703"/>
                  <a:pt x="337345" y="377102"/>
                </a:cubicBezTo>
                <a:cubicBezTo>
                  <a:pt x="325178" y="377765"/>
                  <a:pt x="312530" y="378313"/>
                  <a:pt x="299518" y="378747"/>
                </a:cubicBezTo>
                <a:moveTo>
                  <a:pt x="533150" y="336157"/>
                </a:moveTo>
                <a:cubicBezTo>
                  <a:pt x="545375" y="322298"/>
                  <a:pt x="552789" y="306772"/>
                  <a:pt x="558490" y="290995"/>
                </a:cubicBezTo>
                <a:cubicBezTo>
                  <a:pt x="566682" y="268420"/>
                  <a:pt x="572028" y="245091"/>
                  <a:pt x="583613" y="222082"/>
                </a:cubicBezTo>
                <a:cubicBezTo>
                  <a:pt x="592227" y="204900"/>
                  <a:pt x="599207" y="181959"/>
                  <a:pt x="605434" y="156917"/>
                </a:cubicBezTo>
                <a:cubicBezTo>
                  <a:pt x="614733" y="119387"/>
                  <a:pt x="622170" y="77184"/>
                  <a:pt x="628980" y="44567"/>
                </a:cubicBezTo>
                <a:cubicBezTo>
                  <a:pt x="632293" y="28687"/>
                  <a:pt x="635480" y="15046"/>
                  <a:pt x="638496" y="5724"/>
                </a:cubicBezTo>
                <a:lnTo>
                  <a:pt x="638496" y="327908"/>
                </a:lnTo>
                <a:lnTo>
                  <a:pt x="533150" y="336157"/>
                </a:lnTo>
                <a:moveTo>
                  <a:pt x="638496" y="327908"/>
                </a:moveTo>
                <a:lnTo>
                  <a:pt x="638496" y="5724"/>
                </a:lnTo>
                <a:cubicBezTo>
                  <a:pt x="638576" y="5484"/>
                  <a:pt x="638656" y="5244"/>
                  <a:pt x="638736" y="5004"/>
                </a:cubicBezTo>
                <a:cubicBezTo>
                  <a:pt x="639342" y="3142"/>
                  <a:pt x="639959" y="1462"/>
                  <a:pt x="640541" y="0"/>
                </a:cubicBezTo>
                <a:cubicBezTo>
                  <a:pt x="641021" y="1257"/>
                  <a:pt x="641512" y="2673"/>
                  <a:pt x="641981" y="4204"/>
                </a:cubicBezTo>
                <a:cubicBezTo>
                  <a:pt x="645237" y="14395"/>
                  <a:pt x="648561" y="30367"/>
                  <a:pt x="651726" y="48966"/>
                </a:cubicBezTo>
                <a:cubicBezTo>
                  <a:pt x="656490" y="76910"/>
                  <a:pt x="661037" y="110944"/>
                  <a:pt x="665447" y="142316"/>
                </a:cubicBezTo>
                <a:cubicBezTo>
                  <a:pt x="669868" y="173733"/>
                  <a:pt x="674118" y="202329"/>
                  <a:pt x="678562" y="220300"/>
                </a:cubicBezTo>
                <a:cubicBezTo>
                  <a:pt x="685600" y="248633"/>
                  <a:pt x="693448" y="270534"/>
                  <a:pt x="700303" y="287442"/>
                </a:cubicBezTo>
                <a:cubicBezTo>
                  <a:pt x="706530" y="302786"/>
                  <a:pt x="711933" y="314141"/>
                  <a:pt x="714938" y="321933"/>
                </a:cubicBezTo>
                <a:lnTo>
                  <a:pt x="638496" y="327908"/>
                </a:lnTo>
              </a:path>
            </a:pathLst>
          </a:custGeom>
          <a:solidFill xmlns:a="http://schemas.openxmlformats.org/drawingml/2006/main">
            <a:srgbClr val="FFFFFF"/>
          </a:solidFill>
          <a:ln xmlns:a="http://schemas.openxmlformats.org/drawingml/2006/main" w="0">
            <a:noFill/>
            <a:prstDash val="solid"/>
          </a:ln>
        </p:spPr>
      </p:sp>
      <p:sp>
        <p:nvSpPr>
          <p:cNvPr id="112" name="pdf-path-115">
            <a:extLst xmlns:a="http://schemas.openxmlformats.org/drawingml/2006/main">
              <a:ext uri="{FF2B5EF4-FFF2-40B4-BE49-F238E27FC236}">
                <a16:creationId xmlns:a16="http://schemas.microsoft.com/office/drawing/2014/main" id="{B91F7BAF-D1AB-48D1-8169-6C37492D7294}"/>
              </a:ext>
            </a:extLst>
          </p:cNvPr>
          <p:cNvSpPr>
            <a:spLocks xmlns:a="http://schemas.openxmlformats.org/drawingml/2006/main" noGrp="1"/>
          </p:cNvSpPr>
          <p:nvPr/>
        </p:nvSpPr>
        <p:spPr>
          <a:xfrm xmlns:a="http://schemas.openxmlformats.org/drawingml/2006/main">
            <a:off x="4027159" y="1170497"/>
            <a:ext cx="830829" cy="419590"/>
          </a:xfrm>
          <a:custGeom xmlns:a="http://schemas.openxmlformats.org/drawingml/2006/main">
            <a:pathLst>
              <a:path w="830829" h="419590">
                <a:moveTo>
                  <a:pt x="400" y="416311"/>
                </a:moveTo>
                <a:cubicBezTo>
                  <a:pt x="5918" y="416186"/>
                  <a:pt x="12453" y="416117"/>
                  <a:pt x="19833" y="416117"/>
                </a:cubicBezTo>
                <a:cubicBezTo>
                  <a:pt x="76739" y="416117"/>
                  <a:pt x="184244" y="419590"/>
                  <a:pt x="290081" y="419590"/>
                </a:cubicBezTo>
                <a:cubicBezTo>
                  <a:pt x="341435" y="419590"/>
                  <a:pt x="392434" y="418779"/>
                  <a:pt x="437218" y="416334"/>
                </a:cubicBezTo>
                <a:cubicBezTo>
                  <a:pt x="482048" y="413878"/>
                  <a:pt x="520538" y="409868"/>
                  <a:pt x="547557" y="403185"/>
                </a:cubicBezTo>
                <a:cubicBezTo>
                  <a:pt x="576427" y="396021"/>
                  <a:pt x="597619" y="386527"/>
                  <a:pt x="613625" y="374954"/>
                </a:cubicBezTo>
                <a:cubicBezTo>
                  <a:pt x="637708" y="357600"/>
                  <a:pt x="649292" y="335608"/>
                  <a:pt x="657438" y="313113"/>
                </a:cubicBezTo>
                <a:cubicBezTo>
                  <a:pt x="665630" y="290538"/>
                  <a:pt x="670965" y="267209"/>
                  <a:pt x="682561" y="244200"/>
                </a:cubicBezTo>
                <a:cubicBezTo>
                  <a:pt x="691163" y="227018"/>
                  <a:pt x="698144" y="204088"/>
                  <a:pt x="704371" y="179034"/>
                </a:cubicBezTo>
                <a:cubicBezTo>
                  <a:pt x="713681" y="141516"/>
                  <a:pt x="721108" y="99314"/>
                  <a:pt x="727916" y="66685"/>
                </a:cubicBezTo>
                <a:cubicBezTo>
                  <a:pt x="731310" y="50405"/>
                  <a:pt x="734588" y="36479"/>
                  <a:pt x="737673" y="27133"/>
                </a:cubicBezTo>
                <a:cubicBezTo>
                  <a:pt x="739192" y="22484"/>
                  <a:pt x="740735" y="18965"/>
                  <a:pt x="741797" y="17251"/>
                </a:cubicBezTo>
                <a:lnTo>
                  <a:pt x="742425" y="16360"/>
                </a:lnTo>
                <a:lnTo>
                  <a:pt x="742563" y="16189"/>
                </a:lnTo>
                <a:lnTo>
                  <a:pt x="739593" y="13024"/>
                </a:lnTo>
                <a:lnTo>
                  <a:pt x="739604" y="17148"/>
                </a:lnTo>
                <a:cubicBezTo>
                  <a:pt x="741478" y="17137"/>
                  <a:pt x="742563" y="16211"/>
                  <a:pt x="742563" y="16189"/>
                </a:cubicBezTo>
                <a:lnTo>
                  <a:pt x="739593" y="13024"/>
                </a:lnTo>
                <a:lnTo>
                  <a:pt x="739604" y="17148"/>
                </a:lnTo>
                <a:lnTo>
                  <a:pt x="739604" y="12007"/>
                </a:lnTo>
                <a:lnTo>
                  <a:pt x="736976" y="16463"/>
                </a:lnTo>
                <a:cubicBezTo>
                  <a:pt x="737444" y="16760"/>
                  <a:pt x="738450" y="17160"/>
                  <a:pt x="739604" y="17148"/>
                </a:cubicBezTo>
                <a:lnTo>
                  <a:pt x="739604" y="12007"/>
                </a:lnTo>
                <a:lnTo>
                  <a:pt x="736976" y="16463"/>
                </a:lnTo>
                <a:lnTo>
                  <a:pt x="738496" y="13881"/>
                </a:lnTo>
                <a:lnTo>
                  <a:pt x="736530" y="16154"/>
                </a:lnTo>
                <a:lnTo>
                  <a:pt x="736976" y="16463"/>
                </a:lnTo>
                <a:lnTo>
                  <a:pt x="738496" y="13881"/>
                </a:lnTo>
                <a:lnTo>
                  <a:pt x="736530" y="16154"/>
                </a:lnTo>
                <a:lnTo>
                  <a:pt x="736633" y="16029"/>
                </a:lnTo>
                <a:lnTo>
                  <a:pt x="736508" y="16143"/>
                </a:lnTo>
                <a:lnTo>
                  <a:pt x="736530" y="16154"/>
                </a:lnTo>
                <a:lnTo>
                  <a:pt x="736633" y="16029"/>
                </a:lnTo>
                <a:lnTo>
                  <a:pt x="736508" y="16143"/>
                </a:lnTo>
                <a:cubicBezTo>
                  <a:pt x="737045" y="16577"/>
                  <a:pt x="739170" y="20564"/>
                  <a:pt x="740929" y="26334"/>
                </a:cubicBezTo>
                <a:cubicBezTo>
                  <a:pt x="744173" y="36524"/>
                  <a:pt x="747498" y="52496"/>
                  <a:pt x="750663" y="71084"/>
                </a:cubicBezTo>
                <a:cubicBezTo>
                  <a:pt x="755438" y="99028"/>
                  <a:pt x="759974" y="133062"/>
                  <a:pt x="764384" y="164434"/>
                </a:cubicBezTo>
                <a:cubicBezTo>
                  <a:pt x="768816" y="195863"/>
                  <a:pt x="773055" y="224458"/>
                  <a:pt x="777499" y="242418"/>
                </a:cubicBezTo>
                <a:cubicBezTo>
                  <a:pt x="784537" y="270762"/>
                  <a:pt x="792385" y="292652"/>
                  <a:pt x="799240" y="309560"/>
                </a:cubicBezTo>
                <a:cubicBezTo>
                  <a:pt x="806084" y="326423"/>
                  <a:pt x="811933" y="338464"/>
                  <a:pt x="814698" y="346256"/>
                </a:cubicBezTo>
                <a:lnTo>
                  <a:pt x="830829" y="340464"/>
                </a:lnTo>
                <a:cubicBezTo>
                  <a:pt x="827447" y="331084"/>
                  <a:pt x="821758" y="319522"/>
                  <a:pt x="815120" y="303128"/>
                </a:cubicBezTo>
                <a:cubicBezTo>
                  <a:pt x="808506" y="286780"/>
                  <a:pt x="800954" y="265747"/>
                  <a:pt x="794133" y="238294"/>
                </a:cubicBezTo>
                <a:cubicBezTo>
                  <a:pt x="790820" y="224984"/>
                  <a:pt x="787336" y="203609"/>
                  <a:pt x="783828" y="179366"/>
                </a:cubicBezTo>
                <a:cubicBezTo>
                  <a:pt x="778527" y="142956"/>
                  <a:pt x="773066" y="99919"/>
                  <a:pt x="767137" y="65737"/>
                </a:cubicBezTo>
                <a:cubicBezTo>
                  <a:pt x="764155" y="48623"/>
                  <a:pt x="761105" y="33771"/>
                  <a:pt x="757735" y="22689"/>
                </a:cubicBezTo>
                <a:cubicBezTo>
                  <a:pt x="756032" y="17125"/>
                  <a:pt x="754307" y="12533"/>
                  <a:pt x="752091" y="8671"/>
                </a:cubicBezTo>
                <a:cubicBezTo>
                  <a:pt x="750948" y="6729"/>
                  <a:pt x="749692" y="4936"/>
                  <a:pt x="747818" y="3268"/>
                </a:cubicBezTo>
                <a:cubicBezTo>
                  <a:pt x="746002" y="1634"/>
                  <a:pt x="743111" y="0"/>
                  <a:pt x="739604" y="12"/>
                </a:cubicBezTo>
                <a:cubicBezTo>
                  <a:pt x="737387" y="0"/>
                  <a:pt x="735297" y="674"/>
                  <a:pt x="733697" y="1588"/>
                </a:cubicBezTo>
                <a:cubicBezTo>
                  <a:pt x="730578" y="3393"/>
                  <a:pt x="728876" y="5678"/>
                  <a:pt x="727345" y="8054"/>
                </a:cubicBezTo>
                <a:cubicBezTo>
                  <a:pt x="724580" y="12521"/>
                  <a:pt x="722536" y="18028"/>
                  <a:pt x="720399" y="24894"/>
                </a:cubicBezTo>
                <a:cubicBezTo>
                  <a:pt x="713133" y="48714"/>
                  <a:pt x="706221" y="89009"/>
                  <a:pt x="697767" y="130057"/>
                </a:cubicBezTo>
                <a:cubicBezTo>
                  <a:pt x="689393" y="170957"/>
                  <a:pt x="679339" y="212588"/>
                  <a:pt x="667240" y="236511"/>
                </a:cubicBezTo>
                <a:cubicBezTo>
                  <a:pt x="658786" y="253351"/>
                  <a:pt x="653542" y="269814"/>
                  <a:pt x="648676" y="285146"/>
                </a:cubicBezTo>
                <a:cubicBezTo>
                  <a:pt x="641387" y="308224"/>
                  <a:pt x="634875" y="328434"/>
                  <a:pt x="620765" y="345182"/>
                </a:cubicBezTo>
                <a:cubicBezTo>
                  <a:pt x="606668" y="361919"/>
                  <a:pt x="584527" y="376314"/>
                  <a:pt x="543433" y="386550"/>
                </a:cubicBezTo>
                <a:cubicBezTo>
                  <a:pt x="518504" y="392765"/>
                  <a:pt x="480551" y="396832"/>
                  <a:pt x="436293" y="399232"/>
                </a:cubicBezTo>
                <a:cubicBezTo>
                  <a:pt x="391988" y="401642"/>
                  <a:pt x="341252" y="402465"/>
                  <a:pt x="290081" y="402465"/>
                </a:cubicBezTo>
                <a:cubicBezTo>
                  <a:pt x="184552" y="402465"/>
                  <a:pt x="77298" y="398992"/>
                  <a:pt x="19833" y="398992"/>
                </a:cubicBezTo>
                <a:cubicBezTo>
                  <a:pt x="12350" y="398992"/>
                  <a:pt x="5712" y="399049"/>
                  <a:pt x="0" y="399186"/>
                </a:cubicBezTo>
                <a:lnTo>
                  <a:pt x="400" y="416311"/>
                </a:lnTo>
              </a:path>
            </a:pathLst>
          </a:custGeom>
          <a:solidFill xmlns:a="http://schemas.openxmlformats.org/drawingml/2006/main">
            <a:srgbClr val="E6B8AF"/>
          </a:solidFill>
          <a:ln xmlns:a="http://schemas.openxmlformats.org/drawingml/2006/main" w="0">
            <a:noFill/>
            <a:prstDash val="solid"/>
          </a:ln>
        </p:spPr>
      </p:sp>
      <p:sp>
        <p:nvSpPr>
          <p:cNvPr id="113" name="pdf-path-116">
            <a:extLst xmlns:a="http://schemas.openxmlformats.org/drawingml/2006/main">
              <a:ext uri="{FF2B5EF4-FFF2-40B4-BE49-F238E27FC236}">
                <a16:creationId xmlns:a16="http://schemas.microsoft.com/office/drawing/2014/main" id="{834C0354-9AA2-43E6-8F85-A377DC0DC82C}"/>
              </a:ext>
            </a:extLst>
          </p:cNvPr>
          <p:cNvSpPr>
            <a:spLocks xmlns:a="http://schemas.openxmlformats.org/drawingml/2006/main" noGrp="1"/>
          </p:cNvSpPr>
          <p:nvPr/>
        </p:nvSpPr>
        <p:spPr>
          <a:xfrm xmlns:a="http://schemas.openxmlformats.org/drawingml/2006/main">
            <a:off x="4859064" y="1507517"/>
            <a:ext cx="1192702" cy="63852"/>
          </a:xfrm>
          <a:custGeom xmlns:a="http://schemas.openxmlformats.org/drawingml/2006/main">
            <a:pathLst>
              <a:path w="1192702" h="63852">
                <a:moveTo>
                  <a:pt x="1192702" y="63852"/>
                </a:moveTo>
                <a:lnTo>
                  <a:pt x="905511" y="63852"/>
                </a:lnTo>
                <a:cubicBezTo>
                  <a:pt x="922717" y="60436"/>
                  <a:pt x="935192" y="55797"/>
                  <a:pt x="944389" y="50554"/>
                </a:cubicBezTo>
                <a:lnTo>
                  <a:pt x="1063125" y="56917"/>
                </a:lnTo>
                <a:lnTo>
                  <a:pt x="1063125" y="57066"/>
                </a:lnTo>
                <a:lnTo>
                  <a:pt x="1063125" y="56917"/>
                </a:lnTo>
                <a:lnTo>
                  <a:pt x="1192702" y="63852"/>
                </a:lnTo>
                <a:moveTo>
                  <a:pt x="46007" y="52839"/>
                </a:moveTo>
                <a:cubicBezTo>
                  <a:pt x="41037" y="51136"/>
                  <a:pt x="36764" y="49297"/>
                  <a:pt x="33063" y="47389"/>
                </a:cubicBezTo>
                <a:cubicBezTo>
                  <a:pt x="24905" y="43173"/>
                  <a:pt x="19559" y="38649"/>
                  <a:pt x="15697" y="34136"/>
                </a:cubicBezTo>
                <a:cubicBezTo>
                  <a:pt x="9951" y="27339"/>
                  <a:pt x="7426" y="20347"/>
                  <a:pt x="5118" y="13264"/>
                </a:cubicBezTo>
                <a:cubicBezTo>
                  <a:pt x="3964" y="9734"/>
                  <a:pt x="2913" y="6192"/>
                  <a:pt x="1325" y="2650"/>
                </a:cubicBezTo>
                <a:cubicBezTo>
                  <a:pt x="926" y="1771"/>
                  <a:pt x="491" y="880"/>
                  <a:pt x="0" y="0"/>
                </a:cubicBezTo>
                <a:lnTo>
                  <a:pt x="507365" y="27156"/>
                </a:lnTo>
                <a:lnTo>
                  <a:pt x="46007" y="52839"/>
                </a:lnTo>
              </a:path>
            </a:pathLst>
          </a:custGeom>
          <a:solidFill xmlns:a="http://schemas.openxmlformats.org/drawingml/2006/main">
            <a:srgbClr val="FFFFFF"/>
          </a:solidFill>
          <a:ln xmlns:a="http://schemas.openxmlformats.org/drawingml/2006/main" w="0">
            <a:noFill/>
            <a:prstDash val="solid"/>
          </a:ln>
        </p:spPr>
      </p:sp>
      <p:sp>
        <p:nvSpPr>
          <p:cNvPr id="114" name="pdf-path-117">
            <a:extLst xmlns:a="http://schemas.openxmlformats.org/drawingml/2006/main">
              <a:ext uri="{FF2B5EF4-FFF2-40B4-BE49-F238E27FC236}">
                <a16:creationId xmlns:a16="http://schemas.microsoft.com/office/drawing/2014/main" id="{3D3D3381-CD9D-488D-84AF-0F4CDA1CDC3D}"/>
              </a:ext>
            </a:extLst>
          </p:cNvPr>
          <p:cNvSpPr>
            <a:spLocks xmlns:a="http://schemas.openxmlformats.org/drawingml/2006/main" noGrp="1"/>
          </p:cNvSpPr>
          <p:nvPr/>
        </p:nvSpPr>
        <p:spPr>
          <a:xfrm xmlns:a="http://schemas.openxmlformats.org/drawingml/2006/main">
            <a:off x="4842446" y="1500039"/>
            <a:ext cx="1403098" cy="91294"/>
          </a:xfrm>
          <a:custGeom xmlns:a="http://schemas.openxmlformats.org/drawingml/2006/main">
            <a:pathLst>
              <a:path w="1403098" h="91294">
                <a:moveTo>
                  <a:pt x="0" y="13721"/>
                </a:moveTo>
                <a:cubicBezTo>
                  <a:pt x="514" y="14109"/>
                  <a:pt x="1177" y="14829"/>
                  <a:pt x="2011" y="16509"/>
                </a:cubicBezTo>
                <a:cubicBezTo>
                  <a:pt x="3485" y="19399"/>
                  <a:pt x="4924" y="24814"/>
                  <a:pt x="7220" y="31281"/>
                </a:cubicBezTo>
                <a:cubicBezTo>
                  <a:pt x="10682" y="40991"/>
                  <a:pt x="16908" y="53273"/>
                  <a:pt x="30732" y="63292"/>
                </a:cubicBezTo>
                <a:cubicBezTo>
                  <a:pt x="44533" y="73357"/>
                  <a:pt x="65234" y="81297"/>
                  <a:pt x="97646" y="85376"/>
                </a:cubicBezTo>
                <a:cubicBezTo>
                  <a:pt x="133976" y="89934"/>
                  <a:pt x="179982" y="91294"/>
                  <a:pt x="234695" y="91294"/>
                </a:cubicBezTo>
                <a:cubicBezTo>
                  <a:pt x="321830" y="91294"/>
                  <a:pt x="431003" y="87809"/>
                  <a:pt x="557188" y="87809"/>
                </a:cubicBezTo>
                <a:cubicBezTo>
                  <a:pt x="565254" y="87809"/>
                  <a:pt x="573388" y="87821"/>
                  <a:pt x="581602" y="87855"/>
                </a:cubicBezTo>
                <a:cubicBezTo>
                  <a:pt x="799000" y="88655"/>
                  <a:pt x="1266139" y="89866"/>
                  <a:pt x="1403040" y="90265"/>
                </a:cubicBezTo>
                <a:lnTo>
                  <a:pt x="1403098" y="73129"/>
                </a:lnTo>
                <a:cubicBezTo>
                  <a:pt x="1266185" y="72729"/>
                  <a:pt x="799034" y="71518"/>
                  <a:pt x="581659" y="70718"/>
                </a:cubicBezTo>
                <a:cubicBezTo>
                  <a:pt x="573433" y="70684"/>
                  <a:pt x="565276" y="70672"/>
                  <a:pt x="557188" y="70672"/>
                </a:cubicBezTo>
                <a:cubicBezTo>
                  <a:pt x="430706" y="70672"/>
                  <a:pt x="321385" y="74168"/>
                  <a:pt x="234695" y="74157"/>
                </a:cubicBezTo>
                <a:cubicBezTo>
                  <a:pt x="180280" y="74168"/>
                  <a:pt x="134764" y="72775"/>
                  <a:pt x="99782" y="68376"/>
                </a:cubicBezTo>
                <a:cubicBezTo>
                  <a:pt x="76453" y="65451"/>
                  <a:pt x="60539" y="60482"/>
                  <a:pt x="49674" y="54872"/>
                </a:cubicBezTo>
                <a:cubicBezTo>
                  <a:pt x="41517" y="50657"/>
                  <a:pt x="36170" y="46132"/>
                  <a:pt x="32320" y="41608"/>
                </a:cubicBezTo>
                <a:cubicBezTo>
                  <a:pt x="26574" y="34822"/>
                  <a:pt x="24037" y="27819"/>
                  <a:pt x="21741" y="20747"/>
                </a:cubicBezTo>
                <a:cubicBezTo>
                  <a:pt x="20587" y="17205"/>
                  <a:pt x="19525" y="13675"/>
                  <a:pt x="17937" y="10122"/>
                </a:cubicBezTo>
                <a:cubicBezTo>
                  <a:pt x="16360" y="6615"/>
                  <a:pt x="14086" y="2867"/>
                  <a:pt x="10271" y="0"/>
                </a:cubicBezTo>
                <a:lnTo>
                  <a:pt x="0" y="13721"/>
                </a:lnTo>
              </a:path>
            </a:pathLst>
          </a:custGeom>
          <a:solidFill xmlns:a="http://schemas.openxmlformats.org/drawingml/2006/main">
            <a:srgbClr val="E6B8AF"/>
          </a:solidFill>
          <a:ln xmlns:a="http://schemas.openxmlformats.org/drawingml/2006/main" w="0">
            <a:noFill/>
            <a:prstDash val="solid"/>
          </a:ln>
        </p:spPr>
      </p:sp>
      <p:sp>
        <p:nvSpPr>
          <p:cNvPr id="115" name="pdf-path-118">
            <a:extLst xmlns:a="http://schemas.openxmlformats.org/drawingml/2006/main">
              <a:ext uri="{FF2B5EF4-FFF2-40B4-BE49-F238E27FC236}">
                <a16:creationId xmlns:a16="http://schemas.microsoft.com/office/drawing/2014/main" id="{AB15035C-3D70-4049-88C8-EE4F28AAC93C}"/>
              </a:ext>
            </a:extLst>
          </p:cNvPr>
          <p:cNvSpPr>
            <a:spLocks xmlns:a="http://schemas.openxmlformats.org/drawingml/2006/main" noGrp="1"/>
          </p:cNvSpPr>
          <p:nvPr/>
        </p:nvSpPr>
        <p:spPr>
          <a:xfrm xmlns:a="http://schemas.openxmlformats.org/drawingml/2006/main">
            <a:off x="6809753" y="1579937"/>
            <a:ext cx="102821" cy="95"/>
          </a:xfrm>
          <a:custGeom xmlns:a="http://schemas.openxmlformats.org/drawingml/2006/main">
            <a:pathLst>
              <a:path w="102821" h="95">
                <a:moveTo>
                  <a:pt x="102821" y="0"/>
                </a:moveTo>
                <a:lnTo>
                  <a:pt x="0" y="0"/>
                </a:lnTo>
                <a:lnTo>
                  <a:pt x="102821" y="0"/>
                </a:lnTo>
              </a:path>
            </a:pathLst>
          </a:custGeom>
          <a:solidFill xmlns:a="http://schemas.openxmlformats.org/drawingml/2006/main">
            <a:srgbClr val="FFFFFF"/>
          </a:solidFill>
          <a:ln xmlns:a="http://schemas.openxmlformats.org/drawingml/2006/main" w="0">
            <a:noFill/>
            <a:prstDash val="solid"/>
          </a:ln>
        </p:spPr>
      </p:sp>
      <p:sp>
        <p:nvSpPr>
          <p:cNvPr id="116" name="pdf-path-119">
            <a:extLst xmlns:a="http://schemas.openxmlformats.org/drawingml/2006/main">
              <a:ext uri="{FF2B5EF4-FFF2-40B4-BE49-F238E27FC236}">
                <a16:creationId xmlns:a16="http://schemas.microsoft.com/office/drawing/2014/main" id="{D930D6B7-C2EB-4942-8B23-94B697ED953C}"/>
              </a:ext>
            </a:extLst>
          </p:cNvPr>
          <p:cNvSpPr>
            <a:spLocks xmlns:a="http://schemas.openxmlformats.org/drawingml/2006/main" noGrp="1"/>
          </p:cNvSpPr>
          <p:nvPr/>
        </p:nvSpPr>
        <p:spPr>
          <a:xfrm xmlns:a="http://schemas.openxmlformats.org/drawingml/2006/main">
            <a:off x="3918087" y="1571373"/>
            <a:ext cx="2891673" cy="17137"/>
          </a:xfrm>
          <a:custGeom xmlns:a="http://schemas.openxmlformats.org/drawingml/2006/main">
            <a:pathLst>
              <a:path w="2891673" h="17137">
                <a:moveTo>
                  <a:pt x="0" y="17137"/>
                </a:moveTo>
                <a:lnTo>
                  <a:pt x="2891673" y="17137"/>
                </a:lnTo>
                <a:lnTo>
                  <a:pt x="2891673" y="0"/>
                </a:lnTo>
                <a:lnTo>
                  <a:pt x="0" y="0"/>
                </a:lnTo>
                <a:close/>
              </a:path>
            </a:pathLst>
          </a:custGeom>
          <a:solidFill xmlns:a="http://schemas.openxmlformats.org/drawingml/2006/main">
            <a:srgbClr val="595A5A"/>
          </a:solidFill>
          <a:ln xmlns:a="http://schemas.openxmlformats.org/drawingml/2006/main" w="0">
            <a:noFill/>
            <a:prstDash val="solid"/>
          </a:ln>
        </p:spPr>
      </p:sp>
      <p:sp>
        <p:nvSpPr>
          <p:cNvPr id="117" name="pdf-path-120">
            <a:extLst xmlns:a="http://schemas.openxmlformats.org/drawingml/2006/main">
              <a:ext uri="{FF2B5EF4-FFF2-40B4-BE49-F238E27FC236}">
                <a16:creationId xmlns:a16="http://schemas.microsoft.com/office/drawing/2014/main" id="{BD0B8AFD-FBA6-4AE8-94A5-6593EA8098E8}"/>
              </a:ext>
            </a:extLst>
          </p:cNvPr>
          <p:cNvSpPr>
            <a:spLocks xmlns:a="http://schemas.openxmlformats.org/drawingml/2006/main" noGrp="1"/>
          </p:cNvSpPr>
          <p:nvPr/>
        </p:nvSpPr>
        <p:spPr>
          <a:xfrm xmlns:a="http://schemas.openxmlformats.org/drawingml/2006/main">
            <a:off x="6809754" y="1551633"/>
            <a:ext cx="77767" cy="56609"/>
          </a:xfrm>
          <a:custGeom xmlns:a="http://schemas.openxmlformats.org/drawingml/2006/main">
            <a:pathLst>
              <a:path w="77767" h="56609">
                <a:moveTo>
                  <a:pt x="0" y="56609"/>
                </a:moveTo>
                <a:lnTo>
                  <a:pt x="77767"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118" name="pdf-path-121">
            <a:extLst xmlns:a="http://schemas.openxmlformats.org/drawingml/2006/main">
              <a:ext uri="{FF2B5EF4-FFF2-40B4-BE49-F238E27FC236}">
                <a16:creationId xmlns:a16="http://schemas.microsoft.com/office/drawing/2014/main" id="{AAE6E95E-A745-47EA-905B-54EB03F7FA37}"/>
              </a:ext>
            </a:extLst>
          </p:cNvPr>
          <p:cNvSpPr>
            <a:spLocks xmlns:a="http://schemas.openxmlformats.org/drawingml/2006/main" noGrp="1"/>
          </p:cNvSpPr>
          <p:nvPr/>
        </p:nvSpPr>
        <p:spPr>
          <a:xfrm xmlns:a="http://schemas.openxmlformats.org/drawingml/2006/main">
            <a:off x="6801185" y="1539397"/>
            <a:ext cx="111390" cy="81080"/>
          </a:xfrm>
          <a:custGeom xmlns:a="http://schemas.openxmlformats.org/drawingml/2006/main">
            <a:pathLst>
              <a:path w="111390" h="81080">
                <a:moveTo>
                  <a:pt x="8569" y="68844"/>
                </a:moveTo>
                <a:lnTo>
                  <a:pt x="11493" y="76899"/>
                </a:lnTo>
                <a:lnTo>
                  <a:pt x="111390" y="40534"/>
                </a:lnTo>
                <a:lnTo>
                  <a:pt x="0" y="0"/>
                </a:lnTo>
                <a:lnTo>
                  <a:pt x="0" y="81080"/>
                </a:lnTo>
                <a:lnTo>
                  <a:pt x="11493" y="76899"/>
                </a:lnTo>
                <a:lnTo>
                  <a:pt x="8569" y="68844"/>
                </a:lnTo>
                <a:lnTo>
                  <a:pt x="17137" y="68844"/>
                </a:lnTo>
                <a:lnTo>
                  <a:pt x="17137" y="24471"/>
                </a:lnTo>
                <a:lnTo>
                  <a:pt x="61282" y="40534"/>
                </a:lnTo>
                <a:lnTo>
                  <a:pt x="5633" y="60790"/>
                </a:lnTo>
                <a:lnTo>
                  <a:pt x="8569" y="68844"/>
                </a:lnTo>
                <a:lnTo>
                  <a:pt x="17137" y="68844"/>
                </a:lnTo>
                <a:lnTo>
                  <a:pt x="8569" y="68844"/>
                </a:lnTo>
              </a:path>
            </a:pathLst>
          </a:custGeom>
          <a:solidFill xmlns:a="http://schemas.openxmlformats.org/drawingml/2006/main">
            <a:srgbClr val="595A5A"/>
          </a:solidFill>
          <a:ln xmlns:a="http://schemas.openxmlformats.org/drawingml/2006/main" w="0">
            <a:noFill/>
            <a:prstDash val="solid"/>
          </a:ln>
        </p:spPr>
      </p:sp>
      <p:sp>
        <p:nvSpPr>
          <p:cNvPr id="119" name="pdf-path-122">
            <a:extLst xmlns:a="http://schemas.openxmlformats.org/drawingml/2006/main">
              <a:ext uri="{FF2B5EF4-FFF2-40B4-BE49-F238E27FC236}">
                <a16:creationId xmlns:a16="http://schemas.microsoft.com/office/drawing/2014/main" id="{5994C3E8-B05E-4314-95C0-1FBE0C667167}"/>
              </a:ext>
            </a:extLst>
          </p:cNvPr>
          <p:cNvSpPr>
            <a:spLocks xmlns:a="http://schemas.openxmlformats.org/drawingml/2006/main" noGrp="1"/>
          </p:cNvSpPr>
          <p:nvPr/>
        </p:nvSpPr>
        <p:spPr>
          <a:xfrm xmlns:a="http://schemas.openxmlformats.org/drawingml/2006/main">
            <a:off x="5190339" y="1082207"/>
            <a:ext cx="634475" cy="363244"/>
          </a:xfrm>
          <a:custGeom xmlns:a="http://schemas.openxmlformats.org/drawingml/2006/main">
            <a:pathLst>
              <a:path w="634475" h="363244">
                <a:moveTo>
                  <a:pt x="0" y="363244"/>
                </a:moveTo>
                <a:lnTo>
                  <a:pt x="634475" y="363244"/>
                </a:lnTo>
                <a:lnTo>
                  <a:pt x="634475" y="0"/>
                </a:lnTo>
                <a:lnTo>
                  <a:pt x="0" y="0"/>
                </a:lnTo>
                <a:close/>
              </a:path>
            </a:pathLst>
          </a:custGeom>
          <a:solidFill xmlns:a="http://schemas.openxmlformats.org/drawingml/2006/main">
            <a:srgbClr val="FFFFFF"/>
          </a:solidFill>
          <a:ln xmlns:a="http://schemas.openxmlformats.org/drawingml/2006/main" w="0">
            <a:noFill/>
            <a:prstDash val="solid"/>
          </a:ln>
        </p:spPr>
      </p:sp>
      <p:sp>
        <p:nvSpPr>
          <p:cNvPr id="120" name="pdf-path-123">
            <a:extLst xmlns:a="http://schemas.openxmlformats.org/drawingml/2006/main">
              <a:ext uri="{FF2B5EF4-FFF2-40B4-BE49-F238E27FC236}">
                <a16:creationId xmlns:a16="http://schemas.microsoft.com/office/drawing/2014/main" id="{DF06F67C-8769-4E6C-BAD9-0B71044A1867}"/>
              </a:ext>
            </a:extLst>
          </p:cNvPr>
          <p:cNvSpPr>
            <a:spLocks xmlns:a="http://schemas.openxmlformats.org/drawingml/2006/main" noGrp="1"/>
          </p:cNvSpPr>
          <p:nvPr/>
        </p:nvSpPr>
        <p:spPr>
          <a:xfrm xmlns:a="http://schemas.openxmlformats.org/drawingml/2006/main">
            <a:off x="5273089" y="1196417"/>
            <a:ext cx="218986" cy="150107"/>
          </a:xfrm>
          <a:custGeom xmlns:a="http://schemas.openxmlformats.org/drawingml/2006/main">
            <a:pathLst>
              <a:path w="218986" h="150107">
                <a:moveTo>
                  <a:pt x="71849" y="148234"/>
                </a:moveTo>
                <a:lnTo>
                  <a:pt x="71849" y="33508"/>
                </a:lnTo>
                <a:lnTo>
                  <a:pt x="59202" y="33508"/>
                </a:lnTo>
                <a:lnTo>
                  <a:pt x="59202" y="44602"/>
                </a:lnTo>
                <a:cubicBezTo>
                  <a:pt x="53307" y="35953"/>
                  <a:pt x="45241" y="31635"/>
                  <a:pt x="34982" y="31635"/>
                </a:cubicBezTo>
                <a:cubicBezTo>
                  <a:pt x="28424" y="31635"/>
                  <a:pt x="22404" y="33337"/>
                  <a:pt x="16908" y="36753"/>
                </a:cubicBezTo>
                <a:cubicBezTo>
                  <a:pt x="11413" y="40157"/>
                  <a:pt x="7220" y="45173"/>
                  <a:pt x="4330" y="51788"/>
                </a:cubicBezTo>
                <a:cubicBezTo>
                  <a:pt x="1439" y="58391"/>
                  <a:pt x="0" y="65874"/>
                  <a:pt x="0" y="74203"/>
                </a:cubicBezTo>
                <a:cubicBezTo>
                  <a:pt x="0" y="87889"/>
                  <a:pt x="3553" y="98674"/>
                  <a:pt x="10659" y="106534"/>
                </a:cubicBezTo>
                <a:cubicBezTo>
                  <a:pt x="17765" y="114394"/>
                  <a:pt x="26242" y="118324"/>
                  <a:pt x="36079" y="118324"/>
                </a:cubicBezTo>
                <a:cubicBezTo>
                  <a:pt x="40500" y="118324"/>
                  <a:pt x="44682" y="117308"/>
                  <a:pt x="48611" y="115274"/>
                </a:cubicBezTo>
                <a:cubicBezTo>
                  <a:pt x="52553" y="113240"/>
                  <a:pt x="55603" y="110693"/>
                  <a:pt x="57797" y="107620"/>
                </a:cubicBezTo>
                <a:lnTo>
                  <a:pt x="57797" y="148234"/>
                </a:lnTo>
                <a:lnTo>
                  <a:pt x="71849" y="148234"/>
                </a:lnTo>
                <a:moveTo>
                  <a:pt x="20816" y="50497"/>
                </a:moveTo>
                <a:cubicBezTo>
                  <a:pt x="25054" y="45310"/>
                  <a:pt x="30218" y="42728"/>
                  <a:pt x="36319" y="42728"/>
                </a:cubicBezTo>
                <a:cubicBezTo>
                  <a:pt x="42454" y="42728"/>
                  <a:pt x="47812" y="45504"/>
                  <a:pt x="52359" y="51079"/>
                </a:cubicBezTo>
                <a:cubicBezTo>
                  <a:pt x="56917" y="56654"/>
                  <a:pt x="59202" y="64949"/>
                  <a:pt x="59202" y="75996"/>
                </a:cubicBezTo>
                <a:cubicBezTo>
                  <a:pt x="59202" y="86347"/>
                  <a:pt x="57043" y="94070"/>
                  <a:pt x="52713" y="99154"/>
                </a:cubicBezTo>
                <a:cubicBezTo>
                  <a:pt x="48394" y="104226"/>
                  <a:pt x="43242" y="106763"/>
                  <a:pt x="37255" y="106763"/>
                </a:cubicBezTo>
                <a:cubicBezTo>
                  <a:pt x="31006" y="106763"/>
                  <a:pt x="25648" y="104101"/>
                  <a:pt x="21158" y="98754"/>
                </a:cubicBezTo>
                <a:cubicBezTo>
                  <a:pt x="16680" y="93419"/>
                  <a:pt x="14452" y="85410"/>
                  <a:pt x="14452" y="74740"/>
                </a:cubicBezTo>
                <a:cubicBezTo>
                  <a:pt x="14452" y="63761"/>
                  <a:pt x="16566" y="55672"/>
                  <a:pt x="20816" y="50497"/>
                </a:cubicBezTo>
                <a:moveTo>
                  <a:pt x="130811" y="150107"/>
                </a:moveTo>
                <a:cubicBezTo>
                  <a:pt x="115240" y="125122"/>
                  <a:pt x="107459" y="100102"/>
                  <a:pt x="107459" y="75060"/>
                </a:cubicBezTo>
                <a:cubicBezTo>
                  <a:pt x="107459" y="65212"/>
                  <a:pt x="108579" y="55421"/>
                  <a:pt x="110818" y="45687"/>
                </a:cubicBezTo>
                <a:cubicBezTo>
                  <a:pt x="112646" y="37884"/>
                  <a:pt x="115148" y="30389"/>
                  <a:pt x="118313" y="23203"/>
                </a:cubicBezTo>
                <a:cubicBezTo>
                  <a:pt x="120346" y="18565"/>
                  <a:pt x="124516" y="10831"/>
                  <a:pt x="130811" y="0"/>
                </a:cubicBezTo>
                <a:lnTo>
                  <a:pt x="120735" y="0"/>
                </a:lnTo>
                <a:cubicBezTo>
                  <a:pt x="110944" y="13070"/>
                  <a:pt x="103712" y="26197"/>
                  <a:pt x="99028" y="39369"/>
                </a:cubicBezTo>
                <a:cubicBezTo>
                  <a:pt x="95018" y="50714"/>
                  <a:pt x="93019" y="62584"/>
                  <a:pt x="93019" y="74980"/>
                </a:cubicBezTo>
                <a:cubicBezTo>
                  <a:pt x="93019" y="89032"/>
                  <a:pt x="95692" y="102627"/>
                  <a:pt x="101062" y="115742"/>
                </a:cubicBezTo>
                <a:cubicBezTo>
                  <a:pt x="106420" y="128869"/>
                  <a:pt x="112978" y="140317"/>
                  <a:pt x="120735" y="150107"/>
                </a:cubicBezTo>
                <a:lnTo>
                  <a:pt x="130811" y="150107"/>
                </a:lnTo>
                <a:moveTo>
                  <a:pt x="160104" y="106066"/>
                </a:moveTo>
                <a:cubicBezTo>
                  <a:pt x="165668" y="114234"/>
                  <a:pt x="173345" y="118324"/>
                  <a:pt x="183136" y="118324"/>
                </a:cubicBezTo>
                <a:cubicBezTo>
                  <a:pt x="192984" y="118324"/>
                  <a:pt x="201415" y="114440"/>
                  <a:pt x="208441" y="106683"/>
                </a:cubicBezTo>
                <a:cubicBezTo>
                  <a:pt x="215468" y="98926"/>
                  <a:pt x="218986" y="87947"/>
                  <a:pt x="218986" y="73734"/>
                </a:cubicBezTo>
                <a:cubicBezTo>
                  <a:pt x="218986" y="67748"/>
                  <a:pt x="218152" y="62115"/>
                  <a:pt x="216484" y="56860"/>
                </a:cubicBezTo>
                <a:cubicBezTo>
                  <a:pt x="214816" y="51605"/>
                  <a:pt x="212520" y="47104"/>
                  <a:pt x="209572" y="43391"/>
                </a:cubicBezTo>
                <a:cubicBezTo>
                  <a:pt x="206636" y="39666"/>
                  <a:pt x="202889" y="36776"/>
                  <a:pt x="198331" y="34719"/>
                </a:cubicBezTo>
                <a:cubicBezTo>
                  <a:pt x="193772" y="32663"/>
                  <a:pt x="188951" y="31635"/>
                  <a:pt x="183844" y="31635"/>
                </a:cubicBezTo>
                <a:cubicBezTo>
                  <a:pt x="174625" y="31635"/>
                  <a:pt x="167050" y="35359"/>
                  <a:pt x="161109" y="42796"/>
                </a:cubicBezTo>
                <a:lnTo>
                  <a:pt x="161109" y="1954"/>
                </a:lnTo>
                <a:lnTo>
                  <a:pt x="147057" y="1954"/>
                </a:lnTo>
                <a:lnTo>
                  <a:pt x="147057" y="116451"/>
                </a:lnTo>
                <a:lnTo>
                  <a:pt x="160104" y="116451"/>
                </a:lnTo>
                <a:lnTo>
                  <a:pt x="160104" y="106066"/>
                </a:lnTo>
                <a:moveTo>
                  <a:pt x="166662" y="51194"/>
                </a:moveTo>
                <a:cubicBezTo>
                  <a:pt x="171140" y="45858"/>
                  <a:pt x="176452" y="43196"/>
                  <a:pt x="182587" y="43196"/>
                </a:cubicBezTo>
                <a:cubicBezTo>
                  <a:pt x="188688" y="43196"/>
                  <a:pt x="193875" y="45767"/>
                  <a:pt x="198171" y="50919"/>
                </a:cubicBezTo>
                <a:cubicBezTo>
                  <a:pt x="202466" y="56083"/>
                  <a:pt x="204614" y="64069"/>
                  <a:pt x="204614" y="74899"/>
                </a:cubicBezTo>
                <a:cubicBezTo>
                  <a:pt x="204614" y="85467"/>
                  <a:pt x="202375" y="93419"/>
                  <a:pt x="197896" y="98754"/>
                </a:cubicBezTo>
                <a:cubicBezTo>
                  <a:pt x="193418" y="104101"/>
                  <a:pt x="188106" y="106763"/>
                  <a:pt x="181971" y="106763"/>
                </a:cubicBezTo>
                <a:cubicBezTo>
                  <a:pt x="174419" y="106763"/>
                  <a:pt x="168432" y="103141"/>
                  <a:pt x="164000" y="95909"/>
                </a:cubicBezTo>
                <a:cubicBezTo>
                  <a:pt x="161303" y="91488"/>
                  <a:pt x="159944" y="84302"/>
                  <a:pt x="159944" y="74351"/>
                </a:cubicBezTo>
                <a:cubicBezTo>
                  <a:pt x="159944" y="64252"/>
                  <a:pt x="162183" y="56540"/>
                  <a:pt x="166662" y="51194"/>
                </a:cubicBezTo>
              </a:path>
            </a:pathLst>
          </a:custGeom>
          <a:solidFill xmlns:a="http://schemas.openxmlformats.org/drawingml/2006/main">
            <a:srgbClr val="1B74BB"/>
          </a:solidFill>
          <a:ln xmlns:a="http://schemas.openxmlformats.org/drawingml/2006/main" w="0">
            <a:noFill/>
            <a:prstDash val="solid"/>
          </a:ln>
        </p:spPr>
      </p:sp>
      <p:sp>
        <p:nvSpPr>
          <p:cNvPr id="121" name="pdf-path-124">
            <a:extLst xmlns:a="http://schemas.openxmlformats.org/drawingml/2006/main">
              <a:ext uri="{FF2B5EF4-FFF2-40B4-BE49-F238E27FC236}">
                <a16:creationId xmlns:a16="http://schemas.microsoft.com/office/drawing/2014/main" id="{F6D2D96E-359D-4BD9-8878-A264E96B578B}"/>
              </a:ext>
            </a:extLst>
          </p:cNvPr>
          <p:cNvSpPr>
            <a:spLocks xmlns:a="http://schemas.openxmlformats.org/drawingml/2006/main" noGrp="1"/>
          </p:cNvSpPr>
          <p:nvPr/>
        </p:nvSpPr>
        <p:spPr>
          <a:xfrm xmlns:a="http://schemas.openxmlformats.org/drawingml/2006/main">
            <a:off x="5501652" y="1296202"/>
            <a:ext cx="50531" cy="76648"/>
          </a:xfrm>
          <a:custGeom xmlns:a="http://schemas.openxmlformats.org/drawingml/2006/main">
            <a:pathLst>
              <a:path w="50531" h="76648">
                <a:moveTo>
                  <a:pt x="13092" y="67633"/>
                </a:moveTo>
                <a:cubicBezTo>
                  <a:pt x="14132" y="65943"/>
                  <a:pt x="15457" y="64240"/>
                  <a:pt x="17045" y="62561"/>
                </a:cubicBezTo>
                <a:cubicBezTo>
                  <a:pt x="18645" y="60881"/>
                  <a:pt x="22255" y="57671"/>
                  <a:pt x="27876" y="52953"/>
                </a:cubicBezTo>
                <a:cubicBezTo>
                  <a:pt x="34616" y="47263"/>
                  <a:pt x="39426" y="42785"/>
                  <a:pt x="42328" y="39518"/>
                </a:cubicBezTo>
                <a:cubicBezTo>
                  <a:pt x="45230" y="36262"/>
                  <a:pt x="47298" y="33154"/>
                  <a:pt x="48554" y="30207"/>
                </a:cubicBezTo>
                <a:cubicBezTo>
                  <a:pt x="49800" y="27248"/>
                  <a:pt x="50428" y="24254"/>
                  <a:pt x="50428" y="21193"/>
                </a:cubicBezTo>
                <a:cubicBezTo>
                  <a:pt x="50428" y="15195"/>
                  <a:pt x="48291" y="10156"/>
                  <a:pt x="44019" y="6089"/>
                </a:cubicBezTo>
                <a:cubicBezTo>
                  <a:pt x="39746" y="2034"/>
                  <a:pt x="33954" y="0"/>
                  <a:pt x="26630" y="0"/>
                </a:cubicBezTo>
                <a:cubicBezTo>
                  <a:pt x="19376" y="0"/>
                  <a:pt x="13595" y="1885"/>
                  <a:pt x="9288" y="5655"/>
                </a:cubicBezTo>
                <a:cubicBezTo>
                  <a:pt x="4992" y="9414"/>
                  <a:pt x="2502" y="14898"/>
                  <a:pt x="1850" y="22084"/>
                </a:cubicBezTo>
                <a:lnTo>
                  <a:pt x="11482" y="23066"/>
                </a:lnTo>
                <a:cubicBezTo>
                  <a:pt x="11516" y="18279"/>
                  <a:pt x="12887" y="14532"/>
                  <a:pt x="15594" y="11824"/>
                </a:cubicBezTo>
                <a:cubicBezTo>
                  <a:pt x="18302" y="9117"/>
                  <a:pt x="21901" y="7757"/>
                  <a:pt x="26425" y="7757"/>
                </a:cubicBezTo>
                <a:cubicBezTo>
                  <a:pt x="30698" y="7757"/>
                  <a:pt x="34148" y="9037"/>
                  <a:pt x="36810" y="11584"/>
                </a:cubicBezTo>
                <a:cubicBezTo>
                  <a:pt x="39460" y="14132"/>
                  <a:pt x="40786" y="17274"/>
                  <a:pt x="40786" y="20987"/>
                </a:cubicBezTo>
                <a:cubicBezTo>
                  <a:pt x="40786" y="24529"/>
                  <a:pt x="39335" y="28287"/>
                  <a:pt x="36421" y="32252"/>
                </a:cubicBezTo>
                <a:cubicBezTo>
                  <a:pt x="33508" y="36227"/>
                  <a:pt x="27899" y="41620"/>
                  <a:pt x="19604" y="48417"/>
                </a:cubicBezTo>
                <a:cubicBezTo>
                  <a:pt x="14258" y="52793"/>
                  <a:pt x="10168" y="56654"/>
                  <a:pt x="7346" y="59979"/>
                </a:cubicBezTo>
                <a:cubicBezTo>
                  <a:pt x="4512" y="63315"/>
                  <a:pt x="2456" y="66697"/>
                  <a:pt x="1176" y="70135"/>
                </a:cubicBezTo>
                <a:cubicBezTo>
                  <a:pt x="365" y="72215"/>
                  <a:pt x="0" y="74385"/>
                  <a:pt x="80" y="76648"/>
                </a:cubicBezTo>
                <a:lnTo>
                  <a:pt x="50531" y="76648"/>
                </a:lnTo>
                <a:lnTo>
                  <a:pt x="50531" y="67633"/>
                </a:lnTo>
                <a:lnTo>
                  <a:pt x="13092" y="67633"/>
                </a:lnTo>
              </a:path>
            </a:pathLst>
          </a:custGeom>
          <a:solidFill xmlns:a="http://schemas.openxmlformats.org/drawingml/2006/main">
            <a:srgbClr val="1B74BB"/>
          </a:solidFill>
          <a:ln xmlns:a="http://schemas.openxmlformats.org/drawingml/2006/main" w="0">
            <a:noFill/>
            <a:prstDash val="solid"/>
          </a:ln>
        </p:spPr>
      </p:sp>
      <p:sp>
        <p:nvSpPr>
          <p:cNvPr id="122" name="pdf-path-125">
            <a:extLst xmlns:a="http://schemas.openxmlformats.org/drawingml/2006/main">
              <a:ext uri="{FF2B5EF4-FFF2-40B4-BE49-F238E27FC236}">
                <a16:creationId xmlns:a16="http://schemas.microsoft.com/office/drawing/2014/main" id="{D73421B7-0C7A-457D-B6E2-D9F32E9321F8}"/>
              </a:ext>
            </a:extLst>
          </p:cNvPr>
          <p:cNvSpPr>
            <a:spLocks xmlns:a="http://schemas.openxmlformats.org/drawingml/2006/main" noGrp="1"/>
          </p:cNvSpPr>
          <p:nvPr/>
        </p:nvSpPr>
        <p:spPr>
          <a:xfrm xmlns:a="http://schemas.openxmlformats.org/drawingml/2006/main">
            <a:off x="5572456" y="1196419"/>
            <a:ext cx="154323" cy="150108"/>
          </a:xfrm>
          <a:custGeom xmlns:a="http://schemas.openxmlformats.org/drawingml/2006/main">
            <a:pathLst>
              <a:path w="154323" h="150108">
                <a:moveTo>
                  <a:pt x="0" y="0"/>
                </a:moveTo>
                <a:lnTo>
                  <a:pt x="12259" y="0"/>
                </a:lnTo>
                <a:lnTo>
                  <a:pt x="12259" y="150108"/>
                </a:lnTo>
                <a:lnTo>
                  <a:pt x="0" y="150108"/>
                </a:lnTo>
                <a:close/>
                <a:moveTo>
                  <a:pt x="45070" y="116451"/>
                </a:moveTo>
                <a:lnTo>
                  <a:pt x="66857" y="83719"/>
                </a:lnTo>
                <a:lnTo>
                  <a:pt x="71381" y="90677"/>
                </a:lnTo>
                <a:lnTo>
                  <a:pt x="88403" y="116451"/>
                </a:lnTo>
                <a:lnTo>
                  <a:pt x="105666" y="116451"/>
                </a:lnTo>
                <a:lnTo>
                  <a:pt x="74820" y="72557"/>
                </a:lnTo>
                <a:lnTo>
                  <a:pt x="103484" y="33508"/>
                </a:lnTo>
                <a:lnTo>
                  <a:pt x="86690" y="33508"/>
                </a:lnTo>
                <a:lnTo>
                  <a:pt x="72706" y="53113"/>
                </a:lnTo>
                <a:cubicBezTo>
                  <a:pt x="70787" y="55763"/>
                  <a:pt x="68674" y="58814"/>
                  <a:pt x="66388" y="62241"/>
                </a:cubicBezTo>
                <a:cubicBezTo>
                  <a:pt x="64926" y="59751"/>
                  <a:pt x="62995" y="56654"/>
                  <a:pt x="60608" y="52953"/>
                </a:cubicBezTo>
                <a:lnTo>
                  <a:pt x="47881" y="33508"/>
                </a:lnTo>
                <a:lnTo>
                  <a:pt x="30310" y="33508"/>
                </a:lnTo>
                <a:lnTo>
                  <a:pt x="58346" y="73334"/>
                </a:lnTo>
                <a:lnTo>
                  <a:pt x="28036" y="116451"/>
                </a:lnTo>
                <a:lnTo>
                  <a:pt x="45070" y="116451"/>
                </a:lnTo>
                <a:moveTo>
                  <a:pt x="146235" y="115742"/>
                </a:moveTo>
                <a:cubicBezTo>
                  <a:pt x="151627" y="102627"/>
                  <a:pt x="154323" y="89032"/>
                  <a:pt x="154323" y="74980"/>
                </a:cubicBezTo>
                <a:cubicBezTo>
                  <a:pt x="154323" y="62584"/>
                  <a:pt x="152324" y="50714"/>
                  <a:pt x="148314" y="39369"/>
                </a:cubicBezTo>
                <a:cubicBezTo>
                  <a:pt x="143619" y="26197"/>
                  <a:pt x="136387" y="13070"/>
                  <a:pt x="126596" y="0"/>
                </a:cubicBezTo>
                <a:lnTo>
                  <a:pt x="116519" y="0"/>
                </a:lnTo>
                <a:cubicBezTo>
                  <a:pt x="122883" y="10933"/>
                  <a:pt x="127064" y="18748"/>
                  <a:pt x="129098" y="23432"/>
                </a:cubicBezTo>
                <a:cubicBezTo>
                  <a:pt x="132274" y="30618"/>
                  <a:pt x="134753" y="38112"/>
                  <a:pt x="136513" y="45927"/>
                </a:cubicBezTo>
                <a:cubicBezTo>
                  <a:pt x="138752" y="55558"/>
                  <a:pt x="139871" y="65269"/>
                  <a:pt x="139871" y="75060"/>
                </a:cubicBezTo>
                <a:cubicBezTo>
                  <a:pt x="139871" y="100091"/>
                  <a:pt x="132091" y="125111"/>
                  <a:pt x="116519" y="150108"/>
                </a:cubicBezTo>
                <a:lnTo>
                  <a:pt x="126596" y="150108"/>
                </a:lnTo>
                <a:cubicBezTo>
                  <a:pt x="134308" y="140317"/>
                  <a:pt x="140854" y="128869"/>
                  <a:pt x="146235" y="115742"/>
                </a:cubicBezTo>
              </a:path>
            </a:pathLst>
          </a:custGeom>
          <a:solidFill xmlns:a="http://schemas.openxmlformats.org/drawingml/2006/main">
            <a:srgbClr val="1B74BB"/>
          </a:solidFill>
          <a:ln xmlns:a="http://schemas.openxmlformats.org/drawingml/2006/main" w="0">
            <a:noFill/>
            <a:prstDash val="solid"/>
          </a:ln>
        </p:spPr>
      </p:sp>
      <p:sp>
        <p:nvSpPr>
          <p:cNvPr id="123" name="pdf-path-126">
            <a:extLst xmlns:a="http://schemas.openxmlformats.org/drawingml/2006/main">
              <a:ext uri="{FF2B5EF4-FFF2-40B4-BE49-F238E27FC236}">
                <a16:creationId xmlns:a16="http://schemas.microsoft.com/office/drawing/2014/main" id="{6285D5EC-1842-41F9-AD9B-43A2AEF90DFE}"/>
              </a:ext>
            </a:extLst>
          </p:cNvPr>
          <p:cNvSpPr>
            <a:spLocks xmlns:a="http://schemas.openxmlformats.org/drawingml/2006/main" noGrp="1"/>
          </p:cNvSpPr>
          <p:nvPr/>
        </p:nvSpPr>
        <p:spPr>
          <a:xfrm xmlns:a="http://schemas.openxmlformats.org/drawingml/2006/main">
            <a:off x="6055655" y="1527575"/>
            <a:ext cx="505468" cy="42008"/>
          </a:xfrm>
          <a:custGeom xmlns:a="http://schemas.openxmlformats.org/drawingml/2006/main">
            <a:pathLst>
              <a:path w="505468" h="42008">
                <a:moveTo>
                  <a:pt x="314347" y="42008"/>
                </a:moveTo>
                <a:cubicBezTo>
                  <a:pt x="263176" y="42008"/>
                  <a:pt x="212439" y="41186"/>
                  <a:pt x="168135" y="38775"/>
                </a:cubicBezTo>
                <a:cubicBezTo>
                  <a:pt x="123877" y="36376"/>
                  <a:pt x="85924" y="32309"/>
                  <a:pt x="60996" y="26105"/>
                </a:cubicBezTo>
                <a:cubicBezTo>
                  <a:pt x="33634" y="19307"/>
                  <a:pt x="14601" y="10568"/>
                  <a:pt x="845" y="617"/>
                </a:cubicBezTo>
                <a:cubicBezTo>
                  <a:pt x="560" y="411"/>
                  <a:pt x="285" y="206"/>
                  <a:pt x="0" y="0"/>
                </a:cubicBezTo>
                <a:lnTo>
                  <a:pt x="505468" y="39563"/>
                </a:lnTo>
                <a:cubicBezTo>
                  <a:pt x="450036" y="40591"/>
                  <a:pt x="381844" y="42008"/>
                  <a:pt x="314347" y="42008"/>
                </a:cubicBezTo>
              </a:path>
            </a:pathLst>
          </a:custGeom>
          <a:solidFill xmlns:a="http://schemas.openxmlformats.org/drawingml/2006/main">
            <a:srgbClr val="FFFFFF"/>
          </a:solidFill>
          <a:ln xmlns:a="http://schemas.openxmlformats.org/drawingml/2006/main" w="0">
            <a:noFill/>
            <a:prstDash val="solid"/>
          </a:ln>
        </p:spPr>
      </p:sp>
      <p:sp>
        <p:nvSpPr>
          <p:cNvPr id="124" name="pdf-path-127">
            <a:extLst xmlns:a="http://schemas.openxmlformats.org/drawingml/2006/main">
              <a:ext uri="{FF2B5EF4-FFF2-40B4-BE49-F238E27FC236}">
                <a16:creationId xmlns:a16="http://schemas.microsoft.com/office/drawing/2014/main" id="{060178D1-6064-41C5-AA85-1C01DFB00C9E}"/>
              </a:ext>
            </a:extLst>
          </p:cNvPr>
          <p:cNvSpPr>
            <a:spLocks xmlns:a="http://schemas.openxmlformats.org/drawingml/2006/main" noGrp="1"/>
          </p:cNvSpPr>
          <p:nvPr/>
        </p:nvSpPr>
        <p:spPr>
          <a:xfrm xmlns:a="http://schemas.openxmlformats.org/drawingml/2006/main">
            <a:off x="5846208" y="1189256"/>
            <a:ext cx="181777" cy="336145"/>
          </a:xfrm>
          <a:custGeom xmlns:a="http://schemas.openxmlformats.org/drawingml/2006/main">
            <a:pathLst>
              <a:path w="181777" h="336145">
                <a:moveTo>
                  <a:pt x="181777" y="336145"/>
                </a:moveTo>
                <a:lnTo>
                  <a:pt x="75985" y="327862"/>
                </a:lnTo>
                <a:lnTo>
                  <a:pt x="75985" y="4341"/>
                </a:lnTo>
                <a:cubicBezTo>
                  <a:pt x="76648" y="6318"/>
                  <a:pt x="77333" y="8534"/>
                  <a:pt x="78019" y="10933"/>
                </a:cubicBezTo>
                <a:cubicBezTo>
                  <a:pt x="84611" y="33897"/>
                  <a:pt x="91580" y="73928"/>
                  <a:pt x="99931" y="114257"/>
                </a:cubicBezTo>
                <a:cubicBezTo>
                  <a:pt x="108362" y="154723"/>
                  <a:pt x="118028" y="195452"/>
                  <a:pt x="131326" y="222059"/>
                </a:cubicBezTo>
                <a:cubicBezTo>
                  <a:pt x="139037" y="237414"/>
                  <a:pt x="144018" y="252871"/>
                  <a:pt x="148862" y="268192"/>
                </a:cubicBezTo>
                <a:cubicBezTo>
                  <a:pt x="156163" y="291087"/>
                  <a:pt x="163154" y="313981"/>
                  <a:pt x="179994" y="334077"/>
                </a:cubicBezTo>
                <a:cubicBezTo>
                  <a:pt x="180577" y="334763"/>
                  <a:pt x="181171" y="335460"/>
                  <a:pt x="181777" y="336145"/>
                </a:cubicBezTo>
                <a:moveTo>
                  <a:pt x="75985" y="327862"/>
                </a:moveTo>
                <a:lnTo>
                  <a:pt x="0" y="321922"/>
                </a:lnTo>
                <a:cubicBezTo>
                  <a:pt x="3005" y="314130"/>
                  <a:pt x="8420" y="302774"/>
                  <a:pt x="14635" y="287419"/>
                </a:cubicBezTo>
                <a:cubicBezTo>
                  <a:pt x="21490" y="270511"/>
                  <a:pt x="29339" y="248622"/>
                  <a:pt x="36376" y="220277"/>
                </a:cubicBezTo>
                <a:cubicBezTo>
                  <a:pt x="39998" y="205688"/>
                  <a:pt x="43448" y="184141"/>
                  <a:pt x="47013" y="159693"/>
                </a:cubicBezTo>
                <a:cubicBezTo>
                  <a:pt x="52325" y="123077"/>
                  <a:pt x="57797" y="80098"/>
                  <a:pt x="63624" y="46532"/>
                </a:cubicBezTo>
                <a:cubicBezTo>
                  <a:pt x="66525" y="29761"/>
                  <a:pt x="69553" y="15309"/>
                  <a:pt x="72535" y="5541"/>
                </a:cubicBezTo>
                <a:cubicBezTo>
                  <a:pt x="73163" y="3462"/>
                  <a:pt x="73792" y="1600"/>
                  <a:pt x="74397" y="0"/>
                </a:cubicBezTo>
                <a:cubicBezTo>
                  <a:pt x="74911" y="1280"/>
                  <a:pt x="75448" y="2731"/>
                  <a:pt x="75985" y="4341"/>
                </a:cubicBezTo>
                <a:lnTo>
                  <a:pt x="75985" y="327862"/>
                </a:lnTo>
              </a:path>
            </a:pathLst>
          </a:custGeom>
          <a:solidFill xmlns:a="http://schemas.openxmlformats.org/drawingml/2006/main">
            <a:srgbClr val="FFFFFF"/>
          </a:solidFill>
          <a:ln xmlns:a="http://schemas.openxmlformats.org/drawingml/2006/main" w="0">
            <a:noFill/>
            <a:prstDash val="solid"/>
          </a:ln>
        </p:spPr>
      </p:sp>
      <p:sp>
        <p:nvSpPr>
          <p:cNvPr id="125" name="pdf-path-128">
            <a:extLst xmlns:a="http://schemas.openxmlformats.org/drawingml/2006/main">
              <a:ext uri="{FF2B5EF4-FFF2-40B4-BE49-F238E27FC236}">
                <a16:creationId xmlns:a16="http://schemas.microsoft.com/office/drawing/2014/main" id="{29ABA359-691B-4415-8284-9BE4D96A1F32}"/>
              </a:ext>
            </a:extLst>
          </p:cNvPr>
          <p:cNvSpPr>
            <a:spLocks xmlns:a="http://schemas.openxmlformats.org/drawingml/2006/main" noGrp="1"/>
          </p:cNvSpPr>
          <p:nvPr/>
        </p:nvSpPr>
        <p:spPr>
          <a:xfrm xmlns:a="http://schemas.openxmlformats.org/drawingml/2006/main">
            <a:off x="5829251" y="1167117"/>
            <a:ext cx="830840" cy="419602"/>
          </a:xfrm>
          <a:custGeom xmlns:a="http://schemas.openxmlformats.org/drawingml/2006/main">
            <a:pathLst>
              <a:path w="830840" h="419602">
                <a:moveTo>
                  <a:pt x="830840" y="399186"/>
                </a:moveTo>
                <a:cubicBezTo>
                  <a:pt x="825128" y="399049"/>
                  <a:pt x="818479" y="398992"/>
                  <a:pt x="811007" y="398992"/>
                </a:cubicBezTo>
                <a:cubicBezTo>
                  <a:pt x="753542" y="398992"/>
                  <a:pt x="646277" y="402465"/>
                  <a:pt x="540748" y="402465"/>
                </a:cubicBezTo>
                <a:cubicBezTo>
                  <a:pt x="489577" y="402465"/>
                  <a:pt x="438840" y="401654"/>
                  <a:pt x="394547" y="399232"/>
                </a:cubicBezTo>
                <a:cubicBezTo>
                  <a:pt x="350277" y="396833"/>
                  <a:pt x="312336" y="392765"/>
                  <a:pt x="287396" y="386562"/>
                </a:cubicBezTo>
                <a:cubicBezTo>
                  <a:pt x="260046" y="379776"/>
                  <a:pt x="241001" y="371024"/>
                  <a:pt x="227246" y="361074"/>
                </a:cubicBezTo>
                <a:cubicBezTo>
                  <a:pt x="206716" y="346142"/>
                  <a:pt x="197279" y="328445"/>
                  <a:pt x="189499" y="307253"/>
                </a:cubicBezTo>
                <a:cubicBezTo>
                  <a:pt x="181764" y="286151"/>
                  <a:pt x="176258" y="261794"/>
                  <a:pt x="163589" y="236512"/>
                </a:cubicBezTo>
                <a:cubicBezTo>
                  <a:pt x="156025" y="221511"/>
                  <a:pt x="149136" y="199370"/>
                  <a:pt x="143093" y="174922"/>
                </a:cubicBezTo>
                <a:cubicBezTo>
                  <a:pt x="133987" y="138203"/>
                  <a:pt x="126573" y="96206"/>
                  <a:pt x="119684" y="63190"/>
                </a:cubicBezTo>
                <a:cubicBezTo>
                  <a:pt x="116222" y="46658"/>
                  <a:pt x="112932" y="32400"/>
                  <a:pt x="109436" y="21775"/>
                </a:cubicBezTo>
                <a:cubicBezTo>
                  <a:pt x="107653" y="16429"/>
                  <a:pt x="105906" y="12019"/>
                  <a:pt x="103632" y="8294"/>
                </a:cubicBezTo>
                <a:cubicBezTo>
                  <a:pt x="102466" y="6421"/>
                  <a:pt x="101187" y="4684"/>
                  <a:pt x="99290" y="3085"/>
                </a:cubicBezTo>
                <a:cubicBezTo>
                  <a:pt x="97451" y="1508"/>
                  <a:pt x="94607" y="12"/>
                  <a:pt x="91236" y="12"/>
                </a:cubicBezTo>
                <a:cubicBezTo>
                  <a:pt x="88929" y="0"/>
                  <a:pt x="86781" y="743"/>
                  <a:pt x="85170" y="1702"/>
                </a:cubicBezTo>
                <a:cubicBezTo>
                  <a:pt x="82028" y="3633"/>
                  <a:pt x="80394" y="5975"/>
                  <a:pt x="78886" y="8432"/>
                </a:cubicBezTo>
                <a:cubicBezTo>
                  <a:pt x="76179" y="13070"/>
                  <a:pt x="74168" y="18805"/>
                  <a:pt x="72134" y="25957"/>
                </a:cubicBezTo>
                <a:cubicBezTo>
                  <a:pt x="65200" y="50782"/>
                  <a:pt x="59179" y="92676"/>
                  <a:pt x="53341" y="134319"/>
                </a:cubicBezTo>
                <a:cubicBezTo>
                  <a:pt x="47560" y="175824"/>
                  <a:pt x="41997" y="217078"/>
                  <a:pt x="36695" y="238294"/>
                </a:cubicBezTo>
                <a:cubicBezTo>
                  <a:pt x="29875" y="265758"/>
                  <a:pt x="22335" y="286780"/>
                  <a:pt x="15709" y="303140"/>
                </a:cubicBezTo>
                <a:cubicBezTo>
                  <a:pt x="9082" y="319534"/>
                  <a:pt x="3393" y="331096"/>
                  <a:pt x="0" y="340475"/>
                </a:cubicBezTo>
                <a:lnTo>
                  <a:pt x="16131" y="346256"/>
                </a:lnTo>
                <a:cubicBezTo>
                  <a:pt x="18908" y="338464"/>
                  <a:pt x="24757" y="326434"/>
                  <a:pt x="31600" y="309572"/>
                </a:cubicBezTo>
                <a:cubicBezTo>
                  <a:pt x="38444" y="292663"/>
                  <a:pt x="46292" y="270762"/>
                  <a:pt x="53330" y="242429"/>
                </a:cubicBezTo>
                <a:cubicBezTo>
                  <a:pt x="56951" y="227829"/>
                  <a:pt x="60402" y="206282"/>
                  <a:pt x="63966" y="181834"/>
                </a:cubicBezTo>
                <a:cubicBezTo>
                  <a:pt x="69290" y="145218"/>
                  <a:pt x="74750" y="102250"/>
                  <a:pt x="80577" y="68673"/>
                </a:cubicBezTo>
                <a:cubicBezTo>
                  <a:pt x="83491" y="51913"/>
                  <a:pt x="86506" y="37450"/>
                  <a:pt x="89489" y="27682"/>
                </a:cubicBezTo>
                <a:cubicBezTo>
                  <a:pt x="90951" y="22826"/>
                  <a:pt x="92470" y="19125"/>
                  <a:pt x="93556" y="17285"/>
                </a:cubicBezTo>
                <a:lnTo>
                  <a:pt x="94195" y="16303"/>
                </a:lnTo>
                <a:lnTo>
                  <a:pt x="94356" y="16109"/>
                </a:lnTo>
                <a:lnTo>
                  <a:pt x="92311" y="14030"/>
                </a:lnTo>
                <a:lnTo>
                  <a:pt x="93601" y="16623"/>
                </a:lnTo>
                <a:lnTo>
                  <a:pt x="94356" y="16109"/>
                </a:lnTo>
                <a:lnTo>
                  <a:pt x="92311" y="14030"/>
                </a:lnTo>
                <a:lnTo>
                  <a:pt x="93601" y="16623"/>
                </a:lnTo>
                <a:lnTo>
                  <a:pt x="91236" y="11870"/>
                </a:lnTo>
                <a:lnTo>
                  <a:pt x="91236" y="17148"/>
                </a:lnTo>
                <a:lnTo>
                  <a:pt x="93601" y="16623"/>
                </a:lnTo>
                <a:lnTo>
                  <a:pt x="91236" y="11870"/>
                </a:lnTo>
                <a:lnTo>
                  <a:pt x="91236" y="17148"/>
                </a:lnTo>
                <a:lnTo>
                  <a:pt x="91236" y="12133"/>
                </a:lnTo>
                <a:lnTo>
                  <a:pt x="88768" y="16543"/>
                </a:lnTo>
                <a:cubicBezTo>
                  <a:pt x="89225" y="16817"/>
                  <a:pt x="90174" y="17160"/>
                  <a:pt x="91236" y="17148"/>
                </a:cubicBezTo>
                <a:lnTo>
                  <a:pt x="91236" y="12133"/>
                </a:lnTo>
                <a:lnTo>
                  <a:pt x="88768" y="16543"/>
                </a:lnTo>
                <a:lnTo>
                  <a:pt x="90219" y="13938"/>
                </a:lnTo>
                <a:lnTo>
                  <a:pt x="88324" y="16246"/>
                </a:lnTo>
                <a:lnTo>
                  <a:pt x="88768" y="16543"/>
                </a:lnTo>
                <a:lnTo>
                  <a:pt x="90219" y="13938"/>
                </a:lnTo>
                <a:lnTo>
                  <a:pt x="88324" y="16246"/>
                </a:lnTo>
                <a:lnTo>
                  <a:pt x="89009" y="15412"/>
                </a:lnTo>
                <a:lnTo>
                  <a:pt x="88266" y="16189"/>
                </a:lnTo>
                <a:lnTo>
                  <a:pt x="88324" y="16246"/>
                </a:lnTo>
                <a:lnTo>
                  <a:pt x="89009" y="15412"/>
                </a:lnTo>
                <a:lnTo>
                  <a:pt x="88266" y="16189"/>
                </a:lnTo>
                <a:cubicBezTo>
                  <a:pt x="88289" y="16189"/>
                  <a:pt x="88963" y="17000"/>
                  <a:pt x="89740" y="18531"/>
                </a:cubicBezTo>
                <a:cubicBezTo>
                  <a:pt x="91248" y="21421"/>
                  <a:pt x="93122" y="26551"/>
                  <a:pt x="94972" y="33074"/>
                </a:cubicBezTo>
                <a:cubicBezTo>
                  <a:pt x="101576" y="56049"/>
                  <a:pt x="108533" y="96069"/>
                  <a:pt x="116885" y="136409"/>
                </a:cubicBezTo>
                <a:cubicBezTo>
                  <a:pt x="125316" y="176864"/>
                  <a:pt x="134981" y="217592"/>
                  <a:pt x="148279" y="244212"/>
                </a:cubicBezTo>
                <a:cubicBezTo>
                  <a:pt x="156003" y="259555"/>
                  <a:pt x="160972" y="275012"/>
                  <a:pt x="165827" y="290333"/>
                </a:cubicBezTo>
                <a:cubicBezTo>
                  <a:pt x="173116" y="313228"/>
                  <a:pt x="180120" y="336122"/>
                  <a:pt x="196948" y="356218"/>
                </a:cubicBezTo>
                <a:cubicBezTo>
                  <a:pt x="213799" y="376326"/>
                  <a:pt x="240030" y="392503"/>
                  <a:pt x="283272" y="403196"/>
                </a:cubicBezTo>
                <a:cubicBezTo>
                  <a:pt x="310291" y="409879"/>
                  <a:pt x="348780" y="413889"/>
                  <a:pt x="393611" y="416346"/>
                </a:cubicBezTo>
                <a:cubicBezTo>
                  <a:pt x="438394" y="418791"/>
                  <a:pt x="489394" y="419602"/>
                  <a:pt x="540748" y="419602"/>
                </a:cubicBezTo>
                <a:cubicBezTo>
                  <a:pt x="646584" y="419602"/>
                  <a:pt x="754090" y="416129"/>
                  <a:pt x="811007" y="416129"/>
                </a:cubicBezTo>
                <a:cubicBezTo>
                  <a:pt x="818388" y="416129"/>
                  <a:pt x="824911" y="416186"/>
                  <a:pt x="830440" y="416311"/>
                </a:cubicBezTo>
                <a:lnTo>
                  <a:pt x="830840" y="399186"/>
                </a:lnTo>
              </a:path>
            </a:pathLst>
          </a:custGeom>
          <a:solidFill xmlns:a="http://schemas.openxmlformats.org/drawingml/2006/main">
            <a:srgbClr val="1485C7"/>
          </a:solidFill>
          <a:ln xmlns:a="http://schemas.openxmlformats.org/drawingml/2006/main" w="0">
            <a:noFill/>
            <a:prstDash val="solid"/>
          </a:ln>
        </p:spPr>
      </p:sp>
      <p:sp>
        <p:nvSpPr>
          <p:cNvPr id="126" name="pdf-path-129">
            <a:extLst xmlns:a="http://schemas.openxmlformats.org/drawingml/2006/main">
              <a:ext uri="{FF2B5EF4-FFF2-40B4-BE49-F238E27FC236}">
                <a16:creationId xmlns:a16="http://schemas.microsoft.com/office/drawing/2014/main" id="{BC0C4FA4-2557-4E48-89AB-84284E7FD7FC}"/>
              </a:ext>
            </a:extLst>
          </p:cNvPr>
          <p:cNvSpPr>
            <a:spLocks xmlns:a="http://schemas.openxmlformats.org/drawingml/2006/main" noGrp="1"/>
          </p:cNvSpPr>
          <p:nvPr/>
        </p:nvSpPr>
        <p:spPr>
          <a:xfrm xmlns:a="http://schemas.openxmlformats.org/drawingml/2006/main">
            <a:off x="4707231" y="1508739"/>
            <a:ext cx="1129912" cy="62629"/>
          </a:xfrm>
          <a:custGeom xmlns:a="http://schemas.openxmlformats.org/drawingml/2006/main">
            <a:pathLst>
              <a:path w="1129912" h="62629">
                <a:moveTo>
                  <a:pt x="179514" y="62629"/>
                </a:moveTo>
                <a:lnTo>
                  <a:pt x="0" y="62629"/>
                </a:lnTo>
                <a:lnTo>
                  <a:pt x="164457" y="53478"/>
                </a:lnTo>
                <a:cubicBezTo>
                  <a:pt x="164936" y="53855"/>
                  <a:pt x="165439" y="54221"/>
                  <a:pt x="165953" y="54598"/>
                </a:cubicBezTo>
                <a:cubicBezTo>
                  <a:pt x="169872" y="57454"/>
                  <a:pt x="174362" y="60150"/>
                  <a:pt x="179514" y="62629"/>
                </a:cubicBezTo>
                <a:moveTo>
                  <a:pt x="1096222" y="49331"/>
                </a:moveTo>
                <a:lnTo>
                  <a:pt x="659198" y="25934"/>
                </a:lnTo>
                <a:lnTo>
                  <a:pt x="1125229" y="0"/>
                </a:lnTo>
                <a:lnTo>
                  <a:pt x="1129912" y="1679"/>
                </a:lnTo>
                <a:cubicBezTo>
                  <a:pt x="1121721" y="11127"/>
                  <a:pt x="1124646" y="33131"/>
                  <a:pt x="1096222" y="49331"/>
                </a:cubicBezTo>
              </a:path>
            </a:pathLst>
          </a:custGeom>
          <a:solidFill xmlns:a="http://schemas.openxmlformats.org/drawingml/2006/main">
            <a:srgbClr val="FFFFFF"/>
          </a:solidFill>
          <a:ln xmlns:a="http://schemas.openxmlformats.org/drawingml/2006/main" w="0">
            <a:noFill/>
            <a:prstDash val="solid"/>
          </a:ln>
        </p:spPr>
      </p:sp>
      <p:sp>
        <p:nvSpPr>
          <p:cNvPr id="127" name="pdf-path-130">
            <a:extLst xmlns:a="http://schemas.openxmlformats.org/drawingml/2006/main">
              <a:ext uri="{FF2B5EF4-FFF2-40B4-BE49-F238E27FC236}">
                <a16:creationId xmlns:a16="http://schemas.microsoft.com/office/drawing/2014/main" id="{3B852085-4BED-48DC-A8DF-2900E599C5F9}"/>
              </a:ext>
            </a:extLst>
          </p:cNvPr>
          <p:cNvSpPr>
            <a:spLocks xmlns:a="http://schemas.openxmlformats.org/drawingml/2006/main" noGrp="1"/>
          </p:cNvSpPr>
          <p:nvPr/>
        </p:nvSpPr>
        <p:spPr>
          <a:xfrm xmlns:a="http://schemas.openxmlformats.org/drawingml/2006/main">
            <a:off x="4905069" y="1534673"/>
            <a:ext cx="898394" cy="36696"/>
          </a:xfrm>
          <a:custGeom xmlns:a="http://schemas.openxmlformats.org/drawingml/2006/main">
            <a:pathLst>
              <a:path w="898394" h="36696">
                <a:moveTo>
                  <a:pt x="859505" y="36696"/>
                </a:moveTo>
                <a:lnTo>
                  <a:pt x="704313" y="36696"/>
                </a:lnTo>
                <a:cubicBezTo>
                  <a:pt x="633892" y="36479"/>
                  <a:pt x="569686" y="36273"/>
                  <a:pt x="519041" y="36079"/>
                </a:cubicBezTo>
                <a:cubicBezTo>
                  <a:pt x="510815" y="36056"/>
                  <a:pt x="502658" y="36033"/>
                  <a:pt x="494570" y="36033"/>
                </a:cubicBezTo>
                <a:cubicBezTo>
                  <a:pt x="459473" y="36033"/>
                  <a:pt x="425691" y="36307"/>
                  <a:pt x="393359" y="36696"/>
                </a:cubicBezTo>
                <a:lnTo>
                  <a:pt x="67999" y="36696"/>
                </a:lnTo>
                <a:cubicBezTo>
                  <a:pt x="56963" y="35907"/>
                  <a:pt x="46669" y="34936"/>
                  <a:pt x="37152" y="33737"/>
                </a:cubicBezTo>
                <a:cubicBezTo>
                  <a:pt x="21775" y="31806"/>
                  <a:pt x="9608" y="28996"/>
                  <a:pt x="0" y="25682"/>
                </a:cubicBezTo>
                <a:lnTo>
                  <a:pt x="461358" y="0"/>
                </a:lnTo>
                <a:lnTo>
                  <a:pt x="898394" y="23397"/>
                </a:lnTo>
                <a:cubicBezTo>
                  <a:pt x="889186" y="28641"/>
                  <a:pt x="876710" y="33280"/>
                  <a:pt x="859505" y="36696"/>
                </a:cubicBezTo>
              </a:path>
            </a:pathLst>
          </a:custGeom>
          <a:solidFill xmlns:a="http://schemas.openxmlformats.org/drawingml/2006/main">
            <a:srgbClr val="FFFFFF"/>
          </a:solidFill>
          <a:ln xmlns:a="http://schemas.openxmlformats.org/drawingml/2006/main" w="0">
            <a:noFill/>
            <a:prstDash val="solid"/>
          </a:ln>
        </p:spPr>
      </p:sp>
      <p:sp>
        <p:nvSpPr>
          <p:cNvPr id="128" name="pdf-path-131">
            <a:extLst xmlns:a="http://schemas.openxmlformats.org/drawingml/2006/main">
              <a:ext uri="{FF2B5EF4-FFF2-40B4-BE49-F238E27FC236}">
                <a16:creationId xmlns:a16="http://schemas.microsoft.com/office/drawing/2014/main" id="{519D287B-9CAA-4E9F-BB5A-CE7690AC32C1}"/>
              </a:ext>
            </a:extLst>
          </p:cNvPr>
          <p:cNvSpPr>
            <a:spLocks xmlns:a="http://schemas.openxmlformats.org/drawingml/2006/main" noGrp="1"/>
          </p:cNvSpPr>
          <p:nvPr/>
        </p:nvSpPr>
        <p:spPr>
          <a:xfrm xmlns:a="http://schemas.openxmlformats.org/drawingml/2006/main">
            <a:off x="4871686" y="1560355"/>
            <a:ext cx="737696" cy="11013"/>
          </a:xfrm>
          <a:custGeom xmlns:a="http://schemas.openxmlformats.org/drawingml/2006/main">
            <a:pathLst>
              <a:path w="737696" h="11013">
                <a:moveTo>
                  <a:pt x="737696" y="11013"/>
                </a:moveTo>
                <a:lnTo>
                  <a:pt x="426742" y="11013"/>
                </a:lnTo>
                <a:cubicBezTo>
                  <a:pt x="459085" y="10625"/>
                  <a:pt x="492856" y="10351"/>
                  <a:pt x="527952" y="10351"/>
                </a:cubicBezTo>
                <a:cubicBezTo>
                  <a:pt x="536041" y="10351"/>
                  <a:pt x="544198" y="10373"/>
                  <a:pt x="552424" y="10396"/>
                </a:cubicBezTo>
                <a:cubicBezTo>
                  <a:pt x="603069" y="10590"/>
                  <a:pt x="667275" y="10796"/>
                  <a:pt x="737696" y="11013"/>
                </a:cubicBezTo>
                <a:moveTo>
                  <a:pt x="101382" y="11013"/>
                </a:moveTo>
                <a:lnTo>
                  <a:pt x="15058" y="11013"/>
                </a:lnTo>
                <a:cubicBezTo>
                  <a:pt x="9905" y="8534"/>
                  <a:pt x="5427" y="5838"/>
                  <a:pt x="1496" y="2982"/>
                </a:cubicBezTo>
                <a:cubicBezTo>
                  <a:pt x="994" y="2605"/>
                  <a:pt x="491" y="2239"/>
                  <a:pt x="0" y="1862"/>
                </a:cubicBezTo>
                <a:lnTo>
                  <a:pt x="33383" y="0"/>
                </a:lnTo>
                <a:cubicBezTo>
                  <a:pt x="43002" y="3313"/>
                  <a:pt x="55158" y="6123"/>
                  <a:pt x="70547" y="8054"/>
                </a:cubicBezTo>
                <a:cubicBezTo>
                  <a:pt x="80052" y="9254"/>
                  <a:pt x="90346" y="10225"/>
                  <a:pt x="101382" y="11013"/>
                </a:cubicBezTo>
              </a:path>
            </a:pathLst>
          </a:custGeom>
          <a:solidFill xmlns:a="http://schemas.openxmlformats.org/drawingml/2006/main">
            <a:srgbClr val="E6B8AF"/>
          </a:solidFill>
          <a:ln xmlns:a="http://schemas.openxmlformats.org/drawingml/2006/main" w="0">
            <a:noFill/>
            <a:prstDash val="solid"/>
          </a:ln>
        </p:spPr>
      </p:sp>
      <p:sp>
        <p:nvSpPr>
          <p:cNvPr id="129" name="pdf-path-132">
            <a:extLst xmlns:a="http://schemas.openxmlformats.org/drawingml/2006/main">
              <a:ext uri="{FF2B5EF4-FFF2-40B4-BE49-F238E27FC236}">
                <a16:creationId xmlns:a16="http://schemas.microsoft.com/office/drawing/2014/main" id="{2D98098D-EF4F-47B6-AE3F-3D7C95F717C8}"/>
              </a:ext>
            </a:extLst>
          </p:cNvPr>
          <p:cNvSpPr>
            <a:spLocks xmlns:a="http://schemas.openxmlformats.org/drawingml/2006/main" noGrp="1"/>
          </p:cNvSpPr>
          <p:nvPr/>
        </p:nvSpPr>
        <p:spPr>
          <a:xfrm xmlns:a="http://schemas.openxmlformats.org/drawingml/2006/main">
            <a:off x="4441722" y="1571362"/>
            <a:ext cx="1322851" cy="14783"/>
          </a:xfrm>
          <a:custGeom xmlns:a="http://schemas.openxmlformats.org/drawingml/2006/main">
            <a:pathLst>
              <a:path w="1322851" h="14783">
                <a:moveTo>
                  <a:pt x="0" y="14783"/>
                </a:moveTo>
                <a:lnTo>
                  <a:pt x="265507" y="0"/>
                </a:lnTo>
                <a:lnTo>
                  <a:pt x="445021" y="0"/>
                </a:lnTo>
                <a:lnTo>
                  <a:pt x="531345" y="0"/>
                </a:lnTo>
                <a:lnTo>
                  <a:pt x="856706" y="0"/>
                </a:lnTo>
                <a:lnTo>
                  <a:pt x="1167660" y="0"/>
                </a:lnTo>
                <a:lnTo>
                  <a:pt x="1322851" y="0"/>
                </a:lnTo>
                <a:cubicBezTo>
                  <a:pt x="1317139" y="1143"/>
                  <a:pt x="1310913" y="2136"/>
                  <a:pt x="1304103" y="2970"/>
                </a:cubicBezTo>
                <a:cubicBezTo>
                  <a:pt x="1263786" y="7940"/>
                  <a:pt x="1210628" y="9254"/>
                  <a:pt x="1146399" y="9254"/>
                </a:cubicBezTo>
                <a:cubicBezTo>
                  <a:pt x="1110377" y="9254"/>
                  <a:pt x="1070894" y="8843"/>
                  <a:pt x="1028211" y="8431"/>
                </a:cubicBezTo>
                <a:cubicBezTo>
                  <a:pt x="985552" y="8020"/>
                  <a:pt x="939705" y="7609"/>
                  <a:pt x="891002" y="7609"/>
                </a:cubicBezTo>
                <a:cubicBezTo>
                  <a:pt x="868781" y="7609"/>
                  <a:pt x="845967" y="7689"/>
                  <a:pt x="822569" y="7906"/>
                </a:cubicBezTo>
                <a:cubicBezTo>
                  <a:pt x="605217" y="9871"/>
                  <a:pt x="137095" y="13641"/>
                  <a:pt x="0" y="14783"/>
                </a:cubicBezTo>
              </a:path>
            </a:pathLst>
          </a:custGeom>
          <a:solidFill xmlns:a="http://schemas.openxmlformats.org/drawingml/2006/main">
            <a:srgbClr val="595A5A"/>
          </a:solidFill>
          <a:ln xmlns:a="http://schemas.openxmlformats.org/drawingml/2006/main" w="0">
            <a:noFill/>
            <a:prstDash val="solid"/>
          </a:ln>
        </p:spPr>
      </p:sp>
      <p:sp>
        <p:nvSpPr>
          <p:cNvPr id="130" name="pdf-path-133">
            <a:extLst xmlns:a="http://schemas.openxmlformats.org/drawingml/2006/main">
              <a:ext uri="{FF2B5EF4-FFF2-40B4-BE49-F238E27FC236}">
                <a16:creationId xmlns:a16="http://schemas.microsoft.com/office/drawing/2014/main" id="{85A4E6E0-3E84-44C6-A218-2FEC9D66AE6B}"/>
              </a:ext>
            </a:extLst>
          </p:cNvPr>
          <p:cNvSpPr>
            <a:spLocks xmlns:a="http://schemas.openxmlformats.org/drawingml/2006/main" noGrp="1"/>
          </p:cNvSpPr>
          <p:nvPr/>
        </p:nvSpPr>
        <p:spPr>
          <a:xfrm xmlns:a="http://schemas.openxmlformats.org/drawingml/2006/main">
            <a:off x="5832459" y="1508345"/>
            <a:ext cx="6946" cy="2068"/>
          </a:xfrm>
          <a:custGeom xmlns:a="http://schemas.openxmlformats.org/drawingml/2006/main">
            <a:pathLst>
              <a:path w="6946" h="2068">
                <a:moveTo>
                  <a:pt x="4684" y="2068"/>
                </a:moveTo>
                <a:lnTo>
                  <a:pt x="0" y="388"/>
                </a:lnTo>
                <a:lnTo>
                  <a:pt x="6946" y="0"/>
                </a:lnTo>
                <a:cubicBezTo>
                  <a:pt x="6101" y="605"/>
                  <a:pt x="5358" y="1291"/>
                  <a:pt x="4684" y="2068"/>
                </a:cubicBezTo>
              </a:path>
            </a:pathLst>
          </a:custGeom>
          <a:solidFill xmlns:a="http://schemas.openxmlformats.org/drawingml/2006/main">
            <a:srgbClr val="1485C7"/>
          </a:solidFill>
          <a:ln xmlns:a="http://schemas.openxmlformats.org/drawingml/2006/main" w="0">
            <a:noFill/>
            <a:prstDash val="solid"/>
          </a:ln>
        </p:spPr>
      </p:sp>
      <p:sp>
        <p:nvSpPr>
          <p:cNvPr id="131" name="pdf-path-134">
            <a:extLst xmlns:a="http://schemas.openxmlformats.org/drawingml/2006/main">
              <a:ext uri="{FF2B5EF4-FFF2-40B4-BE49-F238E27FC236}">
                <a16:creationId xmlns:a16="http://schemas.microsoft.com/office/drawing/2014/main" id="{02DA1FBD-B91A-4192-AC78-04092291DBE2}"/>
              </a:ext>
            </a:extLst>
          </p:cNvPr>
          <p:cNvSpPr>
            <a:spLocks xmlns:a="http://schemas.openxmlformats.org/drawingml/2006/main" noGrp="1"/>
          </p:cNvSpPr>
          <p:nvPr/>
        </p:nvSpPr>
        <p:spPr>
          <a:xfrm xmlns:a="http://schemas.openxmlformats.org/drawingml/2006/main">
            <a:off x="4441650" y="1501348"/>
            <a:ext cx="1402697" cy="93362"/>
          </a:xfrm>
          <a:custGeom xmlns:a="http://schemas.openxmlformats.org/drawingml/2006/main">
            <a:pathLst>
              <a:path w="1402697" h="93362">
                <a:moveTo>
                  <a:pt x="1392815" y="0"/>
                </a:moveTo>
                <a:cubicBezTo>
                  <a:pt x="1389445" y="2376"/>
                  <a:pt x="1387182" y="5518"/>
                  <a:pt x="1385606" y="8511"/>
                </a:cubicBezTo>
                <a:cubicBezTo>
                  <a:pt x="1382875" y="13801"/>
                  <a:pt x="1381596" y="18965"/>
                  <a:pt x="1379574" y="24060"/>
                </a:cubicBezTo>
                <a:cubicBezTo>
                  <a:pt x="1376524" y="31680"/>
                  <a:pt x="1372662" y="39061"/>
                  <a:pt x="1362140" y="46418"/>
                </a:cubicBezTo>
                <a:cubicBezTo>
                  <a:pt x="1351595" y="53707"/>
                  <a:pt x="1333750" y="60722"/>
                  <a:pt x="1303132" y="64480"/>
                </a:cubicBezTo>
                <a:cubicBezTo>
                  <a:pt x="1263512" y="69381"/>
                  <a:pt x="1210582" y="70707"/>
                  <a:pt x="1146490" y="70707"/>
                </a:cubicBezTo>
                <a:cubicBezTo>
                  <a:pt x="1074595" y="70707"/>
                  <a:pt x="988602" y="69050"/>
                  <a:pt x="891082" y="69050"/>
                </a:cubicBezTo>
                <a:cubicBezTo>
                  <a:pt x="868839" y="69050"/>
                  <a:pt x="845978" y="69141"/>
                  <a:pt x="822558" y="69347"/>
                </a:cubicBezTo>
                <a:cubicBezTo>
                  <a:pt x="605217" y="71323"/>
                  <a:pt x="137095" y="75082"/>
                  <a:pt x="0" y="76225"/>
                </a:cubicBezTo>
                <a:lnTo>
                  <a:pt x="137" y="93362"/>
                </a:lnTo>
                <a:cubicBezTo>
                  <a:pt x="137232" y="92219"/>
                  <a:pt x="605353" y="88460"/>
                  <a:pt x="822718" y="86484"/>
                </a:cubicBezTo>
                <a:cubicBezTo>
                  <a:pt x="846081" y="86278"/>
                  <a:pt x="868884" y="86187"/>
                  <a:pt x="891082" y="86187"/>
                </a:cubicBezTo>
                <a:cubicBezTo>
                  <a:pt x="988420" y="86187"/>
                  <a:pt x="1074332" y="87844"/>
                  <a:pt x="1146490" y="87844"/>
                </a:cubicBezTo>
                <a:cubicBezTo>
                  <a:pt x="1210844" y="87832"/>
                  <a:pt x="1264197" y="86541"/>
                  <a:pt x="1305223" y="81491"/>
                </a:cubicBezTo>
                <a:cubicBezTo>
                  <a:pt x="1329843" y="78453"/>
                  <a:pt x="1347608" y="73369"/>
                  <a:pt x="1360803" y="66936"/>
                </a:cubicBezTo>
                <a:cubicBezTo>
                  <a:pt x="1370685" y="62115"/>
                  <a:pt x="1377997" y="56483"/>
                  <a:pt x="1383366" y="50542"/>
                </a:cubicBezTo>
                <a:cubicBezTo>
                  <a:pt x="1391444" y="41643"/>
                  <a:pt x="1394940" y="32252"/>
                  <a:pt x="1397350" y="25328"/>
                </a:cubicBezTo>
                <a:cubicBezTo>
                  <a:pt x="1398562" y="21867"/>
                  <a:pt x="1399544" y="18999"/>
                  <a:pt x="1400470" y="17103"/>
                </a:cubicBezTo>
                <a:cubicBezTo>
                  <a:pt x="1401406" y="15172"/>
                  <a:pt x="1402114" y="14406"/>
                  <a:pt x="1402697" y="14006"/>
                </a:cubicBezTo>
                <a:lnTo>
                  <a:pt x="1392815" y="0"/>
                </a:lnTo>
              </a:path>
            </a:pathLst>
          </a:custGeom>
          <a:solidFill xmlns:a="http://schemas.openxmlformats.org/drawingml/2006/main">
            <a:srgbClr val="1485C7"/>
          </a:solidFill>
          <a:ln xmlns:a="http://schemas.openxmlformats.org/drawingml/2006/main" w="0">
            <a:noFill/>
            <a:prstDash val="solid"/>
          </a:ln>
        </p:spPr>
      </p:sp>
      <p:sp>
        <p:nvSpPr>
          <p:cNvPr id="132" name="pdf-path-135">
            <a:extLst xmlns:a="http://schemas.openxmlformats.org/drawingml/2006/main">
              <a:ext uri="{FF2B5EF4-FFF2-40B4-BE49-F238E27FC236}">
                <a16:creationId xmlns:a16="http://schemas.microsoft.com/office/drawing/2014/main" id="{035A9DDE-919F-472E-A75E-CAF85F5A2EBC}"/>
              </a:ext>
            </a:extLst>
          </p:cNvPr>
          <p:cNvSpPr>
            <a:spLocks xmlns:a="http://schemas.openxmlformats.org/drawingml/2006/main" noGrp="1"/>
          </p:cNvSpPr>
          <p:nvPr/>
        </p:nvSpPr>
        <p:spPr>
          <a:xfrm xmlns:a="http://schemas.openxmlformats.org/drawingml/2006/main">
            <a:off x="4764600" y="1520532"/>
            <a:ext cx="95" cy="44053"/>
          </a:xfrm>
          <a:custGeom xmlns:a="http://schemas.openxmlformats.org/drawingml/2006/main">
            <a:pathLst>
              <a:path w="95" h="44053">
                <a:moveTo>
                  <a:pt x="0" y="44053"/>
                </a:moveTo>
                <a:lnTo>
                  <a:pt x="0" y="0"/>
                </a:lnTo>
                <a:lnTo>
                  <a:pt x="0" y="44053"/>
                </a:lnTo>
              </a:path>
            </a:pathLst>
          </a:custGeom>
          <a:solidFill xmlns:a="http://schemas.openxmlformats.org/drawingml/2006/main">
            <a:srgbClr val="FFFFFF"/>
          </a:solidFill>
          <a:ln xmlns:a="http://schemas.openxmlformats.org/drawingml/2006/main" w="0">
            <a:noFill/>
            <a:prstDash val="solid"/>
          </a:ln>
        </p:spPr>
      </p:sp>
      <p:sp>
        <p:nvSpPr>
          <p:cNvPr id="133" name="pdf-path-136">
            <a:extLst xmlns:a="http://schemas.openxmlformats.org/drawingml/2006/main">
              <a:ext uri="{FF2B5EF4-FFF2-40B4-BE49-F238E27FC236}">
                <a16:creationId xmlns:a16="http://schemas.microsoft.com/office/drawing/2014/main" id="{612A7131-317F-4EFE-9BF6-58812075860F}"/>
              </a:ext>
            </a:extLst>
          </p:cNvPr>
          <p:cNvSpPr>
            <a:spLocks xmlns:a="http://schemas.openxmlformats.org/drawingml/2006/main" noGrp="1"/>
          </p:cNvSpPr>
          <p:nvPr/>
        </p:nvSpPr>
        <p:spPr>
          <a:xfrm xmlns:a="http://schemas.openxmlformats.org/drawingml/2006/main">
            <a:off x="4764600" y="1198337"/>
            <a:ext cx="95" cy="322196"/>
          </a:xfrm>
          <a:custGeom xmlns:a="http://schemas.openxmlformats.org/drawingml/2006/main">
            <a:pathLst>
              <a:path w="95" h="322196">
                <a:moveTo>
                  <a:pt x="0" y="322196"/>
                </a:moveTo>
                <a:lnTo>
                  <a:pt x="0" y="0"/>
                </a:lnTo>
                <a:lnTo>
                  <a:pt x="0" y="322196"/>
                </a:lnTo>
              </a:path>
            </a:pathLst>
          </a:custGeom>
          <a:solidFill xmlns:a="http://schemas.openxmlformats.org/drawingml/2006/main">
            <a:srgbClr val="FFFFFF"/>
          </a:solidFill>
          <a:ln xmlns:a="http://schemas.openxmlformats.org/drawingml/2006/main" w="0">
            <a:noFill/>
            <a:prstDash val="solid"/>
          </a:ln>
        </p:spPr>
      </p:sp>
      <p:sp>
        <p:nvSpPr>
          <p:cNvPr id="134" name="pdf-path-137">
            <a:extLst xmlns:a="http://schemas.openxmlformats.org/drawingml/2006/main">
              <a:ext uri="{FF2B5EF4-FFF2-40B4-BE49-F238E27FC236}">
                <a16:creationId xmlns:a16="http://schemas.microsoft.com/office/drawing/2014/main" id="{34B421A8-B618-4665-B60B-9B4080B9A49B}"/>
              </a:ext>
            </a:extLst>
          </p:cNvPr>
          <p:cNvSpPr>
            <a:spLocks xmlns:a="http://schemas.openxmlformats.org/drawingml/2006/main" noGrp="1"/>
          </p:cNvSpPr>
          <p:nvPr/>
        </p:nvSpPr>
        <p:spPr>
          <a:xfrm xmlns:a="http://schemas.openxmlformats.org/drawingml/2006/main">
            <a:off x="4764600" y="1175708"/>
            <a:ext cx="95" cy="22632"/>
          </a:xfrm>
          <a:custGeom xmlns:a="http://schemas.openxmlformats.org/drawingml/2006/main">
            <a:pathLst>
              <a:path w="95" h="22632">
                <a:moveTo>
                  <a:pt x="0" y="22632"/>
                </a:moveTo>
                <a:lnTo>
                  <a:pt x="0" y="0"/>
                </a:lnTo>
                <a:lnTo>
                  <a:pt x="0" y="22632"/>
                </a:lnTo>
              </a:path>
            </a:pathLst>
          </a:custGeom>
          <a:solidFill xmlns:a="http://schemas.openxmlformats.org/drawingml/2006/main">
            <a:srgbClr val="E6B8AF"/>
          </a:solidFill>
          <a:ln xmlns:a="http://schemas.openxmlformats.org/drawingml/2006/main" w="0">
            <a:noFill/>
            <a:prstDash val="solid"/>
          </a:ln>
        </p:spPr>
      </p:sp>
      <p:sp>
        <p:nvSpPr>
          <p:cNvPr id="135" name="pdf-path-138">
            <a:extLst xmlns:a="http://schemas.openxmlformats.org/drawingml/2006/main">
              <a:ext uri="{FF2B5EF4-FFF2-40B4-BE49-F238E27FC236}">
                <a16:creationId xmlns:a16="http://schemas.microsoft.com/office/drawing/2014/main" id="{088EB276-C201-4521-9E6B-EA4A67199DFB}"/>
              </a:ext>
            </a:extLst>
          </p:cNvPr>
          <p:cNvSpPr>
            <a:spLocks xmlns:a="http://schemas.openxmlformats.org/drawingml/2006/main" noGrp="1"/>
          </p:cNvSpPr>
          <p:nvPr/>
        </p:nvSpPr>
        <p:spPr>
          <a:xfrm xmlns:a="http://schemas.openxmlformats.org/drawingml/2006/main">
            <a:off x="4756034" y="1175706"/>
            <a:ext cx="17137" cy="388881"/>
          </a:xfrm>
          <a:custGeom xmlns:a="http://schemas.openxmlformats.org/drawingml/2006/main">
            <a:pathLst>
              <a:path w="17137" h="388881">
                <a:moveTo>
                  <a:pt x="0" y="320334"/>
                </a:moveTo>
                <a:lnTo>
                  <a:pt x="17137" y="320334"/>
                </a:lnTo>
                <a:lnTo>
                  <a:pt x="17137" y="388881"/>
                </a:lnTo>
                <a:lnTo>
                  <a:pt x="0" y="388881"/>
                </a:lnTo>
                <a:close/>
                <a:moveTo>
                  <a:pt x="0" y="200376"/>
                </a:moveTo>
                <a:lnTo>
                  <a:pt x="17137" y="200376"/>
                </a:lnTo>
                <a:lnTo>
                  <a:pt x="17137" y="268923"/>
                </a:lnTo>
                <a:lnTo>
                  <a:pt x="0" y="268923"/>
                </a:lnTo>
                <a:close/>
                <a:moveTo>
                  <a:pt x="0" y="80418"/>
                </a:moveTo>
                <a:lnTo>
                  <a:pt x="17137" y="80418"/>
                </a:lnTo>
                <a:lnTo>
                  <a:pt x="17137" y="148965"/>
                </a:lnTo>
                <a:lnTo>
                  <a:pt x="0" y="148965"/>
                </a:lnTo>
                <a:close/>
                <a:moveTo>
                  <a:pt x="0" y="0"/>
                </a:moveTo>
                <a:lnTo>
                  <a:pt x="17137" y="0"/>
                </a:lnTo>
                <a:lnTo>
                  <a:pt x="17137" y="29007"/>
                </a:lnTo>
                <a:lnTo>
                  <a:pt x="0" y="29007"/>
                </a:lnTo>
                <a:close/>
              </a:path>
            </a:pathLst>
          </a:custGeom>
          <a:solidFill xmlns:a="http://schemas.openxmlformats.org/drawingml/2006/main">
            <a:srgbClr val="E6B8AF"/>
          </a:solidFill>
          <a:ln xmlns:a="http://schemas.openxmlformats.org/drawingml/2006/main" w="0">
            <a:noFill/>
            <a:prstDash val="solid"/>
          </a:ln>
        </p:spPr>
      </p:sp>
      <p:sp>
        <p:nvSpPr>
          <p:cNvPr id="136" name="pdf-path-139">
            <a:extLst xmlns:a="http://schemas.openxmlformats.org/drawingml/2006/main">
              <a:ext uri="{FF2B5EF4-FFF2-40B4-BE49-F238E27FC236}">
                <a16:creationId xmlns:a16="http://schemas.microsoft.com/office/drawing/2014/main" id="{6D761DB5-8CAF-41BE-B34B-8721F93DE97C}"/>
              </a:ext>
            </a:extLst>
          </p:cNvPr>
          <p:cNvSpPr>
            <a:spLocks xmlns:a="http://schemas.openxmlformats.org/drawingml/2006/main" noGrp="1"/>
          </p:cNvSpPr>
          <p:nvPr/>
        </p:nvSpPr>
        <p:spPr>
          <a:xfrm xmlns:a="http://schemas.openxmlformats.org/drawingml/2006/main">
            <a:off x="5922191" y="1517120"/>
            <a:ext cx="95" cy="47309"/>
          </a:xfrm>
          <a:custGeom xmlns:a="http://schemas.openxmlformats.org/drawingml/2006/main">
            <a:pathLst>
              <a:path w="95" h="47309">
                <a:moveTo>
                  <a:pt x="0" y="47309"/>
                </a:moveTo>
                <a:lnTo>
                  <a:pt x="0" y="47309"/>
                </a:lnTo>
                <a:lnTo>
                  <a:pt x="0" y="0"/>
                </a:lnTo>
                <a:lnTo>
                  <a:pt x="0" y="47309"/>
                </a:lnTo>
              </a:path>
            </a:pathLst>
          </a:custGeom>
          <a:solidFill xmlns:a="http://schemas.openxmlformats.org/drawingml/2006/main">
            <a:srgbClr val="FFFFFF"/>
          </a:solidFill>
          <a:ln xmlns:a="http://schemas.openxmlformats.org/drawingml/2006/main" w="0">
            <a:noFill/>
            <a:prstDash val="solid"/>
          </a:ln>
        </p:spPr>
      </p:sp>
      <p:sp>
        <p:nvSpPr>
          <p:cNvPr id="137" name="pdf-path-140">
            <a:extLst xmlns:a="http://schemas.openxmlformats.org/drawingml/2006/main">
              <a:ext uri="{FF2B5EF4-FFF2-40B4-BE49-F238E27FC236}">
                <a16:creationId xmlns:a16="http://schemas.microsoft.com/office/drawing/2014/main" id="{19466CFD-BAF3-41C5-B686-A8D6CE206B77}"/>
              </a:ext>
            </a:extLst>
          </p:cNvPr>
          <p:cNvSpPr>
            <a:spLocks xmlns:a="http://schemas.openxmlformats.org/drawingml/2006/main" noGrp="1"/>
          </p:cNvSpPr>
          <p:nvPr/>
        </p:nvSpPr>
        <p:spPr>
          <a:xfrm xmlns:a="http://schemas.openxmlformats.org/drawingml/2006/main">
            <a:off x="5922191" y="1564425"/>
            <a:ext cx="95" cy="160"/>
          </a:xfrm>
          <a:custGeom xmlns:a="http://schemas.openxmlformats.org/drawingml/2006/main">
            <a:pathLst>
              <a:path w="95" h="160">
                <a:moveTo>
                  <a:pt x="0" y="160"/>
                </a:moveTo>
                <a:lnTo>
                  <a:pt x="0" y="0"/>
                </a:lnTo>
                <a:lnTo>
                  <a:pt x="0" y="160"/>
                </a:lnTo>
              </a:path>
            </a:pathLst>
          </a:custGeom>
          <a:solidFill xmlns:a="http://schemas.openxmlformats.org/drawingml/2006/main">
            <a:srgbClr val="FFFFFF"/>
          </a:solidFill>
          <a:ln xmlns:a="http://schemas.openxmlformats.org/drawingml/2006/main" w="0">
            <a:noFill/>
            <a:prstDash val="solid"/>
          </a:ln>
        </p:spPr>
      </p:sp>
      <p:sp>
        <p:nvSpPr>
          <p:cNvPr id="138" name="pdf-path-141">
            <a:extLst xmlns:a="http://schemas.openxmlformats.org/drawingml/2006/main">
              <a:ext uri="{FF2B5EF4-FFF2-40B4-BE49-F238E27FC236}">
                <a16:creationId xmlns:a16="http://schemas.microsoft.com/office/drawing/2014/main" id="{F676604A-520F-42B5-B2A7-AFFC43D47C40}"/>
              </a:ext>
            </a:extLst>
          </p:cNvPr>
          <p:cNvSpPr>
            <a:spLocks xmlns:a="http://schemas.openxmlformats.org/drawingml/2006/main" noGrp="1"/>
          </p:cNvSpPr>
          <p:nvPr/>
        </p:nvSpPr>
        <p:spPr>
          <a:xfrm xmlns:a="http://schemas.openxmlformats.org/drawingml/2006/main">
            <a:off x="5922191" y="1193602"/>
            <a:ext cx="95" cy="323521"/>
          </a:xfrm>
          <a:custGeom xmlns:a="http://schemas.openxmlformats.org/drawingml/2006/main">
            <a:pathLst>
              <a:path w="95" h="323521">
                <a:moveTo>
                  <a:pt x="0" y="323521"/>
                </a:moveTo>
                <a:lnTo>
                  <a:pt x="0" y="323521"/>
                </a:lnTo>
                <a:lnTo>
                  <a:pt x="0" y="0"/>
                </a:lnTo>
                <a:lnTo>
                  <a:pt x="0" y="323521"/>
                </a:lnTo>
              </a:path>
            </a:pathLst>
          </a:custGeom>
          <a:solidFill xmlns:a="http://schemas.openxmlformats.org/drawingml/2006/main">
            <a:srgbClr val="FFFFFF"/>
          </a:solidFill>
          <a:ln xmlns:a="http://schemas.openxmlformats.org/drawingml/2006/main" w="0">
            <a:noFill/>
            <a:prstDash val="solid"/>
          </a:ln>
        </p:spPr>
      </p:sp>
      <p:sp>
        <p:nvSpPr>
          <p:cNvPr id="139" name="pdf-path-142">
            <a:extLst xmlns:a="http://schemas.openxmlformats.org/drawingml/2006/main">
              <a:ext uri="{FF2B5EF4-FFF2-40B4-BE49-F238E27FC236}">
                <a16:creationId xmlns:a16="http://schemas.microsoft.com/office/drawing/2014/main" id="{A74E06AB-7A5D-46CF-8EF6-1A8F8AA8869E}"/>
              </a:ext>
            </a:extLst>
          </p:cNvPr>
          <p:cNvSpPr>
            <a:spLocks xmlns:a="http://schemas.openxmlformats.org/drawingml/2006/main" noGrp="1"/>
          </p:cNvSpPr>
          <p:nvPr/>
        </p:nvSpPr>
        <p:spPr>
          <a:xfrm xmlns:a="http://schemas.openxmlformats.org/drawingml/2006/main">
            <a:off x="5922191" y="1175708"/>
            <a:ext cx="95" cy="17891"/>
          </a:xfrm>
          <a:custGeom xmlns:a="http://schemas.openxmlformats.org/drawingml/2006/main">
            <a:pathLst>
              <a:path w="95" h="17891">
                <a:moveTo>
                  <a:pt x="0" y="17891"/>
                </a:moveTo>
                <a:lnTo>
                  <a:pt x="0" y="17891"/>
                </a:lnTo>
                <a:lnTo>
                  <a:pt x="0" y="0"/>
                </a:lnTo>
                <a:lnTo>
                  <a:pt x="0" y="17891"/>
                </a:lnTo>
              </a:path>
            </a:pathLst>
          </a:custGeom>
          <a:solidFill xmlns:a="http://schemas.openxmlformats.org/drawingml/2006/main">
            <a:srgbClr val="1485C7"/>
          </a:solidFill>
          <a:ln xmlns:a="http://schemas.openxmlformats.org/drawingml/2006/main" w="0">
            <a:noFill/>
            <a:prstDash val="solid"/>
          </a:ln>
        </p:spPr>
      </p:sp>
      <p:sp>
        <p:nvSpPr>
          <p:cNvPr id="140" name="pdf-path-143">
            <a:extLst xmlns:a="http://schemas.openxmlformats.org/drawingml/2006/main">
              <a:ext uri="{FF2B5EF4-FFF2-40B4-BE49-F238E27FC236}">
                <a16:creationId xmlns:a16="http://schemas.microsoft.com/office/drawing/2014/main" id="{A8507B92-B750-42F2-B616-8C7CBC7577B8}"/>
              </a:ext>
            </a:extLst>
          </p:cNvPr>
          <p:cNvSpPr>
            <a:spLocks xmlns:a="http://schemas.openxmlformats.org/drawingml/2006/main" noGrp="1"/>
          </p:cNvSpPr>
          <p:nvPr/>
        </p:nvSpPr>
        <p:spPr>
          <a:xfrm xmlns:a="http://schemas.openxmlformats.org/drawingml/2006/main">
            <a:off x="5913617" y="1175706"/>
            <a:ext cx="17137" cy="388881"/>
          </a:xfrm>
          <a:custGeom xmlns:a="http://schemas.openxmlformats.org/drawingml/2006/main">
            <a:pathLst>
              <a:path w="17137" h="388881">
                <a:moveTo>
                  <a:pt x="0" y="320334"/>
                </a:moveTo>
                <a:lnTo>
                  <a:pt x="17137" y="320334"/>
                </a:lnTo>
                <a:lnTo>
                  <a:pt x="17137" y="388881"/>
                </a:lnTo>
                <a:lnTo>
                  <a:pt x="0" y="388881"/>
                </a:lnTo>
                <a:close/>
                <a:moveTo>
                  <a:pt x="0" y="200376"/>
                </a:moveTo>
                <a:lnTo>
                  <a:pt x="17137" y="200376"/>
                </a:lnTo>
                <a:lnTo>
                  <a:pt x="17137" y="268923"/>
                </a:lnTo>
                <a:lnTo>
                  <a:pt x="0" y="268923"/>
                </a:lnTo>
                <a:close/>
                <a:moveTo>
                  <a:pt x="0" y="80418"/>
                </a:moveTo>
                <a:lnTo>
                  <a:pt x="17137" y="80418"/>
                </a:lnTo>
                <a:lnTo>
                  <a:pt x="17137" y="148965"/>
                </a:lnTo>
                <a:lnTo>
                  <a:pt x="0" y="148965"/>
                </a:lnTo>
                <a:close/>
                <a:moveTo>
                  <a:pt x="0" y="0"/>
                </a:moveTo>
                <a:lnTo>
                  <a:pt x="17137" y="0"/>
                </a:lnTo>
                <a:lnTo>
                  <a:pt x="17137" y="29007"/>
                </a:lnTo>
                <a:lnTo>
                  <a:pt x="0" y="29007"/>
                </a:lnTo>
                <a:close/>
              </a:path>
            </a:pathLst>
          </a:custGeom>
          <a:solidFill xmlns:a="http://schemas.openxmlformats.org/drawingml/2006/main">
            <a:srgbClr val="1B74BB"/>
          </a:solidFill>
          <a:ln xmlns:a="http://schemas.openxmlformats.org/drawingml/2006/main" w="0">
            <a:noFill/>
            <a:prstDash val="solid"/>
          </a:ln>
        </p:spPr>
      </p:sp>
      <p:sp>
        <p:nvSpPr>
          <p:cNvPr id="141" name="pdf-path-144">
            <a:extLst xmlns:a="http://schemas.openxmlformats.org/drawingml/2006/main">
              <a:ext uri="{FF2B5EF4-FFF2-40B4-BE49-F238E27FC236}">
                <a16:creationId xmlns:a16="http://schemas.microsoft.com/office/drawing/2014/main" id="{24A61072-A373-481E-A8FE-22428172E521}"/>
              </a:ext>
            </a:extLst>
          </p:cNvPr>
          <p:cNvSpPr>
            <a:spLocks xmlns:a="http://schemas.openxmlformats.org/drawingml/2006/main" noGrp="1"/>
          </p:cNvSpPr>
          <p:nvPr/>
        </p:nvSpPr>
        <p:spPr>
          <a:xfrm xmlns:a="http://schemas.openxmlformats.org/drawingml/2006/main">
            <a:off x="4027355" y="1728011"/>
            <a:ext cx="2640698" cy="173254"/>
          </a:xfrm>
          <a:custGeom xmlns:a="http://schemas.openxmlformats.org/drawingml/2006/main">
            <a:pathLst>
              <a:path w="2640698" h="173254">
                <a:moveTo>
                  <a:pt x="1320349" y="173254"/>
                </a:moveTo>
                <a:cubicBezTo>
                  <a:pt x="1320349" y="125419"/>
                  <a:pt x="1313883" y="86621"/>
                  <a:pt x="1305908" y="86621"/>
                </a:cubicBezTo>
                <a:lnTo>
                  <a:pt x="14441" y="86621"/>
                </a:lnTo>
                <a:cubicBezTo>
                  <a:pt x="6466" y="86621"/>
                  <a:pt x="0" y="47846"/>
                  <a:pt x="0" y="0"/>
                </a:cubicBezTo>
                <a:lnTo>
                  <a:pt x="2640698" y="0"/>
                </a:lnTo>
                <a:cubicBezTo>
                  <a:pt x="2640698" y="47846"/>
                  <a:pt x="2634232" y="86621"/>
                  <a:pt x="2626258" y="86621"/>
                </a:cubicBezTo>
                <a:lnTo>
                  <a:pt x="1334789" y="86621"/>
                </a:lnTo>
                <a:cubicBezTo>
                  <a:pt x="1326815" y="86621"/>
                  <a:pt x="1320349" y="125419"/>
                  <a:pt x="1320349" y="173254"/>
                </a:cubicBezTo>
              </a:path>
            </a:pathLst>
          </a:custGeom>
          <a:solidFill xmlns:a="http://schemas.openxmlformats.org/drawingml/2006/main">
            <a:srgbClr val="FFFFFF"/>
          </a:solidFill>
          <a:ln xmlns:a="http://schemas.openxmlformats.org/drawingml/2006/main" w="0">
            <a:noFill/>
            <a:prstDash val="solid"/>
          </a:ln>
        </p:spPr>
      </p:sp>
      <p:sp>
        <p:nvSpPr>
          <p:cNvPr id="142" name="pdf-path-145">
            <a:extLst xmlns:a="http://schemas.openxmlformats.org/drawingml/2006/main">
              <a:ext uri="{FF2B5EF4-FFF2-40B4-BE49-F238E27FC236}">
                <a16:creationId xmlns:a16="http://schemas.microsoft.com/office/drawing/2014/main" id="{A8D59FC9-FEC8-4793-B0FB-5E6F95B2B5E1}"/>
              </a:ext>
            </a:extLst>
          </p:cNvPr>
          <p:cNvSpPr>
            <a:spLocks xmlns:a="http://schemas.openxmlformats.org/drawingml/2006/main" noGrp="1"/>
          </p:cNvSpPr>
          <p:nvPr/>
        </p:nvSpPr>
        <p:spPr>
          <a:xfrm xmlns:a="http://schemas.openxmlformats.org/drawingml/2006/main">
            <a:off x="4018785" y="1728010"/>
            <a:ext cx="2657834" cy="181822"/>
          </a:xfrm>
          <a:custGeom xmlns:a="http://schemas.openxmlformats.org/drawingml/2006/main">
            <a:pathLst>
              <a:path w="2657834" h="181822">
                <a:moveTo>
                  <a:pt x="2640698" y="0"/>
                </a:moveTo>
                <a:cubicBezTo>
                  <a:pt x="2640698" y="23523"/>
                  <a:pt x="2639087" y="44842"/>
                  <a:pt x="2636585" y="59842"/>
                </a:cubicBezTo>
                <a:cubicBezTo>
                  <a:pt x="2635351" y="67314"/>
                  <a:pt x="2633843" y="73254"/>
                  <a:pt x="2632472" y="76670"/>
                </a:cubicBezTo>
                <a:cubicBezTo>
                  <a:pt x="2631833" y="78372"/>
                  <a:pt x="2631159" y="79401"/>
                  <a:pt x="2631090" y="79446"/>
                </a:cubicBezTo>
                <a:lnTo>
                  <a:pt x="2633306" y="81251"/>
                </a:lnTo>
                <a:lnTo>
                  <a:pt x="2631844" y="78852"/>
                </a:lnTo>
                <a:lnTo>
                  <a:pt x="2631090" y="79446"/>
                </a:lnTo>
                <a:lnTo>
                  <a:pt x="2633306" y="81251"/>
                </a:lnTo>
                <a:lnTo>
                  <a:pt x="2631844" y="78852"/>
                </a:lnTo>
                <a:lnTo>
                  <a:pt x="2634826" y="83753"/>
                </a:lnTo>
                <a:lnTo>
                  <a:pt x="2634826" y="78053"/>
                </a:lnTo>
                <a:cubicBezTo>
                  <a:pt x="2633569" y="78041"/>
                  <a:pt x="2632427" y="78487"/>
                  <a:pt x="2631844" y="78852"/>
                </a:cubicBezTo>
                <a:lnTo>
                  <a:pt x="2634826" y="83753"/>
                </a:lnTo>
                <a:lnTo>
                  <a:pt x="2634826" y="78053"/>
                </a:lnTo>
                <a:lnTo>
                  <a:pt x="1343358" y="78053"/>
                </a:lnTo>
                <a:cubicBezTo>
                  <a:pt x="1341096" y="78041"/>
                  <a:pt x="1338971" y="78784"/>
                  <a:pt x="1337417" y="79755"/>
                </a:cubicBezTo>
                <a:cubicBezTo>
                  <a:pt x="1334493" y="81617"/>
                  <a:pt x="1333041" y="83810"/>
                  <a:pt x="1331762" y="86015"/>
                </a:cubicBezTo>
                <a:cubicBezTo>
                  <a:pt x="1329603" y="89923"/>
                  <a:pt x="1328140" y="94504"/>
                  <a:pt x="1326769" y="100171"/>
                </a:cubicBezTo>
                <a:cubicBezTo>
                  <a:pt x="1322782" y="116999"/>
                  <a:pt x="1320372" y="143298"/>
                  <a:pt x="1320349" y="173254"/>
                </a:cubicBezTo>
                <a:cubicBezTo>
                  <a:pt x="1320349" y="175515"/>
                  <a:pt x="1321263" y="177721"/>
                  <a:pt x="1322862" y="179309"/>
                </a:cubicBezTo>
                <a:cubicBezTo>
                  <a:pt x="1324462" y="180908"/>
                  <a:pt x="1326666" y="181822"/>
                  <a:pt x="1328917" y="181822"/>
                </a:cubicBezTo>
                <a:cubicBezTo>
                  <a:pt x="1331179" y="181822"/>
                  <a:pt x="1333384" y="180908"/>
                  <a:pt x="1334984" y="179309"/>
                </a:cubicBezTo>
                <a:cubicBezTo>
                  <a:pt x="1336572" y="177721"/>
                  <a:pt x="1337486" y="175515"/>
                  <a:pt x="1337486" y="173254"/>
                </a:cubicBezTo>
                <a:cubicBezTo>
                  <a:pt x="1337486" y="148931"/>
                  <a:pt x="1335863" y="126938"/>
                  <a:pt x="1333144" y="110590"/>
                </a:cubicBezTo>
                <a:cubicBezTo>
                  <a:pt x="1331762" y="102387"/>
                  <a:pt x="1330162" y="95635"/>
                  <a:pt x="1328072" y="90288"/>
                </a:cubicBezTo>
                <a:cubicBezTo>
                  <a:pt x="1326998" y="87604"/>
                  <a:pt x="1325855" y="85239"/>
                  <a:pt x="1324039" y="82977"/>
                </a:cubicBezTo>
                <a:cubicBezTo>
                  <a:pt x="1323114" y="81846"/>
                  <a:pt x="1321994" y="80726"/>
                  <a:pt x="1320417" y="79755"/>
                </a:cubicBezTo>
                <a:cubicBezTo>
                  <a:pt x="1318863" y="78795"/>
                  <a:pt x="1316739" y="78041"/>
                  <a:pt x="1314488" y="78053"/>
                </a:cubicBezTo>
                <a:lnTo>
                  <a:pt x="23009" y="78053"/>
                </a:lnTo>
                <a:lnTo>
                  <a:pt x="23009" y="83753"/>
                </a:lnTo>
                <a:lnTo>
                  <a:pt x="25991" y="78852"/>
                </a:lnTo>
                <a:cubicBezTo>
                  <a:pt x="25408" y="78487"/>
                  <a:pt x="24265" y="78041"/>
                  <a:pt x="23009" y="78053"/>
                </a:cubicBezTo>
                <a:lnTo>
                  <a:pt x="23009" y="83753"/>
                </a:lnTo>
                <a:lnTo>
                  <a:pt x="25991" y="78852"/>
                </a:lnTo>
                <a:lnTo>
                  <a:pt x="24460" y="81377"/>
                </a:lnTo>
                <a:lnTo>
                  <a:pt x="26745" y="79446"/>
                </a:lnTo>
                <a:lnTo>
                  <a:pt x="25991" y="78852"/>
                </a:lnTo>
                <a:lnTo>
                  <a:pt x="24460" y="81377"/>
                </a:lnTo>
                <a:lnTo>
                  <a:pt x="26745" y="79446"/>
                </a:lnTo>
                <a:cubicBezTo>
                  <a:pt x="26608" y="79458"/>
                  <a:pt x="24997" y="76465"/>
                  <a:pt x="23832" y="71998"/>
                </a:cubicBezTo>
                <a:cubicBezTo>
                  <a:pt x="19993" y="58322"/>
                  <a:pt x="17102" y="30949"/>
                  <a:pt x="17136" y="0"/>
                </a:cubicBezTo>
                <a:lnTo>
                  <a:pt x="0" y="0"/>
                </a:lnTo>
                <a:cubicBezTo>
                  <a:pt x="11" y="24323"/>
                  <a:pt x="1633" y="46304"/>
                  <a:pt x="4352" y="62664"/>
                </a:cubicBezTo>
                <a:cubicBezTo>
                  <a:pt x="5723" y="70867"/>
                  <a:pt x="7323" y="77607"/>
                  <a:pt x="9414" y="82954"/>
                </a:cubicBezTo>
                <a:cubicBezTo>
                  <a:pt x="10499" y="85650"/>
                  <a:pt x="11642" y="88015"/>
                  <a:pt x="13458" y="90277"/>
                </a:cubicBezTo>
                <a:cubicBezTo>
                  <a:pt x="14383" y="91397"/>
                  <a:pt x="15503" y="92528"/>
                  <a:pt x="17080" y="93487"/>
                </a:cubicBezTo>
                <a:cubicBezTo>
                  <a:pt x="18622" y="94458"/>
                  <a:pt x="20747" y="95201"/>
                  <a:pt x="23009" y="95190"/>
                </a:cubicBezTo>
                <a:lnTo>
                  <a:pt x="1314488" y="95190"/>
                </a:lnTo>
                <a:lnTo>
                  <a:pt x="1314488" y="89489"/>
                </a:lnTo>
                <a:lnTo>
                  <a:pt x="1311495" y="94390"/>
                </a:lnTo>
                <a:cubicBezTo>
                  <a:pt x="1312077" y="94755"/>
                  <a:pt x="1313220" y="95201"/>
                  <a:pt x="1314488" y="95190"/>
                </a:cubicBezTo>
                <a:lnTo>
                  <a:pt x="1314488" y="89489"/>
                </a:lnTo>
                <a:lnTo>
                  <a:pt x="1311495" y="94390"/>
                </a:lnTo>
                <a:lnTo>
                  <a:pt x="1313037" y="91865"/>
                </a:lnTo>
                <a:lnTo>
                  <a:pt x="1310741" y="93784"/>
                </a:lnTo>
                <a:lnTo>
                  <a:pt x="1311495" y="94390"/>
                </a:lnTo>
                <a:lnTo>
                  <a:pt x="1313037" y="91865"/>
                </a:lnTo>
                <a:lnTo>
                  <a:pt x="1310741" y="93784"/>
                </a:lnTo>
                <a:cubicBezTo>
                  <a:pt x="1310878" y="93784"/>
                  <a:pt x="1312489" y="96778"/>
                  <a:pt x="1313654" y="101245"/>
                </a:cubicBezTo>
                <a:cubicBezTo>
                  <a:pt x="1317493" y="114931"/>
                  <a:pt x="1320383" y="142304"/>
                  <a:pt x="1320349" y="173254"/>
                </a:cubicBezTo>
                <a:cubicBezTo>
                  <a:pt x="1320349" y="175515"/>
                  <a:pt x="1321263" y="177721"/>
                  <a:pt x="1322862" y="179309"/>
                </a:cubicBezTo>
                <a:cubicBezTo>
                  <a:pt x="1324462" y="180908"/>
                  <a:pt x="1326666" y="181822"/>
                  <a:pt x="1328917" y="181822"/>
                </a:cubicBezTo>
                <a:cubicBezTo>
                  <a:pt x="1331179" y="181822"/>
                  <a:pt x="1333384" y="180908"/>
                  <a:pt x="1334984" y="179309"/>
                </a:cubicBezTo>
                <a:cubicBezTo>
                  <a:pt x="1336572" y="177721"/>
                  <a:pt x="1337486" y="175515"/>
                  <a:pt x="1337486" y="173254"/>
                </a:cubicBezTo>
                <a:cubicBezTo>
                  <a:pt x="1337486" y="149731"/>
                  <a:pt x="1339096" y="128412"/>
                  <a:pt x="1341598" y="113400"/>
                </a:cubicBezTo>
                <a:cubicBezTo>
                  <a:pt x="1342832" y="105928"/>
                  <a:pt x="1344340" y="99988"/>
                  <a:pt x="1345711" y="96572"/>
                </a:cubicBezTo>
                <a:cubicBezTo>
                  <a:pt x="1346351" y="94881"/>
                  <a:pt x="1347025" y="93842"/>
                  <a:pt x="1347094" y="93796"/>
                </a:cubicBezTo>
                <a:lnTo>
                  <a:pt x="1344877" y="91991"/>
                </a:lnTo>
                <a:lnTo>
                  <a:pt x="1346340" y="94390"/>
                </a:lnTo>
                <a:lnTo>
                  <a:pt x="1347094" y="93796"/>
                </a:lnTo>
                <a:lnTo>
                  <a:pt x="1344877" y="91991"/>
                </a:lnTo>
                <a:lnTo>
                  <a:pt x="1346340" y="94390"/>
                </a:lnTo>
                <a:lnTo>
                  <a:pt x="1343358" y="89489"/>
                </a:lnTo>
                <a:lnTo>
                  <a:pt x="1343358" y="95190"/>
                </a:lnTo>
                <a:cubicBezTo>
                  <a:pt x="1344615" y="95201"/>
                  <a:pt x="1345757" y="94755"/>
                  <a:pt x="1346340" y="94390"/>
                </a:cubicBezTo>
                <a:lnTo>
                  <a:pt x="1343358" y="89489"/>
                </a:lnTo>
                <a:lnTo>
                  <a:pt x="1343358" y="95190"/>
                </a:lnTo>
                <a:lnTo>
                  <a:pt x="2634826" y="95190"/>
                </a:lnTo>
                <a:cubicBezTo>
                  <a:pt x="2637088" y="95201"/>
                  <a:pt x="2639213" y="94458"/>
                  <a:pt x="2640767" y="93487"/>
                </a:cubicBezTo>
                <a:cubicBezTo>
                  <a:pt x="2643691" y="91625"/>
                  <a:pt x="2645142" y="89432"/>
                  <a:pt x="2646422" y="87227"/>
                </a:cubicBezTo>
                <a:cubicBezTo>
                  <a:pt x="2648581" y="83319"/>
                  <a:pt x="2650043" y="78738"/>
                  <a:pt x="2651414" y="73083"/>
                </a:cubicBezTo>
                <a:cubicBezTo>
                  <a:pt x="2655401" y="56254"/>
                  <a:pt x="2657812" y="29955"/>
                  <a:pt x="2657834" y="0"/>
                </a:cubicBezTo>
                <a:lnTo>
                  <a:pt x="2640698" y="0"/>
                </a:lnTo>
              </a:path>
            </a:pathLst>
          </a:custGeom>
          <a:solidFill xmlns:a="http://schemas.openxmlformats.org/drawingml/2006/main">
            <a:srgbClr val="666767"/>
          </a:solidFill>
          <a:ln xmlns:a="http://schemas.openxmlformats.org/drawingml/2006/main" w="0">
            <a:noFill/>
            <a:prstDash val="solid"/>
          </a:ln>
        </p:spPr>
      </p:sp>
      <p:sp>
        <p:nvSpPr>
          <p:cNvPr id="143" name="pdf-path-146">
            <a:extLst xmlns:a="http://schemas.openxmlformats.org/drawingml/2006/main">
              <a:ext uri="{FF2B5EF4-FFF2-40B4-BE49-F238E27FC236}">
                <a16:creationId xmlns:a16="http://schemas.microsoft.com/office/drawing/2014/main" id="{AA18A761-AAAA-4034-9C9D-3FC639567D02}"/>
              </a:ext>
            </a:extLst>
          </p:cNvPr>
          <p:cNvSpPr>
            <a:spLocks xmlns:a="http://schemas.openxmlformats.org/drawingml/2006/main" noGrp="1"/>
          </p:cNvSpPr>
          <p:nvPr/>
        </p:nvSpPr>
        <p:spPr>
          <a:xfrm xmlns:a="http://schemas.openxmlformats.org/drawingml/2006/main">
            <a:off x="7279299" y="1494291"/>
            <a:ext cx="526512" cy="329782"/>
          </a:xfrm>
          <a:custGeom xmlns:a="http://schemas.openxmlformats.org/drawingml/2006/main">
            <a:pathLst>
              <a:path w="526512" h="329782">
                <a:moveTo>
                  <a:pt x="0" y="329782"/>
                </a:moveTo>
                <a:lnTo>
                  <a:pt x="526512" y="329782"/>
                </a:lnTo>
                <a:lnTo>
                  <a:pt x="526512" y="0"/>
                </a:lnTo>
                <a:lnTo>
                  <a:pt x="0" y="0"/>
                </a:lnTo>
                <a:close/>
              </a:path>
            </a:pathLst>
          </a:custGeom>
          <a:solidFill xmlns:a="http://schemas.openxmlformats.org/drawingml/2006/main">
            <a:srgbClr val="FFFFFF"/>
          </a:solidFill>
          <a:ln xmlns:a="http://schemas.openxmlformats.org/drawingml/2006/main" w="0">
            <a:noFill/>
            <a:prstDash val="solid"/>
          </a:ln>
        </p:spPr>
      </p:sp>
      <p:sp>
        <p:nvSpPr>
          <p:cNvPr id="144" name="pdf-path-147">
            <a:extLst xmlns:a="http://schemas.openxmlformats.org/drawingml/2006/main">
              <a:ext uri="{FF2B5EF4-FFF2-40B4-BE49-F238E27FC236}">
                <a16:creationId xmlns:a16="http://schemas.microsoft.com/office/drawing/2014/main" id="{AF4822E8-70E1-4F8B-AEB6-0BA7068B15DE}"/>
              </a:ext>
            </a:extLst>
          </p:cNvPr>
          <p:cNvSpPr>
            <a:spLocks xmlns:a="http://schemas.openxmlformats.org/drawingml/2006/main" noGrp="1"/>
          </p:cNvSpPr>
          <p:nvPr/>
        </p:nvSpPr>
        <p:spPr>
          <a:xfrm xmlns:a="http://schemas.openxmlformats.org/drawingml/2006/main">
            <a:off x="6681736" y="2108328"/>
            <a:ext cx="224755" cy="34342"/>
          </a:xfrm>
          <a:custGeom xmlns:a="http://schemas.openxmlformats.org/drawingml/2006/main">
            <a:pathLst>
              <a:path w="224755" h="34342">
                <a:moveTo>
                  <a:pt x="0" y="0"/>
                </a:moveTo>
                <a:lnTo>
                  <a:pt x="34308" y="0"/>
                </a:lnTo>
                <a:lnTo>
                  <a:pt x="34308" y="34342"/>
                </a:lnTo>
                <a:lnTo>
                  <a:pt x="0" y="34342"/>
                </a:lnTo>
                <a:close/>
                <a:moveTo>
                  <a:pt x="95224" y="0"/>
                </a:moveTo>
                <a:lnTo>
                  <a:pt x="129532" y="0"/>
                </a:lnTo>
                <a:lnTo>
                  <a:pt x="129532" y="34342"/>
                </a:lnTo>
                <a:lnTo>
                  <a:pt x="95224" y="34342"/>
                </a:lnTo>
                <a:close/>
                <a:moveTo>
                  <a:pt x="190447" y="0"/>
                </a:moveTo>
                <a:lnTo>
                  <a:pt x="224755" y="0"/>
                </a:lnTo>
                <a:lnTo>
                  <a:pt x="224755" y="34342"/>
                </a:lnTo>
                <a:lnTo>
                  <a:pt x="190447" y="34342"/>
                </a:lnTo>
                <a:close/>
              </a:path>
            </a:pathLst>
          </a:custGeom>
          <a:solidFill xmlns:a="http://schemas.openxmlformats.org/drawingml/2006/main">
            <a:srgbClr val="030404"/>
          </a:solidFill>
          <a:ln xmlns:a="http://schemas.openxmlformats.org/drawingml/2006/main" w="0">
            <a:noFill/>
            <a:prstDash val="solid"/>
          </a:ln>
        </p:spPr>
      </p:sp>
      <p:sp>
        <p:nvSpPr>
          <p:cNvPr id="145" name="pdf-path-148">
            <a:extLst xmlns:a="http://schemas.openxmlformats.org/drawingml/2006/main">
              <a:ext uri="{FF2B5EF4-FFF2-40B4-BE49-F238E27FC236}">
                <a16:creationId xmlns:a16="http://schemas.microsoft.com/office/drawing/2014/main" id="{077C4226-8068-45F1-9B3F-99FD12F2755C}"/>
              </a:ext>
            </a:extLst>
          </p:cNvPr>
          <p:cNvSpPr>
            <a:spLocks xmlns:a="http://schemas.openxmlformats.org/drawingml/2006/main" noGrp="1"/>
          </p:cNvSpPr>
          <p:nvPr/>
        </p:nvSpPr>
        <p:spPr>
          <a:xfrm xmlns:a="http://schemas.openxmlformats.org/drawingml/2006/main">
            <a:off x="6812405" y="981908"/>
            <a:ext cx="203220" cy="258801"/>
          </a:xfrm>
          <a:custGeom xmlns:a="http://schemas.openxmlformats.org/drawingml/2006/main">
            <a:pathLst>
              <a:path w="203220" h="258801">
                <a:moveTo>
                  <a:pt x="203220" y="258801"/>
                </a:moveTo>
                <a:lnTo>
                  <a:pt x="0" y="258801"/>
                </a:lnTo>
                <a:lnTo>
                  <a:pt x="0" y="60859"/>
                </a:lnTo>
                <a:lnTo>
                  <a:pt x="80406" y="60859"/>
                </a:lnTo>
                <a:lnTo>
                  <a:pt x="0" y="60859"/>
                </a:lnTo>
                <a:lnTo>
                  <a:pt x="0" y="0"/>
                </a:lnTo>
                <a:lnTo>
                  <a:pt x="203220" y="0"/>
                </a:lnTo>
                <a:lnTo>
                  <a:pt x="203220" y="258801"/>
                </a:lnTo>
              </a:path>
            </a:pathLst>
          </a:custGeom>
          <a:solidFill xmlns:a="http://schemas.openxmlformats.org/drawingml/2006/main">
            <a:srgbClr val="FFFFFF"/>
          </a:solidFill>
          <a:ln xmlns:a="http://schemas.openxmlformats.org/drawingml/2006/main" w="0">
            <a:noFill/>
            <a:prstDash val="solid"/>
          </a:ln>
        </p:spPr>
      </p:sp>
      <p:sp>
        <p:nvSpPr>
          <p:cNvPr id="146" name="pdf-path-149">
            <a:extLst xmlns:a="http://schemas.openxmlformats.org/drawingml/2006/main">
              <a:ext uri="{FF2B5EF4-FFF2-40B4-BE49-F238E27FC236}">
                <a16:creationId xmlns:a16="http://schemas.microsoft.com/office/drawing/2014/main" id="{785E1B50-42E3-400E-AE75-1CBC0FEEFF72}"/>
              </a:ext>
            </a:extLst>
          </p:cNvPr>
          <p:cNvSpPr>
            <a:spLocks xmlns:a="http://schemas.openxmlformats.org/drawingml/2006/main" noGrp="1"/>
          </p:cNvSpPr>
          <p:nvPr/>
        </p:nvSpPr>
        <p:spPr>
          <a:xfrm xmlns:a="http://schemas.openxmlformats.org/drawingml/2006/main">
            <a:off x="6789994" y="1042769"/>
            <a:ext cx="22415" cy="95"/>
          </a:xfrm>
          <a:custGeom xmlns:a="http://schemas.openxmlformats.org/drawingml/2006/main">
            <a:pathLst>
              <a:path w="22415" h="95">
                <a:moveTo>
                  <a:pt x="22415" y="0"/>
                </a:moveTo>
                <a:lnTo>
                  <a:pt x="0" y="0"/>
                </a:lnTo>
                <a:lnTo>
                  <a:pt x="22415" y="0"/>
                </a:lnTo>
              </a:path>
            </a:pathLst>
          </a:custGeom>
          <a:solidFill xmlns:a="http://schemas.openxmlformats.org/drawingml/2006/main">
            <a:srgbClr val="FFFFFF"/>
          </a:solidFill>
          <a:ln xmlns:a="http://schemas.openxmlformats.org/drawingml/2006/main" w="0">
            <a:noFill/>
            <a:prstDash val="solid"/>
          </a:ln>
        </p:spPr>
      </p:sp>
      <p:sp>
        <p:nvSpPr>
          <p:cNvPr id="147" name="pdf-path-150">
            <a:extLst xmlns:a="http://schemas.openxmlformats.org/drawingml/2006/main">
              <a:ext uri="{FF2B5EF4-FFF2-40B4-BE49-F238E27FC236}">
                <a16:creationId xmlns:a16="http://schemas.microsoft.com/office/drawing/2014/main" id="{0F8D35BF-ECEE-48A2-BD75-FCF9E16BF832}"/>
              </a:ext>
            </a:extLst>
          </p:cNvPr>
          <p:cNvSpPr>
            <a:spLocks xmlns:a="http://schemas.openxmlformats.org/drawingml/2006/main" noGrp="1"/>
          </p:cNvSpPr>
          <p:nvPr/>
        </p:nvSpPr>
        <p:spPr>
          <a:xfrm xmlns:a="http://schemas.openxmlformats.org/drawingml/2006/main">
            <a:off x="6812405" y="1042769"/>
            <a:ext cx="80406" cy="95"/>
          </a:xfrm>
          <a:custGeom xmlns:a="http://schemas.openxmlformats.org/drawingml/2006/main">
            <a:pathLst>
              <a:path w="80406" h="95">
                <a:moveTo>
                  <a:pt x="80406" y="0"/>
                </a:moveTo>
                <a:lnTo>
                  <a:pt x="0" y="0"/>
                </a:lnTo>
                <a:lnTo>
                  <a:pt x="80406" y="0"/>
                </a:lnTo>
              </a:path>
            </a:pathLst>
          </a:custGeom>
          <a:solidFill xmlns:a="http://schemas.openxmlformats.org/drawingml/2006/main">
            <a:srgbClr val="FFFFFF"/>
          </a:solidFill>
          <a:ln xmlns:a="http://schemas.openxmlformats.org/drawingml/2006/main" w="0">
            <a:noFill/>
            <a:prstDash val="solid"/>
          </a:ln>
        </p:spPr>
      </p:sp>
      <p:sp>
        <p:nvSpPr>
          <p:cNvPr id="148" name="pdf-path-151">
            <a:extLst xmlns:a="http://schemas.openxmlformats.org/drawingml/2006/main">
              <a:ext uri="{FF2B5EF4-FFF2-40B4-BE49-F238E27FC236}">
                <a16:creationId xmlns:a16="http://schemas.microsoft.com/office/drawing/2014/main" id="{BF9CA8BE-BB54-41C3-9637-A21072B825DE}"/>
              </a:ext>
            </a:extLst>
          </p:cNvPr>
          <p:cNvSpPr>
            <a:spLocks xmlns:a="http://schemas.openxmlformats.org/drawingml/2006/main" noGrp="1"/>
          </p:cNvSpPr>
          <p:nvPr/>
        </p:nvSpPr>
        <p:spPr>
          <a:xfrm xmlns:a="http://schemas.openxmlformats.org/drawingml/2006/main">
            <a:off x="3908571" y="1034201"/>
            <a:ext cx="2881425" cy="17137"/>
          </a:xfrm>
          <a:custGeom xmlns:a="http://schemas.openxmlformats.org/drawingml/2006/main">
            <a:pathLst>
              <a:path w="2881425" h="17137">
                <a:moveTo>
                  <a:pt x="0" y="17137"/>
                </a:moveTo>
                <a:lnTo>
                  <a:pt x="2881425" y="17137"/>
                </a:lnTo>
                <a:lnTo>
                  <a:pt x="2881425" y="0"/>
                </a:lnTo>
                <a:lnTo>
                  <a:pt x="0" y="0"/>
                </a:lnTo>
                <a:close/>
              </a:path>
            </a:pathLst>
          </a:custGeom>
          <a:solidFill xmlns:a="http://schemas.openxmlformats.org/drawingml/2006/main">
            <a:srgbClr val="595A5A"/>
          </a:solidFill>
          <a:ln xmlns:a="http://schemas.openxmlformats.org/drawingml/2006/main" w="0">
            <a:noFill/>
            <a:prstDash val="solid"/>
          </a:ln>
        </p:spPr>
      </p:sp>
      <p:sp>
        <p:nvSpPr>
          <p:cNvPr id="149" name="pdf-path-152">
            <a:extLst xmlns:a="http://schemas.openxmlformats.org/drawingml/2006/main">
              <a:ext uri="{FF2B5EF4-FFF2-40B4-BE49-F238E27FC236}">
                <a16:creationId xmlns:a16="http://schemas.microsoft.com/office/drawing/2014/main" id="{C35EA4F5-407A-4A98-B7A4-A3ECFDCCB2F1}"/>
              </a:ext>
            </a:extLst>
          </p:cNvPr>
          <p:cNvSpPr>
            <a:spLocks xmlns:a="http://schemas.openxmlformats.org/drawingml/2006/main" noGrp="1"/>
          </p:cNvSpPr>
          <p:nvPr/>
        </p:nvSpPr>
        <p:spPr>
          <a:xfrm xmlns:a="http://schemas.openxmlformats.org/drawingml/2006/main">
            <a:off x="6789990" y="1014466"/>
            <a:ext cx="77767" cy="56609"/>
          </a:xfrm>
          <a:custGeom xmlns:a="http://schemas.openxmlformats.org/drawingml/2006/main">
            <a:pathLst>
              <a:path w="77767" h="56609">
                <a:moveTo>
                  <a:pt x="0" y="56609"/>
                </a:moveTo>
                <a:lnTo>
                  <a:pt x="77767"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150" name="pdf-path-153">
            <a:extLst xmlns:a="http://schemas.openxmlformats.org/drawingml/2006/main">
              <a:ext uri="{FF2B5EF4-FFF2-40B4-BE49-F238E27FC236}">
                <a16:creationId xmlns:a16="http://schemas.microsoft.com/office/drawing/2014/main" id="{74839E7B-6089-4C01-B532-DDDAF3DE9635}"/>
              </a:ext>
            </a:extLst>
          </p:cNvPr>
          <p:cNvSpPr>
            <a:spLocks xmlns:a="http://schemas.openxmlformats.org/drawingml/2006/main" noGrp="1"/>
          </p:cNvSpPr>
          <p:nvPr/>
        </p:nvSpPr>
        <p:spPr>
          <a:xfrm xmlns:a="http://schemas.openxmlformats.org/drawingml/2006/main">
            <a:off x="6781422" y="1002231"/>
            <a:ext cx="111390" cy="81080"/>
          </a:xfrm>
          <a:custGeom xmlns:a="http://schemas.openxmlformats.org/drawingml/2006/main">
            <a:pathLst>
              <a:path w="111390" h="81080">
                <a:moveTo>
                  <a:pt x="8569" y="68844"/>
                </a:moveTo>
                <a:lnTo>
                  <a:pt x="11493" y="76899"/>
                </a:lnTo>
                <a:lnTo>
                  <a:pt x="111390" y="40534"/>
                </a:lnTo>
                <a:lnTo>
                  <a:pt x="0" y="0"/>
                </a:lnTo>
                <a:lnTo>
                  <a:pt x="0" y="81080"/>
                </a:lnTo>
                <a:lnTo>
                  <a:pt x="11493" y="76899"/>
                </a:lnTo>
                <a:lnTo>
                  <a:pt x="8569" y="68844"/>
                </a:lnTo>
                <a:lnTo>
                  <a:pt x="17137" y="68844"/>
                </a:lnTo>
                <a:lnTo>
                  <a:pt x="17137" y="24471"/>
                </a:lnTo>
                <a:lnTo>
                  <a:pt x="61282" y="40534"/>
                </a:lnTo>
                <a:lnTo>
                  <a:pt x="5633" y="60790"/>
                </a:lnTo>
                <a:lnTo>
                  <a:pt x="8569" y="68844"/>
                </a:lnTo>
                <a:lnTo>
                  <a:pt x="17137" y="68844"/>
                </a:lnTo>
                <a:lnTo>
                  <a:pt x="8569" y="68844"/>
                </a:lnTo>
              </a:path>
            </a:pathLst>
          </a:custGeom>
          <a:solidFill xmlns:a="http://schemas.openxmlformats.org/drawingml/2006/main">
            <a:srgbClr val="595A5A"/>
          </a:solidFill>
          <a:ln xmlns:a="http://schemas.openxmlformats.org/drawingml/2006/main" w="0">
            <a:noFill/>
            <a:prstDash val="solid"/>
          </a:ln>
        </p:spPr>
      </p:sp>
      <p:sp>
        <p:nvSpPr>
          <p:cNvPr id="151" name="pdf-path-154">
            <a:extLst xmlns:a="http://schemas.openxmlformats.org/drawingml/2006/main">
              <a:ext uri="{FF2B5EF4-FFF2-40B4-BE49-F238E27FC236}">
                <a16:creationId xmlns:a16="http://schemas.microsoft.com/office/drawing/2014/main" id="{FCB05028-7BB3-4FC4-AB62-34ABA01A21E1}"/>
              </a:ext>
            </a:extLst>
          </p:cNvPr>
          <p:cNvSpPr>
            <a:spLocks xmlns:a="http://schemas.openxmlformats.org/drawingml/2006/main" noGrp="1"/>
          </p:cNvSpPr>
          <p:nvPr/>
        </p:nvSpPr>
        <p:spPr>
          <a:xfrm xmlns:a="http://schemas.openxmlformats.org/drawingml/2006/main">
            <a:off x="4720436" y="1009467"/>
            <a:ext cx="47092" cy="24734"/>
          </a:xfrm>
          <a:custGeom xmlns:a="http://schemas.openxmlformats.org/drawingml/2006/main">
            <a:pathLst>
              <a:path w="47092" h="24734">
                <a:moveTo>
                  <a:pt x="47092" y="24734"/>
                </a:moveTo>
                <a:lnTo>
                  <a:pt x="41448" y="24734"/>
                </a:lnTo>
                <a:lnTo>
                  <a:pt x="0" y="11619"/>
                </a:lnTo>
                <a:lnTo>
                  <a:pt x="36730" y="0"/>
                </a:lnTo>
                <a:cubicBezTo>
                  <a:pt x="40603" y="9985"/>
                  <a:pt x="43962" y="18416"/>
                  <a:pt x="47092" y="24734"/>
                </a:cubicBezTo>
              </a:path>
            </a:pathLst>
          </a:custGeom>
          <a:solidFill xmlns:a="http://schemas.openxmlformats.org/drawingml/2006/main">
            <a:srgbClr val="FFFFFF"/>
          </a:solidFill>
          <a:ln xmlns:a="http://schemas.openxmlformats.org/drawingml/2006/main" w="0">
            <a:noFill/>
            <a:prstDash val="solid"/>
          </a:ln>
        </p:spPr>
      </p:sp>
      <p:sp>
        <p:nvSpPr>
          <p:cNvPr id="152" name="pdf-path-155">
            <a:extLst xmlns:a="http://schemas.openxmlformats.org/drawingml/2006/main">
              <a:ext uri="{FF2B5EF4-FFF2-40B4-BE49-F238E27FC236}">
                <a16:creationId xmlns:a16="http://schemas.microsoft.com/office/drawing/2014/main" id="{18173848-C7E0-4E5A-A888-0ABBD7E42D5F}"/>
              </a:ext>
            </a:extLst>
          </p:cNvPr>
          <p:cNvSpPr>
            <a:spLocks xmlns:a="http://schemas.openxmlformats.org/drawingml/2006/main" noGrp="1"/>
          </p:cNvSpPr>
          <p:nvPr/>
        </p:nvSpPr>
        <p:spPr>
          <a:xfrm xmlns:a="http://schemas.openxmlformats.org/drawingml/2006/main">
            <a:off x="4761887" y="1034207"/>
            <a:ext cx="6729" cy="2125"/>
          </a:xfrm>
          <a:custGeom xmlns:a="http://schemas.openxmlformats.org/drawingml/2006/main">
            <a:pathLst>
              <a:path w="6729" h="2125">
                <a:moveTo>
                  <a:pt x="6729" y="2125"/>
                </a:moveTo>
                <a:lnTo>
                  <a:pt x="0" y="0"/>
                </a:lnTo>
                <a:lnTo>
                  <a:pt x="5644" y="0"/>
                </a:lnTo>
                <a:cubicBezTo>
                  <a:pt x="5895" y="503"/>
                  <a:pt x="6147" y="1005"/>
                  <a:pt x="6398" y="1485"/>
                </a:cubicBezTo>
                <a:cubicBezTo>
                  <a:pt x="6512" y="1702"/>
                  <a:pt x="6615" y="1919"/>
                  <a:pt x="6729" y="2125"/>
                </a:cubicBezTo>
              </a:path>
            </a:pathLst>
          </a:custGeom>
          <a:solidFill xmlns:a="http://schemas.openxmlformats.org/drawingml/2006/main">
            <a:srgbClr val="595A5A"/>
          </a:solidFill>
          <a:ln xmlns:a="http://schemas.openxmlformats.org/drawingml/2006/main" w="0">
            <a:noFill/>
            <a:prstDash val="solid"/>
          </a:ln>
        </p:spPr>
      </p:sp>
      <p:sp>
        <p:nvSpPr>
          <p:cNvPr id="153" name="pdf-path-156">
            <a:extLst xmlns:a="http://schemas.openxmlformats.org/drawingml/2006/main">
              <a:ext uri="{FF2B5EF4-FFF2-40B4-BE49-F238E27FC236}">
                <a16:creationId xmlns:a16="http://schemas.microsoft.com/office/drawing/2014/main" id="{DE3CE77A-7568-4A01-AD93-2B284AC202AA}"/>
              </a:ext>
            </a:extLst>
          </p:cNvPr>
          <p:cNvSpPr>
            <a:spLocks xmlns:a="http://schemas.openxmlformats.org/drawingml/2006/main" noGrp="1"/>
          </p:cNvSpPr>
          <p:nvPr/>
        </p:nvSpPr>
        <p:spPr>
          <a:xfrm xmlns:a="http://schemas.openxmlformats.org/drawingml/2006/main">
            <a:off x="3946610" y="773908"/>
            <a:ext cx="763858" cy="230377"/>
          </a:xfrm>
          <a:custGeom xmlns:a="http://schemas.openxmlformats.org/drawingml/2006/main">
            <a:pathLst>
              <a:path w="763858" h="230377">
                <a:moveTo>
                  <a:pt x="720742" y="230377"/>
                </a:moveTo>
                <a:lnTo>
                  <a:pt x="0" y="2297"/>
                </a:lnTo>
                <a:cubicBezTo>
                  <a:pt x="67474" y="2194"/>
                  <a:pt x="188894" y="0"/>
                  <a:pt x="308429" y="0"/>
                </a:cubicBezTo>
                <a:lnTo>
                  <a:pt x="309629" y="0"/>
                </a:lnTo>
                <a:cubicBezTo>
                  <a:pt x="427838" y="0"/>
                  <a:pt x="544289" y="2228"/>
                  <a:pt x="603160" y="10602"/>
                </a:cubicBezTo>
                <a:cubicBezTo>
                  <a:pt x="635274" y="15149"/>
                  <a:pt x="657930" y="21079"/>
                  <a:pt x="674221" y="27819"/>
                </a:cubicBezTo>
                <a:cubicBezTo>
                  <a:pt x="698646" y="38067"/>
                  <a:pt x="708780" y="49309"/>
                  <a:pt x="717520" y="62789"/>
                </a:cubicBezTo>
                <a:cubicBezTo>
                  <a:pt x="726191" y="76248"/>
                  <a:pt x="732795" y="92859"/>
                  <a:pt x="747875" y="110065"/>
                </a:cubicBezTo>
                <a:cubicBezTo>
                  <a:pt x="753439" y="116359"/>
                  <a:pt x="758774" y="123820"/>
                  <a:pt x="763858" y="132000"/>
                </a:cubicBezTo>
                <a:cubicBezTo>
                  <a:pt x="754364" y="148645"/>
                  <a:pt x="746139" y="166833"/>
                  <a:pt x="738884" y="184233"/>
                </a:cubicBezTo>
                <a:cubicBezTo>
                  <a:pt x="732623" y="199302"/>
                  <a:pt x="727151" y="213765"/>
                  <a:pt x="722433" y="225990"/>
                </a:cubicBezTo>
                <a:cubicBezTo>
                  <a:pt x="721861" y="227486"/>
                  <a:pt x="721302" y="228949"/>
                  <a:pt x="720742" y="230377"/>
                </a:cubicBezTo>
              </a:path>
            </a:pathLst>
          </a:custGeom>
          <a:solidFill xmlns:a="http://schemas.openxmlformats.org/drawingml/2006/main">
            <a:srgbClr val="FFFFFF"/>
          </a:solidFill>
          <a:ln xmlns:a="http://schemas.openxmlformats.org/drawingml/2006/main" w="0">
            <a:noFill/>
            <a:prstDash val="solid"/>
          </a:ln>
        </p:spPr>
      </p:sp>
      <p:sp>
        <p:nvSpPr>
          <p:cNvPr id="154" name="pdf-path-157">
            <a:extLst xmlns:a="http://schemas.openxmlformats.org/drawingml/2006/main">
              <a:ext uri="{FF2B5EF4-FFF2-40B4-BE49-F238E27FC236}">
                <a16:creationId xmlns:a16="http://schemas.microsoft.com/office/drawing/2014/main" id="{2422E5EB-6819-45F1-A47F-01B18F9A271D}"/>
              </a:ext>
            </a:extLst>
          </p:cNvPr>
          <p:cNvSpPr>
            <a:spLocks xmlns:a="http://schemas.openxmlformats.org/drawingml/2006/main" noGrp="1"/>
          </p:cNvSpPr>
          <p:nvPr/>
        </p:nvSpPr>
        <p:spPr>
          <a:xfrm xmlns:a="http://schemas.openxmlformats.org/drawingml/2006/main">
            <a:off x="3919025" y="756770"/>
            <a:ext cx="872620" cy="294606"/>
          </a:xfrm>
          <a:custGeom xmlns:a="http://schemas.openxmlformats.org/drawingml/2006/main">
            <a:pathLst>
              <a:path w="872620" h="294606">
                <a:moveTo>
                  <a:pt x="0" y="19308"/>
                </a:moveTo>
                <a:cubicBezTo>
                  <a:pt x="6592" y="19399"/>
                  <a:pt x="14281" y="19433"/>
                  <a:pt x="22941" y="19433"/>
                </a:cubicBezTo>
                <a:cubicBezTo>
                  <a:pt x="89386" y="19433"/>
                  <a:pt x="213696" y="17137"/>
                  <a:pt x="336008" y="17137"/>
                </a:cubicBezTo>
                <a:cubicBezTo>
                  <a:pt x="454629" y="17126"/>
                  <a:pt x="571674" y="19342"/>
                  <a:pt x="630751" y="27750"/>
                </a:cubicBezTo>
                <a:cubicBezTo>
                  <a:pt x="662865" y="32297"/>
                  <a:pt x="685520" y="38227"/>
                  <a:pt x="701800" y="44967"/>
                </a:cubicBezTo>
                <a:cubicBezTo>
                  <a:pt x="726237" y="55204"/>
                  <a:pt x="736370" y="66457"/>
                  <a:pt x="745110" y="79938"/>
                </a:cubicBezTo>
                <a:cubicBezTo>
                  <a:pt x="753782" y="93385"/>
                  <a:pt x="760385" y="109996"/>
                  <a:pt x="775454" y="127201"/>
                </a:cubicBezTo>
                <a:cubicBezTo>
                  <a:pt x="793014" y="147080"/>
                  <a:pt x="808322" y="178452"/>
                  <a:pt x="820547" y="207950"/>
                </a:cubicBezTo>
                <a:cubicBezTo>
                  <a:pt x="826671" y="222711"/>
                  <a:pt x="832086" y="237003"/>
                  <a:pt x="836827" y="249296"/>
                </a:cubicBezTo>
                <a:cubicBezTo>
                  <a:pt x="841579" y="261611"/>
                  <a:pt x="845567" y="271791"/>
                  <a:pt x="849257" y="278920"/>
                </a:cubicBezTo>
                <a:cubicBezTo>
                  <a:pt x="851473" y="283181"/>
                  <a:pt x="853096" y="286071"/>
                  <a:pt x="854455" y="288196"/>
                </a:cubicBezTo>
                <a:cubicBezTo>
                  <a:pt x="855141" y="289270"/>
                  <a:pt x="855734" y="290127"/>
                  <a:pt x="856569" y="291087"/>
                </a:cubicBezTo>
                <a:lnTo>
                  <a:pt x="858385" y="292766"/>
                </a:lnTo>
                <a:cubicBezTo>
                  <a:pt x="859276" y="293349"/>
                  <a:pt x="860659" y="294457"/>
                  <a:pt x="863755" y="294560"/>
                </a:cubicBezTo>
                <a:cubicBezTo>
                  <a:pt x="865617" y="294606"/>
                  <a:pt x="867982" y="293771"/>
                  <a:pt x="869432" y="292469"/>
                </a:cubicBezTo>
                <a:cubicBezTo>
                  <a:pt x="871638" y="290493"/>
                  <a:pt x="872060" y="288699"/>
                  <a:pt x="872346" y="287659"/>
                </a:cubicBezTo>
                <a:cubicBezTo>
                  <a:pt x="872597" y="286563"/>
                  <a:pt x="872609" y="285866"/>
                  <a:pt x="872620" y="285283"/>
                </a:cubicBezTo>
                <a:cubicBezTo>
                  <a:pt x="872574" y="283295"/>
                  <a:pt x="872289" y="282198"/>
                  <a:pt x="872015" y="280839"/>
                </a:cubicBezTo>
                <a:cubicBezTo>
                  <a:pt x="871581" y="278897"/>
                  <a:pt x="871021" y="276897"/>
                  <a:pt x="870552" y="275309"/>
                </a:cubicBezTo>
                <a:lnTo>
                  <a:pt x="870004" y="273390"/>
                </a:lnTo>
                <a:lnTo>
                  <a:pt x="869890" y="272990"/>
                </a:lnTo>
                <a:lnTo>
                  <a:pt x="865880" y="274018"/>
                </a:lnTo>
                <a:lnTo>
                  <a:pt x="869936" y="273173"/>
                </a:lnTo>
                <a:lnTo>
                  <a:pt x="869890" y="272990"/>
                </a:lnTo>
                <a:lnTo>
                  <a:pt x="865880" y="274018"/>
                </a:lnTo>
                <a:lnTo>
                  <a:pt x="869936" y="273173"/>
                </a:lnTo>
                <a:lnTo>
                  <a:pt x="862064" y="274807"/>
                </a:lnTo>
                <a:lnTo>
                  <a:pt x="870095" y="274807"/>
                </a:lnTo>
                <a:cubicBezTo>
                  <a:pt x="870061" y="273447"/>
                  <a:pt x="869958" y="273413"/>
                  <a:pt x="869936" y="273173"/>
                </a:cubicBezTo>
                <a:lnTo>
                  <a:pt x="862064" y="274807"/>
                </a:lnTo>
                <a:lnTo>
                  <a:pt x="870095" y="274807"/>
                </a:lnTo>
                <a:lnTo>
                  <a:pt x="861573" y="274807"/>
                </a:lnTo>
                <a:lnTo>
                  <a:pt x="869627" y="277571"/>
                </a:lnTo>
                <a:cubicBezTo>
                  <a:pt x="870141" y="275983"/>
                  <a:pt x="870061" y="275332"/>
                  <a:pt x="870095" y="274807"/>
                </a:cubicBezTo>
                <a:lnTo>
                  <a:pt x="861573" y="274807"/>
                </a:lnTo>
                <a:lnTo>
                  <a:pt x="869627" y="277571"/>
                </a:lnTo>
                <a:lnTo>
                  <a:pt x="861538" y="274795"/>
                </a:lnTo>
                <a:lnTo>
                  <a:pt x="867582" y="280850"/>
                </a:lnTo>
                <a:cubicBezTo>
                  <a:pt x="868896" y="279502"/>
                  <a:pt x="869341" y="278360"/>
                  <a:pt x="869627" y="277571"/>
                </a:cubicBezTo>
                <a:lnTo>
                  <a:pt x="861538" y="274795"/>
                </a:lnTo>
                <a:lnTo>
                  <a:pt x="867582" y="280850"/>
                </a:lnTo>
                <a:lnTo>
                  <a:pt x="861538" y="274784"/>
                </a:lnTo>
                <a:lnTo>
                  <a:pt x="861538" y="283352"/>
                </a:lnTo>
                <a:cubicBezTo>
                  <a:pt x="863778" y="283421"/>
                  <a:pt x="866337" y="282210"/>
                  <a:pt x="867582" y="280850"/>
                </a:cubicBezTo>
                <a:lnTo>
                  <a:pt x="861538" y="274784"/>
                </a:lnTo>
                <a:lnTo>
                  <a:pt x="861538" y="283352"/>
                </a:lnTo>
                <a:lnTo>
                  <a:pt x="861538" y="274795"/>
                </a:lnTo>
                <a:lnTo>
                  <a:pt x="856203" y="281479"/>
                </a:lnTo>
                <a:cubicBezTo>
                  <a:pt x="856991" y="282061"/>
                  <a:pt x="858488" y="283261"/>
                  <a:pt x="861538" y="283352"/>
                </a:cubicBezTo>
                <a:lnTo>
                  <a:pt x="861538" y="274795"/>
                </a:lnTo>
                <a:lnTo>
                  <a:pt x="856203" y="281479"/>
                </a:lnTo>
                <a:lnTo>
                  <a:pt x="861492" y="274852"/>
                </a:lnTo>
                <a:lnTo>
                  <a:pt x="854512" y="279685"/>
                </a:lnTo>
                <a:cubicBezTo>
                  <a:pt x="854775" y="280016"/>
                  <a:pt x="855015" y="280496"/>
                  <a:pt x="856203" y="281479"/>
                </a:cubicBezTo>
                <a:lnTo>
                  <a:pt x="861492" y="274852"/>
                </a:lnTo>
                <a:lnTo>
                  <a:pt x="854512" y="279685"/>
                </a:lnTo>
                <a:lnTo>
                  <a:pt x="861196" y="275047"/>
                </a:lnTo>
                <a:lnTo>
                  <a:pt x="854124" y="279057"/>
                </a:lnTo>
                <a:lnTo>
                  <a:pt x="854512" y="279685"/>
                </a:lnTo>
                <a:lnTo>
                  <a:pt x="861196" y="275047"/>
                </a:lnTo>
                <a:lnTo>
                  <a:pt x="854124" y="279057"/>
                </a:lnTo>
                <a:lnTo>
                  <a:pt x="854112" y="279034"/>
                </a:lnTo>
                <a:lnTo>
                  <a:pt x="859173" y="276189"/>
                </a:lnTo>
                <a:lnTo>
                  <a:pt x="853347" y="276920"/>
                </a:lnTo>
                <a:cubicBezTo>
                  <a:pt x="853404" y="277057"/>
                  <a:pt x="853301" y="277469"/>
                  <a:pt x="854112" y="279034"/>
                </a:cubicBezTo>
                <a:lnTo>
                  <a:pt x="859173" y="276189"/>
                </a:lnTo>
                <a:lnTo>
                  <a:pt x="853347" y="276920"/>
                </a:lnTo>
                <a:lnTo>
                  <a:pt x="853998" y="276840"/>
                </a:lnTo>
                <a:lnTo>
                  <a:pt x="853347" y="276897"/>
                </a:lnTo>
                <a:lnTo>
                  <a:pt x="853347" y="276920"/>
                </a:lnTo>
                <a:lnTo>
                  <a:pt x="853998" y="276840"/>
                </a:lnTo>
                <a:lnTo>
                  <a:pt x="853347" y="276897"/>
                </a:lnTo>
                <a:lnTo>
                  <a:pt x="853358" y="277343"/>
                </a:lnTo>
                <a:cubicBezTo>
                  <a:pt x="853358" y="278017"/>
                  <a:pt x="853290" y="279114"/>
                  <a:pt x="853210" y="280153"/>
                </a:cubicBezTo>
                <a:cubicBezTo>
                  <a:pt x="853130" y="281273"/>
                  <a:pt x="853027" y="282027"/>
                  <a:pt x="853004" y="283352"/>
                </a:cubicBezTo>
                <a:lnTo>
                  <a:pt x="870141" y="283352"/>
                </a:lnTo>
                <a:lnTo>
                  <a:pt x="867319" y="283352"/>
                </a:lnTo>
                <a:lnTo>
                  <a:pt x="870141" y="283455"/>
                </a:lnTo>
                <a:lnTo>
                  <a:pt x="870141" y="283352"/>
                </a:lnTo>
                <a:lnTo>
                  <a:pt x="867319" y="283352"/>
                </a:lnTo>
                <a:lnTo>
                  <a:pt x="870141" y="283455"/>
                </a:lnTo>
                <a:cubicBezTo>
                  <a:pt x="870141" y="283387"/>
                  <a:pt x="870221" y="282370"/>
                  <a:pt x="870312" y="281273"/>
                </a:cubicBezTo>
                <a:cubicBezTo>
                  <a:pt x="870393" y="280131"/>
                  <a:pt x="870495" y="278794"/>
                  <a:pt x="870495" y="277343"/>
                </a:cubicBezTo>
                <a:lnTo>
                  <a:pt x="870347" y="274784"/>
                </a:lnTo>
                <a:cubicBezTo>
                  <a:pt x="870175" y="273778"/>
                  <a:pt x="870118" y="272659"/>
                  <a:pt x="869044" y="270625"/>
                </a:cubicBezTo>
                <a:lnTo>
                  <a:pt x="869021" y="270602"/>
                </a:lnTo>
                <a:lnTo>
                  <a:pt x="868301" y="269506"/>
                </a:lnTo>
                <a:lnTo>
                  <a:pt x="866885" y="268089"/>
                </a:lnTo>
                <a:cubicBezTo>
                  <a:pt x="866085" y="267495"/>
                  <a:pt x="864589" y="266295"/>
                  <a:pt x="861538" y="266215"/>
                </a:cubicBezTo>
                <a:cubicBezTo>
                  <a:pt x="859288" y="266135"/>
                  <a:pt x="856729" y="267358"/>
                  <a:pt x="855483" y="268717"/>
                </a:cubicBezTo>
                <a:cubicBezTo>
                  <a:pt x="853553" y="270774"/>
                  <a:pt x="853381" y="272190"/>
                  <a:pt x="853141" y="273036"/>
                </a:cubicBezTo>
                <a:lnTo>
                  <a:pt x="852959" y="274807"/>
                </a:lnTo>
                <a:lnTo>
                  <a:pt x="853084" y="276326"/>
                </a:lnTo>
                <a:lnTo>
                  <a:pt x="853427" y="277743"/>
                </a:lnTo>
                <a:cubicBezTo>
                  <a:pt x="853758" y="278942"/>
                  <a:pt x="854318" y="280770"/>
                  <a:pt x="854798" y="282575"/>
                </a:cubicBezTo>
                <a:lnTo>
                  <a:pt x="855369" y="284917"/>
                </a:lnTo>
                <a:lnTo>
                  <a:pt x="855483" y="285557"/>
                </a:lnTo>
                <a:lnTo>
                  <a:pt x="855483" y="285603"/>
                </a:lnTo>
                <a:lnTo>
                  <a:pt x="859173" y="285283"/>
                </a:lnTo>
                <a:lnTo>
                  <a:pt x="855472" y="285283"/>
                </a:lnTo>
                <a:lnTo>
                  <a:pt x="855483" y="285603"/>
                </a:lnTo>
                <a:lnTo>
                  <a:pt x="859173" y="285283"/>
                </a:lnTo>
                <a:lnTo>
                  <a:pt x="855472" y="285283"/>
                </a:lnTo>
                <a:lnTo>
                  <a:pt x="862658" y="285283"/>
                </a:lnTo>
                <a:lnTo>
                  <a:pt x="855997" y="282678"/>
                </a:lnTo>
                <a:cubicBezTo>
                  <a:pt x="855392" y="284346"/>
                  <a:pt x="855518" y="284929"/>
                  <a:pt x="855472" y="285283"/>
                </a:cubicBezTo>
                <a:lnTo>
                  <a:pt x="862658" y="285283"/>
                </a:lnTo>
                <a:lnTo>
                  <a:pt x="855997" y="282678"/>
                </a:lnTo>
                <a:lnTo>
                  <a:pt x="863663" y="285672"/>
                </a:lnTo>
                <a:lnTo>
                  <a:pt x="858339" y="279399"/>
                </a:lnTo>
                <a:cubicBezTo>
                  <a:pt x="856934" y="280622"/>
                  <a:pt x="856329" y="281856"/>
                  <a:pt x="855997" y="282678"/>
                </a:cubicBezTo>
                <a:lnTo>
                  <a:pt x="863663" y="285672"/>
                </a:lnTo>
                <a:lnTo>
                  <a:pt x="858339" y="279399"/>
                </a:lnTo>
                <a:lnTo>
                  <a:pt x="863755" y="285786"/>
                </a:lnTo>
                <a:lnTo>
                  <a:pt x="863755" y="277412"/>
                </a:lnTo>
                <a:cubicBezTo>
                  <a:pt x="861995" y="277366"/>
                  <a:pt x="859710" y="278166"/>
                  <a:pt x="858339" y="279399"/>
                </a:cubicBezTo>
                <a:lnTo>
                  <a:pt x="863755" y="285786"/>
                </a:lnTo>
                <a:lnTo>
                  <a:pt x="863755" y="277412"/>
                </a:lnTo>
                <a:lnTo>
                  <a:pt x="863755" y="285420"/>
                </a:lnTo>
                <a:lnTo>
                  <a:pt x="868496" y="278931"/>
                </a:lnTo>
                <a:cubicBezTo>
                  <a:pt x="867844" y="278531"/>
                  <a:pt x="866679" y="277514"/>
                  <a:pt x="863755" y="277412"/>
                </a:cubicBezTo>
                <a:lnTo>
                  <a:pt x="863755" y="285420"/>
                </a:lnTo>
                <a:lnTo>
                  <a:pt x="868496" y="278931"/>
                </a:lnTo>
                <a:lnTo>
                  <a:pt x="865000" y="283729"/>
                </a:lnTo>
                <a:lnTo>
                  <a:pt x="869387" y="279708"/>
                </a:lnTo>
                <a:lnTo>
                  <a:pt x="868496" y="278931"/>
                </a:lnTo>
                <a:lnTo>
                  <a:pt x="865000" y="283729"/>
                </a:lnTo>
                <a:lnTo>
                  <a:pt x="869387" y="279708"/>
                </a:lnTo>
                <a:lnTo>
                  <a:pt x="867582" y="281353"/>
                </a:lnTo>
                <a:lnTo>
                  <a:pt x="869467" y="279799"/>
                </a:lnTo>
                <a:lnTo>
                  <a:pt x="869387" y="279708"/>
                </a:lnTo>
                <a:lnTo>
                  <a:pt x="867582" y="281353"/>
                </a:lnTo>
                <a:lnTo>
                  <a:pt x="869467" y="279799"/>
                </a:lnTo>
                <a:lnTo>
                  <a:pt x="869056" y="279228"/>
                </a:lnTo>
                <a:cubicBezTo>
                  <a:pt x="868267" y="278029"/>
                  <a:pt x="866702" y="275321"/>
                  <a:pt x="864463" y="271014"/>
                </a:cubicBezTo>
                <a:cubicBezTo>
                  <a:pt x="861515" y="265370"/>
                  <a:pt x="857494" y="255316"/>
                  <a:pt x="852810" y="243126"/>
                </a:cubicBezTo>
                <a:cubicBezTo>
                  <a:pt x="845738" y="224801"/>
                  <a:pt x="836976" y="201438"/>
                  <a:pt x="826362" y="178486"/>
                </a:cubicBezTo>
                <a:cubicBezTo>
                  <a:pt x="815714" y="155523"/>
                  <a:pt x="803307" y="132948"/>
                  <a:pt x="788330" y="115891"/>
                </a:cubicBezTo>
                <a:cubicBezTo>
                  <a:pt x="779635" y="106009"/>
                  <a:pt x="774095" y="96161"/>
                  <a:pt x="768462" y="86027"/>
                </a:cubicBezTo>
                <a:cubicBezTo>
                  <a:pt x="760100" y="70935"/>
                  <a:pt x="751246" y="54735"/>
                  <a:pt x="731584" y="41426"/>
                </a:cubicBezTo>
                <a:cubicBezTo>
                  <a:pt x="711968" y="28116"/>
                  <a:pt x="682664" y="17822"/>
                  <a:pt x="633150" y="10785"/>
                </a:cubicBezTo>
                <a:cubicBezTo>
                  <a:pt x="571845" y="2125"/>
                  <a:pt x="455006" y="23"/>
                  <a:pt x="336008" y="0"/>
                </a:cubicBezTo>
                <a:cubicBezTo>
                  <a:pt x="213514" y="0"/>
                  <a:pt x="89078" y="2297"/>
                  <a:pt x="22941" y="2297"/>
                </a:cubicBezTo>
                <a:cubicBezTo>
                  <a:pt x="14326" y="2297"/>
                  <a:pt x="6706" y="2262"/>
                  <a:pt x="228" y="2171"/>
                </a:cubicBezTo>
                <a:lnTo>
                  <a:pt x="0" y="19308"/>
                </a:lnTo>
              </a:path>
            </a:pathLst>
          </a:custGeom>
          <a:solidFill xmlns:a="http://schemas.openxmlformats.org/drawingml/2006/main">
            <a:srgbClr val="E6B8AF"/>
          </a:solidFill>
          <a:ln xmlns:a="http://schemas.openxmlformats.org/drawingml/2006/main" w="0">
            <a:noFill/>
            <a:prstDash val="solid"/>
          </a:ln>
        </p:spPr>
      </p:sp>
      <p:sp>
        <p:nvSpPr>
          <p:cNvPr id="155" name="pdf-path-158">
            <a:extLst xmlns:a="http://schemas.openxmlformats.org/drawingml/2006/main">
              <a:ext uri="{FF2B5EF4-FFF2-40B4-BE49-F238E27FC236}">
                <a16:creationId xmlns:a16="http://schemas.microsoft.com/office/drawing/2014/main" id="{6ED7EE26-E7F3-4326-887B-9AD0E81FCC1C}"/>
              </a:ext>
            </a:extLst>
          </p:cNvPr>
          <p:cNvSpPr>
            <a:spLocks xmlns:a="http://schemas.openxmlformats.org/drawingml/2006/main" noGrp="1"/>
          </p:cNvSpPr>
          <p:nvPr/>
        </p:nvSpPr>
        <p:spPr>
          <a:xfrm xmlns:a="http://schemas.openxmlformats.org/drawingml/2006/main">
            <a:off x="4673355" y="1009467"/>
            <a:ext cx="47092" cy="24734"/>
          </a:xfrm>
          <a:custGeom xmlns:a="http://schemas.openxmlformats.org/drawingml/2006/main">
            <a:pathLst>
              <a:path w="47092" h="24734">
                <a:moveTo>
                  <a:pt x="5644" y="24734"/>
                </a:moveTo>
                <a:lnTo>
                  <a:pt x="0" y="24734"/>
                </a:lnTo>
                <a:cubicBezTo>
                  <a:pt x="3131" y="18416"/>
                  <a:pt x="6489" y="9985"/>
                  <a:pt x="10374" y="0"/>
                </a:cubicBezTo>
                <a:lnTo>
                  <a:pt x="47092" y="11619"/>
                </a:lnTo>
                <a:lnTo>
                  <a:pt x="5644" y="24734"/>
                </a:lnTo>
              </a:path>
            </a:pathLst>
          </a:custGeom>
          <a:solidFill xmlns:a="http://schemas.openxmlformats.org/drawingml/2006/main">
            <a:srgbClr val="FFFFFF"/>
          </a:solidFill>
          <a:ln xmlns:a="http://schemas.openxmlformats.org/drawingml/2006/main" w="0">
            <a:noFill/>
            <a:prstDash val="solid"/>
          </a:ln>
        </p:spPr>
      </p:sp>
      <p:sp>
        <p:nvSpPr>
          <p:cNvPr id="156" name="pdf-path-159">
            <a:extLst xmlns:a="http://schemas.openxmlformats.org/drawingml/2006/main">
              <a:ext uri="{FF2B5EF4-FFF2-40B4-BE49-F238E27FC236}">
                <a16:creationId xmlns:a16="http://schemas.microsoft.com/office/drawing/2014/main" id="{6BA1F6D6-A037-4FE8-8B8C-95E7C52113F5}"/>
              </a:ext>
            </a:extLst>
          </p:cNvPr>
          <p:cNvSpPr>
            <a:spLocks xmlns:a="http://schemas.openxmlformats.org/drawingml/2006/main" noGrp="1"/>
          </p:cNvSpPr>
          <p:nvPr/>
        </p:nvSpPr>
        <p:spPr>
          <a:xfrm xmlns:a="http://schemas.openxmlformats.org/drawingml/2006/main">
            <a:off x="4672261" y="1034201"/>
            <a:ext cx="6740" cy="2136"/>
          </a:xfrm>
          <a:custGeom xmlns:a="http://schemas.openxmlformats.org/drawingml/2006/main">
            <a:pathLst>
              <a:path w="6740" h="2136">
                <a:moveTo>
                  <a:pt x="0" y="2136"/>
                </a:moveTo>
                <a:cubicBezTo>
                  <a:pt x="114" y="1919"/>
                  <a:pt x="228" y="1702"/>
                  <a:pt x="343" y="1485"/>
                </a:cubicBezTo>
                <a:cubicBezTo>
                  <a:pt x="594" y="1005"/>
                  <a:pt x="834" y="514"/>
                  <a:pt x="1085" y="0"/>
                </a:cubicBezTo>
                <a:lnTo>
                  <a:pt x="6740" y="0"/>
                </a:lnTo>
                <a:lnTo>
                  <a:pt x="0" y="2136"/>
                </a:lnTo>
              </a:path>
            </a:pathLst>
          </a:custGeom>
          <a:solidFill xmlns:a="http://schemas.openxmlformats.org/drawingml/2006/main">
            <a:srgbClr val="595A5A"/>
          </a:solidFill>
          <a:ln xmlns:a="http://schemas.openxmlformats.org/drawingml/2006/main" w="0">
            <a:noFill/>
            <a:prstDash val="solid"/>
          </a:ln>
        </p:spPr>
      </p:sp>
      <p:sp>
        <p:nvSpPr>
          <p:cNvPr id="157" name="pdf-path-160">
            <a:extLst xmlns:a="http://schemas.openxmlformats.org/drawingml/2006/main">
              <a:ext uri="{FF2B5EF4-FFF2-40B4-BE49-F238E27FC236}">
                <a16:creationId xmlns:a16="http://schemas.microsoft.com/office/drawing/2014/main" id="{82B07ACB-0B92-48F4-9619-D5B6D3ABF4F4}"/>
              </a:ext>
            </a:extLst>
          </p:cNvPr>
          <p:cNvSpPr>
            <a:spLocks xmlns:a="http://schemas.openxmlformats.org/drawingml/2006/main" noGrp="1"/>
          </p:cNvSpPr>
          <p:nvPr/>
        </p:nvSpPr>
        <p:spPr>
          <a:xfrm xmlns:a="http://schemas.openxmlformats.org/drawingml/2006/main">
            <a:off x="4730414" y="774045"/>
            <a:ext cx="587863" cy="230239"/>
          </a:xfrm>
          <a:custGeom xmlns:a="http://schemas.openxmlformats.org/drawingml/2006/main">
            <a:pathLst>
              <a:path w="587863" h="230239">
                <a:moveTo>
                  <a:pt x="43116" y="230239"/>
                </a:moveTo>
                <a:cubicBezTo>
                  <a:pt x="42556" y="228811"/>
                  <a:pt x="41997" y="227349"/>
                  <a:pt x="41425" y="225852"/>
                </a:cubicBezTo>
                <a:cubicBezTo>
                  <a:pt x="34354" y="207516"/>
                  <a:pt x="25580" y="184153"/>
                  <a:pt x="14966" y="161201"/>
                </a:cubicBezTo>
                <a:cubicBezTo>
                  <a:pt x="10339" y="151216"/>
                  <a:pt x="5370" y="141288"/>
                  <a:pt x="0" y="131862"/>
                </a:cubicBezTo>
                <a:cubicBezTo>
                  <a:pt x="5095" y="123682"/>
                  <a:pt x="10442" y="116222"/>
                  <a:pt x="15995" y="109927"/>
                </a:cubicBezTo>
                <a:cubicBezTo>
                  <a:pt x="26048" y="98491"/>
                  <a:pt x="32320" y="87204"/>
                  <a:pt x="37964" y="77059"/>
                </a:cubicBezTo>
                <a:cubicBezTo>
                  <a:pt x="46509" y="61716"/>
                  <a:pt x="53296" y="49388"/>
                  <a:pt x="69495" y="38307"/>
                </a:cubicBezTo>
                <a:cubicBezTo>
                  <a:pt x="85730" y="27236"/>
                  <a:pt x="112486" y="17285"/>
                  <a:pt x="160698" y="10465"/>
                </a:cubicBezTo>
                <a:cubicBezTo>
                  <a:pt x="211366" y="3268"/>
                  <a:pt x="304693" y="606"/>
                  <a:pt x="405058" y="0"/>
                </a:cubicBezTo>
                <a:lnTo>
                  <a:pt x="587863" y="57854"/>
                </a:lnTo>
                <a:lnTo>
                  <a:pt x="43116" y="230239"/>
                </a:lnTo>
              </a:path>
            </a:pathLst>
          </a:custGeom>
          <a:solidFill xmlns:a="http://schemas.openxmlformats.org/drawingml/2006/main">
            <a:srgbClr val="FFFFFF"/>
          </a:solidFill>
          <a:ln xmlns:a="http://schemas.openxmlformats.org/drawingml/2006/main" w="0">
            <a:noFill/>
            <a:prstDash val="solid"/>
          </a:ln>
        </p:spPr>
      </p:sp>
      <p:sp>
        <p:nvSpPr>
          <p:cNvPr id="158" name="pdf-path-161">
            <a:extLst xmlns:a="http://schemas.openxmlformats.org/drawingml/2006/main">
              <a:ext uri="{FF2B5EF4-FFF2-40B4-BE49-F238E27FC236}">
                <a16:creationId xmlns:a16="http://schemas.microsoft.com/office/drawing/2014/main" id="{1204C075-F3EA-4114-A204-CA33E60B6D8C}"/>
              </a:ext>
            </a:extLst>
          </p:cNvPr>
          <p:cNvSpPr>
            <a:spLocks xmlns:a="http://schemas.openxmlformats.org/drawingml/2006/main" noGrp="1"/>
          </p:cNvSpPr>
          <p:nvPr/>
        </p:nvSpPr>
        <p:spPr>
          <a:xfrm xmlns:a="http://schemas.openxmlformats.org/drawingml/2006/main">
            <a:off x="4683722" y="923384"/>
            <a:ext cx="73437" cy="97703"/>
          </a:xfrm>
          <a:custGeom xmlns:a="http://schemas.openxmlformats.org/drawingml/2006/main">
            <a:pathLst>
              <a:path w="73437" h="97703">
                <a:moveTo>
                  <a:pt x="36719" y="97703"/>
                </a:moveTo>
                <a:lnTo>
                  <a:pt x="0" y="86084"/>
                </a:lnTo>
                <a:cubicBezTo>
                  <a:pt x="434" y="84965"/>
                  <a:pt x="868" y="83834"/>
                  <a:pt x="1314" y="82680"/>
                </a:cubicBezTo>
                <a:cubicBezTo>
                  <a:pt x="8420" y="64252"/>
                  <a:pt x="17057" y="41266"/>
                  <a:pt x="27328" y="19068"/>
                </a:cubicBezTo>
                <a:cubicBezTo>
                  <a:pt x="30321" y="12590"/>
                  <a:pt x="33451" y="6192"/>
                  <a:pt x="36719" y="0"/>
                </a:cubicBezTo>
                <a:cubicBezTo>
                  <a:pt x="43711" y="13275"/>
                  <a:pt x="50120" y="27510"/>
                  <a:pt x="55843" y="41334"/>
                </a:cubicBezTo>
                <a:cubicBezTo>
                  <a:pt x="61967" y="56083"/>
                  <a:pt x="67382" y="70387"/>
                  <a:pt x="72123" y="82680"/>
                </a:cubicBezTo>
                <a:cubicBezTo>
                  <a:pt x="72569" y="83834"/>
                  <a:pt x="73003" y="84965"/>
                  <a:pt x="73437" y="86084"/>
                </a:cubicBezTo>
                <a:lnTo>
                  <a:pt x="36719" y="97703"/>
                </a:lnTo>
              </a:path>
            </a:pathLst>
          </a:custGeom>
          <a:solidFill xmlns:a="http://schemas.openxmlformats.org/drawingml/2006/main">
            <a:srgbClr val="FFFFFF"/>
          </a:solidFill>
          <a:ln xmlns:a="http://schemas.openxmlformats.org/drawingml/2006/main" w="0">
            <a:noFill/>
            <a:prstDash val="solid"/>
          </a:ln>
        </p:spPr>
      </p:sp>
      <p:sp>
        <p:nvSpPr>
          <p:cNvPr id="159" name="pdf-path-162">
            <a:extLst xmlns:a="http://schemas.openxmlformats.org/drawingml/2006/main">
              <a:ext uri="{FF2B5EF4-FFF2-40B4-BE49-F238E27FC236}">
                <a16:creationId xmlns:a16="http://schemas.microsoft.com/office/drawing/2014/main" id="{58AC1D48-6CBB-4E5E-8156-FD4FAB8396E3}"/>
              </a:ext>
            </a:extLst>
          </p:cNvPr>
          <p:cNvSpPr>
            <a:spLocks xmlns:a="http://schemas.openxmlformats.org/drawingml/2006/main" noGrp="1"/>
          </p:cNvSpPr>
          <p:nvPr/>
        </p:nvSpPr>
        <p:spPr>
          <a:xfrm xmlns:a="http://schemas.openxmlformats.org/drawingml/2006/main">
            <a:off x="4720445" y="905915"/>
            <a:ext cx="53090" cy="103552"/>
          </a:xfrm>
          <a:custGeom xmlns:a="http://schemas.openxmlformats.org/drawingml/2006/main">
            <a:pathLst>
              <a:path w="53090" h="103552">
                <a:moveTo>
                  <a:pt x="36719" y="103552"/>
                </a:moveTo>
                <a:cubicBezTo>
                  <a:pt x="36284" y="102433"/>
                  <a:pt x="35850" y="101302"/>
                  <a:pt x="35405" y="100148"/>
                </a:cubicBezTo>
                <a:cubicBezTo>
                  <a:pt x="30664" y="87855"/>
                  <a:pt x="25248" y="73563"/>
                  <a:pt x="19125" y="58802"/>
                </a:cubicBezTo>
                <a:cubicBezTo>
                  <a:pt x="13401" y="44979"/>
                  <a:pt x="6992" y="30744"/>
                  <a:pt x="0" y="17480"/>
                </a:cubicBezTo>
                <a:cubicBezTo>
                  <a:pt x="3199" y="11402"/>
                  <a:pt x="6523" y="5530"/>
                  <a:pt x="9974" y="0"/>
                </a:cubicBezTo>
                <a:cubicBezTo>
                  <a:pt x="15343" y="9425"/>
                  <a:pt x="20302" y="19342"/>
                  <a:pt x="24940" y="29338"/>
                </a:cubicBezTo>
                <a:cubicBezTo>
                  <a:pt x="35553" y="52290"/>
                  <a:pt x="44316" y="75654"/>
                  <a:pt x="51388" y="93979"/>
                </a:cubicBezTo>
                <a:cubicBezTo>
                  <a:pt x="51971" y="95475"/>
                  <a:pt x="52530" y="96949"/>
                  <a:pt x="53090" y="98377"/>
                </a:cubicBezTo>
                <a:lnTo>
                  <a:pt x="36719" y="103552"/>
                </a:lnTo>
              </a:path>
            </a:pathLst>
          </a:custGeom>
          <a:solidFill xmlns:a="http://schemas.openxmlformats.org/drawingml/2006/main">
            <a:srgbClr val="E6B8AF"/>
          </a:solidFill>
          <a:ln xmlns:a="http://schemas.openxmlformats.org/drawingml/2006/main" w="0">
            <a:noFill/>
            <a:prstDash val="solid"/>
          </a:ln>
        </p:spPr>
      </p:sp>
      <p:sp>
        <p:nvSpPr>
          <p:cNvPr id="160" name="pdf-path-163">
            <a:extLst xmlns:a="http://schemas.openxmlformats.org/drawingml/2006/main">
              <a:ext uri="{FF2B5EF4-FFF2-40B4-BE49-F238E27FC236}">
                <a16:creationId xmlns:a16="http://schemas.microsoft.com/office/drawing/2014/main" id="{BB54EFC6-CE81-4E27-9978-6800BBD4FA6E}"/>
              </a:ext>
            </a:extLst>
          </p:cNvPr>
          <p:cNvSpPr>
            <a:spLocks xmlns:a="http://schemas.openxmlformats.org/drawingml/2006/main" noGrp="1"/>
          </p:cNvSpPr>
          <p:nvPr/>
        </p:nvSpPr>
        <p:spPr>
          <a:xfrm xmlns:a="http://schemas.openxmlformats.org/drawingml/2006/main">
            <a:off x="4649203" y="756770"/>
            <a:ext cx="872655" cy="294605"/>
          </a:xfrm>
          <a:custGeom xmlns:a="http://schemas.openxmlformats.org/drawingml/2006/main">
            <a:pathLst>
              <a:path w="872655" h="294605">
                <a:moveTo>
                  <a:pt x="872426" y="2171"/>
                </a:moveTo>
                <a:cubicBezTo>
                  <a:pt x="865948" y="2262"/>
                  <a:pt x="858328" y="2296"/>
                  <a:pt x="849714" y="2296"/>
                </a:cubicBezTo>
                <a:cubicBezTo>
                  <a:pt x="783589" y="2296"/>
                  <a:pt x="659141" y="0"/>
                  <a:pt x="536647" y="0"/>
                </a:cubicBezTo>
                <a:cubicBezTo>
                  <a:pt x="417660" y="23"/>
                  <a:pt x="300809" y="2125"/>
                  <a:pt x="239505" y="10785"/>
                </a:cubicBezTo>
                <a:cubicBezTo>
                  <a:pt x="206465" y="15469"/>
                  <a:pt x="182485" y="21615"/>
                  <a:pt x="164308" y="29121"/>
                </a:cubicBezTo>
                <a:cubicBezTo>
                  <a:pt x="137027" y="40260"/>
                  <a:pt x="122815" y="55272"/>
                  <a:pt x="113104" y="70718"/>
                </a:cubicBezTo>
                <a:cubicBezTo>
                  <a:pt x="103324" y="86176"/>
                  <a:pt x="97372" y="101130"/>
                  <a:pt x="84336" y="115879"/>
                </a:cubicBezTo>
                <a:cubicBezTo>
                  <a:pt x="64401" y="138626"/>
                  <a:pt x="48874" y="171197"/>
                  <a:pt x="36296" y="201369"/>
                </a:cubicBezTo>
                <a:cubicBezTo>
                  <a:pt x="30024" y="216439"/>
                  <a:pt x="24552" y="230914"/>
                  <a:pt x="19845" y="243126"/>
                </a:cubicBezTo>
                <a:cubicBezTo>
                  <a:pt x="15160" y="255316"/>
                  <a:pt x="11151" y="265370"/>
                  <a:pt x="8192" y="271014"/>
                </a:cubicBezTo>
                <a:cubicBezTo>
                  <a:pt x="6112" y="275012"/>
                  <a:pt x="4627" y="277628"/>
                  <a:pt x="3770" y="278954"/>
                </a:cubicBezTo>
                <a:lnTo>
                  <a:pt x="3302" y="279662"/>
                </a:lnTo>
                <a:lnTo>
                  <a:pt x="3199" y="279799"/>
                </a:lnTo>
                <a:lnTo>
                  <a:pt x="6992" y="282941"/>
                </a:lnTo>
                <a:lnTo>
                  <a:pt x="3942" y="279102"/>
                </a:lnTo>
                <a:lnTo>
                  <a:pt x="3199" y="279799"/>
                </a:lnTo>
                <a:lnTo>
                  <a:pt x="6992" y="282941"/>
                </a:lnTo>
                <a:lnTo>
                  <a:pt x="3942" y="279102"/>
                </a:lnTo>
                <a:lnTo>
                  <a:pt x="8911" y="285363"/>
                </a:lnTo>
                <a:lnTo>
                  <a:pt x="8911" y="277412"/>
                </a:lnTo>
                <a:cubicBezTo>
                  <a:pt x="5610" y="277560"/>
                  <a:pt x="4547" y="278725"/>
                  <a:pt x="3942" y="279102"/>
                </a:cubicBezTo>
                <a:lnTo>
                  <a:pt x="8911" y="285363"/>
                </a:lnTo>
                <a:lnTo>
                  <a:pt x="8911" y="277412"/>
                </a:lnTo>
                <a:lnTo>
                  <a:pt x="8911" y="285774"/>
                </a:lnTo>
                <a:lnTo>
                  <a:pt x="14304" y="279399"/>
                </a:lnTo>
                <a:cubicBezTo>
                  <a:pt x="12933" y="278165"/>
                  <a:pt x="10659" y="277366"/>
                  <a:pt x="8911" y="277412"/>
                </a:cubicBezTo>
                <a:lnTo>
                  <a:pt x="8911" y="285774"/>
                </a:lnTo>
                <a:lnTo>
                  <a:pt x="14304" y="279399"/>
                </a:lnTo>
                <a:lnTo>
                  <a:pt x="9060" y="285603"/>
                </a:lnTo>
                <a:lnTo>
                  <a:pt x="16989" y="283729"/>
                </a:lnTo>
                <a:cubicBezTo>
                  <a:pt x="16748" y="282907"/>
                  <a:pt x="16406" y="281273"/>
                  <a:pt x="14304" y="279399"/>
                </a:cubicBezTo>
                <a:lnTo>
                  <a:pt x="9060" y="285603"/>
                </a:lnTo>
                <a:lnTo>
                  <a:pt x="16989" y="283729"/>
                </a:lnTo>
                <a:lnTo>
                  <a:pt x="10420" y="285283"/>
                </a:lnTo>
                <a:lnTo>
                  <a:pt x="17183" y="285283"/>
                </a:lnTo>
                <a:lnTo>
                  <a:pt x="16989" y="283729"/>
                </a:lnTo>
                <a:lnTo>
                  <a:pt x="10420" y="285283"/>
                </a:lnTo>
                <a:lnTo>
                  <a:pt x="17183" y="285283"/>
                </a:lnTo>
                <a:lnTo>
                  <a:pt x="13778" y="285283"/>
                </a:lnTo>
                <a:lnTo>
                  <a:pt x="17171" y="285614"/>
                </a:lnTo>
                <a:lnTo>
                  <a:pt x="17183" y="285283"/>
                </a:lnTo>
                <a:lnTo>
                  <a:pt x="13778" y="285283"/>
                </a:lnTo>
                <a:lnTo>
                  <a:pt x="17171" y="285614"/>
                </a:lnTo>
                <a:cubicBezTo>
                  <a:pt x="17137" y="285546"/>
                  <a:pt x="17674" y="283078"/>
                  <a:pt x="18234" y="281204"/>
                </a:cubicBezTo>
                <a:lnTo>
                  <a:pt x="19011" y="278508"/>
                </a:lnTo>
                <a:lnTo>
                  <a:pt x="19319" y="277434"/>
                </a:lnTo>
                <a:lnTo>
                  <a:pt x="19467" y="276817"/>
                </a:lnTo>
                <a:lnTo>
                  <a:pt x="19570" y="276269"/>
                </a:lnTo>
                <a:lnTo>
                  <a:pt x="19696" y="274795"/>
                </a:lnTo>
                <a:cubicBezTo>
                  <a:pt x="19662" y="274315"/>
                  <a:pt x="19753" y="273733"/>
                  <a:pt x="19273" y="272122"/>
                </a:cubicBezTo>
                <a:cubicBezTo>
                  <a:pt x="18988" y="271322"/>
                  <a:pt x="18542" y="270111"/>
                  <a:pt x="17171" y="268706"/>
                </a:cubicBezTo>
                <a:cubicBezTo>
                  <a:pt x="15869" y="267289"/>
                  <a:pt x="13241" y="266124"/>
                  <a:pt x="11116" y="266204"/>
                </a:cubicBezTo>
                <a:cubicBezTo>
                  <a:pt x="9311" y="266227"/>
                  <a:pt x="8066" y="266730"/>
                  <a:pt x="7232" y="267141"/>
                </a:cubicBezTo>
                <a:cubicBezTo>
                  <a:pt x="5793" y="267906"/>
                  <a:pt x="5290" y="268512"/>
                  <a:pt x="4867" y="268923"/>
                </a:cubicBezTo>
                <a:cubicBezTo>
                  <a:pt x="3793" y="270134"/>
                  <a:pt x="3736" y="270454"/>
                  <a:pt x="3507" y="270831"/>
                </a:cubicBezTo>
                <a:lnTo>
                  <a:pt x="11082" y="274829"/>
                </a:lnTo>
                <a:lnTo>
                  <a:pt x="3622" y="270614"/>
                </a:lnTo>
                <a:cubicBezTo>
                  <a:pt x="2536" y="272647"/>
                  <a:pt x="2479" y="273767"/>
                  <a:pt x="2308" y="274772"/>
                </a:cubicBezTo>
                <a:lnTo>
                  <a:pt x="2160" y="277343"/>
                </a:lnTo>
                <a:cubicBezTo>
                  <a:pt x="2160" y="278885"/>
                  <a:pt x="2274" y="280313"/>
                  <a:pt x="2365" y="281501"/>
                </a:cubicBezTo>
                <a:lnTo>
                  <a:pt x="2479" y="282975"/>
                </a:lnTo>
                <a:lnTo>
                  <a:pt x="2514" y="283387"/>
                </a:lnTo>
                <a:lnTo>
                  <a:pt x="2514" y="283455"/>
                </a:lnTo>
                <a:lnTo>
                  <a:pt x="5358" y="283352"/>
                </a:lnTo>
                <a:lnTo>
                  <a:pt x="2514" y="283352"/>
                </a:lnTo>
                <a:lnTo>
                  <a:pt x="2514" y="283455"/>
                </a:lnTo>
                <a:lnTo>
                  <a:pt x="5358" y="283352"/>
                </a:lnTo>
                <a:lnTo>
                  <a:pt x="2514" y="283352"/>
                </a:lnTo>
                <a:lnTo>
                  <a:pt x="19651" y="283352"/>
                </a:lnTo>
                <a:cubicBezTo>
                  <a:pt x="19627" y="282016"/>
                  <a:pt x="19525" y="281273"/>
                  <a:pt x="19445" y="280142"/>
                </a:cubicBezTo>
                <a:cubicBezTo>
                  <a:pt x="19365" y="279114"/>
                  <a:pt x="19296" y="278006"/>
                  <a:pt x="19296" y="277343"/>
                </a:cubicBezTo>
                <a:lnTo>
                  <a:pt x="19308" y="276977"/>
                </a:lnTo>
                <a:lnTo>
                  <a:pt x="19308" y="276897"/>
                </a:lnTo>
                <a:lnTo>
                  <a:pt x="13710" y="276315"/>
                </a:lnTo>
                <a:lnTo>
                  <a:pt x="18542" y="279045"/>
                </a:lnTo>
                <a:cubicBezTo>
                  <a:pt x="19433" y="277286"/>
                  <a:pt x="19251" y="276966"/>
                  <a:pt x="19308" y="276897"/>
                </a:cubicBezTo>
                <a:lnTo>
                  <a:pt x="13710" y="276315"/>
                </a:lnTo>
                <a:lnTo>
                  <a:pt x="18542" y="279045"/>
                </a:lnTo>
                <a:lnTo>
                  <a:pt x="18656" y="278840"/>
                </a:lnTo>
                <a:lnTo>
                  <a:pt x="11345" y="274978"/>
                </a:lnTo>
                <a:lnTo>
                  <a:pt x="17960" y="279936"/>
                </a:lnTo>
                <a:lnTo>
                  <a:pt x="18656" y="278840"/>
                </a:lnTo>
                <a:lnTo>
                  <a:pt x="11345" y="274978"/>
                </a:lnTo>
                <a:lnTo>
                  <a:pt x="17960" y="279936"/>
                </a:lnTo>
                <a:lnTo>
                  <a:pt x="11162" y="274829"/>
                </a:lnTo>
                <a:lnTo>
                  <a:pt x="16703" y="281273"/>
                </a:lnTo>
                <a:lnTo>
                  <a:pt x="17960" y="279936"/>
                </a:lnTo>
                <a:lnTo>
                  <a:pt x="11162" y="274829"/>
                </a:lnTo>
                <a:lnTo>
                  <a:pt x="16703" y="281273"/>
                </a:lnTo>
                <a:lnTo>
                  <a:pt x="11128" y="274795"/>
                </a:lnTo>
                <a:lnTo>
                  <a:pt x="15001" y="282416"/>
                </a:lnTo>
                <a:lnTo>
                  <a:pt x="16703" y="281273"/>
                </a:lnTo>
                <a:lnTo>
                  <a:pt x="11128" y="274795"/>
                </a:lnTo>
                <a:lnTo>
                  <a:pt x="15001" y="282416"/>
                </a:lnTo>
                <a:lnTo>
                  <a:pt x="11116" y="274784"/>
                </a:lnTo>
                <a:lnTo>
                  <a:pt x="11116" y="283352"/>
                </a:lnTo>
                <a:cubicBezTo>
                  <a:pt x="12933" y="283329"/>
                  <a:pt x="14178" y="282827"/>
                  <a:pt x="15001" y="282416"/>
                </a:cubicBezTo>
                <a:lnTo>
                  <a:pt x="11116" y="274784"/>
                </a:lnTo>
                <a:lnTo>
                  <a:pt x="11116" y="283352"/>
                </a:lnTo>
                <a:lnTo>
                  <a:pt x="11116" y="274784"/>
                </a:lnTo>
                <a:lnTo>
                  <a:pt x="5073" y="280850"/>
                </a:lnTo>
                <a:cubicBezTo>
                  <a:pt x="6375" y="282267"/>
                  <a:pt x="9003" y="283432"/>
                  <a:pt x="11116" y="283352"/>
                </a:cubicBezTo>
                <a:lnTo>
                  <a:pt x="11116" y="274784"/>
                </a:lnTo>
                <a:lnTo>
                  <a:pt x="5073" y="280850"/>
                </a:lnTo>
                <a:lnTo>
                  <a:pt x="11116" y="274784"/>
                </a:lnTo>
                <a:lnTo>
                  <a:pt x="2719" y="276418"/>
                </a:lnTo>
                <a:cubicBezTo>
                  <a:pt x="2936" y="277229"/>
                  <a:pt x="3062" y="278691"/>
                  <a:pt x="5073" y="280850"/>
                </a:cubicBezTo>
                <a:lnTo>
                  <a:pt x="11116" y="274784"/>
                </a:lnTo>
                <a:lnTo>
                  <a:pt x="2719" y="276418"/>
                </a:lnTo>
                <a:lnTo>
                  <a:pt x="11059" y="274795"/>
                </a:lnTo>
                <a:lnTo>
                  <a:pt x="2559" y="274795"/>
                </a:lnTo>
                <a:lnTo>
                  <a:pt x="2719" y="276418"/>
                </a:lnTo>
                <a:lnTo>
                  <a:pt x="11059" y="274795"/>
                </a:lnTo>
                <a:lnTo>
                  <a:pt x="2559" y="274795"/>
                </a:lnTo>
                <a:lnTo>
                  <a:pt x="10762" y="274795"/>
                </a:lnTo>
                <a:lnTo>
                  <a:pt x="2674" y="273401"/>
                </a:lnTo>
                <a:lnTo>
                  <a:pt x="2559" y="274795"/>
                </a:lnTo>
                <a:lnTo>
                  <a:pt x="10762" y="274795"/>
                </a:lnTo>
                <a:lnTo>
                  <a:pt x="2674" y="273401"/>
                </a:lnTo>
                <a:lnTo>
                  <a:pt x="8043" y="274327"/>
                </a:lnTo>
                <a:lnTo>
                  <a:pt x="2765" y="273002"/>
                </a:lnTo>
                <a:lnTo>
                  <a:pt x="2674" y="273401"/>
                </a:lnTo>
                <a:lnTo>
                  <a:pt x="8043" y="274327"/>
                </a:lnTo>
                <a:lnTo>
                  <a:pt x="2765" y="273002"/>
                </a:lnTo>
                <a:cubicBezTo>
                  <a:pt x="2708" y="273241"/>
                  <a:pt x="2022" y="275504"/>
                  <a:pt x="1428" y="277697"/>
                </a:cubicBezTo>
                <a:cubicBezTo>
                  <a:pt x="1120" y="278828"/>
                  <a:pt x="811" y="280005"/>
                  <a:pt x="560" y="281193"/>
                </a:cubicBezTo>
                <a:cubicBezTo>
                  <a:pt x="320" y="282427"/>
                  <a:pt x="69" y="283455"/>
                  <a:pt x="46" y="285283"/>
                </a:cubicBezTo>
                <a:cubicBezTo>
                  <a:pt x="80" y="286071"/>
                  <a:pt x="0" y="287008"/>
                  <a:pt x="709" y="288939"/>
                </a:cubicBezTo>
                <a:cubicBezTo>
                  <a:pt x="1086" y="289876"/>
                  <a:pt x="1748" y="291201"/>
                  <a:pt x="3234" y="292480"/>
                </a:cubicBezTo>
                <a:cubicBezTo>
                  <a:pt x="4684" y="293771"/>
                  <a:pt x="7049" y="294605"/>
                  <a:pt x="8911" y="294548"/>
                </a:cubicBezTo>
                <a:cubicBezTo>
                  <a:pt x="11996" y="294457"/>
                  <a:pt x="13378" y="293349"/>
                  <a:pt x="14270" y="292766"/>
                </a:cubicBezTo>
                <a:cubicBezTo>
                  <a:pt x="15777" y="291612"/>
                  <a:pt x="16280" y="290858"/>
                  <a:pt x="16943" y="290036"/>
                </a:cubicBezTo>
                <a:cubicBezTo>
                  <a:pt x="18680" y="287682"/>
                  <a:pt x="20462" y="284529"/>
                  <a:pt x="23398" y="278920"/>
                </a:cubicBezTo>
                <a:cubicBezTo>
                  <a:pt x="27088" y="271791"/>
                  <a:pt x="31075" y="261611"/>
                  <a:pt x="35839" y="249296"/>
                </a:cubicBezTo>
                <a:cubicBezTo>
                  <a:pt x="42934" y="230868"/>
                  <a:pt x="51571" y="207882"/>
                  <a:pt x="61853" y="185672"/>
                </a:cubicBezTo>
                <a:cubicBezTo>
                  <a:pt x="72101" y="163486"/>
                  <a:pt x="84062" y="142099"/>
                  <a:pt x="97201" y="127201"/>
                </a:cubicBezTo>
                <a:cubicBezTo>
                  <a:pt x="107254" y="115765"/>
                  <a:pt x="113537" y="104489"/>
                  <a:pt x="119181" y="94344"/>
                </a:cubicBezTo>
                <a:cubicBezTo>
                  <a:pt x="127715" y="79001"/>
                  <a:pt x="134502" y="66662"/>
                  <a:pt x="150702" y="55592"/>
                </a:cubicBezTo>
                <a:cubicBezTo>
                  <a:pt x="166948" y="44510"/>
                  <a:pt x="193704" y="34559"/>
                  <a:pt x="241904" y="27750"/>
                </a:cubicBezTo>
                <a:cubicBezTo>
                  <a:pt x="300981" y="19342"/>
                  <a:pt x="418037" y="17126"/>
                  <a:pt x="536647" y="17137"/>
                </a:cubicBezTo>
                <a:cubicBezTo>
                  <a:pt x="658958" y="17137"/>
                  <a:pt x="783269" y="19433"/>
                  <a:pt x="849714" y="19433"/>
                </a:cubicBezTo>
                <a:cubicBezTo>
                  <a:pt x="858385" y="19433"/>
                  <a:pt x="866063" y="19399"/>
                  <a:pt x="872655" y="19308"/>
                </a:cubicBezTo>
                <a:lnTo>
                  <a:pt x="872426" y="2171"/>
                </a:lnTo>
              </a:path>
            </a:pathLst>
          </a:custGeom>
          <a:solidFill xmlns:a="http://schemas.openxmlformats.org/drawingml/2006/main">
            <a:srgbClr val="1485C7"/>
          </a:solidFill>
          <a:ln xmlns:a="http://schemas.openxmlformats.org/drawingml/2006/main" w="0">
            <a:noFill/>
            <a:prstDash val="solid"/>
          </a:ln>
        </p:spPr>
      </p:sp>
      <p:sp>
        <p:nvSpPr>
          <p:cNvPr id="161" name="pdf-path-164">
            <a:extLst xmlns:a="http://schemas.openxmlformats.org/drawingml/2006/main">
              <a:ext uri="{FF2B5EF4-FFF2-40B4-BE49-F238E27FC236}">
                <a16:creationId xmlns:a16="http://schemas.microsoft.com/office/drawing/2014/main" id="{13A05CB0-6A5B-4CAA-AFEE-5DA9D52CFB35}"/>
              </a:ext>
            </a:extLst>
          </p:cNvPr>
          <p:cNvSpPr>
            <a:spLocks xmlns:a="http://schemas.openxmlformats.org/drawingml/2006/main" noGrp="1"/>
          </p:cNvSpPr>
          <p:nvPr/>
        </p:nvSpPr>
        <p:spPr>
          <a:xfrm xmlns:a="http://schemas.openxmlformats.org/drawingml/2006/main">
            <a:off x="5976584" y="1032922"/>
            <a:ext cx="365" cy="1280"/>
          </a:xfrm>
          <a:custGeom xmlns:a="http://schemas.openxmlformats.org/drawingml/2006/main">
            <a:pathLst>
              <a:path w="365" h="1280">
                <a:moveTo>
                  <a:pt x="365" y="1280"/>
                </a:moveTo>
                <a:lnTo>
                  <a:pt x="34" y="1280"/>
                </a:lnTo>
                <a:cubicBezTo>
                  <a:pt x="45" y="823"/>
                  <a:pt x="34" y="388"/>
                  <a:pt x="0" y="0"/>
                </a:cubicBezTo>
                <a:cubicBezTo>
                  <a:pt x="103" y="377"/>
                  <a:pt x="228" y="811"/>
                  <a:pt x="365" y="1280"/>
                </a:cubicBezTo>
              </a:path>
            </a:pathLst>
          </a:custGeom>
          <a:solidFill xmlns:a="http://schemas.openxmlformats.org/drawingml/2006/main">
            <a:srgbClr val="FFFFFF"/>
          </a:solidFill>
          <a:ln xmlns:a="http://schemas.openxmlformats.org/drawingml/2006/main" w="0">
            <a:noFill/>
            <a:prstDash val="solid"/>
          </a:ln>
        </p:spPr>
      </p:sp>
      <p:sp>
        <p:nvSpPr>
          <p:cNvPr id="162" name="pdf-path-165">
            <a:extLst xmlns:a="http://schemas.openxmlformats.org/drawingml/2006/main">
              <a:ext uri="{FF2B5EF4-FFF2-40B4-BE49-F238E27FC236}">
                <a16:creationId xmlns:a16="http://schemas.microsoft.com/office/drawing/2014/main" id="{43B7010C-AC41-47D8-A780-F522972B770C}"/>
              </a:ext>
            </a:extLst>
          </p:cNvPr>
          <p:cNvSpPr>
            <a:spLocks xmlns:a="http://schemas.openxmlformats.org/drawingml/2006/main" noGrp="1"/>
          </p:cNvSpPr>
          <p:nvPr/>
        </p:nvSpPr>
        <p:spPr>
          <a:xfrm xmlns:a="http://schemas.openxmlformats.org/drawingml/2006/main">
            <a:off x="5976210" y="1034208"/>
            <a:ext cx="2913" cy="8546"/>
          </a:xfrm>
          <a:custGeom xmlns:a="http://schemas.openxmlformats.org/drawingml/2006/main">
            <a:pathLst>
              <a:path w="2913" h="8546">
                <a:moveTo>
                  <a:pt x="2239" y="8546"/>
                </a:moveTo>
                <a:cubicBezTo>
                  <a:pt x="1885" y="8546"/>
                  <a:pt x="1200" y="7791"/>
                  <a:pt x="0" y="5895"/>
                </a:cubicBezTo>
                <a:lnTo>
                  <a:pt x="69" y="5918"/>
                </a:lnTo>
                <a:cubicBezTo>
                  <a:pt x="69" y="4981"/>
                  <a:pt x="412" y="2193"/>
                  <a:pt x="412" y="0"/>
                </a:cubicBezTo>
                <a:lnTo>
                  <a:pt x="743" y="0"/>
                </a:lnTo>
                <a:cubicBezTo>
                  <a:pt x="994" y="891"/>
                  <a:pt x="1291" y="1919"/>
                  <a:pt x="1565" y="2947"/>
                </a:cubicBezTo>
                <a:cubicBezTo>
                  <a:pt x="2308" y="5747"/>
                  <a:pt x="2913" y="8546"/>
                  <a:pt x="2239" y="8546"/>
                </a:cubicBezTo>
              </a:path>
            </a:pathLst>
          </a:custGeom>
          <a:solidFill xmlns:a="http://schemas.openxmlformats.org/drawingml/2006/main">
            <a:srgbClr val="595A5A"/>
          </a:solidFill>
          <a:ln xmlns:a="http://schemas.openxmlformats.org/drawingml/2006/main" w="0">
            <a:noFill/>
            <a:prstDash val="solid"/>
          </a:ln>
        </p:spPr>
      </p:sp>
      <p:sp>
        <p:nvSpPr>
          <p:cNvPr id="163" name="pdf-path-166">
            <a:extLst xmlns:a="http://schemas.openxmlformats.org/drawingml/2006/main">
              <a:ext uri="{FF2B5EF4-FFF2-40B4-BE49-F238E27FC236}">
                <a16:creationId xmlns:a16="http://schemas.microsoft.com/office/drawing/2014/main" id="{DF452103-98A3-44B1-B607-0D938DCF03C6}"/>
              </a:ext>
            </a:extLst>
          </p:cNvPr>
          <p:cNvSpPr>
            <a:spLocks xmlns:a="http://schemas.openxmlformats.org/drawingml/2006/main" noGrp="1"/>
          </p:cNvSpPr>
          <p:nvPr/>
        </p:nvSpPr>
        <p:spPr>
          <a:xfrm xmlns:a="http://schemas.openxmlformats.org/drawingml/2006/main">
            <a:off x="5318276" y="765632"/>
            <a:ext cx="654582" cy="268569"/>
          </a:xfrm>
          <a:custGeom xmlns:a="http://schemas.openxmlformats.org/drawingml/2006/main">
            <a:pathLst>
              <a:path w="654582" h="268569">
                <a:moveTo>
                  <a:pt x="654582" y="268569"/>
                </a:moveTo>
                <a:lnTo>
                  <a:pt x="639285" y="268569"/>
                </a:lnTo>
                <a:lnTo>
                  <a:pt x="0" y="66263"/>
                </a:lnTo>
                <a:lnTo>
                  <a:pt x="175996" y="10568"/>
                </a:lnTo>
                <a:lnTo>
                  <a:pt x="180645" y="10568"/>
                </a:lnTo>
                <a:cubicBezTo>
                  <a:pt x="189305" y="10568"/>
                  <a:pt x="196994" y="10534"/>
                  <a:pt x="203586" y="10442"/>
                </a:cubicBezTo>
                <a:lnTo>
                  <a:pt x="203472" y="1874"/>
                </a:lnTo>
                <a:lnTo>
                  <a:pt x="203437" y="0"/>
                </a:lnTo>
                <a:cubicBezTo>
                  <a:pt x="295976" y="834"/>
                  <a:pt x="380290" y="3587"/>
                  <a:pt x="428376" y="10396"/>
                </a:cubicBezTo>
                <a:cubicBezTo>
                  <a:pt x="558661" y="28870"/>
                  <a:pt x="540816" y="70056"/>
                  <a:pt x="578312" y="112681"/>
                </a:cubicBezTo>
                <a:cubicBezTo>
                  <a:pt x="615796" y="155294"/>
                  <a:pt x="640004" y="240556"/>
                  <a:pt x="653279" y="266101"/>
                </a:cubicBezTo>
                <a:cubicBezTo>
                  <a:pt x="653749" y="266981"/>
                  <a:pt x="654171" y="267803"/>
                  <a:pt x="654582" y="268569"/>
                </a:cubicBezTo>
              </a:path>
            </a:pathLst>
          </a:custGeom>
          <a:solidFill xmlns:a="http://schemas.openxmlformats.org/drawingml/2006/main">
            <a:srgbClr val="FFFFFF"/>
          </a:solidFill>
          <a:ln xmlns:a="http://schemas.openxmlformats.org/drawingml/2006/main" w="0">
            <a:noFill/>
            <a:prstDash val="solid"/>
          </a:ln>
        </p:spPr>
      </p:sp>
      <p:sp>
        <p:nvSpPr>
          <p:cNvPr id="164" name="pdf-path-167">
            <a:extLst xmlns:a="http://schemas.openxmlformats.org/drawingml/2006/main">
              <a:ext uri="{FF2B5EF4-FFF2-40B4-BE49-F238E27FC236}">
                <a16:creationId xmlns:a16="http://schemas.microsoft.com/office/drawing/2014/main" id="{73232CBE-95A5-4D0D-B185-F80A5E9FEA4F}"/>
              </a:ext>
            </a:extLst>
          </p:cNvPr>
          <p:cNvSpPr>
            <a:spLocks xmlns:a="http://schemas.openxmlformats.org/drawingml/2006/main" noGrp="1"/>
          </p:cNvSpPr>
          <p:nvPr/>
        </p:nvSpPr>
        <p:spPr>
          <a:xfrm xmlns:a="http://schemas.openxmlformats.org/drawingml/2006/main">
            <a:off x="5957556" y="1034196"/>
            <a:ext cx="18656" cy="5907"/>
          </a:xfrm>
          <a:custGeom xmlns:a="http://schemas.openxmlformats.org/drawingml/2006/main">
            <a:pathLst>
              <a:path w="18656" h="5907">
                <a:moveTo>
                  <a:pt x="18656" y="5907"/>
                </a:moveTo>
                <a:lnTo>
                  <a:pt x="0" y="0"/>
                </a:lnTo>
                <a:lnTo>
                  <a:pt x="15297" y="0"/>
                </a:lnTo>
                <a:cubicBezTo>
                  <a:pt x="16714" y="2639"/>
                  <a:pt x="17811" y="4558"/>
                  <a:pt x="18656" y="5907"/>
                </a:cubicBezTo>
              </a:path>
            </a:pathLst>
          </a:custGeom>
          <a:solidFill xmlns:a="http://schemas.openxmlformats.org/drawingml/2006/main">
            <a:srgbClr val="595A5A"/>
          </a:solidFill>
          <a:ln xmlns:a="http://schemas.openxmlformats.org/drawingml/2006/main" w="0">
            <a:noFill/>
            <a:prstDash val="solid"/>
          </a:ln>
        </p:spPr>
      </p:sp>
      <p:sp>
        <p:nvSpPr>
          <p:cNvPr id="165" name="pdf-path-168">
            <a:extLst xmlns:a="http://schemas.openxmlformats.org/drawingml/2006/main">
              <a:ext uri="{FF2B5EF4-FFF2-40B4-BE49-F238E27FC236}">
                <a16:creationId xmlns:a16="http://schemas.microsoft.com/office/drawing/2014/main" id="{312DE6CA-50E9-4D3E-8AE9-2E0FEF4A1F11}"/>
              </a:ext>
            </a:extLst>
          </p:cNvPr>
          <p:cNvSpPr>
            <a:spLocks xmlns:a="http://schemas.openxmlformats.org/drawingml/2006/main" noGrp="1"/>
          </p:cNvSpPr>
          <p:nvPr/>
        </p:nvSpPr>
        <p:spPr>
          <a:xfrm xmlns:a="http://schemas.openxmlformats.org/drawingml/2006/main">
            <a:off x="5135474" y="773904"/>
            <a:ext cx="358800" cy="57991"/>
          </a:xfrm>
          <a:custGeom xmlns:a="http://schemas.openxmlformats.org/drawingml/2006/main">
            <a:pathLst>
              <a:path w="358800" h="57991">
                <a:moveTo>
                  <a:pt x="182804" y="57991"/>
                </a:moveTo>
                <a:lnTo>
                  <a:pt x="0" y="137"/>
                </a:lnTo>
                <a:cubicBezTo>
                  <a:pt x="16257" y="46"/>
                  <a:pt x="32697" y="0"/>
                  <a:pt x="49171" y="0"/>
                </a:cubicBezTo>
                <a:lnTo>
                  <a:pt x="50371" y="0"/>
                </a:lnTo>
                <a:cubicBezTo>
                  <a:pt x="169895" y="0"/>
                  <a:pt x="291326" y="2193"/>
                  <a:pt x="358800" y="2296"/>
                </a:cubicBezTo>
                <a:lnTo>
                  <a:pt x="182804" y="57991"/>
                </a:lnTo>
              </a:path>
            </a:pathLst>
          </a:custGeom>
          <a:solidFill xmlns:a="http://schemas.openxmlformats.org/drawingml/2006/main">
            <a:srgbClr val="FFFFFF"/>
          </a:solidFill>
          <a:ln xmlns:a="http://schemas.openxmlformats.org/drawingml/2006/main" w="0">
            <a:noFill/>
            <a:prstDash val="solid"/>
          </a:ln>
        </p:spPr>
      </p:sp>
      <p:sp>
        <p:nvSpPr>
          <p:cNvPr id="166" name="pdf-path-169">
            <a:extLst xmlns:a="http://schemas.openxmlformats.org/drawingml/2006/main">
              <a:ext uri="{FF2B5EF4-FFF2-40B4-BE49-F238E27FC236}">
                <a16:creationId xmlns:a16="http://schemas.microsoft.com/office/drawing/2014/main" id="{4D8D9852-B906-4BCB-A0EC-571BC6004B77}"/>
              </a:ext>
            </a:extLst>
          </p:cNvPr>
          <p:cNvSpPr>
            <a:spLocks xmlns:a="http://schemas.openxmlformats.org/drawingml/2006/main" noGrp="1"/>
          </p:cNvSpPr>
          <p:nvPr/>
        </p:nvSpPr>
        <p:spPr>
          <a:xfrm xmlns:a="http://schemas.openxmlformats.org/drawingml/2006/main">
            <a:off x="5114813" y="765341"/>
            <a:ext cx="407046" cy="10865"/>
          </a:xfrm>
          <a:custGeom xmlns:a="http://schemas.openxmlformats.org/drawingml/2006/main">
            <a:pathLst>
              <a:path w="407046" h="10865">
                <a:moveTo>
                  <a:pt x="384106" y="10865"/>
                </a:moveTo>
                <a:lnTo>
                  <a:pt x="379467" y="10865"/>
                </a:lnTo>
                <a:cubicBezTo>
                  <a:pt x="311982" y="10762"/>
                  <a:pt x="190562" y="8568"/>
                  <a:pt x="71038" y="8568"/>
                </a:cubicBezTo>
                <a:lnTo>
                  <a:pt x="69827" y="8568"/>
                </a:lnTo>
                <a:cubicBezTo>
                  <a:pt x="53353" y="8568"/>
                  <a:pt x="36913" y="8614"/>
                  <a:pt x="20656" y="8706"/>
                </a:cubicBezTo>
                <a:lnTo>
                  <a:pt x="0" y="2171"/>
                </a:lnTo>
                <a:cubicBezTo>
                  <a:pt x="6535" y="2251"/>
                  <a:pt x="14189" y="2296"/>
                  <a:pt x="22827" y="2296"/>
                </a:cubicBezTo>
                <a:cubicBezTo>
                  <a:pt x="55981" y="2296"/>
                  <a:pt x="103655" y="1725"/>
                  <a:pt x="158356" y="1142"/>
                </a:cubicBezTo>
                <a:cubicBezTo>
                  <a:pt x="213011" y="571"/>
                  <a:pt x="274670" y="0"/>
                  <a:pt x="335837" y="0"/>
                </a:cubicBezTo>
                <a:cubicBezTo>
                  <a:pt x="359760" y="0"/>
                  <a:pt x="383592" y="91"/>
                  <a:pt x="406909" y="297"/>
                </a:cubicBezTo>
                <a:lnTo>
                  <a:pt x="406932" y="2171"/>
                </a:lnTo>
                <a:lnTo>
                  <a:pt x="407046" y="10739"/>
                </a:lnTo>
                <a:cubicBezTo>
                  <a:pt x="400454" y="10831"/>
                  <a:pt x="392777" y="10865"/>
                  <a:pt x="384106" y="10865"/>
                </a:cubicBezTo>
              </a:path>
            </a:pathLst>
          </a:custGeom>
          <a:solidFill xmlns:a="http://schemas.openxmlformats.org/drawingml/2006/main">
            <a:srgbClr val="1485C7"/>
          </a:solidFill>
          <a:ln xmlns:a="http://schemas.openxmlformats.org/drawingml/2006/main" w="0">
            <a:noFill/>
            <a:prstDash val="solid"/>
          </a:ln>
        </p:spPr>
      </p:sp>
      <p:sp>
        <p:nvSpPr>
          <p:cNvPr id="167" name="pdf-path-170">
            <a:extLst xmlns:a="http://schemas.openxmlformats.org/drawingml/2006/main">
              <a:ext uri="{FF2B5EF4-FFF2-40B4-BE49-F238E27FC236}">
                <a16:creationId xmlns:a16="http://schemas.microsoft.com/office/drawing/2014/main" id="{41C9329E-54A0-48C4-8EF2-3E0B445CB085}"/>
              </a:ext>
            </a:extLst>
          </p:cNvPr>
          <p:cNvSpPr>
            <a:spLocks xmlns:a="http://schemas.openxmlformats.org/drawingml/2006/main" noGrp="1"/>
          </p:cNvSpPr>
          <p:nvPr/>
        </p:nvSpPr>
        <p:spPr>
          <a:xfrm xmlns:a="http://schemas.openxmlformats.org/drawingml/2006/main">
            <a:off x="5976192" y="1031553"/>
            <a:ext cx="388" cy="1371"/>
          </a:xfrm>
          <a:custGeom xmlns:a="http://schemas.openxmlformats.org/drawingml/2006/main">
            <a:pathLst>
              <a:path w="388" h="1371">
                <a:moveTo>
                  <a:pt x="388" y="1371"/>
                </a:moveTo>
                <a:cubicBezTo>
                  <a:pt x="148" y="537"/>
                  <a:pt x="0" y="0"/>
                  <a:pt x="45" y="0"/>
                </a:cubicBezTo>
                <a:cubicBezTo>
                  <a:pt x="45" y="0"/>
                  <a:pt x="57" y="11"/>
                  <a:pt x="79" y="57"/>
                </a:cubicBezTo>
                <a:cubicBezTo>
                  <a:pt x="240" y="331"/>
                  <a:pt x="343" y="800"/>
                  <a:pt x="388" y="1371"/>
                </a:cubicBezTo>
              </a:path>
            </a:pathLst>
          </a:custGeom>
          <a:solidFill xmlns:a="http://schemas.openxmlformats.org/drawingml/2006/main">
            <a:srgbClr val="FFFFFF"/>
          </a:solidFill>
          <a:ln xmlns:a="http://schemas.openxmlformats.org/drawingml/2006/main" w="0">
            <a:noFill/>
            <a:prstDash val="solid"/>
          </a:ln>
        </p:spPr>
      </p:sp>
      <p:sp>
        <p:nvSpPr>
          <p:cNvPr id="168" name="pdf-path-171">
            <a:extLst xmlns:a="http://schemas.openxmlformats.org/drawingml/2006/main">
              <a:ext uri="{FF2B5EF4-FFF2-40B4-BE49-F238E27FC236}">
                <a16:creationId xmlns:a16="http://schemas.microsoft.com/office/drawing/2014/main" id="{88A6B0BC-9DF7-4490-9FEA-931D891D7F16}"/>
              </a:ext>
            </a:extLst>
          </p:cNvPr>
          <p:cNvSpPr>
            <a:spLocks xmlns:a="http://schemas.openxmlformats.org/drawingml/2006/main" noGrp="1"/>
          </p:cNvSpPr>
          <p:nvPr/>
        </p:nvSpPr>
        <p:spPr>
          <a:xfrm xmlns:a="http://schemas.openxmlformats.org/drawingml/2006/main">
            <a:off x="5114694" y="756770"/>
            <a:ext cx="872609" cy="294606"/>
          </a:xfrm>
          <a:custGeom xmlns:a="http://schemas.openxmlformats.org/drawingml/2006/main">
            <a:pathLst>
              <a:path w="872609" h="294606">
                <a:moveTo>
                  <a:pt x="0" y="19308"/>
                </a:moveTo>
                <a:cubicBezTo>
                  <a:pt x="6592" y="19399"/>
                  <a:pt x="14281" y="19433"/>
                  <a:pt x="22941" y="19433"/>
                </a:cubicBezTo>
                <a:cubicBezTo>
                  <a:pt x="89386" y="19433"/>
                  <a:pt x="213696" y="17137"/>
                  <a:pt x="336008" y="17137"/>
                </a:cubicBezTo>
                <a:cubicBezTo>
                  <a:pt x="454618" y="17114"/>
                  <a:pt x="571674" y="19342"/>
                  <a:pt x="630750" y="27750"/>
                </a:cubicBezTo>
                <a:cubicBezTo>
                  <a:pt x="662865" y="32297"/>
                  <a:pt x="685520" y="38227"/>
                  <a:pt x="701800" y="44967"/>
                </a:cubicBezTo>
                <a:cubicBezTo>
                  <a:pt x="726237" y="55204"/>
                  <a:pt x="736371" y="66457"/>
                  <a:pt x="745110" y="79926"/>
                </a:cubicBezTo>
                <a:cubicBezTo>
                  <a:pt x="753782" y="93385"/>
                  <a:pt x="760374" y="109996"/>
                  <a:pt x="775454" y="127201"/>
                </a:cubicBezTo>
                <a:cubicBezTo>
                  <a:pt x="793013" y="147080"/>
                  <a:pt x="808323" y="178452"/>
                  <a:pt x="820536" y="207939"/>
                </a:cubicBezTo>
                <a:cubicBezTo>
                  <a:pt x="826671" y="222699"/>
                  <a:pt x="832086" y="237003"/>
                  <a:pt x="836827" y="249296"/>
                </a:cubicBezTo>
                <a:cubicBezTo>
                  <a:pt x="841580" y="261611"/>
                  <a:pt x="845578" y="271791"/>
                  <a:pt x="849256" y="278920"/>
                </a:cubicBezTo>
                <a:cubicBezTo>
                  <a:pt x="851473" y="283169"/>
                  <a:pt x="853095" y="286071"/>
                  <a:pt x="854443" y="288185"/>
                </a:cubicBezTo>
                <a:cubicBezTo>
                  <a:pt x="855140" y="289259"/>
                  <a:pt x="855735" y="290127"/>
                  <a:pt x="856569" y="291087"/>
                </a:cubicBezTo>
                <a:lnTo>
                  <a:pt x="858374" y="292766"/>
                </a:lnTo>
                <a:cubicBezTo>
                  <a:pt x="859276" y="293349"/>
                  <a:pt x="860658" y="294457"/>
                  <a:pt x="863755" y="294548"/>
                </a:cubicBezTo>
                <a:cubicBezTo>
                  <a:pt x="865617" y="294606"/>
                  <a:pt x="867982" y="293771"/>
                  <a:pt x="869433" y="292469"/>
                </a:cubicBezTo>
                <a:cubicBezTo>
                  <a:pt x="871649" y="290481"/>
                  <a:pt x="872060" y="288688"/>
                  <a:pt x="872346" y="287648"/>
                </a:cubicBezTo>
                <a:cubicBezTo>
                  <a:pt x="872597" y="286551"/>
                  <a:pt x="872609" y="285866"/>
                  <a:pt x="872609" y="285283"/>
                </a:cubicBezTo>
                <a:cubicBezTo>
                  <a:pt x="872575" y="283284"/>
                  <a:pt x="872289" y="282198"/>
                  <a:pt x="872015" y="280828"/>
                </a:cubicBezTo>
                <a:cubicBezTo>
                  <a:pt x="871581" y="278897"/>
                  <a:pt x="871009" y="276897"/>
                  <a:pt x="870553" y="275309"/>
                </a:cubicBezTo>
                <a:lnTo>
                  <a:pt x="870004" y="273390"/>
                </a:lnTo>
                <a:lnTo>
                  <a:pt x="869890" y="272990"/>
                </a:lnTo>
                <a:lnTo>
                  <a:pt x="865879" y="274018"/>
                </a:lnTo>
                <a:lnTo>
                  <a:pt x="869935" y="273184"/>
                </a:lnTo>
                <a:lnTo>
                  <a:pt x="869890" y="272990"/>
                </a:lnTo>
                <a:lnTo>
                  <a:pt x="865879" y="274018"/>
                </a:lnTo>
                <a:lnTo>
                  <a:pt x="869935" y="273184"/>
                </a:lnTo>
                <a:lnTo>
                  <a:pt x="862075" y="274795"/>
                </a:lnTo>
                <a:lnTo>
                  <a:pt x="870096" y="274795"/>
                </a:lnTo>
                <a:cubicBezTo>
                  <a:pt x="870061" y="273447"/>
                  <a:pt x="869958" y="273413"/>
                  <a:pt x="869935" y="273184"/>
                </a:cubicBezTo>
                <a:lnTo>
                  <a:pt x="862075" y="274795"/>
                </a:lnTo>
                <a:lnTo>
                  <a:pt x="870096" y="274795"/>
                </a:lnTo>
                <a:lnTo>
                  <a:pt x="861584" y="274795"/>
                </a:lnTo>
                <a:lnTo>
                  <a:pt x="869729" y="277263"/>
                </a:lnTo>
                <a:cubicBezTo>
                  <a:pt x="870130" y="275812"/>
                  <a:pt x="870072" y="275264"/>
                  <a:pt x="870096" y="274795"/>
                </a:cubicBezTo>
                <a:lnTo>
                  <a:pt x="861584" y="274795"/>
                </a:lnTo>
                <a:lnTo>
                  <a:pt x="869729" y="277263"/>
                </a:lnTo>
                <a:lnTo>
                  <a:pt x="861538" y="274784"/>
                </a:lnTo>
                <a:lnTo>
                  <a:pt x="867924" y="280485"/>
                </a:lnTo>
                <a:cubicBezTo>
                  <a:pt x="869158" y="279057"/>
                  <a:pt x="869490" y="277994"/>
                  <a:pt x="869729" y="277263"/>
                </a:cubicBezTo>
                <a:lnTo>
                  <a:pt x="861538" y="274784"/>
                </a:lnTo>
                <a:lnTo>
                  <a:pt x="867924" y="280485"/>
                </a:lnTo>
                <a:lnTo>
                  <a:pt x="861538" y="274784"/>
                </a:lnTo>
                <a:lnTo>
                  <a:pt x="861538" y="283352"/>
                </a:lnTo>
                <a:cubicBezTo>
                  <a:pt x="864051" y="283444"/>
                  <a:pt x="866805" y="281901"/>
                  <a:pt x="867924" y="280485"/>
                </a:cubicBezTo>
                <a:lnTo>
                  <a:pt x="861538" y="274784"/>
                </a:lnTo>
                <a:lnTo>
                  <a:pt x="861538" y="283352"/>
                </a:lnTo>
                <a:lnTo>
                  <a:pt x="861538" y="274795"/>
                </a:lnTo>
                <a:lnTo>
                  <a:pt x="856306" y="281570"/>
                </a:lnTo>
                <a:cubicBezTo>
                  <a:pt x="857117" y="282164"/>
                  <a:pt x="858694" y="283295"/>
                  <a:pt x="861538" y="283352"/>
                </a:cubicBezTo>
                <a:lnTo>
                  <a:pt x="861538" y="274795"/>
                </a:lnTo>
                <a:lnTo>
                  <a:pt x="856306" y="281570"/>
                </a:lnTo>
                <a:lnTo>
                  <a:pt x="861493" y="274841"/>
                </a:lnTo>
                <a:lnTo>
                  <a:pt x="854581" y="279776"/>
                </a:lnTo>
                <a:cubicBezTo>
                  <a:pt x="854844" y="280096"/>
                  <a:pt x="855083" y="280576"/>
                  <a:pt x="856306" y="281570"/>
                </a:cubicBezTo>
                <a:lnTo>
                  <a:pt x="861493" y="274841"/>
                </a:lnTo>
                <a:lnTo>
                  <a:pt x="854581" y="279776"/>
                </a:lnTo>
                <a:lnTo>
                  <a:pt x="861162" y="275081"/>
                </a:lnTo>
                <a:lnTo>
                  <a:pt x="854215" y="279217"/>
                </a:lnTo>
                <a:lnTo>
                  <a:pt x="854581" y="279776"/>
                </a:lnTo>
                <a:lnTo>
                  <a:pt x="861162" y="275081"/>
                </a:lnTo>
                <a:lnTo>
                  <a:pt x="854215" y="279217"/>
                </a:lnTo>
                <a:lnTo>
                  <a:pt x="861572" y="274830"/>
                </a:lnTo>
                <a:lnTo>
                  <a:pt x="854112" y="279034"/>
                </a:lnTo>
                <a:lnTo>
                  <a:pt x="859173" y="276189"/>
                </a:lnTo>
                <a:lnTo>
                  <a:pt x="853347" y="276920"/>
                </a:lnTo>
                <a:cubicBezTo>
                  <a:pt x="853415" y="277057"/>
                  <a:pt x="853301" y="277469"/>
                  <a:pt x="854112" y="279034"/>
                </a:cubicBezTo>
                <a:lnTo>
                  <a:pt x="859173" y="276189"/>
                </a:lnTo>
                <a:lnTo>
                  <a:pt x="853347" y="276920"/>
                </a:lnTo>
                <a:lnTo>
                  <a:pt x="853986" y="276840"/>
                </a:lnTo>
                <a:lnTo>
                  <a:pt x="853347" y="276897"/>
                </a:lnTo>
                <a:lnTo>
                  <a:pt x="853347" y="276920"/>
                </a:lnTo>
                <a:lnTo>
                  <a:pt x="853986" y="276840"/>
                </a:lnTo>
                <a:lnTo>
                  <a:pt x="853347" y="276897"/>
                </a:lnTo>
                <a:lnTo>
                  <a:pt x="853359" y="277343"/>
                </a:lnTo>
                <a:cubicBezTo>
                  <a:pt x="853359" y="278017"/>
                  <a:pt x="853290" y="279114"/>
                  <a:pt x="853209" y="280153"/>
                </a:cubicBezTo>
                <a:cubicBezTo>
                  <a:pt x="853130" y="281273"/>
                  <a:pt x="853027" y="282027"/>
                  <a:pt x="853004" y="283352"/>
                </a:cubicBezTo>
                <a:lnTo>
                  <a:pt x="870141" y="283352"/>
                </a:lnTo>
                <a:lnTo>
                  <a:pt x="867342" y="283352"/>
                </a:lnTo>
                <a:lnTo>
                  <a:pt x="870141" y="283455"/>
                </a:lnTo>
                <a:lnTo>
                  <a:pt x="870141" y="283352"/>
                </a:lnTo>
                <a:lnTo>
                  <a:pt x="867342" y="283352"/>
                </a:lnTo>
                <a:lnTo>
                  <a:pt x="870141" y="283455"/>
                </a:lnTo>
                <a:cubicBezTo>
                  <a:pt x="870141" y="283387"/>
                  <a:pt x="870221" y="282370"/>
                  <a:pt x="870313" y="281273"/>
                </a:cubicBezTo>
                <a:cubicBezTo>
                  <a:pt x="870392" y="280131"/>
                  <a:pt x="870495" y="278794"/>
                  <a:pt x="870495" y="277343"/>
                </a:cubicBezTo>
                <a:lnTo>
                  <a:pt x="870347" y="274773"/>
                </a:lnTo>
                <a:cubicBezTo>
                  <a:pt x="870175" y="273778"/>
                  <a:pt x="870118" y="272659"/>
                  <a:pt x="869044" y="270637"/>
                </a:cubicBezTo>
                <a:lnTo>
                  <a:pt x="868941" y="270442"/>
                </a:lnTo>
                <a:lnTo>
                  <a:pt x="868233" y="269426"/>
                </a:lnTo>
                <a:lnTo>
                  <a:pt x="866770" y="267998"/>
                </a:lnTo>
                <a:cubicBezTo>
                  <a:pt x="865959" y="267404"/>
                  <a:pt x="864383" y="266261"/>
                  <a:pt x="861538" y="266215"/>
                </a:cubicBezTo>
                <a:cubicBezTo>
                  <a:pt x="859014" y="266124"/>
                  <a:pt x="856260" y="267655"/>
                  <a:pt x="855140" y="269083"/>
                </a:cubicBezTo>
                <a:cubicBezTo>
                  <a:pt x="853347" y="271242"/>
                  <a:pt x="853312" y="272488"/>
                  <a:pt x="853095" y="273253"/>
                </a:cubicBezTo>
                <a:lnTo>
                  <a:pt x="852958" y="274795"/>
                </a:lnTo>
                <a:lnTo>
                  <a:pt x="853095" y="276326"/>
                </a:lnTo>
                <a:lnTo>
                  <a:pt x="853427" y="277743"/>
                </a:lnTo>
                <a:cubicBezTo>
                  <a:pt x="853758" y="278942"/>
                  <a:pt x="854318" y="280770"/>
                  <a:pt x="854786" y="282564"/>
                </a:cubicBezTo>
                <a:lnTo>
                  <a:pt x="855357" y="284906"/>
                </a:lnTo>
                <a:lnTo>
                  <a:pt x="855483" y="285557"/>
                </a:lnTo>
                <a:lnTo>
                  <a:pt x="855483" y="285592"/>
                </a:lnTo>
                <a:lnTo>
                  <a:pt x="859162" y="285283"/>
                </a:lnTo>
                <a:lnTo>
                  <a:pt x="855471" y="285283"/>
                </a:lnTo>
                <a:lnTo>
                  <a:pt x="855483" y="285592"/>
                </a:lnTo>
                <a:lnTo>
                  <a:pt x="859162" y="285283"/>
                </a:lnTo>
                <a:lnTo>
                  <a:pt x="855471" y="285283"/>
                </a:lnTo>
                <a:lnTo>
                  <a:pt x="862647" y="285283"/>
                </a:lnTo>
                <a:lnTo>
                  <a:pt x="855997" y="282678"/>
                </a:lnTo>
                <a:cubicBezTo>
                  <a:pt x="855392" y="284346"/>
                  <a:pt x="855518" y="284929"/>
                  <a:pt x="855471" y="285283"/>
                </a:cubicBezTo>
                <a:lnTo>
                  <a:pt x="862647" y="285283"/>
                </a:lnTo>
                <a:lnTo>
                  <a:pt x="855997" y="282678"/>
                </a:lnTo>
                <a:lnTo>
                  <a:pt x="863663" y="285672"/>
                </a:lnTo>
                <a:lnTo>
                  <a:pt x="858340" y="279399"/>
                </a:lnTo>
                <a:cubicBezTo>
                  <a:pt x="856934" y="280622"/>
                  <a:pt x="856329" y="281856"/>
                  <a:pt x="855997" y="282678"/>
                </a:cubicBezTo>
                <a:lnTo>
                  <a:pt x="863663" y="285672"/>
                </a:lnTo>
                <a:lnTo>
                  <a:pt x="858340" y="279399"/>
                </a:lnTo>
                <a:lnTo>
                  <a:pt x="863755" y="285774"/>
                </a:lnTo>
                <a:lnTo>
                  <a:pt x="863755" y="277412"/>
                </a:lnTo>
                <a:cubicBezTo>
                  <a:pt x="861995" y="277354"/>
                  <a:pt x="859710" y="278166"/>
                  <a:pt x="858340" y="279399"/>
                </a:cubicBezTo>
                <a:lnTo>
                  <a:pt x="863755" y="285774"/>
                </a:lnTo>
                <a:lnTo>
                  <a:pt x="863755" y="277412"/>
                </a:lnTo>
                <a:lnTo>
                  <a:pt x="863755" y="285420"/>
                </a:lnTo>
                <a:lnTo>
                  <a:pt x="868496" y="278931"/>
                </a:lnTo>
                <a:cubicBezTo>
                  <a:pt x="867856" y="278531"/>
                  <a:pt x="866679" y="277514"/>
                  <a:pt x="863755" y="277412"/>
                </a:cubicBezTo>
                <a:lnTo>
                  <a:pt x="863755" y="285420"/>
                </a:lnTo>
                <a:lnTo>
                  <a:pt x="868496" y="278931"/>
                </a:lnTo>
                <a:lnTo>
                  <a:pt x="864989" y="283729"/>
                </a:lnTo>
                <a:lnTo>
                  <a:pt x="869387" y="279708"/>
                </a:lnTo>
                <a:lnTo>
                  <a:pt x="868496" y="278931"/>
                </a:lnTo>
                <a:lnTo>
                  <a:pt x="864989" y="283729"/>
                </a:lnTo>
                <a:lnTo>
                  <a:pt x="869387" y="279708"/>
                </a:lnTo>
                <a:lnTo>
                  <a:pt x="867582" y="281353"/>
                </a:lnTo>
                <a:lnTo>
                  <a:pt x="869467" y="279799"/>
                </a:lnTo>
                <a:lnTo>
                  <a:pt x="869387" y="279708"/>
                </a:lnTo>
                <a:lnTo>
                  <a:pt x="867582" y="281353"/>
                </a:lnTo>
                <a:lnTo>
                  <a:pt x="869467" y="279799"/>
                </a:lnTo>
                <a:lnTo>
                  <a:pt x="869067" y="279228"/>
                </a:lnTo>
                <a:cubicBezTo>
                  <a:pt x="868268" y="278029"/>
                  <a:pt x="866702" y="275321"/>
                  <a:pt x="864463" y="271014"/>
                </a:cubicBezTo>
                <a:cubicBezTo>
                  <a:pt x="861516" y="265370"/>
                  <a:pt x="857494" y="255316"/>
                  <a:pt x="852810" y="243126"/>
                </a:cubicBezTo>
                <a:cubicBezTo>
                  <a:pt x="845749" y="224801"/>
                  <a:pt x="836976" y="201427"/>
                  <a:pt x="826362" y="178486"/>
                </a:cubicBezTo>
                <a:cubicBezTo>
                  <a:pt x="815714" y="155523"/>
                  <a:pt x="803296" y="132948"/>
                  <a:pt x="788318" y="115879"/>
                </a:cubicBezTo>
                <a:cubicBezTo>
                  <a:pt x="779635" y="106009"/>
                  <a:pt x="774094" y="96161"/>
                  <a:pt x="768462" y="86016"/>
                </a:cubicBezTo>
                <a:cubicBezTo>
                  <a:pt x="760099" y="70935"/>
                  <a:pt x="751245" y="54735"/>
                  <a:pt x="731584" y="41426"/>
                </a:cubicBezTo>
                <a:cubicBezTo>
                  <a:pt x="711968" y="28116"/>
                  <a:pt x="682664" y="17811"/>
                  <a:pt x="633161" y="10785"/>
                </a:cubicBezTo>
                <a:cubicBezTo>
                  <a:pt x="571845" y="2125"/>
                  <a:pt x="454995" y="23"/>
                  <a:pt x="336008" y="0"/>
                </a:cubicBezTo>
                <a:cubicBezTo>
                  <a:pt x="213514" y="0"/>
                  <a:pt x="89066" y="2297"/>
                  <a:pt x="22941" y="2297"/>
                </a:cubicBezTo>
                <a:cubicBezTo>
                  <a:pt x="14326" y="2297"/>
                  <a:pt x="6706" y="2262"/>
                  <a:pt x="228" y="2171"/>
                </a:cubicBezTo>
                <a:lnTo>
                  <a:pt x="0" y="19308"/>
                </a:lnTo>
              </a:path>
            </a:pathLst>
          </a:custGeom>
          <a:solidFill xmlns:a="http://schemas.openxmlformats.org/drawingml/2006/main">
            <a:srgbClr val="1485C7"/>
          </a:solidFill>
          <a:ln xmlns:a="http://schemas.openxmlformats.org/drawingml/2006/main" w="0">
            <a:noFill/>
            <a:prstDash val="solid"/>
          </a:ln>
        </p:spPr>
      </p:sp>
      <p:sp>
        <p:nvSpPr>
          <p:cNvPr id="169" name="pdf-path-173">
            <a:extLst xmlns:a="http://schemas.openxmlformats.org/drawingml/2006/main">
              <a:ext uri="{FF2B5EF4-FFF2-40B4-BE49-F238E27FC236}">
                <a16:creationId xmlns:a16="http://schemas.microsoft.com/office/drawing/2014/main" id="{C5D089E7-2B16-4CED-A33D-0B8E0DCB3A10}"/>
              </a:ext>
            </a:extLst>
          </p:cNvPr>
          <p:cNvSpPr>
            <a:spLocks xmlns:a="http://schemas.openxmlformats.org/drawingml/2006/main" noGrp="1"/>
          </p:cNvSpPr>
          <p:nvPr/>
        </p:nvSpPr>
        <p:spPr>
          <a:xfrm xmlns:a="http://schemas.openxmlformats.org/drawingml/2006/main">
            <a:off x="5111884" y="87358"/>
            <a:ext cx="213125" cy="150107"/>
          </a:xfrm>
          <a:custGeom xmlns:a="http://schemas.openxmlformats.org/drawingml/2006/main">
            <a:pathLst>
              <a:path w="213125" h="150107">
                <a:moveTo>
                  <a:pt x="71849" y="148234"/>
                </a:moveTo>
                <a:lnTo>
                  <a:pt x="71849" y="33508"/>
                </a:lnTo>
                <a:lnTo>
                  <a:pt x="59202" y="33508"/>
                </a:lnTo>
                <a:lnTo>
                  <a:pt x="59202" y="44602"/>
                </a:lnTo>
                <a:cubicBezTo>
                  <a:pt x="53307" y="35953"/>
                  <a:pt x="45241" y="31635"/>
                  <a:pt x="34982" y="31635"/>
                </a:cubicBezTo>
                <a:cubicBezTo>
                  <a:pt x="28424" y="31635"/>
                  <a:pt x="22404" y="33337"/>
                  <a:pt x="16908" y="36753"/>
                </a:cubicBezTo>
                <a:cubicBezTo>
                  <a:pt x="11413" y="40157"/>
                  <a:pt x="7220" y="45173"/>
                  <a:pt x="4330" y="51788"/>
                </a:cubicBezTo>
                <a:cubicBezTo>
                  <a:pt x="1439" y="58391"/>
                  <a:pt x="0" y="65874"/>
                  <a:pt x="0" y="74203"/>
                </a:cubicBezTo>
                <a:cubicBezTo>
                  <a:pt x="0" y="87889"/>
                  <a:pt x="3553" y="98674"/>
                  <a:pt x="10659" y="106534"/>
                </a:cubicBezTo>
                <a:cubicBezTo>
                  <a:pt x="17765" y="114394"/>
                  <a:pt x="26242" y="118324"/>
                  <a:pt x="36079" y="118324"/>
                </a:cubicBezTo>
                <a:cubicBezTo>
                  <a:pt x="40500" y="118324"/>
                  <a:pt x="44682" y="117308"/>
                  <a:pt x="48611" y="115274"/>
                </a:cubicBezTo>
                <a:cubicBezTo>
                  <a:pt x="52553" y="113240"/>
                  <a:pt x="55603" y="110693"/>
                  <a:pt x="57797" y="107620"/>
                </a:cubicBezTo>
                <a:lnTo>
                  <a:pt x="57797" y="148234"/>
                </a:lnTo>
                <a:lnTo>
                  <a:pt x="71849" y="148234"/>
                </a:lnTo>
                <a:moveTo>
                  <a:pt x="20816" y="50497"/>
                </a:moveTo>
                <a:cubicBezTo>
                  <a:pt x="25054" y="45310"/>
                  <a:pt x="30218" y="42728"/>
                  <a:pt x="36319" y="42728"/>
                </a:cubicBezTo>
                <a:cubicBezTo>
                  <a:pt x="42454" y="42728"/>
                  <a:pt x="47812" y="45504"/>
                  <a:pt x="52359" y="51079"/>
                </a:cubicBezTo>
                <a:cubicBezTo>
                  <a:pt x="56917" y="56654"/>
                  <a:pt x="59202" y="64949"/>
                  <a:pt x="59202" y="75996"/>
                </a:cubicBezTo>
                <a:cubicBezTo>
                  <a:pt x="59202" y="86347"/>
                  <a:pt x="57043" y="94070"/>
                  <a:pt x="52713" y="99154"/>
                </a:cubicBezTo>
                <a:cubicBezTo>
                  <a:pt x="48394" y="104226"/>
                  <a:pt x="43242" y="106763"/>
                  <a:pt x="37255" y="106763"/>
                </a:cubicBezTo>
                <a:cubicBezTo>
                  <a:pt x="31006" y="106763"/>
                  <a:pt x="25648" y="104101"/>
                  <a:pt x="21158" y="98754"/>
                </a:cubicBezTo>
                <a:cubicBezTo>
                  <a:pt x="16680" y="93419"/>
                  <a:pt x="14452" y="85410"/>
                  <a:pt x="14452" y="74740"/>
                </a:cubicBezTo>
                <a:cubicBezTo>
                  <a:pt x="14452" y="63761"/>
                  <a:pt x="16566" y="55672"/>
                  <a:pt x="20816" y="50497"/>
                </a:cubicBezTo>
                <a:moveTo>
                  <a:pt x="130811" y="150107"/>
                </a:moveTo>
                <a:cubicBezTo>
                  <a:pt x="115240" y="125122"/>
                  <a:pt x="107459" y="100102"/>
                  <a:pt x="107459" y="75060"/>
                </a:cubicBezTo>
                <a:cubicBezTo>
                  <a:pt x="107459" y="65212"/>
                  <a:pt x="108579" y="55421"/>
                  <a:pt x="110818" y="45687"/>
                </a:cubicBezTo>
                <a:cubicBezTo>
                  <a:pt x="112646" y="37884"/>
                  <a:pt x="115148" y="30389"/>
                  <a:pt x="118313" y="23203"/>
                </a:cubicBezTo>
                <a:cubicBezTo>
                  <a:pt x="120346" y="18565"/>
                  <a:pt x="124516" y="10831"/>
                  <a:pt x="130811" y="0"/>
                </a:cubicBezTo>
                <a:lnTo>
                  <a:pt x="120735" y="0"/>
                </a:lnTo>
                <a:cubicBezTo>
                  <a:pt x="110944" y="13070"/>
                  <a:pt x="103712" y="26197"/>
                  <a:pt x="99028" y="39369"/>
                </a:cubicBezTo>
                <a:cubicBezTo>
                  <a:pt x="95018" y="50714"/>
                  <a:pt x="93019" y="62584"/>
                  <a:pt x="93019" y="74980"/>
                </a:cubicBezTo>
                <a:cubicBezTo>
                  <a:pt x="93019" y="89032"/>
                  <a:pt x="95692" y="102627"/>
                  <a:pt x="101062" y="115742"/>
                </a:cubicBezTo>
                <a:cubicBezTo>
                  <a:pt x="106420" y="128869"/>
                  <a:pt x="112978" y="140317"/>
                  <a:pt x="120735" y="150107"/>
                </a:cubicBezTo>
                <a:lnTo>
                  <a:pt x="130811" y="150107"/>
                </a:lnTo>
                <a:moveTo>
                  <a:pt x="213125" y="116451"/>
                </a:moveTo>
                <a:lnTo>
                  <a:pt x="213125" y="104341"/>
                </a:lnTo>
                <a:lnTo>
                  <a:pt x="174785" y="104341"/>
                </a:lnTo>
                <a:cubicBezTo>
                  <a:pt x="169266" y="104341"/>
                  <a:pt x="163348" y="104581"/>
                  <a:pt x="157053" y="105049"/>
                </a:cubicBezTo>
                <a:lnTo>
                  <a:pt x="165725" y="95441"/>
                </a:lnTo>
                <a:lnTo>
                  <a:pt x="210623" y="42796"/>
                </a:lnTo>
                <a:lnTo>
                  <a:pt x="210623" y="33508"/>
                </a:lnTo>
                <a:lnTo>
                  <a:pt x="142841" y="33508"/>
                </a:lnTo>
                <a:lnTo>
                  <a:pt x="142841" y="44910"/>
                </a:lnTo>
                <a:lnTo>
                  <a:pt x="176658" y="44910"/>
                </a:lnTo>
                <a:cubicBezTo>
                  <a:pt x="181240" y="44910"/>
                  <a:pt x="186529" y="44750"/>
                  <a:pt x="192515" y="44442"/>
                </a:cubicBezTo>
                <a:lnTo>
                  <a:pt x="139711" y="105049"/>
                </a:lnTo>
                <a:lnTo>
                  <a:pt x="139711" y="116451"/>
                </a:lnTo>
                <a:lnTo>
                  <a:pt x="213125" y="116451"/>
                </a:lnTo>
              </a:path>
            </a:pathLst>
          </a:custGeom>
          <a:solidFill xmlns:a="http://schemas.openxmlformats.org/drawingml/2006/main">
            <a:srgbClr val="1B74BB"/>
          </a:solidFill>
          <a:ln xmlns:a="http://schemas.openxmlformats.org/drawingml/2006/main" w="0">
            <a:noFill/>
            <a:prstDash val="solid"/>
          </a:ln>
        </p:spPr>
      </p:sp>
      <p:sp>
        <p:nvSpPr>
          <p:cNvPr id="170" name="pdf-path-174">
            <a:extLst xmlns:a="http://schemas.openxmlformats.org/drawingml/2006/main">
              <a:ext uri="{FF2B5EF4-FFF2-40B4-BE49-F238E27FC236}">
                <a16:creationId xmlns:a16="http://schemas.microsoft.com/office/drawing/2014/main" id="{B04D83B7-D674-4E6C-9A3A-69F37EB6F602}"/>
              </a:ext>
            </a:extLst>
          </p:cNvPr>
          <p:cNvSpPr>
            <a:spLocks xmlns:a="http://schemas.openxmlformats.org/drawingml/2006/main" noGrp="1"/>
          </p:cNvSpPr>
          <p:nvPr/>
        </p:nvSpPr>
        <p:spPr>
          <a:xfrm xmlns:a="http://schemas.openxmlformats.org/drawingml/2006/main">
            <a:off x="5331477" y="187142"/>
            <a:ext cx="50531" cy="76648"/>
          </a:xfrm>
          <a:custGeom xmlns:a="http://schemas.openxmlformats.org/drawingml/2006/main">
            <a:pathLst>
              <a:path w="50531" h="76648">
                <a:moveTo>
                  <a:pt x="13092" y="67633"/>
                </a:moveTo>
                <a:cubicBezTo>
                  <a:pt x="14132" y="65943"/>
                  <a:pt x="15457" y="64240"/>
                  <a:pt x="17045" y="62561"/>
                </a:cubicBezTo>
                <a:cubicBezTo>
                  <a:pt x="18645" y="60881"/>
                  <a:pt x="22255" y="57671"/>
                  <a:pt x="27876" y="52953"/>
                </a:cubicBezTo>
                <a:cubicBezTo>
                  <a:pt x="34616" y="47263"/>
                  <a:pt x="39426" y="42785"/>
                  <a:pt x="42328" y="39518"/>
                </a:cubicBezTo>
                <a:cubicBezTo>
                  <a:pt x="45230" y="36262"/>
                  <a:pt x="47298" y="33154"/>
                  <a:pt x="48554" y="30207"/>
                </a:cubicBezTo>
                <a:cubicBezTo>
                  <a:pt x="49800" y="27248"/>
                  <a:pt x="50428" y="24254"/>
                  <a:pt x="50428" y="21193"/>
                </a:cubicBezTo>
                <a:cubicBezTo>
                  <a:pt x="50428" y="15195"/>
                  <a:pt x="48291" y="10156"/>
                  <a:pt x="44019" y="6089"/>
                </a:cubicBezTo>
                <a:cubicBezTo>
                  <a:pt x="39746" y="2034"/>
                  <a:pt x="33954" y="0"/>
                  <a:pt x="26630" y="0"/>
                </a:cubicBezTo>
                <a:cubicBezTo>
                  <a:pt x="19376" y="0"/>
                  <a:pt x="13595" y="1885"/>
                  <a:pt x="9288" y="5655"/>
                </a:cubicBezTo>
                <a:cubicBezTo>
                  <a:pt x="4992" y="9414"/>
                  <a:pt x="2502" y="14898"/>
                  <a:pt x="1850" y="22084"/>
                </a:cubicBezTo>
                <a:lnTo>
                  <a:pt x="11482" y="23066"/>
                </a:lnTo>
                <a:cubicBezTo>
                  <a:pt x="11516" y="18279"/>
                  <a:pt x="12887" y="14532"/>
                  <a:pt x="15594" y="11824"/>
                </a:cubicBezTo>
                <a:cubicBezTo>
                  <a:pt x="18302" y="9117"/>
                  <a:pt x="21901" y="7757"/>
                  <a:pt x="26425" y="7757"/>
                </a:cubicBezTo>
                <a:cubicBezTo>
                  <a:pt x="30698" y="7757"/>
                  <a:pt x="34148" y="9037"/>
                  <a:pt x="36810" y="11584"/>
                </a:cubicBezTo>
                <a:cubicBezTo>
                  <a:pt x="39460" y="14132"/>
                  <a:pt x="40786" y="17274"/>
                  <a:pt x="40786" y="20987"/>
                </a:cubicBezTo>
                <a:cubicBezTo>
                  <a:pt x="40786" y="24529"/>
                  <a:pt x="39335" y="28287"/>
                  <a:pt x="36421" y="32252"/>
                </a:cubicBezTo>
                <a:cubicBezTo>
                  <a:pt x="33508" y="36227"/>
                  <a:pt x="27899" y="41620"/>
                  <a:pt x="19604" y="48417"/>
                </a:cubicBezTo>
                <a:cubicBezTo>
                  <a:pt x="14258" y="52793"/>
                  <a:pt x="10168" y="56654"/>
                  <a:pt x="7346" y="59979"/>
                </a:cubicBezTo>
                <a:cubicBezTo>
                  <a:pt x="4512" y="63315"/>
                  <a:pt x="2456" y="66697"/>
                  <a:pt x="1176" y="70135"/>
                </a:cubicBezTo>
                <a:cubicBezTo>
                  <a:pt x="365" y="72215"/>
                  <a:pt x="0" y="74385"/>
                  <a:pt x="80" y="76648"/>
                </a:cubicBezTo>
                <a:lnTo>
                  <a:pt x="50531" y="76648"/>
                </a:lnTo>
                <a:lnTo>
                  <a:pt x="50531" y="67633"/>
                </a:lnTo>
                <a:lnTo>
                  <a:pt x="13092" y="67633"/>
                </a:lnTo>
              </a:path>
            </a:pathLst>
          </a:custGeom>
          <a:solidFill xmlns:a="http://schemas.openxmlformats.org/drawingml/2006/main">
            <a:srgbClr val="1B74BB"/>
          </a:solidFill>
          <a:ln xmlns:a="http://schemas.openxmlformats.org/drawingml/2006/main" w="0">
            <a:noFill/>
            <a:prstDash val="solid"/>
          </a:ln>
        </p:spPr>
      </p:sp>
      <p:sp>
        <p:nvSpPr>
          <p:cNvPr id="171" name="pdf-path-175">
            <a:extLst xmlns:a="http://schemas.openxmlformats.org/drawingml/2006/main">
              <a:ext uri="{FF2B5EF4-FFF2-40B4-BE49-F238E27FC236}">
                <a16:creationId xmlns:a16="http://schemas.microsoft.com/office/drawing/2014/main" id="{95DEC0F9-F28C-4D47-AB93-B7ACF9A77F4D}"/>
              </a:ext>
            </a:extLst>
          </p:cNvPr>
          <p:cNvSpPr>
            <a:spLocks xmlns:a="http://schemas.openxmlformats.org/drawingml/2006/main" noGrp="1"/>
          </p:cNvSpPr>
          <p:nvPr/>
        </p:nvSpPr>
        <p:spPr>
          <a:xfrm xmlns:a="http://schemas.openxmlformats.org/drawingml/2006/main">
            <a:off x="5402276" y="87367"/>
            <a:ext cx="154323" cy="150108"/>
          </a:xfrm>
          <a:custGeom xmlns:a="http://schemas.openxmlformats.org/drawingml/2006/main">
            <a:pathLst>
              <a:path w="154323" h="150108">
                <a:moveTo>
                  <a:pt x="0" y="0"/>
                </a:moveTo>
                <a:lnTo>
                  <a:pt x="12259" y="0"/>
                </a:lnTo>
                <a:lnTo>
                  <a:pt x="12259" y="150108"/>
                </a:lnTo>
                <a:lnTo>
                  <a:pt x="0" y="150108"/>
                </a:lnTo>
                <a:close/>
                <a:moveTo>
                  <a:pt x="45059" y="116439"/>
                </a:moveTo>
                <a:lnTo>
                  <a:pt x="66845" y="83719"/>
                </a:lnTo>
                <a:lnTo>
                  <a:pt x="71381" y="90666"/>
                </a:lnTo>
                <a:lnTo>
                  <a:pt x="88403" y="116439"/>
                </a:lnTo>
                <a:lnTo>
                  <a:pt x="105666" y="116439"/>
                </a:lnTo>
                <a:lnTo>
                  <a:pt x="74820" y="72546"/>
                </a:lnTo>
                <a:lnTo>
                  <a:pt x="103473" y="33497"/>
                </a:lnTo>
                <a:lnTo>
                  <a:pt x="86690" y="33497"/>
                </a:lnTo>
                <a:lnTo>
                  <a:pt x="72706" y="53101"/>
                </a:lnTo>
                <a:cubicBezTo>
                  <a:pt x="70776" y="55752"/>
                  <a:pt x="68673" y="58803"/>
                  <a:pt x="66377" y="62241"/>
                </a:cubicBezTo>
                <a:cubicBezTo>
                  <a:pt x="64926" y="59739"/>
                  <a:pt x="62995" y="56643"/>
                  <a:pt x="60596" y="52942"/>
                </a:cubicBezTo>
                <a:lnTo>
                  <a:pt x="47869" y="33497"/>
                </a:lnTo>
                <a:lnTo>
                  <a:pt x="30298" y="33497"/>
                </a:lnTo>
                <a:lnTo>
                  <a:pt x="58334" y="73334"/>
                </a:lnTo>
                <a:lnTo>
                  <a:pt x="28036" y="116439"/>
                </a:lnTo>
                <a:lnTo>
                  <a:pt x="45059" y="116439"/>
                </a:lnTo>
                <a:moveTo>
                  <a:pt x="146235" y="115731"/>
                </a:moveTo>
                <a:cubicBezTo>
                  <a:pt x="151627" y="102616"/>
                  <a:pt x="154323" y="89032"/>
                  <a:pt x="154323" y="74968"/>
                </a:cubicBezTo>
                <a:cubicBezTo>
                  <a:pt x="154323" y="62584"/>
                  <a:pt x="152313" y="50714"/>
                  <a:pt x="148303" y="39358"/>
                </a:cubicBezTo>
                <a:cubicBezTo>
                  <a:pt x="143618" y="26185"/>
                  <a:pt x="136387" y="13070"/>
                  <a:pt x="126596" y="0"/>
                </a:cubicBezTo>
                <a:lnTo>
                  <a:pt x="116519" y="0"/>
                </a:lnTo>
                <a:cubicBezTo>
                  <a:pt x="122871" y="10933"/>
                  <a:pt x="127064" y="18736"/>
                  <a:pt x="129086" y="23420"/>
                </a:cubicBezTo>
                <a:cubicBezTo>
                  <a:pt x="132262" y="30606"/>
                  <a:pt x="134741" y="38112"/>
                  <a:pt x="136513" y="45915"/>
                </a:cubicBezTo>
                <a:cubicBezTo>
                  <a:pt x="138752" y="55546"/>
                  <a:pt x="139871" y="65257"/>
                  <a:pt x="139871" y="75048"/>
                </a:cubicBezTo>
                <a:cubicBezTo>
                  <a:pt x="139871" y="100091"/>
                  <a:pt x="132091" y="125110"/>
                  <a:pt x="116519" y="150096"/>
                </a:cubicBezTo>
                <a:lnTo>
                  <a:pt x="126596" y="150096"/>
                </a:lnTo>
                <a:cubicBezTo>
                  <a:pt x="134296" y="140305"/>
                  <a:pt x="140842" y="128858"/>
                  <a:pt x="146235" y="115731"/>
                </a:cubicBezTo>
              </a:path>
            </a:pathLst>
          </a:custGeom>
          <a:solidFill xmlns:a="http://schemas.openxmlformats.org/drawingml/2006/main">
            <a:srgbClr val="1B74BB"/>
          </a:solidFill>
          <a:ln xmlns:a="http://schemas.openxmlformats.org/drawingml/2006/main" w="0">
            <a:noFill/>
            <a:prstDash val="solid"/>
          </a:ln>
        </p:spPr>
      </p:sp>
      <p:sp>
        <p:nvSpPr>
          <p:cNvPr id="172" name="pdf-path-176">
            <a:extLst xmlns:a="http://schemas.openxmlformats.org/drawingml/2006/main">
              <a:ext uri="{FF2B5EF4-FFF2-40B4-BE49-F238E27FC236}">
                <a16:creationId xmlns:a16="http://schemas.microsoft.com/office/drawing/2014/main" id="{A18BA61E-B93F-4C62-9AC4-9788E0515436}"/>
              </a:ext>
            </a:extLst>
          </p:cNvPr>
          <p:cNvSpPr>
            <a:spLocks xmlns:a="http://schemas.openxmlformats.org/drawingml/2006/main" noGrp="1"/>
          </p:cNvSpPr>
          <p:nvPr/>
        </p:nvSpPr>
        <p:spPr>
          <a:xfrm xmlns:a="http://schemas.openxmlformats.org/drawingml/2006/main">
            <a:off x="3589419" y="1046268"/>
            <a:ext cx="102821" cy="95"/>
          </a:xfrm>
          <a:custGeom xmlns:a="http://schemas.openxmlformats.org/drawingml/2006/main">
            <a:pathLst>
              <a:path w="102821" h="95">
                <a:moveTo>
                  <a:pt x="102821" y="0"/>
                </a:moveTo>
                <a:lnTo>
                  <a:pt x="0" y="0"/>
                </a:lnTo>
                <a:lnTo>
                  <a:pt x="102821" y="0"/>
                </a:lnTo>
              </a:path>
            </a:pathLst>
          </a:custGeom>
          <a:solidFill xmlns:a="http://schemas.openxmlformats.org/drawingml/2006/main">
            <a:srgbClr val="FFFFFF"/>
          </a:solidFill>
          <a:ln xmlns:a="http://schemas.openxmlformats.org/drawingml/2006/main" w="0">
            <a:noFill/>
            <a:prstDash val="solid"/>
          </a:ln>
        </p:spPr>
      </p:sp>
      <p:sp>
        <p:nvSpPr>
          <p:cNvPr id="173" name="pdf-path-177">
            <a:extLst xmlns:a="http://schemas.openxmlformats.org/drawingml/2006/main">
              <a:ext uri="{FF2B5EF4-FFF2-40B4-BE49-F238E27FC236}">
                <a16:creationId xmlns:a16="http://schemas.microsoft.com/office/drawing/2014/main" id="{06EA3956-118E-4A5A-A1BE-35555112AEE5}"/>
              </a:ext>
            </a:extLst>
          </p:cNvPr>
          <p:cNvSpPr>
            <a:spLocks xmlns:a="http://schemas.openxmlformats.org/drawingml/2006/main" noGrp="1"/>
          </p:cNvSpPr>
          <p:nvPr/>
        </p:nvSpPr>
        <p:spPr>
          <a:xfrm xmlns:a="http://schemas.openxmlformats.org/drawingml/2006/main">
            <a:off x="708000" y="1037697"/>
            <a:ext cx="2881425" cy="17137"/>
          </a:xfrm>
          <a:custGeom xmlns:a="http://schemas.openxmlformats.org/drawingml/2006/main">
            <a:pathLst>
              <a:path w="2881425" h="17137">
                <a:moveTo>
                  <a:pt x="0" y="17137"/>
                </a:moveTo>
                <a:lnTo>
                  <a:pt x="2881425" y="17137"/>
                </a:lnTo>
                <a:lnTo>
                  <a:pt x="2881425" y="0"/>
                </a:lnTo>
                <a:lnTo>
                  <a:pt x="0" y="0"/>
                </a:lnTo>
                <a:close/>
              </a:path>
            </a:pathLst>
          </a:custGeom>
          <a:solidFill xmlns:a="http://schemas.openxmlformats.org/drawingml/2006/main">
            <a:srgbClr val="595A5A"/>
          </a:solidFill>
          <a:ln xmlns:a="http://schemas.openxmlformats.org/drawingml/2006/main" w="0">
            <a:noFill/>
            <a:prstDash val="solid"/>
          </a:ln>
        </p:spPr>
      </p:sp>
      <p:sp>
        <p:nvSpPr>
          <p:cNvPr id="174" name="pdf-path-178">
            <a:extLst xmlns:a="http://schemas.openxmlformats.org/drawingml/2006/main">
              <a:ext uri="{FF2B5EF4-FFF2-40B4-BE49-F238E27FC236}">
                <a16:creationId xmlns:a16="http://schemas.microsoft.com/office/drawing/2014/main" id="{7EAE9C57-299A-4BF6-A398-5D3A2C414E9B}"/>
              </a:ext>
            </a:extLst>
          </p:cNvPr>
          <p:cNvSpPr>
            <a:spLocks xmlns:a="http://schemas.openxmlformats.org/drawingml/2006/main" noGrp="1"/>
          </p:cNvSpPr>
          <p:nvPr/>
        </p:nvSpPr>
        <p:spPr>
          <a:xfrm xmlns:a="http://schemas.openxmlformats.org/drawingml/2006/main">
            <a:off x="3589420" y="1017963"/>
            <a:ext cx="77767" cy="56609"/>
          </a:xfrm>
          <a:custGeom xmlns:a="http://schemas.openxmlformats.org/drawingml/2006/main">
            <a:pathLst>
              <a:path w="77767" h="56609">
                <a:moveTo>
                  <a:pt x="0" y="56609"/>
                </a:moveTo>
                <a:lnTo>
                  <a:pt x="77767"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175" name="pdf-path-179">
            <a:extLst xmlns:a="http://schemas.openxmlformats.org/drawingml/2006/main">
              <a:ext uri="{FF2B5EF4-FFF2-40B4-BE49-F238E27FC236}">
                <a16:creationId xmlns:a16="http://schemas.microsoft.com/office/drawing/2014/main" id="{5153AED2-E236-4D63-8F9E-9EB9878A8BF7}"/>
              </a:ext>
            </a:extLst>
          </p:cNvPr>
          <p:cNvSpPr>
            <a:spLocks xmlns:a="http://schemas.openxmlformats.org/drawingml/2006/main" noGrp="1"/>
          </p:cNvSpPr>
          <p:nvPr/>
        </p:nvSpPr>
        <p:spPr>
          <a:xfrm xmlns:a="http://schemas.openxmlformats.org/drawingml/2006/main">
            <a:off x="3580851" y="1005728"/>
            <a:ext cx="111390" cy="81080"/>
          </a:xfrm>
          <a:custGeom xmlns:a="http://schemas.openxmlformats.org/drawingml/2006/main">
            <a:pathLst>
              <a:path w="111390" h="81080">
                <a:moveTo>
                  <a:pt x="8568" y="68844"/>
                </a:moveTo>
                <a:lnTo>
                  <a:pt x="11504" y="76899"/>
                </a:lnTo>
                <a:lnTo>
                  <a:pt x="111390" y="40534"/>
                </a:lnTo>
                <a:lnTo>
                  <a:pt x="0" y="0"/>
                </a:lnTo>
                <a:lnTo>
                  <a:pt x="0" y="81080"/>
                </a:lnTo>
                <a:lnTo>
                  <a:pt x="11504" y="76899"/>
                </a:lnTo>
                <a:lnTo>
                  <a:pt x="8568" y="68844"/>
                </a:lnTo>
                <a:lnTo>
                  <a:pt x="17136" y="68844"/>
                </a:lnTo>
                <a:lnTo>
                  <a:pt x="17136" y="24471"/>
                </a:lnTo>
                <a:lnTo>
                  <a:pt x="61281" y="40534"/>
                </a:lnTo>
                <a:lnTo>
                  <a:pt x="5632" y="60790"/>
                </a:lnTo>
                <a:lnTo>
                  <a:pt x="8568" y="68844"/>
                </a:lnTo>
                <a:lnTo>
                  <a:pt x="17136" y="68844"/>
                </a:lnTo>
                <a:lnTo>
                  <a:pt x="8568" y="68844"/>
                </a:lnTo>
              </a:path>
            </a:pathLst>
          </a:custGeom>
          <a:solidFill xmlns:a="http://schemas.openxmlformats.org/drawingml/2006/main">
            <a:srgbClr val="595A5A"/>
          </a:solidFill>
          <a:ln xmlns:a="http://schemas.openxmlformats.org/drawingml/2006/main" w="0">
            <a:noFill/>
            <a:prstDash val="solid"/>
          </a:ln>
        </p:spPr>
      </p:sp>
      <p:sp>
        <p:nvSpPr>
          <p:cNvPr id="176" name="pdf-path-180">
            <a:extLst xmlns:a="http://schemas.openxmlformats.org/drawingml/2006/main">
              <a:ext uri="{FF2B5EF4-FFF2-40B4-BE49-F238E27FC236}">
                <a16:creationId xmlns:a16="http://schemas.microsoft.com/office/drawing/2014/main" id="{0F2C7043-564E-409E-BB31-BB660F591EC5}"/>
              </a:ext>
            </a:extLst>
          </p:cNvPr>
          <p:cNvSpPr>
            <a:spLocks xmlns:a="http://schemas.openxmlformats.org/drawingml/2006/main" noGrp="1"/>
          </p:cNvSpPr>
          <p:nvPr/>
        </p:nvSpPr>
        <p:spPr>
          <a:xfrm xmlns:a="http://schemas.openxmlformats.org/drawingml/2006/main">
            <a:off x="771686" y="764984"/>
            <a:ext cx="863206" cy="272716"/>
          </a:xfrm>
          <a:custGeom xmlns:a="http://schemas.openxmlformats.org/drawingml/2006/main">
            <a:pathLst>
              <a:path w="863206" h="272716">
                <a:moveTo>
                  <a:pt x="863206" y="272716"/>
                </a:moveTo>
                <a:lnTo>
                  <a:pt x="861607" y="272716"/>
                </a:lnTo>
                <a:cubicBezTo>
                  <a:pt x="861733" y="271094"/>
                  <a:pt x="861893" y="268991"/>
                  <a:pt x="861767" y="267563"/>
                </a:cubicBezTo>
                <a:cubicBezTo>
                  <a:pt x="862087" y="268649"/>
                  <a:pt x="862544" y="270225"/>
                  <a:pt x="862966" y="271802"/>
                </a:cubicBezTo>
                <a:cubicBezTo>
                  <a:pt x="863046" y="272110"/>
                  <a:pt x="863126" y="272419"/>
                  <a:pt x="863206" y="272716"/>
                </a:cubicBezTo>
                <a:moveTo>
                  <a:pt x="860179" y="272716"/>
                </a:moveTo>
                <a:lnTo>
                  <a:pt x="854946" y="272716"/>
                </a:lnTo>
                <a:lnTo>
                  <a:pt x="0" y="2171"/>
                </a:lnTo>
                <a:cubicBezTo>
                  <a:pt x="6535" y="2251"/>
                  <a:pt x="14189" y="2296"/>
                  <a:pt x="22826" y="2296"/>
                </a:cubicBezTo>
                <a:cubicBezTo>
                  <a:pt x="55980" y="2296"/>
                  <a:pt x="103667" y="1725"/>
                  <a:pt x="158367" y="1142"/>
                </a:cubicBezTo>
                <a:cubicBezTo>
                  <a:pt x="213011" y="571"/>
                  <a:pt x="274681" y="0"/>
                  <a:pt x="335848" y="0"/>
                </a:cubicBezTo>
                <a:cubicBezTo>
                  <a:pt x="454675" y="0"/>
                  <a:pt x="571640" y="2159"/>
                  <a:pt x="631847" y="10693"/>
                </a:cubicBezTo>
                <a:cubicBezTo>
                  <a:pt x="762133" y="29155"/>
                  <a:pt x="744299" y="70352"/>
                  <a:pt x="781783" y="112966"/>
                </a:cubicBezTo>
                <a:cubicBezTo>
                  <a:pt x="819267" y="155580"/>
                  <a:pt x="843465" y="240841"/>
                  <a:pt x="856751" y="266387"/>
                </a:cubicBezTo>
                <a:cubicBezTo>
                  <a:pt x="858122" y="269037"/>
                  <a:pt x="859253" y="271105"/>
                  <a:pt x="860179" y="272716"/>
                </a:cubicBezTo>
                <a:moveTo>
                  <a:pt x="861767" y="267563"/>
                </a:moveTo>
                <a:cubicBezTo>
                  <a:pt x="861527" y="266729"/>
                  <a:pt x="861390" y="266204"/>
                  <a:pt x="861424" y="266204"/>
                </a:cubicBezTo>
                <a:cubicBezTo>
                  <a:pt x="861435" y="266204"/>
                  <a:pt x="861447" y="266215"/>
                  <a:pt x="861470" y="266249"/>
                </a:cubicBezTo>
                <a:cubicBezTo>
                  <a:pt x="861630" y="266535"/>
                  <a:pt x="861721" y="267004"/>
                  <a:pt x="861767" y="267563"/>
                </a:cubicBezTo>
              </a:path>
            </a:pathLst>
          </a:custGeom>
          <a:solidFill xmlns:a="http://schemas.openxmlformats.org/drawingml/2006/main">
            <a:srgbClr val="FFFFFF"/>
          </a:solidFill>
          <a:ln xmlns:a="http://schemas.openxmlformats.org/drawingml/2006/main" w="0">
            <a:noFill/>
            <a:prstDash val="solid"/>
          </a:ln>
        </p:spPr>
      </p:sp>
      <p:sp>
        <p:nvSpPr>
          <p:cNvPr id="177" name="pdf-path-181">
            <a:extLst xmlns:a="http://schemas.openxmlformats.org/drawingml/2006/main">
              <a:ext uri="{FF2B5EF4-FFF2-40B4-BE49-F238E27FC236}">
                <a16:creationId xmlns:a16="http://schemas.microsoft.com/office/drawing/2014/main" id="{DB2B18EA-7AA8-44E2-9A3E-41F87FBD69A5}"/>
              </a:ext>
            </a:extLst>
          </p:cNvPr>
          <p:cNvSpPr>
            <a:spLocks xmlns:a="http://schemas.openxmlformats.org/drawingml/2006/main" noGrp="1"/>
          </p:cNvSpPr>
          <p:nvPr/>
        </p:nvSpPr>
        <p:spPr>
          <a:xfrm xmlns:a="http://schemas.openxmlformats.org/drawingml/2006/main">
            <a:off x="1626634" y="1037706"/>
            <a:ext cx="9299" cy="4684"/>
          </a:xfrm>
          <a:custGeom xmlns:a="http://schemas.openxmlformats.org/drawingml/2006/main">
            <a:pathLst>
              <a:path w="9299" h="4684">
                <a:moveTo>
                  <a:pt x="8694" y="4684"/>
                </a:moveTo>
                <a:cubicBezTo>
                  <a:pt x="8340" y="4684"/>
                  <a:pt x="7654" y="3930"/>
                  <a:pt x="6455" y="2045"/>
                </a:cubicBezTo>
                <a:lnTo>
                  <a:pt x="6523" y="2056"/>
                </a:lnTo>
                <a:cubicBezTo>
                  <a:pt x="6523" y="1657"/>
                  <a:pt x="6580" y="903"/>
                  <a:pt x="6660" y="0"/>
                </a:cubicBezTo>
                <a:lnTo>
                  <a:pt x="8260" y="0"/>
                </a:lnTo>
                <a:cubicBezTo>
                  <a:pt x="8888" y="2456"/>
                  <a:pt x="9299" y="4684"/>
                  <a:pt x="8694" y="4684"/>
                </a:cubicBezTo>
                <a:moveTo>
                  <a:pt x="6455" y="2045"/>
                </a:moveTo>
                <a:lnTo>
                  <a:pt x="0" y="0"/>
                </a:lnTo>
                <a:lnTo>
                  <a:pt x="5232" y="0"/>
                </a:lnTo>
                <a:cubicBezTo>
                  <a:pt x="5689" y="788"/>
                  <a:pt x="6101" y="1462"/>
                  <a:pt x="6455" y="2045"/>
                </a:cubicBezTo>
              </a:path>
            </a:pathLst>
          </a:custGeom>
          <a:solidFill xmlns:a="http://schemas.openxmlformats.org/drawingml/2006/main">
            <a:srgbClr val="595A5A"/>
          </a:solidFill>
          <a:ln xmlns:a="http://schemas.openxmlformats.org/drawingml/2006/main" w="0">
            <a:noFill/>
            <a:prstDash val="solid"/>
          </a:ln>
        </p:spPr>
      </p:sp>
      <p:sp>
        <p:nvSpPr>
          <p:cNvPr id="178" name="pdf-path-182">
            <a:extLst xmlns:a="http://schemas.openxmlformats.org/drawingml/2006/main">
              <a:ext uri="{FF2B5EF4-FFF2-40B4-BE49-F238E27FC236}">
                <a16:creationId xmlns:a16="http://schemas.microsoft.com/office/drawing/2014/main" id="{30C6AA3B-273E-4424-B200-B317318C89B4}"/>
              </a:ext>
            </a:extLst>
          </p:cNvPr>
          <p:cNvSpPr>
            <a:spLocks xmlns:a="http://schemas.openxmlformats.org/drawingml/2006/main" noGrp="1"/>
          </p:cNvSpPr>
          <p:nvPr/>
        </p:nvSpPr>
        <p:spPr>
          <a:xfrm xmlns:a="http://schemas.openxmlformats.org/drawingml/2006/main">
            <a:off x="771573" y="756413"/>
            <a:ext cx="872620" cy="294606"/>
          </a:xfrm>
          <a:custGeom xmlns:a="http://schemas.openxmlformats.org/drawingml/2006/main">
            <a:pathLst>
              <a:path w="872620" h="294606">
                <a:moveTo>
                  <a:pt x="0" y="19308"/>
                </a:moveTo>
                <a:cubicBezTo>
                  <a:pt x="6592" y="19399"/>
                  <a:pt x="14281" y="19433"/>
                  <a:pt x="22941" y="19433"/>
                </a:cubicBezTo>
                <a:cubicBezTo>
                  <a:pt x="89386" y="19433"/>
                  <a:pt x="213697" y="17137"/>
                  <a:pt x="336019" y="17137"/>
                </a:cubicBezTo>
                <a:cubicBezTo>
                  <a:pt x="454629" y="17114"/>
                  <a:pt x="571674" y="19342"/>
                  <a:pt x="630751" y="27750"/>
                </a:cubicBezTo>
                <a:cubicBezTo>
                  <a:pt x="662865" y="32297"/>
                  <a:pt x="685520" y="38215"/>
                  <a:pt x="701800" y="44956"/>
                </a:cubicBezTo>
                <a:cubicBezTo>
                  <a:pt x="726237" y="55204"/>
                  <a:pt x="736371" y="66445"/>
                  <a:pt x="745110" y="79926"/>
                </a:cubicBezTo>
                <a:cubicBezTo>
                  <a:pt x="753782" y="93385"/>
                  <a:pt x="760385" y="109996"/>
                  <a:pt x="775466" y="127201"/>
                </a:cubicBezTo>
                <a:cubicBezTo>
                  <a:pt x="793014" y="147069"/>
                  <a:pt x="808323" y="178440"/>
                  <a:pt x="820547" y="207939"/>
                </a:cubicBezTo>
                <a:cubicBezTo>
                  <a:pt x="826671" y="222699"/>
                  <a:pt x="832086" y="237003"/>
                  <a:pt x="836827" y="249284"/>
                </a:cubicBezTo>
                <a:cubicBezTo>
                  <a:pt x="841579" y="261600"/>
                  <a:pt x="845578" y="271791"/>
                  <a:pt x="849257" y="278920"/>
                </a:cubicBezTo>
                <a:cubicBezTo>
                  <a:pt x="851473" y="283169"/>
                  <a:pt x="853096" y="286060"/>
                  <a:pt x="854455" y="288185"/>
                </a:cubicBezTo>
                <a:cubicBezTo>
                  <a:pt x="855152" y="289259"/>
                  <a:pt x="855735" y="290127"/>
                  <a:pt x="856580" y="291087"/>
                </a:cubicBezTo>
                <a:lnTo>
                  <a:pt x="858385" y="292766"/>
                </a:lnTo>
                <a:cubicBezTo>
                  <a:pt x="859288" y="293349"/>
                  <a:pt x="860670" y="294446"/>
                  <a:pt x="863755" y="294548"/>
                </a:cubicBezTo>
                <a:cubicBezTo>
                  <a:pt x="865617" y="294606"/>
                  <a:pt x="867982" y="293760"/>
                  <a:pt x="869433" y="292469"/>
                </a:cubicBezTo>
                <a:cubicBezTo>
                  <a:pt x="871638" y="290493"/>
                  <a:pt x="872060" y="288699"/>
                  <a:pt x="872346" y="287659"/>
                </a:cubicBezTo>
                <a:cubicBezTo>
                  <a:pt x="872597" y="286563"/>
                  <a:pt x="872609" y="285866"/>
                  <a:pt x="872620" y="285272"/>
                </a:cubicBezTo>
                <a:cubicBezTo>
                  <a:pt x="872586" y="283284"/>
                  <a:pt x="872300" y="282187"/>
                  <a:pt x="872015" y="280828"/>
                </a:cubicBezTo>
                <a:cubicBezTo>
                  <a:pt x="871580" y="278885"/>
                  <a:pt x="871021" y="276886"/>
                  <a:pt x="870564" y="275298"/>
                </a:cubicBezTo>
                <a:lnTo>
                  <a:pt x="870004" y="273379"/>
                </a:lnTo>
                <a:lnTo>
                  <a:pt x="869890" y="272979"/>
                </a:lnTo>
                <a:lnTo>
                  <a:pt x="865902" y="273996"/>
                </a:lnTo>
                <a:lnTo>
                  <a:pt x="869935" y="273162"/>
                </a:lnTo>
                <a:lnTo>
                  <a:pt x="869890" y="272979"/>
                </a:lnTo>
                <a:lnTo>
                  <a:pt x="865902" y="273996"/>
                </a:lnTo>
                <a:lnTo>
                  <a:pt x="869935" y="273162"/>
                </a:lnTo>
                <a:lnTo>
                  <a:pt x="862064" y="274795"/>
                </a:lnTo>
                <a:lnTo>
                  <a:pt x="870095" y="274795"/>
                </a:lnTo>
                <a:cubicBezTo>
                  <a:pt x="870061" y="273424"/>
                  <a:pt x="869958" y="273390"/>
                  <a:pt x="869935" y="273162"/>
                </a:cubicBezTo>
                <a:lnTo>
                  <a:pt x="862064" y="274795"/>
                </a:lnTo>
                <a:lnTo>
                  <a:pt x="870095" y="274795"/>
                </a:lnTo>
                <a:lnTo>
                  <a:pt x="861573" y="274795"/>
                </a:lnTo>
                <a:lnTo>
                  <a:pt x="869695" y="277389"/>
                </a:lnTo>
                <a:cubicBezTo>
                  <a:pt x="870141" y="275869"/>
                  <a:pt x="870072" y="275275"/>
                  <a:pt x="870095" y="274795"/>
                </a:cubicBezTo>
                <a:lnTo>
                  <a:pt x="861573" y="274795"/>
                </a:lnTo>
                <a:lnTo>
                  <a:pt x="869695" y="277389"/>
                </a:lnTo>
                <a:lnTo>
                  <a:pt x="861538" y="274784"/>
                </a:lnTo>
                <a:lnTo>
                  <a:pt x="867753" y="280668"/>
                </a:lnTo>
                <a:cubicBezTo>
                  <a:pt x="869033" y="279274"/>
                  <a:pt x="869433" y="278154"/>
                  <a:pt x="869695" y="277389"/>
                </a:cubicBezTo>
                <a:lnTo>
                  <a:pt x="861538" y="274784"/>
                </a:lnTo>
                <a:lnTo>
                  <a:pt x="867753" y="280668"/>
                </a:lnTo>
                <a:lnTo>
                  <a:pt x="861538" y="274772"/>
                </a:lnTo>
                <a:lnTo>
                  <a:pt x="861538" y="283341"/>
                </a:lnTo>
                <a:cubicBezTo>
                  <a:pt x="863880" y="283432"/>
                  <a:pt x="866542" y="282073"/>
                  <a:pt x="867753" y="280668"/>
                </a:cubicBezTo>
                <a:lnTo>
                  <a:pt x="861538" y="274772"/>
                </a:lnTo>
                <a:lnTo>
                  <a:pt x="861538" y="283341"/>
                </a:lnTo>
                <a:lnTo>
                  <a:pt x="861538" y="274784"/>
                </a:lnTo>
                <a:lnTo>
                  <a:pt x="856054" y="281353"/>
                </a:lnTo>
                <a:cubicBezTo>
                  <a:pt x="856820" y="281901"/>
                  <a:pt x="858179" y="283215"/>
                  <a:pt x="861538" y="283341"/>
                </a:cubicBezTo>
                <a:lnTo>
                  <a:pt x="861538" y="274784"/>
                </a:lnTo>
                <a:lnTo>
                  <a:pt x="856054" y="281353"/>
                </a:lnTo>
                <a:lnTo>
                  <a:pt x="861492" y="274841"/>
                </a:lnTo>
                <a:lnTo>
                  <a:pt x="854478" y="279628"/>
                </a:lnTo>
                <a:cubicBezTo>
                  <a:pt x="854729" y="279948"/>
                  <a:pt x="854946" y="280382"/>
                  <a:pt x="856054" y="281353"/>
                </a:cubicBezTo>
                <a:lnTo>
                  <a:pt x="861492" y="274841"/>
                </a:lnTo>
                <a:lnTo>
                  <a:pt x="854478" y="279628"/>
                </a:lnTo>
                <a:lnTo>
                  <a:pt x="861196" y="275047"/>
                </a:lnTo>
                <a:lnTo>
                  <a:pt x="854112" y="279022"/>
                </a:lnTo>
                <a:lnTo>
                  <a:pt x="854478" y="279628"/>
                </a:lnTo>
                <a:lnTo>
                  <a:pt x="861196" y="275047"/>
                </a:lnTo>
                <a:lnTo>
                  <a:pt x="854112" y="279022"/>
                </a:lnTo>
                <a:lnTo>
                  <a:pt x="859162" y="276189"/>
                </a:lnTo>
                <a:lnTo>
                  <a:pt x="853347" y="276920"/>
                </a:lnTo>
                <a:cubicBezTo>
                  <a:pt x="853415" y="277057"/>
                  <a:pt x="853301" y="277469"/>
                  <a:pt x="854101" y="279022"/>
                </a:cubicBezTo>
                <a:lnTo>
                  <a:pt x="859162" y="276189"/>
                </a:lnTo>
                <a:lnTo>
                  <a:pt x="853347" y="276920"/>
                </a:lnTo>
                <a:lnTo>
                  <a:pt x="853987" y="276840"/>
                </a:lnTo>
                <a:lnTo>
                  <a:pt x="853347" y="276886"/>
                </a:lnTo>
                <a:lnTo>
                  <a:pt x="853347" y="276920"/>
                </a:lnTo>
                <a:lnTo>
                  <a:pt x="853987" y="276840"/>
                </a:lnTo>
                <a:lnTo>
                  <a:pt x="853347" y="276886"/>
                </a:lnTo>
                <a:lnTo>
                  <a:pt x="853358" y="277343"/>
                </a:lnTo>
                <a:cubicBezTo>
                  <a:pt x="853358" y="278006"/>
                  <a:pt x="853290" y="279114"/>
                  <a:pt x="853210" y="280142"/>
                </a:cubicBezTo>
                <a:cubicBezTo>
                  <a:pt x="853130" y="281262"/>
                  <a:pt x="853027" y="282016"/>
                  <a:pt x="853004" y="283352"/>
                </a:cubicBezTo>
                <a:lnTo>
                  <a:pt x="870141" y="283352"/>
                </a:lnTo>
                <a:lnTo>
                  <a:pt x="867331" y="283352"/>
                </a:lnTo>
                <a:lnTo>
                  <a:pt x="870141" y="283444"/>
                </a:lnTo>
                <a:lnTo>
                  <a:pt x="870141" y="283352"/>
                </a:lnTo>
                <a:lnTo>
                  <a:pt x="867331" y="283352"/>
                </a:lnTo>
                <a:lnTo>
                  <a:pt x="870141" y="283444"/>
                </a:lnTo>
                <a:cubicBezTo>
                  <a:pt x="870141" y="283387"/>
                  <a:pt x="870221" y="282370"/>
                  <a:pt x="870312" y="281273"/>
                </a:cubicBezTo>
                <a:cubicBezTo>
                  <a:pt x="870392" y="280131"/>
                  <a:pt x="870495" y="278794"/>
                  <a:pt x="870495" y="277343"/>
                </a:cubicBezTo>
                <a:lnTo>
                  <a:pt x="870347" y="274772"/>
                </a:lnTo>
                <a:cubicBezTo>
                  <a:pt x="870187" y="273767"/>
                  <a:pt x="870118" y="272659"/>
                  <a:pt x="869044" y="270637"/>
                </a:cubicBezTo>
                <a:lnTo>
                  <a:pt x="868347" y="269574"/>
                </a:lnTo>
                <a:lnTo>
                  <a:pt x="867033" y="268192"/>
                </a:lnTo>
                <a:cubicBezTo>
                  <a:pt x="866257" y="267643"/>
                  <a:pt x="864897" y="266330"/>
                  <a:pt x="861538" y="266204"/>
                </a:cubicBezTo>
                <a:cubicBezTo>
                  <a:pt x="859196" y="266124"/>
                  <a:pt x="856523" y="267472"/>
                  <a:pt x="855323" y="268877"/>
                </a:cubicBezTo>
                <a:cubicBezTo>
                  <a:pt x="853438" y="271014"/>
                  <a:pt x="853347" y="272362"/>
                  <a:pt x="853118" y="273150"/>
                </a:cubicBezTo>
                <a:lnTo>
                  <a:pt x="852958" y="274795"/>
                </a:lnTo>
                <a:lnTo>
                  <a:pt x="853096" y="276326"/>
                </a:lnTo>
                <a:lnTo>
                  <a:pt x="853427" y="277743"/>
                </a:lnTo>
                <a:cubicBezTo>
                  <a:pt x="853758" y="278931"/>
                  <a:pt x="854318" y="280759"/>
                  <a:pt x="854798" y="282553"/>
                </a:cubicBezTo>
                <a:lnTo>
                  <a:pt x="855369" y="284906"/>
                </a:lnTo>
                <a:lnTo>
                  <a:pt x="855483" y="285557"/>
                </a:lnTo>
                <a:lnTo>
                  <a:pt x="855495" y="285592"/>
                </a:lnTo>
                <a:lnTo>
                  <a:pt x="859162" y="285272"/>
                </a:lnTo>
                <a:lnTo>
                  <a:pt x="855483" y="285272"/>
                </a:lnTo>
                <a:lnTo>
                  <a:pt x="855495" y="285592"/>
                </a:lnTo>
                <a:lnTo>
                  <a:pt x="859162" y="285272"/>
                </a:lnTo>
                <a:lnTo>
                  <a:pt x="855483" y="285272"/>
                </a:lnTo>
                <a:lnTo>
                  <a:pt x="862658" y="285272"/>
                </a:lnTo>
                <a:lnTo>
                  <a:pt x="856009" y="282655"/>
                </a:lnTo>
                <a:cubicBezTo>
                  <a:pt x="855403" y="284335"/>
                  <a:pt x="855518" y="284917"/>
                  <a:pt x="855483" y="285272"/>
                </a:cubicBezTo>
                <a:lnTo>
                  <a:pt x="862658" y="285272"/>
                </a:lnTo>
                <a:lnTo>
                  <a:pt x="856009" y="282655"/>
                </a:lnTo>
                <a:lnTo>
                  <a:pt x="863663" y="285672"/>
                </a:lnTo>
                <a:lnTo>
                  <a:pt x="858351" y="279388"/>
                </a:lnTo>
                <a:cubicBezTo>
                  <a:pt x="856946" y="280610"/>
                  <a:pt x="856340" y="281833"/>
                  <a:pt x="856009" y="282655"/>
                </a:cubicBezTo>
                <a:lnTo>
                  <a:pt x="863663" y="285672"/>
                </a:lnTo>
                <a:lnTo>
                  <a:pt x="858351" y="279388"/>
                </a:lnTo>
                <a:lnTo>
                  <a:pt x="863755" y="285774"/>
                </a:lnTo>
                <a:lnTo>
                  <a:pt x="863755" y="277412"/>
                </a:lnTo>
                <a:cubicBezTo>
                  <a:pt x="861995" y="277354"/>
                  <a:pt x="859722" y="278165"/>
                  <a:pt x="858351" y="279388"/>
                </a:cubicBezTo>
                <a:lnTo>
                  <a:pt x="863755" y="285774"/>
                </a:lnTo>
                <a:lnTo>
                  <a:pt x="863755" y="277412"/>
                </a:lnTo>
                <a:lnTo>
                  <a:pt x="863755" y="285420"/>
                </a:lnTo>
                <a:lnTo>
                  <a:pt x="868496" y="278931"/>
                </a:lnTo>
                <a:cubicBezTo>
                  <a:pt x="867845" y="278520"/>
                  <a:pt x="866679" y="277514"/>
                  <a:pt x="863755" y="277412"/>
                </a:cubicBezTo>
                <a:lnTo>
                  <a:pt x="863755" y="285420"/>
                </a:lnTo>
                <a:lnTo>
                  <a:pt x="868496" y="278931"/>
                </a:lnTo>
                <a:lnTo>
                  <a:pt x="865000" y="283718"/>
                </a:lnTo>
                <a:lnTo>
                  <a:pt x="869387" y="279708"/>
                </a:lnTo>
                <a:lnTo>
                  <a:pt x="868496" y="278931"/>
                </a:lnTo>
                <a:lnTo>
                  <a:pt x="865000" y="283718"/>
                </a:lnTo>
                <a:lnTo>
                  <a:pt x="869387" y="279708"/>
                </a:lnTo>
                <a:lnTo>
                  <a:pt x="867582" y="281353"/>
                </a:lnTo>
                <a:lnTo>
                  <a:pt x="869467" y="279799"/>
                </a:lnTo>
                <a:lnTo>
                  <a:pt x="869387" y="279708"/>
                </a:lnTo>
                <a:lnTo>
                  <a:pt x="867582" y="281353"/>
                </a:lnTo>
                <a:lnTo>
                  <a:pt x="869467" y="279799"/>
                </a:lnTo>
                <a:lnTo>
                  <a:pt x="869067" y="279228"/>
                </a:lnTo>
                <a:cubicBezTo>
                  <a:pt x="868267" y="278017"/>
                  <a:pt x="866702" y="275310"/>
                  <a:pt x="864463" y="271014"/>
                </a:cubicBezTo>
                <a:cubicBezTo>
                  <a:pt x="861515" y="265359"/>
                  <a:pt x="857494" y="255305"/>
                  <a:pt x="852810" y="243126"/>
                </a:cubicBezTo>
                <a:cubicBezTo>
                  <a:pt x="845750" y="224790"/>
                  <a:pt x="836976" y="201427"/>
                  <a:pt x="826362" y="178475"/>
                </a:cubicBezTo>
                <a:cubicBezTo>
                  <a:pt x="815714" y="155511"/>
                  <a:pt x="803307" y="132948"/>
                  <a:pt x="788330" y="115879"/>
                </a:cubicBezTo>
                <a:cubicBezTo>
                  <a:pt x="779635" y="105997"/>
                  <a:pt x="774095" y="96161"/>
                  <a:pt x="768462" y="86016"/>
                </a:cubicBezTo>
                <a:cubicBezTo>
                  <a:pt x="760100" y="70924"/>
                  <a:pt x="751245" y="54724"/>
                  <a:pt x="731584" y="41414"/>
                </a:cubicBezTo>
                <a:cubicBezTo>
                  <a:pt x="711979" y="28116"/>
                  <a:pt x="682664" y="17811"/>
                  <a:pt x="633161" y="10785"/>
                </a:cubicBezTo>
                <a:cubicBezTo>
                  <a:pt x="571845" y="2125"/>
                  <a:pt x="455006" y="23"/>
                  <a:pt x="336019" y="0"/>
                </a:cubicBezTo>
                <a:cubicBezTo>
                  <a:pt x="213514" y="0"/>
                  <a:pt x="89077" y="2297"/>
                  <a:pt x="22941" y="2297"/>
                </a:cubicBezTo>
                <a:cubicBezTo>
                  <a:pt x="14326" y="2297"/>
                  <a:pt x="6706" y="2262"/>
                  <a:pt x="228" y="2171"/>
                </a:cubicBezTo>
                <a:lnTo>
                  <a:pt x="0" y="19308"/>
                </a:lnTo>
              </a:path>
            </a:pathLst>
          </a:custGeom>
          <a:solidFill xmlns:a="http://schemas.openxmlformats.org/drawingml/2006/main">
            <a:srgbClr val="CC2027"/>
          </a:solidFill>
          <a:ln xmlns:a="http://schemas.openxmlformats.org/drawingml/2006/main" w="0">
            <a:noFill/>
            <a:prstDash val="solid"/>
          </a:ln>
        </p:spPr>
      </p:sp>
      <p:sp>
        <p:nvSpPr>
          <p:cNvPr id="179" name="pdf-path-183">
            <a:extLst xmlns:a="http://schemas.openxmlformats.org/drawingml/2006/main">
              <a:ext uri="{FF2B5EF4-FFF2-40B4-BE49-F238E27FC236}">
                <a16:creationId xmlns:a16="http://schemas.microsoft.com/office/drawing/2014/main" id="{BE1F6115-5CCB-4934-90A7-0FE2366129EF}"/>
              </a:ext>
            </a:extLst>
          </p:cNvPr>
          <p:cNvSpPr>
            <a:spLocks xmlns:a="http://schemas.openxmlformats.org/drawingml/2006/main" noGrp="1"/>
          </p:cNvSpPr>
          <p:nvPr/>
        </p:nvSpPr>
        <p:spPr>
          <a:xfrm xmlns:a="http://schemas.openxmlformats.org/drawingml/2006/main">
            <a:off x="1718092" y="681639"/>
            <a:ext cx="1739859" cy="447992"/>
          </a:xfrm>
          <a:custGeom xmlns:a="http://schemas.openxmlformats.org/drawingml/2006/main">
            <a:pathLst>
              <a:path w="1739859" h="447992">
                <a:moveTo>
                  <a:pt x="0" y="447992"/>
                </a:moveTo>
                <a:lnTo>
                  <a:pt x="1739859" y="447992"/>
                </a:lnTo>
                <a:lnTo>
                  <a:pt x="1739859" y="373195"/>
                </a:lnTo>
                <a:lnTo>
                  <a:pt x="0" y="373195"/>
                </a:lnTo>
                <a:close/>
                <a:moveTo>
                  <a:pt x="0" y="356058"/>
                </a:moveTo>
                <a:lnTo>
                  <a:pt x="1739859" y="356058"/>
                </a:lnTo>
                <a:lnTo>
                  <a:pt x="1739859" y="0"/>
                </a:lnTo>
                <a:lnTo>
                  <a:pt x="0" y="0"/>
                </a:lnTo>
                <a:close/>
              </a:path>
            </a:pathLst>
          </a:custGeom>
          <a:solidFill xmlns:a="http://schemas.openxmlformats.org/drawingml/2006/main">
            <a:srgbClr val="FFFFFF"/>
          </a:solidFill>
          <a:ln xmlns:a="http://schemas.openxmlformats.org/drawingml/2006/main" w="0">
            <a:noFill/>
            <a:prstDash val="solid"/>
          </a:ln>
        </p:spPr>
      </p:sp>
      <p:sp>
        <p:nvSpPr>
          <p:cNvPr id="180" name="pdf-path-184">
            <a:extLst xmlns:a="http://schemas.openxmlformats.org/drawingml/2006/main">
              <a:ext uri="{FF2B5EF4-FFF2-40B4-BE49-F238E27FC236}">
                <a16:creationId xmlns:a16="http://schemas.microsoft.com/office/drawing/2014/main" id="{2867BFB3-99BF-44EB-A97B-DF7DFC1EBC63}"/>
              </a:ext>
            </a:extLst>
          </p:cNvPr>
          <p:cNvSpPr>
            <a:spLocks xmlns:a="http://schemas.openxmlformats.org/drawingml/2006/main" noGrp="1"/>
          </p:cNvSpPr>
          <p:nvPr/>
        </p:nvSpPr>
        <p:spPr>
          <a:xfrm xmlns:a="http://schemas.openxmlformats.org/drawingml/2006/main">
            <a:off x="1718092" y="1037697"/>
            <a:ext cx="1739859" cy="17137"/>
          </a:xfrm>
          <a:custGeom xmlns:a="http://schemas.openxmlformats.org/drawingml/2006/main">
            <a:pathLst>
              <a:path w="1739859" h="17137">
                <a:moveTo>
                  <a:pt x="0" y="17137"/>
                </a:moveTo>
                <a:lnTo>
                  <a:pt x="1739859" y="17137"/>
                </a:lnTo>
                <a:lnTo>
                  <a:pt x="1739859" y="0"/>
                </a:lnTo>
                <a:lnTo>
                  <a:pt x="0" y="0"/>
                </a:lnTo>
                <a:close/>
              </a:path>
            </a:pathLst>
          </a:custGeom>
          <a:solidFill xmlns:a="http://schemas.openxmlformats.org/drawingml/2006/main">
            <a:srgbClr val="595A5A"/>
          </a:solidFill>
          <a:ln xmlns:a="http://schemas.openxmlformats.org/drawingml/2006/main" w="0">
            <a:noFill/>
            <a:prstDash val="solid"/>
          </a:ln>
        </p:spPr>
      </p:sp>
      <p:sp>
        <p:nvSpPr>
          <p:cNvPr id="181" name="pdf-path-185">
            <a:extLst xmlns:a="http://schemas.openxmlformats.org/drawingml/2006/main">
              <a:ext uri="{FF2B5EF4-FFF2-40B4-BE49-F238E27FC236}">
                <a16:creationId xmlns:a16="http://schemas.microsoft.com/office/drawing/2014/main" id="{F6DD48F2-6906-4D1A-84D2-2A15499364B8}"/>
              </a:ext>
            </a:extLst>
          </p:cNvPr>
          <p:cNvSpPr>
            <a:spLocks xmlns:a="http://schemas.openxmlformats.org/drawingml/2006/main" noGrp="1"/>
          </p:cNvSpPr>
          <p:nvPr/>
        </p:nvSpPr>
        <p:spPr>
          <a:xfrm xmlns:a="http://schemas.openxmlformats.org/drawingml/2006/main">
            <a:off x="1802387" y="788232"/>
            <a:ext cx="1437358"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86221A"/>
                </a:solidFill>
                <a:latin typeface="Arial"/>
                <a:ea typeface="Arial"/>
                <a:cs typeface="Arial"/>
              </a:defRPr>
            </a:defPPr>
          </a:lstStyle>
          <a:p xmlns:a="http://schemas.openxmlformats.org/drawingml/2006/main">
            <a:pPr algn="l">
              <a:defRPr sz="1259" b="0" i="0">
                <a:solidFill>
                  <a:srgbClr val="86221A"/>
                </a:solidFill>
                <a:latin typeface="Arial"/>
                <a:ea typeface="Arial"/>
                <a:cs typeface="Arial"/>
              </a:defRPr>
            </a:pPr>
            <a:r>
              <a:rPr sz="1259" b="0" i="0">
                <a:solidFill>
                  <a:srgbClr val="86221A"/>
                </a:solidFill>
                <a:latin typeface="Arial"/>
                <a:ea typeface="Arial"/>
                <a:cs typeface="Arial"/>
              </a:rPr>
              <a:t>Soft segment mask</a:t>
            </a:r>
          </a:p>
        </p:txBody>
      </p:sp>
      <p:sp>
        <p:nvSpPr>
          <p:cNvPr id="182" name="pdf-path-186">
            <a:extLst xmlns:a="http://schemas.openxmlformats.org/drawingml/2006/main">
              <a:ext uri="{FF2B5EF4-FFF2-40B4-BE49-F238E27FC236}">
                <a16:creationId xmlns:a16="http://schemas.microsoft.com/office/drawing/2014/main" id="{856096A8-4F1F-469C-BD09-8AE74B31B5A8}"/>
              </a:ext>
            </a:extLst>
          </p:cNvPr>
          <p:cNvSpPr>
            <a:spLocks xmlns:a="http://schemas.openxmlformats.org/drawingml/2006/main" noGrp="1"/>
          </p:cNvSpPr>
          <p:nvPr/>
        </p:nvSpPr>
        <p:spPr>
          <a:xfrm xmlns:a="http://schemas.openxmlformats.org/drawingml/2006/main">
            <a:off x="750934"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E6B8AF"/>
          </a:solidFill>
          <a:ln xmlns:a="http://schemas.openxmlformats.org/drawingml/2006/main" w="0">
            <a:noFill/>
            <a:prstDash val="solid"/>
          </a:ln>
        </p:spPr>
      </p:sp>
      <p:sp>
        <p:nvSpPr>
          <p:cNvPr id="183" name="pdf-path-187">
            <a:extLst xmlns:a="http://schemas.openxmlformats.org/drawingml/2006/main">
              <a:ext uri="{FF2B5EF4-FFF2-40B4-BE49-F238E27FC236}">
                <a16:creationId xmlns:a16="http://schemas.microsoft.com/office/drawing/2014/main" id="{1068A701-EC5A-4F1A-8D4D-0B1EC5C63A15}"/>
              </a:ext>
            </a:extLst>
          </p:cNvPr>
          <p:cNvSpPr>
            <a:spLocks xmlns:a="http://schemas.openxmlformats.org/drawingml/2006/main" noGrp="1"/>
          </p:cNvSpPr>
          <p:nvPr/>
        </p:nvSpPr>
        <p:spPr>
          <a:xfrm xmlns:a="http://schemas.openxmlformats.org/drawingml/2006/main">
            <a:off x="746649" y="479335"/>
            <a:ext cx="181833" cy="181833"/>
          </a:xfrm>
          <a:custGeom xmlns:a="http://schemas.openxmlformats.org/drawingml/2006/main">
            <a:pathLst>
              <a:path w="181833" h="181833">
                <a:moveTo>
                  <a:pt x="4284" y="4284"/>
                </a:moveTo>
                <a:lnTo>
                  <a:pt x="4284" y="8568"/>
                </a:lnTo>
                <a:lnTo>
                  <a:pt x="173265" y="8568"/>
                </a:lnTo>
                <a:lnTo>
                  <a:pt x="173265"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184" name="pdf-path-188">
            <a:extLst xmlns:a="http://schemas.openxmlformats.org/drawingml/2006/main">
              <a:ext uri="{FF2B5EF4-FFF2-40B4-BE49-F238E27FC236}">
                <a16:creationId xmlns:a16="http://schemas.microsoft.com/office/drawing/2014/main" id="{8A7D1F4B-3F55-4852-9A30-1FDCF4079D96}"/>
              </a:ext>
            </a:extLst>
          </p:cNvPr>
          <p:cNvSpPr>
            <a:spLocks xmlns:a="http://schemas.openxmlformats.org/drawingml/2006/main" noGrp="1"/>
          </p:cNvSpPr>
          <p:nvPr/>
        </p:nvSpPr>
        <p:spPr>
          <a:xfrm xmlns:a="http://schemas.openxmlformats.org/drawingml/2006/main">
            <a:off x="974672"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E6B8AF"/>
          </a:solidFill>
          <a:ln xmlns:a="http://schemas.openxmlformats.org/drawingml/2006/main" w="0">
            <a:noFill/>
            <a:prstDash val="solid"/>
          </a:ln>
        </p:spPr>
      </p:sp>
      <p:sp>
        <p:nvSpPr>
          <p:cNvPr id="185" name="pdf-path-189">
            <a:extLst xmlns:a="http://schemas.openxmlformats.org/drawingml/2006/main">
              <a:ext uri="{FF2B5EF4-FFF2-40B4-BE49-F238E27FC236}">
                <a16:creationId xmlns:a16="http://schemas.microsoft.com/office/drawing/2014/main" id="{3CF876C1-1232-468C-86C0-F1E6FB13D65D}"/>
              </a:ext>
            </a:extLst>
          </p:cNvPr>
          <p:cNvSpPr>
            <a:spLocks xmlns:a="http://schemas.openxmlformats.org/drawingml/2006/main" noGrp="1"/>
          </p:cNvSpPr>
          <p:nvPr/>
        </p:nvSpPr>
        <p:spPr>
          <a:xfrm xmlns:a="http://schemas.openxmlformats.org/drawingml/2006/main">
            <a:off x="970393" y="479335"/>
            <a:ext cx="181833" cy="181833"/>
          </a:xfrm>
          <a:custGeom xmlns:a="http://schemas.openxmlformats.org/drawingml/2006/main">
            <a:pathLst>
              <a:path w="181833" h="181833">
                <a:moveTo>
                  <a:pt x="4284" y="4284"/>
                </a:moveTo>
                <a:lnTo>
                  <a:pt x="4284" y="8568"/>
                </a:lnTo>
                <a:lnTo>
                  <a:pt x="173265" y="8568"/>
                </a:lnTo>
                <a:lnTo>
                  <a:pt x="173265"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186" name="pdf-path-190">
            <a:extLst xmlns:a="http://schemas.openxmlformats.org/drawingml/2006/main">
              <a:ext uri="{FF2B5EF4-FFF2-40B4-BE49-F238E27FC236}">
                <a16:creationId xmlns:a16="http://schemas.microsoft.com/office/drawing/2014/main" id="{0D3B277C-5A81-4D4E-9799-DD36FDE117EB}"/>
              </a:ext>
            </a:extLst>
          </p:cNvPr>
          <p:cNvSpPr>
            <a:spLocks xmlns:a="http://schemas.openxmlformats.org/drawingml/2006/main" noGrp="1"/>
          </p:cNvSpPr>
          <p:nvPr/>
        </p:nvSpPr>
        <p:spPr>
          <a:xfrm xmlns:a="http://schemas.openxmlformats.org/drawingml/2006/main">
            <a:off x="1198422" y="483617"/>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E6B8AF"/>
          </a:solidFill>
          <a:ln xmlns:a="http://schemas.openxmlformats.org/drawingml/2006/main" w="0">
            <a:noFill/>
            <a:prstDash val="solid"/>
          </a:ln>
        </p:spPr>
      </p:sp>
      <p:sp>
        <p:nvSpPr>
          <p:cNvPr id="187" name="pdf-path-191">
            <a:extLst xmlns:a="http://schemas.openxmlformats.org/drawingml/2006/main">
              <a:ext uri="{FF2B5EF4-FFF2-40B4-BE49-F238E27FC236}">
                <a16:creationId xmlns:a16="http://schemas.microsoft.com/office/drawing/2014/main" id="{7EAAC10E-EBB9-463E-99DF-672AA52F2832}"/>
              </a:ext>
            </a:extLst>
          </p:cNvPr>
          <p:cNvSpPr>
            <a:spLocks xmlns:a="http://schemas.openxmlformats.org/drawingml/2006/main" noGrp="1"/>
          </p:cNvSpPr>
          <p:nvPr/>
        </p:nvSpPr>
        <p:spPr>
          <a:xfrm xmlns:a="http://schemas.openxmlformats.org/drawingml/2006/main">
            <a:off x="1194143" y="479335"/>
            <a:ext cx="181822" cy="181833"/>
          </a:xfrm>
          <a:custGeom xmlns:a="http://schemas.openxmlformats.org/drawingml/2006/main">
            <a:pathLst>
              <a:path w="181822" h="181833">
                <a:moveTo>
                  <a:pt x="4284" y="4284"/>
                </a:moveTo>
                <a:lnTo>
                  <a:pt x="4284" y="8568"/>
                </a:lnTo>
                <a:lnTo>
                  <a:pt x="173254" y="8568"/>
                </a:lnTo>
                <a:lnTo>
                  <a:pt x="173254"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188" name="pdf-path-192">
            <a:extLst xmlns:a="http://schemas.openxmlformats.org/drawingml/2006/main">
              <a:ext uri="{FF2B5EF4-FFF2-40B4-BE49-F238E27FC236}">
                <a16:creationId xmlns:a16="http://schemas.microsoft.com/office/drawing/2014/main" id="{75CA0773-8A70-432A-9AD9-A4A4EDF36AA9}"/>
              </a:ext>
            </a:extLst>
          </p:cNvPr>
          <p:cNvSpPr>
            <a:spLocks xmlns:a="http://schemas.openxmlformats.org/drawingml/2006/main" noGrp="1"/>
          </p:cNvSpPr>
          <p:nvPr/>
        </p:nvSpPr>
        <p:spPr>
          <a:xfrm xmlns:a="http://schemas.openxmlformats.org/drawingml/2006/main">
            <a:off x="1422173"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E6D2C9"/>
          </a:solidFill>
          <a:ln xmlns:a="http://schemas.openxmlformats.org/drawingml/2006/main" w="0">
            <a:noFill/>
            <a:prstDash val="solid"/>
          </a:ln>
        </p:spPr>
      </p:sp>
      <p:sp>
        <p:nvSpPr>
          <p:cNvPr id="189" name="pdf-path-193">
            <a:extLst xmlns:a="http://schemas.openxmlformats.org/drawingml/2006/main">
              <a:ext uri="{FF2B5EF4-FFF2-40B4-BE49-F238E27FC236}">
                <a16:creationId xmlns:a16="http://schemas.microsoft.com/office/drawing/2014/main" id="{54A0F135-F43E-4C2E-9C91-B5493C528519}"/>
              </a:ext>
            </a:extLst>
          </p:cNvPr>
          <p:cNvSpPr>
            <a:spLocks xmlns:a="http://schemas.openxmlformats.org/drawingml/2006/main" noGrp="1"/>
          </p:cNvSpPr>
          <p:nvPr/>
        </p:nvSpPr>
        <p:spPr>
          <a:xfrm xmlns:a="http://schemas.openxmlformats.org/drawingml/2006/main">
            <a:off x="1417886" y="479335"/>
            <a:ext cx="181833" cy="181833"/>
          </a:xfrm>
          <a:custGeom xmlns:a="http://schemas.openxmlformats.org/drawingml/2006/main">
            <a:pathLst>
              <a:path w="181833" h="181833">
                <a:moveTo>
                  <a:pt x="4284" y="4284"/>
                </a:moveTo>
                <a:lnTo>
                  <a:pt x="4284" y="8568"/>
                </a:lnTo>
                <a:lnTo>
                  <a:pt x="173265" y="8568"/>
                </a:lnTo>
                <a:lnTo>
                  <a:pt x="173265"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5B3736"/>
          </a:solidFill>
          <a:ln xmlns:a="http://schemas.openxmlformats.org/drawingml/2006/main" w="0">
            <a:noFill/>
            <a:prstDash val="solid"/>
          </a:ln>
        </p:spPr>
      </p:sp>
      <p:sp>
        <p:nvSpPr>
          <p:cNvPr id="190" name="pdf-path-194">
            <a:extLst xmlns:a="http://schemas.openxmlformats.org/drawingml/2006/main">
              <a:ext uri="{FF2B5EF4-FFF2-40B4-BE49-F238E27FC236}">
                <a16:creationId xmlns:a16="http://schemas.microsoft.com/office/drawing/2014/main" id="{FE7E2D25-B552-498D-BF66-331C12B0F5C9}"/>
              </a:ext>
            </a:extLst>
          </p:cNvPr>
          <p:cNvSpPr>
            <a:spLocks xmlns:a="http://schemas.openxmlformats.org/drawingml/2006/main" noGrp="1"/>
          </p:cNvSpPr>
          <p:nvPr/>
        </p:nvSpPr>
        <p:spPr>
          <a:xfrm xmlns:a="http://schemas.openxmlformats.org/drawingml/2006/main">
            <a:off x="1649488"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191" name="pdf-path-195">
            <a:extLst xmlns:a="http://schemas.openxmlformats.org/drawingml/2006/main">
              <a:ext uri="{FF2B5EF4-FFF2-40B4-BE49-F238E27FC236}">
                <a16:creationId xmlns:a16="http://schemas.microsoft.com/office/drawing/2014/main" id="{75118267-EE5B-4129-8254-F197314E9CEF}"/>
              </a:ext>
            </a:extLst>
          </p:cNvPr>
          <p:cNvSpPr>
            <a:spLocks xmlns:a="http://schemas.openxmlformats.org/drawingml/2006/main" noGrp="1"/>
          </p:cNvSpPr>
          <p:nvPr/>
        </p:nvSpPr>
        <p:spPr>
          <a:xfrm xmlns:a="http://schemas.openxmlformats.org/drawingml/2006/main">
            <a:off x="1645207" y="479335"/>
            <a:ext cx="181833" cy="181833"/>
          </a:xfrm>
          <a:custGeom xmlns:a="http://schemas.openxmlformats.org/drawingml/2006/main">
            <a:pathLst>
              <a:path w="181833" h="181833">
                <a:moveTo>
                  <a:pt x="4284" y="4284"/>
                </a:moveTo>
                <a:lnTo>
                  <a:pt x="4284" y="8568"/>
                </a:lnTo>
                <a:lnTo>
                  <a:pt x="173265" y="8568"/>
                </a:lnTo>
                <a:lnTo>
                  <a:pt x="173265"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92" name="pdf-path-196">
            <a:extLst xmlns:a="http://schemas.openxmlformats.org/drawingml/2006/main">
              <a:ext uri="{FF2B5EF4-FFF2-40B4-BE49-F238E27FC236}">
                <a16:creationId xmlns:a16="http://schemas.microsoft.com/office/drawing/2014/main" id="{F3547A11-3DA8-480F-B6F9-FAF2C5183B2D}"/>
              </a:ext>
            </a:extLst>
          </p:cNvPr>
          <p:cNvSpPr>
            <a:spLocks xmlns:a="http://schemas.openxmlformats.org/drawingml/2006/main" noGrp="1"/>
          </p:cNvSpPr>
          <p:nvPr/>
        </p:nvSpPr>
        <p:spPr>
          <a:xfrm xmlns:a="http://schemas.openxmlformats.org/drawingml/2006/main">
            <a:off x="1873238" y="48361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193" name="pdf-path-197">
            <a:extLst xmlns:a="http://schemas.openxmlformats.org/drawingml/2006/main">
              <a:ext uri="{FF2B5EF4-FFF2-40B4-BE49-F238E27FC236}">
                <a16:creationId xmlns:a16="http://schemas.microsoft.com/office/drawing/2014/main" id="{D16EB6C0-9385-45D2-BA8D-442B73117ED7}"/>
              </a:ext>
            </a:extLst>
          </p:cNvPr>
          <p:cNvSpPr>
            <a:spLocks xmlns:a="http://schemas.openxmlformats.org/drawingml/2006/main" noGrp="1"/>
          </p:cNvSpPr>
          <p:nvPr/>
        </p:nvSpPr>
        <p:spPr>
          <a:xfrm xmlns:a="http://schemas.openxmlformats.org/drawingml/2006/main">
            <a:off x="1868957" y="479335"/>
            <a:ext cx="181822" cy="181833"/>
          </a:xfrm>
          <a:custGeom xmlns:a="http://schemas.openxmlformats.org/drawingml/2006/main">
            <a:pathLst>
              <a:path w="181822" h="181833">
                <a:moveTo>
                  <a:pt x="4284" y="4284"/>
                </a:moveTo>
                <a:lnTo>
                  <a:pt x="4284" y="8568"/>
                </a:lnTo>
                <a:lnTo>
                  <a:pt x="173254" y="8568"/>
                </a:lnTo>
                <a:lnTo>
                  <a:pt x="173254"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94" name="pdf-path-198">
            <a:extLst xmlns:a="http://schemas.openxmlformats.org/drawingml/2006/main">
              <a:ext uri="{FF2B5EF4-FFF2-40B4-BE49-F238E27FC236}">
                <a16:creationId xmlns:a16="http://schemas.microsoft.com/office/drawing/2014/main" id="{A299578A-3D48-4AF0-ACF0-7C614E4B2943}"/>
              </a:ext>
            </a:extLst>
          </p:cNvPr>
          <p:cNvSpPr>
            <a:spLocks xmlns:a="http://schemas.openxmlformats.org/drawingml/2006/main" noGrp="1"/>
          </p:cNvSpPr>
          <p:nvPr/>
        </p:nvSpPr>
        <p:spPr>
          <a:xfrm xmlns:a="http://schemas.openxmlformats.org/drawingml/2006/main">
            <a:off x="2096988"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195" name="pdf-path-199">
            <a:extLst xmlns:a="http://schemas.openxmlformats.org/drawingml/2006/main">
              <a:ext uri="{FF2B5EF4-FFF2-40B4-BE49-F238E27FC236}">
                <a16:creationId xmlns:a16="http://schemas.microsoft.com/office/drawing/2014/main" id="{8668B38B-EC23-4C0C-9B8C-F3B4ED902551}"/>
              </a:ext>
            </a:extLst>
          </p:cNvPr>
          <p:cNvSpPr>
            <a:spLocks xmlns:a="http://schemas.openxmlformats.org/drawingml/2006/main" noGrp="1"/>
          </p:cNvSpPr>
          <p:nvPr/>
        </p:nvSpPr>
        <p:spPr>
          <a:xfrm xmlns:a="http://schemas.openxmlformats.org/drawingml/2006/main">
            <a:off x="2092700" y="479335"/>
            <a:ext cx="181833" cy="181833"/>
          </a:xfrm>
          <a:custGeom xmlns:a="http://schemas.openxmlformats.org/drawingml/2006/main">
            <a:pathLst>
              <a:path w="181833" h="181833">
                <a:moveTo>
                  <a:pt x="4284" y="4284"/>
                </a:moveTo>
                <a:lnTo>
                  <a:pt x="4284" y="8568"/>
                </a:lnTo>
                <a:lnTo>
                  <a:pt x="173265" y="8568"/>
                </a:lnTo>
                <a:lnTo>
                  <a:pt x="173265" y="173265"/>
                </a:lnTo>
                <a:lnTo>
                  <a:pt x="8568" y="173265"/>
                </a:lnTo>
                <a:lnTo>
                  <a:pt x="8568"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96" name="pdf-path-200">
            <a:extLst xmlns:a="http://schemas.openxmlformats.org/drawingml/2006/main">
              <a:ext uri="{FF2B5EF4-FFF2-40B4-BE49-F238E27FC236}">
                <a16:creationId xmlns:a16="http://schemas.microsoft.com/office/drawing/2014/main" id="{42F71008-CA7F-4F3C-AA89-F53D3BDC111C}"/>
              </a:ext>
            </a:extLst>
          </p:cNvPr>
          <p:cNvSpPr>
            <a:spLocks xmlns:a="http://schemas.openxmlformats.org/drawingml/2006/main" noGrp="1"/>
          </p:cNvSpPr>
          <p:nvPr/>
        </p:nvSpPr>
        <p:spPr>
          <a:xfrm xmlns:a="http://schemas.openxmlformats.org/drawingml/2006/main">
            <a:off x="2320738" y="48361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197" name="pdf-path-201">
            <a:extLst xmlns:a="http://schemas.openxmlformats.org/drawingml/2006/main">
              <a:ext uri="{FF2B5EF4-FFF2-40B4-BE49-F238E27FC236}">
                <a16:creationId xmlns:a16="http://schemas.microsoft.com/office/drawing/2014/main" id="{75229028-1A69-4212-87CF-3A547A2D3F8C}"/>
              </a:ext>
            </a:extLst>
          </p:cNvPr>
          <p:cNvSpPr>
            <a:spLocks xmlns:a="http://schemas.openxmlformats.org/drawingml/2006/main" noGrp="1"/>
          </p:cNvSpPr>
          <p:nvPr/>
        </p:nvSpPr>
        <p:spPr>
          <a:xfrm xmlns:a="http://schemas.openxmlformats.org/drawingml/2006/main">
            <a:off x="2316450" y="479335"/>
            <a:ext cx="181822" cy="181833"/>
          </a:xfrm>
          <a:custGeom xmlns:a="http://schemas.openxmlformats.org/drawingml/2006/main">
            <a:pathLst>
              <a:path w="181822" h="181833">
                <a:moveTo>
                  <a:pt x="4284" y="4284"/>
                </a:moveTo>
                <a:lnTo>
                  <a:pt x="4284" y="8568"/>
                </a:lnTo>
                <a:lnTo>
                  <a:pt x="173254" y="8568"/>
                </a:lnTo>
                <a:lnTo>
                  <a:pt x="173254"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198" name="pdf-path-202">
            <a:extLst xmlns:a="http://schemas.openxmlformats.org/drawingml/2006/main">
              <a:ext uri="{FF2B5EF4-FFF2-40B4-BE49-F238E27FC236}">
                <a16:creationId xmlns:a16="http://schemas.microsoft.com/office/drawing/2014/main" id="{E041A40E-B3C3-47AD-B4EF-71267E310EB3}"/>
              </a:ext>
            </a:extLst>
          </p:cNvPr>
          <p:cNvSpPr>
            <a:spLocks xmlns:a="http://schemas.openxmlformats.org/drawingml/2006/main" noGrp="1"/>
          </p:cNvSpPr>
          <p:nvPr/>
        </p:nvSpPr>
        <p:spPr>
          <a:xfrm xmlns:a="http://schemas.openxmlformats.org/drawingml/2006/main">
            <a:off x="2544477"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199" name="pdf-path-203">
            <a:extLst xmlns:a="http://schemas.openxmlformats.org/drawingml/2006/main">
              <a:ext uri="{FF2B5EF4-FFF2-40B4-BE49-F238E27FC236}">
                <a16:creationId xmlns:a16="http://schemas.microsoft.com/office/drawing/2014/main" id="{603A6F17-4702-4131-BA20-43CF1565E8FF}"/>
              </a:ext>
            </a:extLst>
          </p:cNvPr>
          <p:cNvSpPr>
            <a:spLocks xmlns:a="http://schemas.openxmlformats.org/drawingml/2006/main" noGrp="1"/>
          </p:cNvSpPr>
          <p:nvPr/>
        </p:nvSpPr>
        <p:spPr>
          <a:xfrm xmlns:a="http://schemas.openxmlformats.org/drawingml/2006/main">
            <a:off x="2540195" y="479335"/>
            <a:ext cx="181833" cy="181833"/>
          </a:xfrm>
          <a:custGeom xmlns:a="http://schemas.openxmlformats.org/drawingml/2006/main">
            <a:pathLst>
              <a:path w="181833"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00" name="pdf-path-204">
            <a:extLst xmlns:a="http://schemas.openxmlformats.org/drawingml/2006/main">
              <a:ext uri="{FF2B5EF4-FFF2-40B4-BE49-F238E27FC236}">
                <a16:creationId xmlns:a16="http://schemas.microsoft.com/office/drawing/2014/main" id="{E6DAF8F5-2427-40AF-8663-C05212CA31D8}"/>
              </a:ext>
            </a:extLst>
          </p:cNvPr>
          <p:cNvSpPr>
            <a:spLocks xmlns:a="http://schemas.openxmlformats.org/drawingml/2006/main" noGrp="1"/>
          </p:cNvSpPr>
          <p:nvPr/>
        </p:nvSpPr>
        <p:spPr>
          <a:xfrm xmlns:a="http://schemas.openxmlformats.org/drawingml/2006/main">
            <a:off x="2768227" y="48361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01" name="pdf-path-205">
            <a:extLst xmlns:a="http://schemas.openxmlformats.org/drawingml/2006/main">
              <a:ext uri="{FF2B5EF4-FFF2-40B4-BE49-F238E27FC236}">
                <a16:creationId xmlns:a16="http://schemas.microsoft.com/office/drawing/2014/main" id="{A0ABECCA-7578-41F4-963A-D070AEB758C3}"/>
              </a:ext>
            </a:extLst>
          </p:cNvPr>
          <p:cNvSpPr>
            <a:spLocks xmlns:a="http://schemas.openxmlformats.org/drawingml/2006/main" noGrp="1"/>
          </p:cNvSpPr>
          <p:nvPr/>
        </p:nvSpPr>
        <p:spPr>
          <a:xfrm xmlns:a="http://schemas.openxmlformats.org/drawingml/2006/main">
            <a:off x="2763938" y="479335"/>
            <a:ext cx="181833" cy="181833"/>
          </a:xfrm>
          <a:custGeom xmlns:a="http://schemas.openxmlformats.org/drawingml/2006/main">
            <a:pathLst>
              <a:path w="181833"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33" y="178669"/>
                  <a:pt x="181833" y="177549"/>
                </a:cubicBezTo>
                <a:lnTo>
                  <a:pt x="181833" y="4284"/>
                </a:lnTo>
                <a:cubicBezTo>
                  <a:pt x="181833"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02" name="pdf-path-206">
            <a:extLst xmlns:a="http://schemas.openxmlformats.org/drawingml/2006/main">
              <a:ext uri="{FF2B5EF4-FFF2-40B4-BE49-F238E27FC236}">
                <a16:creationId xmlns:a16="http://schemas.microsoft.com/office/drawing/2014/main" id="{C2A9C11A-9AC8-435A-83B1-3F285C6625C4}"/>
              </a:ext>
            </a:extLst>
          </p:cNvPr>
          <p:cNvSpPr>
            <a:spLocks xmlns:a="http://schemas.openxmlformats.org/drawingml/2006/main" noGrp="1"/>
          </p:cNvSpPr>
          <p:nvPr/>
        </p:nvSpPr>
        <p:spPr>
          <a:xfrm xmlns:a="http://schemas.openxmlformats.org/drawingml/2006/main">
            <a:off x="2991977" y="483617"/>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03" name="pdf-path-207">
            <a:extLst xmlns:a="http://schemas.openxmlformats.org/drawingml/2006/main">
              <a:ext uri="{FF2B5EF4-FFF2-40B4-BE49-F238E27FC236}">
                <a16:creationId xmlns:a16="http://schemas.microsoft.com/office/drawing/2014/main" id="{3D00CDB7-8455-432A-8CDE-D24E81240001}"/>
              </a:ext>
            </a:extLst>
          </p:cNvPr>
          <p:cNvSpPr>
            <a:spLocks xmlns:a="http://schemas.openxmlformats.org/drawingml/2006/main" noGrp="1"/>
          </p:cNvSpPr>
          <p:nvPr/>
        </p:nvSpPr>
        <p:spPr>
          <a:xfrm xmlns:a="http://schemas.openxmlformats.org/drawingml/2006/main">
            <a:off x="2987689" y="479335"/>
            <a:ext cx="181822" cy="181833"/>
          </a:xfrm>
          <a:custGeom xmlns:a="http://schemas.openxmlformats.org/drawingml/2006/main">
            <a:pathLst>
              <a:path w="181822" h="181833">
                <a:moveTo>
                  <a:pt x="4284" y="4284"/>
                </a:moveTo>
                <a:lnTo>
                  <a:pt x="4284" y="8568"/>
                </a:lnTo>
                <a:lnTo>
                  <a:pt x="173254" y="8568"/>
                </a:lnTo>
                <a:lnTo>
                  <a:pt x="173254"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04" name="pdf-path-208">
            <a:extLst xmlns:a="http://schemas.openxmlformats.org/drawingml/2006/main">
              <a:ext uri="{FF2B5EF4-FFF2-40B4-BE49-F238E27FC236}">
                <a16:creationId xmlns:a16="http://schemas.microsoft.com/office/drawing/2014/main" id="{A450A5F1-4070-45E6-8592-1CBA3D1996F3}"/>
              </a:ext>
            </a:extLst>
          </p:cNvPr>
          <p:cNvSpPr>
            <a:spLocks xmlns:a="http://schemas.openxmlformats.org/drawingml/2006/main" noGrp="1"/>
          </p:cNvSpPr>
          <p:nvPr/>
        </p:nvSpPr>
        <p:spPr>
          <a:xfrm xmlns:a="http://schemas.openxmlformats.org/drawingml/2006/main">
            <a:off x="3215716" y="483617"/>
            <a:ext cx="173266" cy="173265"/>
          </a:xfrm>
          <a:custGeom xmlns:a="http://schemas.openxmlformats.org/drawingml/2006/main">
            <a:pathLst>
              <a:path w="173266" h="173265">
                <a:moveTo>
                  <a:pt x="0" y="0"/>
                </a:moveTo>
                <a:lnTo>
                  <a:pt x="173266" y="0"/>
                </a:lnTo>
                <a:lnTo>
                  <a:pt x="173266"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05" name="pdf-path-209">
            <a:extLst xmlns:a="http://schemas.openxmlformats.org/drawingml/2006/main">
              <a:ext uri="{FF2B5EF4-FFF2-40B4-BE49-F238E27FC236}">
                <a16:creationId xmlns:a16="http://schemas.microsoft.com/office/drawing/2014/main" id="{4BF855C1-75B3-4B33-B327-D0A77794746F}"/>
              </a:ext>
            </a:extLst>
          </p:cNvPr>
          <p:cNvSpPr>
            <a:spLocks xmlns:a="http://schemas.openxmlformats.org/drawingml/2006/main" noGrp="1"/>
          </p:cNvSpPr>
          <p:nvPr/>
        </p:nvSpPr>
        <p:spPr>
          <a:xfrm xmlns:a="http://schemas.openxmlformats.org/drawingml/2006/main">
            <a:off x="3211433" y="479335"/>
            <a:ext cx="181822" cy="181833"/>
          </a:xfrm>
          <a:custGeom xmlns:a="http://schemas.openxmlformats.org/drawingml/2006/main">
            <a:pathLst>
              <a:path w="181822"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69"/>
                  <a:pt x="181822" y="177549"/>
                </a:cubicBezTo>
                <a:lnTo>
                  <a:pt x="181822" y="4284"/>
                </a:lnTo>
                <a:cubicBezTo>
                  <a:pt x="181822"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06" name="pdf-path-210">
            <a:extLst xmlns:a="http://schemas.openxmlformats.org/drawingml/2006/main">
              <a:ext uri="{FF2B5EF4-FFF2-40B4-BE49-F238E27FC236}">
                <a16:creationId xmlns:a16="http://schemas.microsoft.com/office/drawing/2014/main" id="{24F461BB-E22D-4CA6-9BBF-5B2D8BD5B749}"/>
              </a:ext>
            </a:extLst>
          </p:cNvPr>
          <p:cNvSpPr>
            <a:spLocks xmlns:a="http://schemas.openxmlformats.org/drawingml/2006/main" noGrp="1"/>
          </p:cNvSpPr>
          <p:nvPr/>
        </p:nvSpPr>
        <p:spPr>
          <a:xfrm xmlns:a="http://schemas.openxmlformats.org/drawingml/2006/main">
            <a:off x="4925917" y="47904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6FA7DA"/>
          </a:solidFill>
          <a:ln xmlns:a="http://schemas.openxmlformats.org/drawingml/2006/main" w="0">
            <a:noFill/>
            <a:prstDash val="solid"/>
          </a:ln>
        </p:spPr>
      </p:sp>
      <p:sp>
        <p:nvSpPr>
          <p:cNvPr id="207" name="pdf-path-211">
            <a:extLst xmlns:a="http://schemas.openxmlformats.org/drawingml/2006/main">
              <a:ext uri="{FF2B5EF4-FFF2-40B4-BE49-F238E27FC236}">
                <a16:creationId xmlns:a16="http://schemas.microsoft.com/office/drawing/2014/main" id="{563035DB-59D0-4864-BF60-F4C1A9619181}"/>
              </a:ext>
            </a:extLst>
          </p:cNvPr>
          <p:cNvSpPr>
            <a:spLocks xmlns:a="http://schemas.openxmlformats.org/drawingml/2006/main" noGrp="1"/>
          </p:cNvSpPr>
          <p:nvPr/>
        </p:nvSpPr>
        <p:spPr>
          <a:xfrm xmlns:a="http://schemas.openxmlformats.org/drawingml/2006/main">
            <a:off x="4921632" y="474766"/>
            <a:ext cx="181822" cy="181833"/>
          </a:xfrm>
          <a:custGeom xmlns:a="http://schemas.openxmlformats.org/drawingml/2006/main">
            <a:pathLst>
              <a:path w="181822"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69"/>
                  <a:pt x="181822" y="177549"/>
                </a:cubicBezTo>
                <a:lnTo>
                  <a:pt x="181822" y="4284"/>
                </a:lnTo>
                <a:cubicBezTo>
                  <a:pt x="181822"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08" name="pdf-path-212">
            <a:extLst xmlns:a="http://schemas.openxmlformats.org/drawingml/2006/main">
              <a:ext uri="{FF2B5EF4-FFF2-40B4-BE49-F238E27FC236}">
                <a16:creationId xmlns:a16="http://schemas.microsoft.com/office/drawing/2014/main" id="{9A1CE1FF-8B12-4FF6-B46C-063237AC7B20}"/>
              </a:ext>
            </a:extLst>
          </p:cNvPr>
          <p:cNvSpPr>
            <a:spLocks xmlns:a="http://schemas.openxmlformats.org/drawingml/2006/main" noGrp="1"/>
          </p:cNvSpPr>
          <p:nvPr/>
        </p:nvSpPr>
        <p:spPr>
          <a:xfrm xmlns:a="http://schemas.openxmlformats.org/drawingml/2006/main">
            <a:off x="5149656" y="47904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6FA7DA"/>
          </a:solidFill>
          <a:ln xmlns:a="http://schemas.openxmlformats.org/drawingml/2006/main" w="0">
            <a:noFill/>
            <a:prstDash val="solid"/>
          </a:ln>
        </p:spPr>
      </p:sp>
      <p:sp>
        <p:nvSpPr>
          <p:cNvPr id="209" name="pdf-path-213">
            <a:extLst xmlns:a="http://schemas.openxmlformats.org/drawingml/2006/main">
              <a:ext uri="{FF2B5EF4-FFF2-40B4-BE49-F238E27FC236}">
                <a16:creationId xmlns:a16="http://schemas.microsoft.com/office/drawing/2014/main" id="{C4B378D9-AF43-4797-A40B-13805F0237D8}"/>
              </a:ext>
            </a:extLst>
          </p:cNvPr>
          <p:cNvSpPr>
            <a:spLocks xmlns:a="http://schemas.openxmlformats.org/drawingml/2006/main" noGrp="1"/>
          </p:cNvSpPr>
          <p:nvPr/>
        </p:nvSpPr>
        <p:spPr>
          <a:xfrm xmlns:a="http://schemas.openxmlformats.org/drawingml/2006/main">
            <a:off x="5145376" y="474766"/>
            <a:ext cx="181822" cy="181833"/>
          </a:xfrm>
          <a:custGeom xmlns:a="http://schemas.openxmlformats.org/drawingml/2006/main">
            <a:pathLst>
              <a:path w="181822"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69"/>
                  <a:pt x="181822" y="177549"/>
                </a:cubicBezTo>
                <a:lnTo>
                  <a:pt x="181822" y="4284"/>
                </a:lnTo>
                <a:cubicBezTo>
                  <a:pt x="181822"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10" name="pdf-path-214">
            <a:extLst xmlns:a="http://schemas.openxmlformats.org/drawingml/2006/main">
              <a:ext uri="{FF2B5EF4-FFF2-40B4-BE49-F238E27FC236}">
                <a16:creationId xmlns:a16="http://schemas.microsoft.com/office/drawing/2014/main" id="{1A84428A-E81D-4EA8-B189-93BA03AFE9FE}"/>
              </a:ext>
            </a:extLst>
          </p:cNvPr>
          <p:cNvSpPr>
            <a:spLocks xmlns:a="http://schemas.openxmlformats.org/drawingml/2006/main" noGrp="1"/>
          </p:cNvSpPr>
          <p:nvPr/>
        </p:nvSpPr>
        <p:spPr>
          <a:xfrm xmlns:a="http://schemas.openxmlformats.org/drawingml/2006/main">
            <a:off x="5373406" y="479047"/>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6FA7DA"/>
          </a:solidFill>
          <a:ln xmlns:a="http://schemas.openxmlformats.org/drawingml/2006/main" w="0">
            <a:noFill/>
            <a:prstDash val="solid"/>
          </a:ln>
        </p:spPr>
      </p:sp>
      <p:sp>
        <p:nvSpPr>
          <p:cNvPr id="211" name="pdf-path-215">
            <a:extLst xmlns:a="http://schemas.openxmlformats.org/drawingml/2006/main">
              <a:ext uri="{FF2B5EF4-FFF2-40B4-BE49-F238E27FC236}">
                <a16:creationId xmlns:a16="http://schemas.microsoft.com/office/drawing/2014/main" id="{9EAE13E8-B55F-4365-BC0B-887865F248BB}"/>
              </a:ext>
            </a:extLst>
          </p:cNvPr>
          <p:cNvSpPr>
            <a:spLocks xmlns:a="http://schemas.openxmlformats.org/drawingml/2006/main" noGrp="1"/>
          </p:cNvSpPr>
          <p:nvPr/>
        </p:nvSpPr>
        <p:spPr>
          <a:xfrm xmlns:a="http://schemas.openxmlformats.org/drawingml/2006/main">
            <a:off x="5369125" y="474766"/>
            <a:ext cx="181822" cy="181833"/>
          </a:xfrm>
          <a:custGeom xmlns:a="http://schemas.openxmlformats.org/drawingml/2006/main">
            <a:pathLst>
              <a:path w="181822" h="181833">
                <a:moveTo>
                  <a:pt x="4284" y="4284"/>
                </a:moveTo>
                <a:lnTo>
                  <a:pt x="4284" y="8568"/>
                </a:lnTo>
                <a:lnTo>
                  <a:pt x="173254" y="8568"/>
                </a:lnTo>
                <a:lnTo>
                  <a:pt x="173254"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12" name="pdf-path-216">
            <a:extLst xmlns:a="http://schemas.openxmlformats.org/drawingml/2006/main">
              <a:ext uri="{FF2B5EF4-FFF2-40B4-BE49-F238E27FC236}">
                <a16:creationId xmlns:a16="http://schemas.microsoft.com/office/drawing/2014/main" id="{9FEF44F7-3322-446F-94FD-4549FDEC2F1F}"/>
              </a:ext>
            </a:extLst>
          </p:cNvPr>
          <p:cNvSpPr>
            <a:spLocks xmlns:a="http://schemas.openxmlformats.org/drawingml/2006/main" noGrp="1"/>
          </p:cNvSpPr>
          <p:nvPr/>
        </p:nvSpPr>
        <p:spPr>
          <a:xfrm xmlns:a="http://schemas.openxmlformats.org/drawingml/2006/main">
            <a:off x="5597157" y="47904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6FA7DA"/>
          </a:solidFill>
          <a:ln xmlns:a="http://schemas.openxmlformats.org/drawingml/2006/main" w="0">
            <a:noFill/>
            <a:prstDash val="solid"/>
          </a:ln>
        </p:spPr>
      </p:sp>
      <p:sp>
        <p:nvSpPr>
          <p:cNvPr id="213" name="pdf-path-217">
            <a:extLst xmlns:a="http://schemas.openxmlformats.org/drawingml/2006/main">
              <a:ext uri="{FF2B5EF4-FFF2-40B4-BE49-F238E27FC236}">
                <a16:creationId xmlns:a16="http://schemas.microsoft.com/office/drawing/2014/main" id="{203208F7-D6CF-48C0-B0B7-2B8AD5770E64}"/>
              </a:ext>
            </a:extLst>
          </p:cNvPr>
          <p:cNvSpPr>
            <a:spLocks xmlns:a="http://schemas.openxmlformats.org/drawingml/2006/main" noGrp="1"/>
          </p:cNvSpPr>
          <p:nvPr/>
        </p:nvSpPr>
        <p:spPr>
          <a:xfrm xmlns:a="http://schemas.openxmlformats.org/drawingml/2006/main">
            <a:off x="5592870" y="474766"/>
            <a:ext cx="181822" cy="181833"/>
          </a:xfrm>
          <a:custGeom xmlns:a="http://schemas.openxmlformats.org/drawingml/2006/main">
            <a:pathLst>
              <a:path w="181822"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65" y="179777"/>
                  <a:pt x="181822" y="178669"/>
                  <a:pt x="181822" y="177549"/>
                </a:cubicBezTo>
                <a:lnTo>
                  <a:pt x="181822" y="4284"/>
                </a:lnTo>
                <a:cubicBezTo>
                  <a:pt x="181822" y="3153"/>
                  <a:pt x="181365"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14" name="pdf-path-218">
            <a:extLst xmlns:a="http://schemas.openxmlformats.org/drawingml/2006/main">
              <a:ext uri="{FF2B5EF4-FFF2-40B4-BE49-F238E27FC236}">
                <a16:creationId xmlns:a16="http://schemas.microsoft.com/office/drawing/2014/main" id="{91FF16C4-40EA-4EB5-A2A7-1CC2F82412D3}"/>
              </a:ext>
            </a:extLst>
          </p:cNvPr>
          <p:cNvSpPr>
            <a:spLocks xmlns:a="http://schemas.openxmlformats.org/drawingml/2006/main" noGrp="1"/>
          </p:cNvSpPr>
          <p:nvPr/>
        </p:nvSpPr>
        <p:spPr>
          <a:xfrm xmlns:a="http://schemas.openxmlformats.org/drawingml/2006/main">
            <a:off x="5820895" y="47904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A6BFDD"/>
          </a:solidFill>
          <a:ln xmlns:a="http://schemas.openxmlformats.org/drawingml/2006/main" w="0">
            <a:noFill/>
            <a:prstDash val="solid"/>
          </a:ln>
        </p:spPr>
      </p:sp>
      <p:sp>
        <p:nvSpPr>
          <p:cNvPr id="215" name="pdf-path-219">
            <a:extLst xmlns:a="http://schemas.openxmlformats.org/drawingml/2006/main">
              <a:ext uri="{FF2B5EF4-FFF2-40B4-BE49-F238E27FC236}">
                <a16:creationId xmlns:a16="http://schemas.microsoft.com/office/drawing/2014/main" id="{8D2300E5-49FD-4F12-820C-742B538B0BB2}"/>
              </a:ext>
            </a:extLst>
          </p:cNvPr>
          <p:cNvSpPr>
            <a:spLocks xmlns:a="http://schemas.openxmlformats.org/drawingml/2006/main" noGrp="1"/>
          </p:cNvSpPr>
          <p:nvPr/>
        </p:nvSpPr>
        <p:spPr>
          <a:xfrm xmlns:a="http://schemas.openxmlformats.org/drawingml/2006/main">
            <a:off x="5816614" y="474766"/>
            <a:ext cx="181822" cy="181833"/>
          </a:xfrm>
          <a:custGeom xmlns:a="http://schemas.openxmlformats.org/drawingml/2006/main">
            <a:pathLst>
              <a:path w="181822" h="181833">
                <a:moveTo>
                  <a:pt x="4284" y="4284"/>
                </a:moveTo>
                <a:lnTo>
                  <a:pt x="4284" y="8568"/>
                </a:lnTo>
                <a:lnTo>
                  <a:pt x="173253" y="8568"/>
                </a:lnTo>
                <a:lnTo>
                  <a:pt x="173253"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65" y="179777"/>
                  <a:pt x="181822" y="178669"/>
                  <a:pt x="181822" y="177549"/>
                </a:cubicBezTo>
                <a:lnTo>
                  <a:pt x="181822" y="4284"/>
                </a:lnTo>
                <a:cubicBezTo>
                  <a:pt x="181822" y="3153"/>
                  <a:pt x="181365"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537895"/>
          </a:solidFill>
          <a:ln xmlns:a="http://schemas.openxmlformats.org/drawingml/2006/main" w="0">
            <a:noFill/>
            <a:prstDash val="solid"/>
          </a:ln>
        </p:spPr>
      </p:sp>
      <p:sp>
        <p:nvSpPr>
          <p:cNvPr id="216" name="pdf-path-220">
            <a:extLst xmlns:a="http://schemas.openxmlformats.org/drawingml/2006/main">
              <a:ext uri="{FF2B5EF4-FFF2-40B4-BE49-F238E27FC236}">
                <a16:creationId xmlns:a16="http://schemas.microsoft.com/office/drawing/2014/main" id="{E01787A9-5FC1-46B6-AB5D-1C7C48E03E13}"/>
              </a:ext>
            </a:extLst>
          </p:cNvPr>
          <p:cNvSpPr>
            <a:spLocks xmlns:a="http://schemas.openxmlformats.org/drawingml/2006/main" noGrp="1"/>
          </p:cNvSpPr>
          <p:nvPr/>
        </p:nvSpPr>
        <p:spPr>
          <a:xfrm xmlns:a="http://schemas.openxmlformats.org/drawingml/2006/main">
            <a:off x="6044645" y="47904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17" name="pdf-path-221">
            <a:extLst xmlns:a="http://schemas.openxmlformats.org/drawingml/2006/main">
              <a:ext uri="{FF2B5EF4-FFF2-40B4-BE49-F238E27FC236}">
                <a16:creationId xmlns:a16="http://schemas.microsoft.com/office/drawing/2014/main" id="{80E6AA10-0DBF-44E7-A098-2C107F411437}"/>
              </a:ext>
            </a:extLst>
          </p:cNvPr>
          <p:cNvSpPr>
            <a:spLocks xmlns:a="http://schemas.openxmlformats.org/drawingml/2006/main" noGrp="1"/>
          </p:cNvSpPr>
          <p:nvPr/>
        </p:nvSpPr>
        <p:spPr>
          <a:xfrm xmlns:a="http://schemas.openxmlformats.org/drawingml/2006/main">
            <a:off x="6040363" y="474766"/>
            <a:ext cx="181822" cy="181833"/>
          </a:xfrm>
          <a:custGeom xmlns:a="http://schemas.openxmlformats.org/drawingml/2006/main">
            <a:pathLst>
              <a:path w="181822" h="181833">
                <a:moveTo>
                  <a:pt x="4284" y="4284"/>
                </a:moveTo>
                <a:lnTo>
                  <a:pt x="4284" y="8568"/>
                </a:lnTo>
                <a:lnTo>
                  <a:pt x="173253" y="8568"/>
                </a:lnTo>
                <a:lnTo>
                  <a:pt x="173253"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18" name="pdf-path-222">
            <a:extLst xmlns:a="http://schemas.openxmlformats.org/drawingml/2006/main">
              <a:ext uri="{FF2B5EF4-FFF2-40B4-BE49-F238E27FC236}">
                <a16:creationId xmlns:a16="http://schemas.microsoft.com/office/drawing/2014/main" id="{2714CCAB-20A1-4FC8-8EEE-78A1C6E208FC}"/>
              </a:ext>
            </a:extLst>
          </p:cNvPr>
          <p:cNvSpPr>
            <a:spLocks xmlns:a="http://schemas.openxmlformats.org/drawingml/2006/main" noGrp="1"/>
          </p:cNvSpPr>
          <p:nvPr/>
        </p:nvSpPr>
        <p:spPr>
          <a:xfrm xmlns:a="http://schemas.openxmlformats.org/drawingml/2006/main">
            <a:off x="6268396" y="479047"/>
            <a:ext cx="173266" cy="173265"/>
          </a:xfrm>
          <a:custGeom xmlns:a="http://schemas.openxmlformats.org/drawingml/2006/main">
            <a:pathLst>
              <a:path w="173266" h="173265">
                <a:moveTo>
                  <a:pt x="0" y="0"/>
                </a:moveTo>
                <a:lnTo>
                  <a:pt x="173266" y="0"/>
                </a:lnTo>
                <a:lnTo>
                  <a:pt x="173266"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19" name="pdf-path-223">
            <a:extLst xmlns:a="http://schemas.openxmlformats.org/drawingml/2006/main">
              <a:ext uri="{FF2B5EF4-FFF2-40B4-BE49-F238E27FC236}">
                <a16:creationId xmlns:a16="http://schemas.microsoft.com/office/drawing/2014/main" id="{14804736-6127-4F01-8BF5-9632D1E4F7A7}"/>
              </a:ext>
            </a:extLst>
          </p:cNvPr>
          <p:cNvSpPr>
            <a:spLocks xmlns:a="http://schemas.openxmlformats.org/drawingml/2006/main" noGrp="1"/>
          </p:cNvSpPr>
          <p:nvPr/>
        </p:nvSpPr>
        <p:spPr>
          <a:xfrm xmlns:a="http://schemas.openxmlformats.org/drawingml/2006/main">
            <a:off x="6264108" y="474766"/>
            <a:ext cx="181822" cy="181833"/>
          </a:xfrm>
          <a:custGeom xmlns:a="http://schemas.openxmlformats.org/drawingml/2006/main">
            <a:pathLst>
              <a:path w="181822" h="181833">
                <a:moveTo>
                  <a:pt x="4284" y="4284"/>
                </a:moveTo>
                <a:lnTo>
                  <a:pt x="4284" y="8568"/>
                </a:lnTo>
                <a:lnTo>
                  <a:pt x="173266" y="8568"/>
                </a:lnTo>
                <a:lnTo>
                  <a:pt x="173266"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65" y="179777"/>
                  <a:pt x="181822" y="178669"/>
                  <a:pt x="181822" y="177549"/>
                </a:cubicBezTo>
                <a:lnTo>
                  <a:pt x="181822" y="4284"/>
                </a:lnTo>
                <a:cubicBezTo>
                  <a:pt x="181822" y="3153"/>
                  <a:pt x="181365"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20" name="pdf-path-224">
            <a:extLst xmlns:a="http://schemas.openxmlformats.org/drawingml/2006/main">
              <a:ext uri="{FF2B5EF4-FFF2-40B4-BE49-F238E27FC236}">
                <a16:creationId xmlns:a16="http://schemas.microsoft.com/office/drawing/2014/main" id="{756EEAF7-8A16-42EA-B86E-2753340C048E}"/>
              </a:ext>
            </a:extLst>
          </p:cNvPr>
          <p:cNvSpPr>
            <a:spLocks xmlns:a="http://schemas.openxmlformats.org/drawingml/2006/main" noGrp="1"/>
          </p:cNvSpPr>
          <p:nvPr/>
        </p:nvSpPr>
        <p:spPr>
          <a:xfrm xmlns:a="http://schemas.openxmlformats.org/drawingml/2006/main">
            <a:off x="6492134" y="479047"/>
            <a:ext cx="173266" cy="173265"/>
          </a:xfrm>
          <a:custGeom xmlns:a="http://schemas.openxmlformats.org/drawingml/2006/main">
            <a:pathLst>
              <a:path w="173266" h="173265">
                <a:moveTo>
                  <a:pt x="0" y="0"/>
                </a:moveTo>
                <a:lnTo>
                  <a:pt x="173266" y="0"/>
                </a:lnTo>
                <a:lnTo>
                  <a:pt x="173266"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21" name="pdf-path-225">
            <a:extLst xmlns:a="http://schemas.openxmlformats.org/drawingml/2006/main">
              <a:ext uri="{FF2B5EF4-FFF2-40B4-BE49-F238E27FC236}">
                <a16:creationId xmlns:a16="http://schemas.microsoft.com/office/drawing/2014/main" id="{61896B45-E851-4721-957F-BC15AE646B10}"/>
              </a:ext>
            </a:extLst>
          </p:cNvPr>
          <p:cNvSpPr>
            <a:spLocks xmlns:a="http://schemas.openxmlformats.org/drawingml/2006/main" noGrp="1"/>
          </p:cNvSpPr>
          <p:nvPr/>
        </p:nvSpPr>
        <p:spPr>
          <a:xfrm xmlns:a="http://schemas.openxmlformats.org/drawingml/2006/main">
            <a:off x="6487852" y="474766"/>
            <a:ext cx="181822" cy="181833"/>
          </a:xfrm>
          <a:custGeom xmlns:a="http://schemas.openxmlformats.org/drawingml/2006/main">
            <a:pathLst>
              <a:path w="181822" h="181833">
                <a:moveTo>
                  <a:pt x="4284" y="4284"/>
                </a:moveTo>
                <a:lnTo>
                  <a:pt x="4284" y="8568"/>
                </a:lnTo>
                <a:lnTo>
                  <a:pt x="173266" y="8568"/>
                </a:lnTo>
                <a:lnTo>
                  <a:pt x="173266"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6" y="181376"/>
                  <a:pt x="3153" y="181833"/>
                  <a:pt x="4284" y="181833"/>
                </a:cubicBezTo>
                <a:lnTo>
                  <a:pt x="177549" y="181833"/>
                </a:lnTo>
                <a:cubicBezTo>
                  <a:pt x="178669" y="181833"/>
                  <a:pt x="179777" y="181376"/>
                  <a:pt x="180577" y="180577"/>
                </a:cubicBezTo>
                <a:cubicBezTo>
                  <a:pt x="181365" y="179777"/>
                  <a:pt x="181822" y="178669"/>
                  <a:pt x="181822" y="177549"/>
                </a:cubicBezTo>
                <a:lnTo>
                  <a:pt x="181822" y="4284"/>
                </a:lnTo>
                <a:cubicBezTo>
                  <a:pt x="181822" y="3153"/>
                  <a:pt x="181365" y="2056"/>
                  <a:pt x="180577" y="1257"/>
                </a:cubicBezTo>
                <a:cubicBezTo>
                  <a:pt x="179777" y="457"/>
                  <a:pt x="178669" y="0"/>
                  <a:pt x="177549"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22" name="pdf-path-226">
            <a:extLst xmlns:a="http://schemas.openxmlformats.org/drawingml/2006/main">
              <a:ext uri="{FF2B5EF4-FFF2-40B4-BE49-F238E27FC236}">
                <a16:creationId xmlns:a16="http://schemas.microsoft.com/office/drawing/2014/main" id="{37F1E385-736E-4023-80FC-81BDE80C562B}"/>
              </a:ext>
            </a:extLst>
          </p:cNvPr>
          <p:cNvSpPr>
            <a:spLocks xmlns:a="http://schemas.openxmlformats.org/drawingml/2006/main" noGrp="1"/>
          </p:cNvSpPr>
          <p:nvPr/>
        </p:nvSpPr>
        <p:spPr>
          <a:xfrm xmlns:a="http://schemas.openxmlformats.org/drawingml/2006/main">
            <a:off x="4027363" y="479047"/>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23" name="pdf-path-227">
            <a:extLst xmlns:a="http://schemas.openxmlformats.org/drawingml/2006/main">
              <a:ext uri="{FF2B5EF4-FFF2-40B4-BE49-F238E27FC236}">
                <a16:creationId xmlns:a16="http://schemas.microsoft.com/office/drawing/2014/main" id="{A85AF0E3-333D-4156-B780-E679EAAE834B}"/>
              </a:ext>
            </a:extLst>
          </p:cNvPr>
          <p:cNvSpPr>
            <a:spLocks xmlns:a="http://schemas.openxmlformats.org/drawingml/2006/main" noGrp="1"/>
          </p:cNvSpPr>
          <p:nvPr/>
        </p:nvSpPr>
        <p:spPr>
          <a:xfrm xmlns:a="http://schemas.openxmlformats.org/drawingml/2006/main">
            <a:off x="4023073" y="474766"/>
            <a:ext cx="181822" cy="181833"/>
          </a:xfrm>
          <a:custGeom xmlns:a="http://schemas.openxmlformats.org/drawingml/2006/main">
            <a:pathLst>
              <a:path w="181822" h="181833">
                <a:moveTo>
                  <a:pt x="4284" y="4284"/>
                </a:moveTo>
                <a:lnTo>
                  <a:pt x="4284" y="8568"/>
                </a:lnTo>
                <a:lnTo>
                  <a:pt x="173254" y="8568"/>
                </a:lnTo>
                <a:lnTo>
                  <a:pt x="173254"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24" name="pdf-path-228">
            <a:extLst xmlns:a="http://schemas.openxmlformats.org/drawingml/2006/main">
              <a:ext uri="{FF2B5EF4-FFF2-40B4-BE49-F238E27FC236}">
                <a16:creationId xmlns:a16="http://schemas.microsoft.com/office/drawing/2014/main" id="{DDBB02B8-F1DA-4508-AA19-C2039833E52A}"/>
              </a:ext>
            </a:extLst>
          </p:cNvPr>
          <p:cNvSpPr>
            <a:spLocks xmlns:a="http://schemas.openxmlformats.org/drawingml/2006/main" noGrp="1"/>
          </p:cNvSpPr>
          <p:nvPr/>
        </p:nvSpPr>
        <p:spPr>
          <a:xfrm xmlns:a="http://schemas.openxmlformats.org/drawingml/2006/main">
            <a:off x="4251102" y="47904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25" name="pdf-path-229">
            <a:extLst xmlns:a="http://schemas.openxmlformats.org/drawingml/2006/main">
              <a:ext uri="{FF2B5EF4-FFF2-40B4-BE49-F238E27FC236}">
                <a16:creationId xmlns:a16="http://schemas.microsoft.com/office/drawing/2014/main" id="{3CC297AF-CFB9-4AB4-BC32-CF2B6FB2A4C3}"/>
              </a:ext>
            </a:extLst>
          </p:cNvPr>
          <p:cNvSpPr>
            <a:spLocks xmlns:a="http://schemas.openxmlformats.org/drawingml/2006/main" noGrp="1"/>
          </p:cNvSpPr>
          <p:nvPr/>
        </p:nvSpPr>
        <p:spPr>
          <a:xfrm xmlns:a="http://schemas.openxmlformats.org/drawingml/2006/main">
            <a:off x="4246818" y="474766"/>
            <a:ext cx="181822" cy="181833"/>
          </a:xfrm>
          <a:custGeom xmlns:a="http://schemas.openxmlformats.org/drawingml/2006/main">
            <a:pathLst>
              <a:path w="181822"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69"/>
                  <a:pt x="181822" y="177549"/>
                </a:cubicBezTo>
                <a:lnTo>
                  <a:pt x="181822" y="4284"/>
                </a:lnTo>
                <a:cubicBezTo>
                  <a:pt x="181822"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26" name="pdf-path-230">
            <a:extLst xmlns:a="http://schemas.openxmlformats.org/drawingml/2006/main">
              <a:ext uri="{FF2B5EF4-FFF2-40B4-BE49-F238E27FC236}">
                <a16:creationId xmlns:a16="http://schemas.microsoft.com/office/drawing/2014/main" id="{EB5732BB-B69A-4F57-AC40-944A92826264}"/>
              </a:ext>
            </a:extLst>
          </p:cNvPr>
          <p:cNvSpPr>
            <a:spLocks xmlns:a="http://schemas.openxmlformats.org/drawingml/2006/main" noGrp="1"/>
          </p:cNvSpPr>
          <p:nvPr/>
        </p:nvSpPr>
        <p:spPr>
          <a:xfrm xmlns:a="http://schemas.openxmlformats.org/drawingml/2006/main">
            <a:off x="4474841" y="47904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27" name="pdf-path-231">
            <a:extLst xmlns:a="http://schemas.openxmlformats.org/drawingml/2006/main">
              <a:ext uri="{FF2B5EF4-FFF2-40B4-BE49-F238E27FC236}">
                <a16:creationId xmlns:a16="http://schemas.microsoft.com/office/drawing/2014/main" id="{9C5E8029-15FA-4229-A8FC-C96BCBC4555A}"/>
              </a:ext>
            </a:extLst>
          </p:cNvPr>
          <p:cNvSpPr>
            <a:spLocks xmlns:a="http://schemas.openxmlformats.org/drawingml/2006/main" noGrp="1"/>
          </p:cNvSpPr>
          <p:nvPr/>
        </p:nvSpPr>
        <p:spPr>
          <a:xfrm xmlns:a="http://schemas.openxmlformats.org/drawingml/2006/main">
            <a:off x="4470563" y="474766"/>
            <a:ext cx="181822" cy="181833"/>
          </a:xfrm>
          <a:custGeom xmlns:a="http://schemas.openxmlformats.org/drawingml/2006/main">
            <a:pathLst>
              <a:path w="181822" h="181833">
                <a:moveTo>
                  <a:pt x="4284" y="4284"/>
                </a:moveTo>
                <a:lnTo>
                  <a:pt x="4284" y="8568"/>
                </a:lnTo>
                <a:lnTo>
                  <a:pt x="173265" y="8568"/>
                </a:lnTo>
                <a:lnTo>
                  <a:pt x="173265"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49" y="181833"/>
                </a:lnTo>
                <a:cubicBezTo>
                  <a:pt x="178669" y="181833"/>
                  <a:pt x="179777" y="181376"/>
                  <a:pt x="180577" y="180577"/>
                </a:cubicBezTo>
                <a:cubicBezTo>
                  <a:pt x="181376" y="179777"/>
                  <a:pt x="181822" y="178669"/>
                  <a:pt x="181822" y="177549"/>
                </a:cubicBezTo>
                <a:lnTo>
                  <a:pt x="181822" y="4284"/>
                </a:lnTo>
                <a:cubicBezTo>
                  <a:pt x="181822" y="3153"/>
                  <a:pt x="181376" y="2056"/>
                  <a:pt x="180577" y="1257"/>
                </a:cubicBezTo>
                <a:cubicBezTo>
                  <a:pt x="179777" y="457"/>
                  <a:pt x="178669" y="0"/>
                  <a:pt x="177549"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28" name="pdf-path-232">
            <a:extLst xmlns:a="http://schemas.openxmlformats.org/drawingml/2006/main">
              <a:ext uri="{FF2B5EF4-FFF2-40B4-BE49-F238E27FC236}">
                <a16:creationId xmlns:a16="http://schemas.microsoft.com/office/drawing/2014/main" id="{7A293904-0FA3-4E52-B2FD-774E1D5D8B59}"/>
              </a:ext>
            </a:extLst>
          </p:cNvPr>
          <p:cNvSpPr>
            <a:spLocks xmlns:a="http://schemas.openxmlformats.org/drawingml/2006/main" noGrp="1"/>
          </p:cNvSpPr>
          <p:nvPr/>
        </p:nvSpPr>
        <p:spPr>
          <a:xfrm xmlns:a="http://schemas.openxmlformats.org/drawingml/2006/main">
            <a:off x="4698591" y="479047"/>
            <a:ext cx="173254" cy="173265"/>
          </a:xfrm>
          <a:custGeom xmlns:a="http://schemas.openxmlformats.org/drawingml/2006/main">
            <a:pathLst>
              <a:path w="173254" h="173265">
                <a:moveTo>
                  <a:pt x="0" y="0"/>
                </a:moveTo>
                <a:lnTo>
                  <a:pt x="173254" y="0"/>
                </a:lnTo>
                <a:lnTo>
                  <a:pt x="173254" y="173265"/>
                </a:lnTo>
                <a:lnTo>
                  <a:pt x="0" y="173265"/>
                </a:lnTo>
                <a:close/>
              </a:path>
            </a:pathLst>
          </a:custGeom>
          <a:solidFill xmlns:a="http://schemas.openxmlformats.org/drawingml/2006/main">
            <a:srgbClr val="A6BFDD"/>
          </a:solidFill>
          <a:ln xmlns:a="http://schemas.openxmlformats.org/drawingml/2006/main" w="0">
            <a:noFill/>
            <a:prstDash val="solid"/>
          </a:ln>
        </p:spPr>
      </p:sp>
      <p:sp>
        <p:nvSpPr>
          <p:cNvPr id="229" name="pdf-path-233">
            <a:extLst xmlns:a="http://schemas.openxmlformats.org/drawingml/2006/main">
              <a:ext uri="{FF2B5EF4-FFF2-40B4-BE49-F238E27FC236}">
                <a16:creationId xmlns:a16="http://schemas.microsoft.com/office/drawing/2014/main" id="{A24F2253-3C5F-4DE6-9934-18496538E9D3}"/>
              </a:ext>
            </a:extLst>
          </p:cNvPr>
          <p:cNvSpPr>
            <a:spLocks xmlns:a="http://schemas.openxmlformats.org/drawingml/2006/main" noGrp="1"/>
          </p:cNvSpPr>
          <p:nvPr/>
        </p:nvSpPr>
        <p:spPr>
          <a:xfrm xmlns:a="http://schemas.openxmlformats.org/drawingml/2006/main">
            <a:off x="4694311" y="474766"/>
            <a:ext cx="181822" cy="181833"/>
          </a:xfrm>
          <a:custGeom xmlns:a="http://schemas.openxmlformats.org/drawingml/2006/main">
            <a:pathLst>
              <a:path w="181822" h="181833">
                <a:moveTo>
                  <a:pt x="4284" y="4284"/>
                </a:moveTo>
                <a:lnTo>
                  <a:pt x="4284" y="8568"/>
                </a:lnTo>
                <a:lnTo>
                  <a:pt x="173254" y="8568"/>
                </a:lnTo>
                <a:lnTo>
                  <a:pt x="173254" y="173265"/>
                </a:lnTo>
                <a:lnTo>
                  <a:pt x="8569" y="173265"/>
                </a:lnTo>
                <a:lnTo>
                  <a:pt x="8569" y="4284"/>
                </a:lnTo>
                <a:lnTo>
                  <a:pt x="4284" y="4284"/>
                </a:lnTo>
                <a:lnTo>
                  <a:pt x="4284" y="8568"/>
                </a:lnTo>
                <a:lnTo>
                  <a:pt x="4284" y="4284"/>
                </a:lnTo>
                <a:lnTo>
                  <a:pt x="0" y="4284"/>
                </a:lnTo>
                <a:lnTo>
                  <a:pt x="0" y="177549"/>
                </a:lnTo>
                <a:cubicBezTo>
                  <a:pt x="0" y="178669"/>
                  <a:pt x="457" y="179777"/>
                  <a:pt x="1257" y="180577"/>
                </a:cubicBezTo>
                <a:cubicBezTo>
                  <a:pt x="2057" y="181376"/>
                  <a:pt x="3153" y="181833"/>
                  <a:pt x="4284" y="181833"/>
                </a:cubicBezTo>
                <a:lnTo>
                  <a:pt x="177538" y="181833"/>
                </a:lnTo>
                <a:cubicBezTo>
                  <a:pt x="178669" y="181833"/>
                  <a:pt x="179766" y="181376"/>
                  <a:pt x="180565" y="180577"/>
                </a:cubicBezTo>
                <a:cubicBezTo>
                  <a:pt x="181365" y="179777"/>
                  <a:pt x="181822" y="178669"/>
                  <a:pt x="181822" y="177549"/>
                </a:cubicBezTo>
                <a:lnTo>
                  <a:pt x="181822" y="4284"/>
                </a:lnTo>
                <a:cubicBezTo>
                  <a:pt x="181822" y="3153"/>
                  <a:pt x="181365" y="2056"/>
                  <a:pt x="180565" y="1257"/>
                </a:cubicBezTo>
                <a:cubicBezTo>
                  <a:pt x="179766" y="457"/>
                  <a:pt x="178669" y="0"/>
                  <a:pt x="177538" y="0"/>
                </a:cubicBezTo>
                <a:lnTo>
                  <a:pt x="4284" y="0"/>
                </a:lnTo>
                <a:cubicBezTo>
                  <a:pt x="3153" y="0"/>
                  <a:pt x="2057" y="457"/>
                  <a:pt x="1257" y="1257"/>
                </a:cubicBezTo>
                <a:cubicBezTo>
                  <a:pt x="457" y="2056"/>
                  <a:pt x="0" y="3153"/>
                  <a:pt x="0" y="4284"/>
                </a:cubicBezTo>
                <a:lnTo>
                  <a:pt x="4284" y="4284"/>
                </a:lnTo>
              </a:path>
            </a:pathLst>
          </a:custGeom>
          <a:solidFill xmlns:a="http://schemas.openxmlformats.org/drawingml/2006/main">
            <a:srgbClr val="537895"/>
          </a:solidFill>
          <a:ln xmlns:a="http://schemas.openxmlformats.org/drawingml/2006/main" w="0">
            <a:noFill/>
            <a:prstDash val="solid"/>
          </a:ln>
        </p:spPr>
      </p:sp>
      <p:sp>
        <p:nvSpPr>
          <p:cNvPr id="230" name="pdf-path-234">
            <a:extLst xmlns:a="http://schemas.openxmlformats.org/drawingml/2006/main">
              <a:ext uri="{FF2B5EF4-FFF2-40B4-BE49-F238E27FC236}">
                <a16:creationId xmlns:a16="http://schemas.microsoft.com/office/drawing/2014/main" id="{85E89F9E-2921-4A5C-982A-E19FD856A255}"/>
              </a:ext>
            </a:extLst>
          </p:cNvPr>
          <p:cNvSpPr>
            <a:spLocks xmlns:a="http://schemas.openxmlformats.org/drawingml/2006/main" noGrp="1"/>
          </p:cNvSpPr>
          <p:nvPr/>
        </p:nvSpPr>
        <p:spPr>
          <a:xfrm xmlns:a="http://schemas.openxmlformats.org/drawingml/2006/main">
            <a:off x="52570" y="249771"/>
            <a:ext cx="562957" cy="2818818"/>
          </a:xfrm>
          <a:custGeom xmlns:a="http://schemas.openxmlformats.org/drawingml/2006/main">
            <a:pathLst>
              <a:path w="562957" h="2818818">
                <a:moveTo>
                  <a:pt x="140739" y="2818818"/>
                </a:moveTo>
                <a:lnTo>
                  <a:pt x="140739" y="281479"/>
                </a:lnTo>
                <a:lnTo>
                  <a:pt x="0" y="281479"/>
                </a:lnTo>
                <a:lnTo>
                  <a:pt x="281479" y="0"/>
                </a:lnTo>
                <a:lnTo>
                  <a:pt x="562957" y="281479"/>
                </a:lnTo>
                <a:lnTo>
                  <a:pt x="422218" y="281479"/>
                </a:lnTo>
                <a:lnTo>
                  <a:pt x="422218" y="2818818"/>
                </a:lnTo>
                <a:lnTo>
                  <a:pt x="140739" y="2818818"/>
                </a:lnTo>
              </a:path>
            </a:pathLst>
          </a:custGeom>
          <a:solidFill xmlns:a="http://schemas.openxmlformats.org/drawingml/2006/main">
            <a:srgbClr val="9FC5E8"/>
          </a:solidFill>
          <a:ln xmlns:a="http://schemas.openxmlformats.org/drawingml/2006/main" w="0">
            <a:noFill/>
            <a:prstDash val="solid"/>
          </a:ln>
        </p:spPr>
      </p:sp>
      <p:sp>
        <p:nvSpPr>
          <p:cNvPr id="231" name="pdf-path-235">
            <a:extLst xmlns:a="http://schemas.openxmlformats.org/drawingml/2006/main">
              <a:ext uri="{FF2B5EF4-FFF2-40B4-BE49-F238E27FC236}">
                <a16:creationId xmlns:a16="http://schemas.microsoft.com/office/drawing/2014/main" id="{68D8BD4E-F2A4-4294-B02E-8F21AFFA26CA}"/>
              </a:ext>
            </a:extLst>
          </p:cNvPr>
          <p:cNvSpPr>
            <a:spLocks xmlns:a="http://schemas.openxmlformats.org/drawingml/2006/main" noGrp="1"/>
          </p:cNvSpPr>
          <p:nvPr/>
        </p:nvSpPr>
        <p:spPr>
          <a:xfrm xmlns:a="http://schemas.openxmlformats.org/drawingml/2006/main">
            <a:off x="276905" y="1097299"/>
            <a:ext cx="118393" cy="1260781"/>
          </a:xfrm>
          <a:custGeom xmlns:a="http://schemas.openxmlformats.org/drawingml/2006/main">
            <a:pathLst>
              <a:path w="118393" h="1260781">
                <a:moveTo>
                  <a:pt x="1954" y="1237692"/>
                </a:moveTo>
                <a:lnTo>
                  <a:pt x="116439" y="1237692"/>
                </a:lnTo>
                <a:lnTo>
                  <a:pt x="116439" y="1260781"/>
                </a:lnTo>
                <a:lnTo>
                  <a:pt x="1954" y="1260781"/>
                </a:lnTo>
                <a:close/>
                <a:moveTo>
                  <a:pt x="116439" y="1149529"/>
                </a:moveTo>
                <a:lnTo>
                  <a:pt x="41780" y="1149529"/>
                </a:lnTo>
                <a:lnTo>
                  <a:pt x="116439" y="1103374"/>
                </a:lnTo>
                <a:lnTo>
                  <a:pt x="116439" y="1080170"/>
                </a:lnTo>
                <a:lnTo>
                  <a:pt x="1954" y="1080170"/>
                </a:lnTo>
                <a:lnTo>
                  <a:pt x="1954" y="1101649"/>
                </a:lnTo>
                <a:lnTo>
                  <a:pt x="78407" y="1101649"/>
                </a:lnTo>
                <a:lnTo>
                  <a:pt x="1954" y="1148512"/>
                </a:lnTo>
                <a:lnTo>
                  <a:pt x="1954" y="1171007"/>
                </a:lnTo>
                <a:lnTo>
                  <a:pt x="116439" y="1171007"/>
                </a:lnTo>
                <a:lnTo>
                  <a:pt x="116439" y="1149529"/>
                </a:lnTo>
                <a:moveTo>
                  <a:pt x="116439" y="988020"/>
                </a:moveTo>
                <a:lnTo>
                  <a:pt x="67782" y="988020"/>
                </a:lnTo>
                <a:lnTo>
                  <a:pt x="67782" y="940219"/>
                </a:lnTo>
                <a:lnTo>
                  <a:pt x="48417" y="940219"/>
                </a:lnTo>
                <a:lnTo>
                  <a:pt x="48417" y="988020"/>
                </a:lnTo>
                <a:lnTo>
                  <a:pt x="21318" y="988020"/>
                </a:lnTo>
                <a:lnTo>
                  <a:pt x="21318" y="932645"/>
                </a:lnTo>
                <a:lnTo>
                  <a:pt x="1954" y="932645"/>
                </a:lnTo>
                <a:lnTo>
                  <a:pt x="1954" y="1011132"/>
                </a:lnTo>
                <a:lnTo>
                  <a:pt x="116439" y="1011132"/>
                </a:lnTo>
                <a:lnTo>
                  <a:pt x="116439" y="988020"/>
                </a:lnTo>
                <a:moveTo>
                  <a:pt x="116439" y="782080"/>
                </a:moveTo>
                <a:lnTo>
                  <a:pt x="97155" y="782080"/>
                </a:lnTo>
                <a:lnTo>
                  <a:pt x="97155" y="846035"/>
                </a:lnTo>
                <a:lnTo>
                  <a:pt x="65988" y="846035"/>
                </a:lnTo>
                <a:lnTo>
                  <a:pt x="65988" y="788558"/>
                </a:lnTo>
                <a:lnTo>
                  <a:pt x="46704" y="788558"/>
                </a:lnTo>
                <a:lnTo>
                  <a:pt x="46704" y="846035"/>
                </a:lnTo>
                <a:lnTo>
                  <a:pt x="21318" y="846035"/>
                </a:lnTo>
                <a:lnTo>
                  <a:pt x="21318" y="784262"/>
                </a:lnTo>
                <a:lnTo>
                  <a:pt x="1954" y="784262"/>
                </a:lnTo>
                <a:lnTo>
                  <a:pt x="1954" y="869159"/>
                </a:lnTo>
                <a:lnTo>
                  <a:pt x="116439" y="869159"/>
                </a:lnTo>
                <a:lnTo>
                  <a:pt x="116439" y="782080"/>
                </a:lnTo>
                <a:moveTo>
                  <a:pt x="116439" y="694843"/>
                </a:moveTo>
                <a:lnTo>
                  <a:pt x="68650" y="694843"/>
                </a:lnTo>
                <a:lnTo>
                  <a:pt x="68650" y="690158"/>
                </a:lnTo>
                <a:cubicBezTo>
                  <a:pt x="68650" y="684846"/>
                  <a:pt x="69073" y="680961"/>
                  <a:pt x="69930" y="678517"/>
                </a:cubicBezTo>
                <a:cubicBezTo>
                  <a:pt x="70798" y="676072"/>
                  <a:pt x="72386" y="673753"/>
                  <a:pt x="74694" y="671570"/>
                </a:cubicBezTo>
                <a:cubicBezTo>
                  <a:pt x="77013" y="669377"/>
                  <a:pt x="82623" y="665321"/>
                  <a:pt x="91522" y="659381"/>
                </a:cubicBezTo>
                <a:lnTo>
                  <a:pt x="116439" y="642666"/>
                </a:lnTo>
                <a:lnTo>
                  <a:pt x="116439" y="615019"/>
                </a:lnTo>
                <a:lnTo>
                  <a:pt x="94104" y="629002"/>
                </a:lnTo>
                <a:cubicBezTo>
                  <a:pt x="85204" y="634532"/>
                  <a:pt x="79001" y="638908"/>
                  <a:pt x="75516" y="642152"/>
                </a:cubicBezTo>
                <a:cubicBezTo>
                  <a:pt x="72032" y="645420"/>
                  <a:pt x="68833" y="649544"/>
                  <a:pt x="65908" y="654537"/>
                </a:cubicBezTo>
                <a:cubicBezTo>
                  <a:pt x="64457" y="644494"/>
                  <a:pt x="60927" y="636943"/>
                  <a:pt x="55329" y="631893"/>
                </a:cubicBezTo>
                <a:cubicBezTo>
                  <a:pt x="49731" y="626843"/>
                  <a:pt x="42637" y="624319"/>
                  <a:pt x="34045" y="624319"/>
                </a:cubicBezTo>
                <a:cubicBezTo>
                  <a:pt x="27282" y="624319"/>
                  <a:pt x="21273" y="625975"/>
                  <a:pt x="16006" y="629311"/>
                </a:cubicBezTo>
                <a:cubicBezTo>
                  <a:pt x="10751" y="632647"/>
                  <a:pt x="7095" y="637091"/>
                  <a:pt x="5038" y="642621"/>
                </a:cubicBezTo>
                <a:cubicBezTo>
                  <a:pt x="2970" y="648185"/>
                  <a:pt x="1954" y="657061"/>
                  <a:pt x="1954" y="669297"/>
                </a:cubicBezTo>
                <a:lnTo>
                  <a:pt x="1954" y="717954"/>
                </a:lnTo>
                <a:lnTo>
                  <a:pt x="116439" y="717954"/>
                </a:lnTo>
                <a:lnTo>
                  <a:pt x="116439" y="694843"/>
                </a:lnTo>
                <a:moveTo>
                  <a:pt x="21318" y="694843"/>
                </a:moveTo>
                <a:lnTo>
                  <a:pt x="21318" y="676803"/>
                </a:lnTo>
                <a:cubicBezTo>
                  <a:pt x="21318" y="667424"/>
                  <a:pt x="21444" y="661802"/>
                  <a:pt x="21707" y="659929"/>
                </a:cubicBezTo>
                <a:cubicBezTo>
                  <a:pt x="22335" y="656182"/>
                  <a:pt x="23832" y="653280"/>
                  <a:pt x="26197" y="651212"/>
                </a:cubicBezTo>
                <a:cubicBezTo>
                  <a:pt x="28573" y="649167"/>
                  <a:pt x="31680" y="648139"/>
                  <a:pt x="35530" y="648139"/>
                </a:cubicBezTo>
                <a:cubicBezTo>
                  <a:pt x="38969" y="648139"/>
                  <a:pt x="41825" y="648916"/>
                  <a:pt x="44122" y="650481"/>
                </a:cubicBezTo>
                <a:cubicBezTo>
                  <a:pt x="46418" y="652046"/>
                  <a:pt x="48029" y="654205"/>
                  <a:pt x="48966" y="656959"/>
                </a:cubicBezTo>
                <a:cubicBezTo>
                  <a:pt x="49902" y="659723"/>
                  <a:pt x="50371" y="666647"/>
                  <a:pt x="50371" y="677740"/>
                </a:cubicBezTo>
                <a:lnTo>
                  <a:pt x="50371" y="694843"/>
                </a:lnTo>
                <a:lnTo>
                  <a:pt x="21318" y="694843"/>
                </a:lnTo>
                <a:moveTo>
                  <a:pt x="116439" y="471012"/>
                </a:moveTo>
                <a:lnTo>
                  <a:pt x="97155" y="471012"/>
                </a:lnTo>
                <a:lnTo>
                  <a:pt x="97155" y="534979"/>
                </a:lnTo>
                <a:lnTo>
                  <a:pt x="65988" y="534979"/>
                </a:lnTo>
                <a:lnTo>
                  <a:pt x="65988" y="477490"/>
                </a:lnTo>
                <a:lnTo>
                  <a:pt x="46704" y="477490"/>
                </a:lnTo>
                <a:lnTo>
                  <a:pt x="46704" y="534979"/>
                </a:lnTo>
                <a:lnTo>
                  <a:pt x="21318" y="534979"/>
                </a:lnTo>
                <a:lnTo>
                  <a:pt x="21318" y="473194"/>
                </a:lnTo>
                <a:lnTo>
                  <a:pt x="1954" y="473194"/>
                </a:lnTo>
                <a:lnTo>
                  <a:pt x="1954" y="558090"/>
                </a:lnTo>
                <a:lnTo>
                  <a:pt x="116439" y="558090"/>
                </a:lnTo>
                <a:lnTo>
                  <a:pt x="116439" y="471012"/>
                </a:lnTo>
                <a:moveTo>
                  <a:pt x="116439" y="385259"/>
                </a:moveTo>
                <a:lnTo>
                  <a:pt x="41780" y="385259"/>
                </a:lnTo>
                <a:lnTo>
                  <a:pt x="116439" y="339104"/>
                </a:lnTo>
                <a:lnTo>
                  <a:pt x="116439" y="315912"/>
                </a:lnTo>
                <a:lnTo>
                  <a:pt x="1954" y="315912"/>
                </a:lnTo>
                <a:lnTo>
                  <a:pt x="1954" y="337390"/>
                </a:lnTo>
                <a:lnTo>
                  <a:pt x="78407" y="337390"/>
                </a:lnTo>
                <a:lnTo>
                  <a:pt x="1954" y="384243"/>
                </a:lnTo>
                <a:lnTo>
                  <a:pt x="1954" y="406738"/>
                </a:lnTo>
                <a:lnTo>
                  <a:pt x="116439" y="406738"/>
                </a:lnTo>
                <a:lnTo>
                  <a:pt x="116439" y="385259"/>
                </a:lnTo>
                <a:moveTo>
                  <a:pt x="92779" y="183296"/>
                </a:moveTo>
                <a:cubicBezTo>
                  <a:pt x="96686" y="187729"/>
                  <a:pt x="98640" y="193018"/>
                  <a:pt x="98640" y="199153"/>
                </a:cubicBezTo>
                <a:cubicBezTo>
                  <a:pt x="98640" y="207482"/>
                  <a:pt x="95555" y="214256"/>
                  <a:pt x="89420" y="219455"/>
                </a:cubicBezTo>
                <a:cubicBezTo>
                  <a:pt x="83274" y="224664"/>
                  <a:pt x="72969" y="227269"/>
                  <a:pt x="58494" y="227269"/>
                </a:cubicBezTo>
                <a:cubicBezTo>
                  <a:pt x="44853" y="227269"/>
                  <a:pt x="34982" y="224630"/>
                  <a:pt x="28893" y="219340"/>
                </a:cubicBezTo>
                <a:cubicBezTo>
                  <a:pt x="22803" y="214062"/>
                  <a:pt x="19753" y="207173"/>
                  <a:pt x="19753" y="198685"/>
                </a:cubicBezTo>
                <a:cubicBezTo>
                  <a:pt x="19753" y="192538"/>
                  <a:pt x="21478" y="187317"/>
                  <a:pt x="24906" y="183022"/>
                </a:cubicBezTo>
                <a:cubicBezTo>
                  <a:pt x="28344" y="178738"/>
                  <a:pt x="33029" y="175904"/>
                  <a:pt x="38969" y="174556"/>
                </a:cubicBezTo>
                <a:lnTo>
                  <a:pt x="33497" y="151673"/>
                </a:lnTo>
                <a:cubicBezTo>
                  <a:pt x="24334" y="154278"/>
                  <a:pt x="17308" y="158185"/>
                  <a:pt x="12419" y="163383"/>
                </a:cubicBezTo>
                <a:cubicBezTo>
                  <a:pt x="4136" y="172134"/>
                  <a:pt x="0" y="183502"/>
                  <a:pt x="0" y="197519"/>
                </a:cubicBezTo>
                <a:cubicBezTo>
                  <a:pt x="0" y="213548"/>
                  <a:pt x="5267" y="226492"/>
                  <a:pt x="15812" y="236329"/>
                </a:cubicBezTo>
                <a:cubicBezTo>
                  <a:pt x="26357" y="246165"/>
                  <a:pt x="41151" y="251089"/>
                  <a:pt x="60208" y="251089"/>
                </a:cubicBezTo>
                <a:cubicBezTo>
                  <a:pt x="78224" y="251089"/>
                  <a:pt x="92425" y="246200"/>
                  <a:pt x="102810" y="236409"/>
                </a:cubicBezTo>
                <a:cubicBezTo>
                  <a:pt x="113195" y="226618"/>
                  <a:pt x="118393" y="214119"/>
                  <a:pt x="118393" y="198925"/>
                </a:cubicBezTo>
                <a:cubicBezTo>
                  <a:pt x="118393" y="186632"/>
                  <a:pt x="115354" y="176498"/>
                  <a:pt x="109299" y="168501"/>
                </a:cubicBezTo>
                <a:cubicBezTo>
                  <a:pt x="103233" y="160504"/>
                  <a:pt x="93944" y="154792"/>
                  <a:pt x="81457" y="151364"/>
                </a:cubicBezTo>
                <a:lnTo>
                  <a:pt x="74351" y="173768"/>
                </a:lnTo>
                <a:cubicBezTo>
                  <a:pt x="82725" y="175699"/>
                  <a:pt x="88872" y="178875"/>
                  <a:pt x="92779" y="183296"/>
                </a:cubicBezTo>
                <a:moveTo>
                  <a:pt x="116439" y="0"/>
                </a:moveTo>
                <a:lnTo>
                  <a:pt x="97155" y="0"/>
                </a:lnTo>
                <a:lnTo>
                  <a:pt x="97155" y="63966"/>
                </a:lnTo>
                <a:lnTo>
                  <a:pt x="65988" y="63966"/>
                </a:lnTo>
                <a:lnTo>
                  <a:pt x="65988" y="6489"/>
                </a:lnTo>
                <a:lnTo>
                  <a:pt x="46704" y="6489"/>
                </a:lnTo>
                <a:lnTo>
                  <a:pt x="46704" y="63966"/>
                </a:lnTo>
                <a:lnTo>
                  <a:pt x="21318" y="63966"/>
                </a:lnTo>
                <a:lnTo>
                  <a:pt x="21318" y="2194"/>
                </a:lnTo>
                <a:lnTo>
                  <a:pt x="1954" y="2194"/>
                </a:lnTo>
                <a:lnTo>
                  <a:pt x="1954" y="87090"/>
                </a:lnTo>
                <a:lnTo>
                  <a:pt x="116439" y="87090"/>
                </a:lnTo>
                <a:lnTo>
                  <a:pt x="116439" y="0"/>
                </a:lnTo>
              </a:path>
            </a:pathLst>
          </a:custGeom>
          <a:solidFill xmlns:a="http://schemas.openxmlformats.org/drawingml/2006/main">
            <a:srgbClr val="0B5495"/>
          </a:solidFill>
          <a:ln xmlns:a="http://schemas.openxmlformats.org/drawingml/2006/main" w="0">
            <a:noFill/>
            <a:prstDash val="solid"/>
          </a:ln>
        </p:spPr>
      </p:sp>
      <p:sp>
        <p:nvSpPr>
          <p:cNvPr id="232" name="pdf-path-236">
            <a:extLst xmlns:a="http://schemas.openxmlformats.org/drawingml/2006/main">
              <a:ext uri="{FF2B5EF4-FFF2-40B4-BE49-F238E27FC236}">
                <a16:creationId xmlns:a16="http://schemas.microsoft.com/office/drawing/2014/main" id="{C2D217B2-C33B-41DD-BBD7-1374A6FB4952}"/>
              </a:ext>
            </a:extLst>
          </p:cNvPr>
          <p:cNvSpPr>
            <a:spLocks xmlns:a="http://schemas.openxmlformats.org/drawingml/2006/main" noGrp="1"/>
          </p:cNvSpPr>
          <p:nvPr/>
        </p:nvSpPr>
        <p:spPr>
          <a:xfrm xmlns:a="http://schemas.openxmlformats.org/drawingml/2006/main">
            <a:off x="5346377" y="336397"/>
            <a:ext cx="95" cy="122460"/>
          </a:xfrm>
          <a:custGeom xmlns:a="http://schemas.openxmlformats.org/drawingml/2006/main">
            <a:pathLst>
              <a:path w="95" h="122460">
                <a:moveTo>
                  <a:pt x="0" y="122460"/>
                </a:moveTo>
                <a:lnTo>
                  <a:pt x="0" y="0"/>
                </a:lnTo>
                <a:lnTo>
                  <a:pt x="0" y="122460"/>
                </a:lnTo>
              </a:path>
            </a:pathLst>
          </a:custGeom>
          <a:solidFill xmlns:a="http://schemas.openxmlformats.org/drawingml/2006/main">
            <a:srgbClr val="FFFFFF"/>
          </a:solidFill>
          <a:ln xmlns:a="http://schemas.openxmlformats.org/drawingml/2006/main" w="0">
            <a:noFill/>
            <a:prstDash val="solid"/>
          </a:ln>
        </p:spPr>
      </p:sp>
      <p:sp>
        <p:nvSpPr>
          <p:cNvPr id="233" name="pdf-path-237">
            <a:extLst xmlns:a="http://schemas.openxmlformats.org/drawingml/2006/main">
              <a:ext uri="{FF2B5EF4-FFF2-40B4-BE49-F238E27FC236}">
                <a16:creationId xmlns:a16="http://schemas.microsoft.com/office/drawing/2014/main" id="{2546D46B-76B5-4C5B-A4C7-9E864F04C004}"/>
              </a:ext>
            </a:extLst>
          </p:cNvPr>
          <p:cNvSpPr>
            <a:spLocks xmlns:a="http://schemas.openxmlformats.org/drawingml/2006/main" noGrp="1"/>
          </p:cNvSpPr>
          <p:nvPr/>
        </p:nvSpPr>
        <p:spPr>
          <a:xfrm xmlns:a="http://schemas.openxmlformats.org/drawingml/2006/main">
            <a:off x="5346377" y="305570"/>
            <a:ext cx="95" cy="30824"/>
          </a:xfrm>
          <a:custGeom xmlns:a="http://schemas.openxmlformats.org/drawingml/2006/main">
            <a:pathLst>
              <a:path w="95" h="30824">
                <a:moveTo>
                  <a:pt x="0" y="30824"/>
                </a:moveTo>
                <a:lnTo>
                  <a:pt x="0" y="30824"/>
                </a:lnTo>
                <a:lnTo>
                  <a:pt x="0" y="0"/>
                </a:lnTo>
                <a:lnTo>
                  <a:pt x="0" y="30824"/>
                </a:lnTo>
              </a:path>
            </a:pathLst>
          </a:custGeom>
          <a:solidFill xmlns:a="http://schemas.openxmlformats.org/drawingml/2006/main">
            <a:srgbClr val="FFFFFF"/>
          </a:solidFill>
          <a:ln xmlns:a="http://schemas.openxmlformats.org/drawingml/2006/main" w="0">
            <a:noFill/>
            <a:prstDash val="solid"/>
          </a:ln>
        </p:spPr>
      </p:sp>
      <p:sp>
        <p:nvSpPr>
          <p:cNvPr id="234" name="pdf-path-238">
            <a:extLst xmlns:a="http://schemas.openxmlformats.org/drawingml/2006/main">
              <a:ext uri="{FF2B5EF4-FFF2-40B4-BE49-F238E27FC236}">
                <a16:creationId xmlns:a16="http://schemas.microsoft.com/office/drawing/2014/main" id="{D7C9ED69-A735-434A-96FC-DBFE2CE78E4D}"/>
              </a:ext>
            </a:extLst>
          </p:cNvPr>
          <p:cNvSpPr>
            <a:spLocks xmlns:a="http://schemas.openxmlformats.org/drawingml/2006/main" noGrp="1"/>
          </p:cNvSpPr>
          <p:nvPr/>
        </p:nvSpPr>
        <p:spPr>
          <a:xfrm xmlns:a="http://schemas.openxmlformats.org/drawingml/2006/main">
            <a:off x="5342093" y="356983"/>
            <a:ext cx="8568" cy="101873"/>
          </a:xfrm>
          <a:custGeom xmlns:a="http://schemas.openxmlformats.org/drawingml/2006/main">
            <a:pathLst>
              <a:path w="8568" h="101873">
                <a:moveTo>
                  <a:pt x="8568" y="101873"/>
                </a:moveTo>
                <a:lnTo>
                  <a:pt x="8568" y="0"/>
                </a:lnTo>
                <a:lnTo>
                  <a:pt x="0" y="0"/>
                </a:lnTo>
                <a:lnTo>
                  <a:pt x="0" y="101873"/>
                </a:lnTo>
              </a:path>
            </a:pathLst>
          </a:custGeom>
          <a:solidFill xmlns:a="http://schemas.openxmlformats.org/drawingml/2006/main">
            <a:srgbClr val="666767"/>
          </a:solidFill>
          <a:ln xmlns:a="http://schemas.openxmlformats.org/drawingml/2006/main" w="0">
            <a:noFill/>
            <a:prstDash val="solid"/>
          </a:ln>
        </p:spPr>
      </p:sp>
      <p:sp>
        <p:nvSpPr>
          <p:cNvPr id="235" name="pdf-path-239">
            <a:extLst xmlns:a="http://schemas.openxmlformats.org/drawingml/2006/main">
              <a:ext uri="{FF2B5EF4-FFF2-40B4-BE49-F238E27FC236}">
                <a16:creationId xmlns:a16="http://schemas.microsoft.com/office/drawing/2014/main" id="{CBD04EE0-2948-4BC5-AD97-3284CEDFB124}"/>
              </a:ext>
            </a:extLst>
          </p:cNvPr>
          <p:cNvSpPr>
            <a:spLocks xmlns:a="http://schemas.openxmlformats.org/drawingml/2006/main" noGrp="1"/>
          </p:cNvSpPr>
          <p:nvPr/>
        </p:nvSpPr>
        <p:spPr>
          <a:xfrm xmlns:a="http://schemas.openxmlformats.org/drawingml/2006/main">
            <a:off x="5332219" y="318094"/>
            <a:ext cx="28310" cy="38889"/>
          </a:xfrm>
          <a:custGeom xmlns:a="http://schemas.openxmlformats.org/drawingml/2006/main">
            <a:pathLst>
              <a:path w="28310" h="38889">
                <a:moveTo>
                  <a:pt x="28310" y="38889"/>
                </a:moveTo>
                <a:lnTo>
                  <a:pt x="14155" y="0"/>
                </a:lnTo>
                <a:lnTo>
                  <a:pt x="0" y="38889"/>
                </a:lnTo>
                <a:lnTo>
                  <a:pt x="28310" y="38889"/>
                </a:lnTo>
              </a:path>
            </a:pathLst>
          </a:custGeom>
          <a:solidFill xmlns:a="http://schemas.openxmlformats.org/drawingml/2006/main">
            <a:srgbClr val="666767"/>
          </a:solidFill>
          <a:ln xmlns:a="http://schemas.openxmlformats.org/drawingml/2006/main" w="0">
            <a:noFill/>
            <a:prstDash val="solid"/>
          </a:ln>
        </p:spPr>
      </p:sp>
      <p:sp>
        <p:nvSpPr>
          <p:cNvPr id="236" name="pdf-path-240">
            <a:extLst xmlns:a="http://schemas.openxmlformats.org/drawingml/2006/main">
              <a:ext uri="{FF2B5EF4-FFF2-40B4-BE49-F238E27FC236}">
                <a16:creationId xmlns:a16="http://schemas.microsoft.com/office/drawing/2014/main" id="{CBCA63AB-D737-4371-8666-3B927997BA30}"/>
              </a:ext>
            </a:extLst>
          </p:cNvPr>
          <p:cNvSpPr>
            <a:spLocks xmlns:a="http://schemas.openxmlformats.org/drawingml/2006/main" noGrp="1"/>
          </p:cNvSpPr>
          <p:nvPr/>
        </p:nvSpPr>
        <p:spPr>
          <a:xfrm xmlns:a="http://schemas.openxmlformats.org/drawingml/2006/main">
            <a:off x="5326107" y="305573"/>
            <a:ext cx="40534" cy="55695"/>
          </a:xfrm>
          <a:custGeom xmlns:a="http://schemas.openxmlformats.org/drawingml/2006/main">
            <a:pathLst>
              <a:path w="40534" h="55695">
                <a:moveTo>
                  <a:pt x="34422" y="51411"/>
                </a:moveTo>
                <a:lnTo>
                  <a:pt x="38443" y="49948"/>
                </a:lnTo>
                <a:lnTo>
                  <a:pt x="20267" y="0"/>
                </a:lnTo>
                <a:lnTo>
                  <a:pt x="0" y="55695"/>
                </a:lnTo>
                <a:lnTo>
                  <a:pt x="40534" y="55695"/>
                </a:lnTo>
                <a:lnTo>
                  <a:pt x="38443" y="49948"/>
                </a:lnTo>
                <a:lnTo>
                  <a:pt x="34422" y="51411"/>
                </a:lnTo>
                <a:lnTo>
                  <a:pt x="34422" y="47127"/>
                </a:lnTo>
                <a:lnTo>
                  <a:pt x="12236" y="47127"/>
                </a:lnTo>
                <a:lnTo>
                  <a:pt x="20267" y="25054"/>
                </a:lnTo>
                <a:lnTo>
                  <a:pt x="30401" y="52873"/>
                </a:lnTo>
                <a:lnTo>
                  <a:pt x="34422" y="51411"/>
                </a:lnTo>
                <a:lnTo>
                  <a:pt x="34422" y="47127"/>
                </a:lnTo>
                <a:lnTo>
                  <a:pt x="34422" y="51411"/>
                </a:lnTo>
              </a:path>
            </a:pathLst>
          </a:custGeom>
          <a:solidFill xmlns:a="http://schemas.openxmlformats.org/drawingml/2006/main">
            <a:srgbClr val="666767"/>
          </a:solidFill>
          <a:ln xmlns:a="http://schemas.openxmlformats.org/drawingml/2006/main" w="0">
            <a:noFill/>
            <a:prstDash val="solid"/>
          </a:ln>
        </p:spPr>
      </p:sp>
      <p:sp>
        <p:nvSpPr>
          <p:cNvPr id="237" name="pdf-path-241">
            <a:extLst xmlns:a="http://schemas.openxmlformats.org/drawingml/2006/main">
              <a:ext uri="{FF2B5EF4-FFF2-40B4-BE49-F238E27FC236}">
                <a16:creationId xmlns:a16="http://schemas.microsoft.com/office/drawing/2014/main" id="{34C503BE-0BE1-4D9C-A0A0-20A883646773}"/>
              </a:ext>
            </a:extLst>
          </p:cNvPr>
          <p:cNvSpPr>
            <a:spLocks xmlns:a="http://schemas.openxmlformats.org/drawingml/2006/main" noGrp="1"/>
          </p:cNvSpPr>
          <p:nvPr/>
        </p:nvSpPr>
        <p:spPr>
          <a:xfrm xmlns:a="http://schemas.openxmlformats.org/drawingml/2006/main">
            <a:off x="8974158" y="412939"/>
            <a:ext cx="416151" cy="416140"/>
          </a:xfrm>
          <a:custGeom xmlns:a="http://schemas.openxmlformats.org/drawingml/2006/main">
            <a:pathLst>
              <a:path w="416151" h="416140">
                <a:moveTo>
                  <a:pt x="0" y="208064"/>
                </a:moveTo>
                <a:cubicBezTo>
                  <a:pt x="0" y="93145"/>
                  <a:pt x="93156" y="0"/>
                  <a:pt x="208076" y="0"/>
                </a:cubicBezTo>
                <a:cubicBezTo>
                  <a:pt x="263257" y="0"/>
                  <a:pt x="316187" y="21924"/>
                  <a:pt x="355201" y="60939"/>
                </a:cubicBezTo>
                <a:cubicBezTo>
                  <a:pt x="394227" y="99965"/>
                  <a:pt x="416151" y="152884"/>
                  <a:pt x="416151" y="208064"/>
                </a:cubicBezTo>
                <a:cubicBezTo>
                  <a:pt x="416151" y="322984"/>
                  <a:pt x="322984" y="416140"/>
                  <a:pt x="208076" y="416140"/>
                </a:cubicBezTo>
                <a:cubicBezTo>
                  <a:pt x="93156" y="416140"/>
                  <a:pt x="0" y="322984"/>
                  <a:pt x="0" y="208064"/>
                </a:cubicBezTo>
              </a:path>
            </a:pathLst>
          </a:custGeom>
          <a:solidFill xmlns:a="http://schemas.openxmlformats.org/drawingml/2006/main">
            <a:srgbClr val="CCCCCC"/>
          </a:solidFill>
          <a:ln xmlns:a="http://schemas.openxmlformats.org/drawingml/2006/main" w="0">
            <a:noFill/>
            <a:prstDash val="solid"/>
          </a:ln>
        </p:spPr>
      </p:sp>
      <p:sp>
        <p:nvSpPr>
          <p:cNvPr id="238" name="pdf-path-242">
            <a:extLst xmlns:a="http://schemas.openxmlformats.org/drawingml/2006/main">
              <a:ext uri="{FF2B5EF4-FFF2-40B4-BE49-F238E27FC236}">
                <a16:creationId xmlns:a16="http://schemas.microsoft.com/office/drawing/2014/main" id="{E3275E8E-BF02-4274-85FD-3838F55EC759}"/>
              </a:ext>
            </a:extLst>
          </p:cNvPr>
          <p:cNvSpPr>
            <a:spLocks xmlns:a="http://schemas.openxmlformats.org/drawingml/2006/main" noGrp="1"/>
          </p:cNvSpPr>
          <p:nvPr/>
        </p:nvSpPr>
        <p:spPr>
          <a:xfrm xmlns:a="http://schemas.openxmlformats.org/drawingml/2006/main">
            <a:off x="8965589" y="404370"/>
            <a:ext cx="433289" cy="433277"/>
          </a:xfrm>
          <a:custGeom xmlns:a="http://schemas.openxmlformats.org/drawingml/2006/main">
            <a:pathLst>
              <a:path w="433289" h="433277">
                <a:moveTo>
                  <a:pt x="8569" y="216633"/>
                </a:moveTo>
                <a:lnTo>
                  <a:pt x="17137" y="216633"/>
                </a:lnTo>
                <a:cubicBezTo>
                  <a:pt x="17149" y="161521"/>
                  <a:pt x="39461" y="111687"/>
                  <a:pt x="75574" y="75562"/>
                </a:cubicBezTo>
                <a:cubicBezTo>
                  <a:pt x="111698" y="39449"/>
                  <a:pt x="161521" y="17137"/>
                  <a:pt x="216644" y="17137"/>
                </a:cubicBezTo>
                <a:cubicBezTo>
                  <a:pt x="269552" y="17137"/>
                  <a:pt x="320299" y="38158"/>
                  <a:pt x="357715" y="75562"/>
                </a:cubicBezTo>
                <a:cubicBezTo>
                  <a:pt x="395131" y="112978"/>
                  <a:pt x="416151" y="163726"/>
                  <a:pt x="416151" y="216633"/>
                </a:cubicBezTo>
                <a:cubicBezTo>
                  <a:pt x="416151" y="271756"/>
                  <a:pt x="393828" y="321579"/>
                  <a:pt x="357715" y="357703"/>
                </a:cubicBezTo>
                <a:cubicBezTo>
                  <a:pt x="321579" y="393828"/>
                  <a:pt x="271768" y="416129"/>
                  <a:pt x="216644" y="416140"/>
                </a:cubicBezTo>
                <a:cubicBezTo>
                  <a:pt x="161532" y="416129"/>
                  <a:pt x="111698" y="393828"/>
                  <a:pt x="75574" y="357703"/>
                </a:cubicBezTo>
                <a:cubicBezTo>
                  <a:pt x="39461" y="321579"/>
                  <a:pt x="17149" y="271756"/>
                  <a:pt x="17137" y="216633"/>
                </a:cubicBezTo>
                <a:lnTo>
                  <a:pt x="8569" y="216633"/>
                </a:lnTo>
                <a:lnTo>
                  <a:pt x="0" y="216633"/>
                </a:lnTo>
                <a:cubicBezTo>
                  <a:pt x="11" y="336282"/>
                  <a:pt x="96995" y="433266"/>
                  <a:pt x="216644" y="433277"/>
                </a:cubicBezTo>
                <a:cubicBezTo>
                  <a:pt x="336294" y="433266"/>
                  <a:pt x="433277" y="336282"/>
                  <a:pt x="433289" y="216633"/>
                </a:cubicBezTo>
                <a:cubicBezTo>
                  <a:pt x="433289" y="159179"/>
                  <a:pt x="410462" y="104078"/>
                  <a:pt x="369825" y="63452"/>
                </a:cubicBezTo>
                <a:cubicBezTo>
                  <a:pt x="329188" y="22826"/>
                  <a:pt x="274099" y="0"/>
                  <a:pt x="216644" y="0"/>
                </a:cubicBezTo>
                <a:cubicBezTo>
                  <a:pt x="96995" y="0"/>
                  <a:pt x="0" y="96983"/>
                  <a:pt x="0" y="216633"/>
                </a:cubicBezTo>
                <a:lnTo>
                  <a:pt x="8569" y="216633"/>
                </a:lnTo>
              </a:path>
            </a:pathLst>
          </a:custGeom>
          <a:solidFill xmlns:a="http://schemas.openxmlformats.org/drawingml/2006/main">
            <a:srgbClr val="666767"/>
          </a:solidFill>
          <a:ln xmlns:a="http://schemas.openxmlformats.org/drawingml/2006/main" w="0">
            <a:noFill/>
            <a:prstDash val="solid"/>
          </a:ln>
        </p:spPr>
      </p:sp>
      <p:sp>
        <p:nvSpPr>
          <p:cNvPr id="239" name="pdf-path-243">
            <a:extLst xmlns:a="http://schemas.openxmlformats.org/drawingml/2006/main">
              <a:ext uri="{FF2B5EF4-FFF2-40B4-BE49-F238E27FC236}">
                <a16:creationId xmlns:a16="http://schemas.microsoft.com/office/drawing/2014/main" id="{B493AF45-BECF-4BA0-81E9-075E654257C9}"/>
              </a:ext>
            </a:extLst>
          </p:cNvPr>
          <p:cNvSpPr>
            <a:spLocks xmlns:a="http://schemas.openxmlformats.org/drawingml/2006/main" noGrp="1"/>
          </p:cNvSpPr>
          <p:nvPr/>
        </p:nvSpPr>
        <p:spPr>
          <a:xfrm xmlns:a="http://schemas.openxmlformats.org/drawingml/2006/main">
            <a:off x="9114968" y="573078"/>
            <a:ext cx="77585" cy="98137"/>
          </a:xfrm>
          <a:custGeom xmlns:a="http://schemas.openxmlformats.org/drawingml/2006/main">
            <a:pathLst>
              <a:path w="77585" h="98137">
                <a:moveTo>
                  <a:pt x="77585" y="98137"/>
                </a:moveTo>
                <a:lnTo>
                  <a:pt x="77585" y="86552"/>
                </a:lnTo>
                <a:lnTo>
                  <a:pt x="14932" y="86552"/>
                </a:lnTo>
                <a:lnTo>
                  <a:pt x="20884" y="79663"/>
                </a:lnTo>
                <a:lnTo>
                  <a:pt x="75974" y="11584"/>
                </a:lnTo>
                <a:lnTo>
                  <a:pt x="75974" y="0"/>
                </a:lnTo>
                <a:lnTo>
                  <a:pt x="5690" y="0"/>
                </a:lnTo>
                <a:lnTo>
                  <a:pt x="5690" y="11584"/>
                </a:lnTo>
                <a:lnTo>
                  <a:pt x="60448" y="11584"/>
                </a:lnTo>
                <a:cubicBezTo>
                  <a:pt x="57237" y="14886"/>
                  <a:pt x="53844" y="18770"/>
                  <a:pt x="50269" y="23226"/>
                </a:cubicBezTo>
                <a:lnTo>
                  <a:pt x="0" y="86084"/>
                </a:lnTo>
                <a:lnTo>
                  <a:pt x="0" y="98137"/>
                </a:lnTo>
                <a:lnTo>
                  <a:pt x="77585" y="98137"/>
                </a:lnTo>
              </a:path>
            </a:pathLst>
          </a:custGeom>
          <a:solidFill xmlns:a="http://schemas.openxmlformats.org/drawingml/2006/main">
            <a:srgbClr val="030404"/>
          </a:solidFill>
          <a:ln xmlns:a="http://schemas.openxmlformats.org/drawingml/2006/main" w="0">
            <a:noFill/>
            <a:prstDash val="solid"/>
          </a:ln>
        </p:spPr>
      </p:sp>
      <p:sp>
        <p:nvSpPr>
          <p:cNvPr id="240" name="pdf-path-244">
            <a:extLst xmlns:a="http://schemas.openxmlformats.org/drawingml/2006/main">
              <a:ext uri="{FF2B5EF4-FFF2-40B4-BE49-F238E27FC236}">
                <a16:creationId xmlns:a16="http://schemas.microsoft.com/office/drawing/2014/main" id="{26F32010-D1FC-4178-A363-AA5C5A049035}"/>
              </a:ext>
            </a:extLst>
          </p:cNvPr>
          <p:cNvSpPr>
            <a:spLocks xmlns:a="http://schemas.openxmlformats.org/drawingml/2006/main" noGrp="1"/>
          </p:cNvSpPr>
          <p:nvPr/>
        </p:nvSpPr>
        <p:spPr>
          <a:xfrm xmlns:a="http://schemas.openxmlformats.org/drawingml/2006/main">
            <a:off x="9203191" y="656934"/>
            <a:ext cx="28744" cy="65691"/>
          </a:xfrm>
          <a:custGeom xmlns:a="http://schemas.openxmlformats.org/drawingml/2006/main">
            <a:pathLst>
              <a:path w="28744" h="65691">
                <a:moveTo>
                  <a:pt x="28744" y="0"/>
                </a:moveTo>
                <a:lnTo>
                  <a:pt x="18565" y="0"/>
                </a:lnTo>
                <a:cubicBezTo>
                  <a:pt x="17136" y="3987"/>
                  <a:pt x="14509" y="7472"/>
                  <a:pt x="10670" y="10465"/>
                </a:cubicBezTo>
                <a:cubicBezTo>
                  <a:pt x="6832" y="13458"/>
                  <a:pt x="3279" y="15480"/>
                  <a:pt x="0" y="16554"/>
                </a:cubicBezTo>
                <a:lnTo>
                  <a:pt x="0" y="27933"/>
                </a:lnTo>
                <a:cubicBezTo>
                  <a:pt x="6215" y="25888"/>
                  <a:pt x="11619" y="22712"/>
                  <a:pt x="16200" y="18428"/>
                </a:cubicBezTo>
                <a:lnTo>
                  <a:pt x="16200" y="65691"/>
                </a:lnTo>
                <a:lnTo>
                  <a:pt x="28744" y="65691"/>
                </a:lnTo>
                <a:lnTo>
                  <a:pt x="28744" y="0"/>
                </a:lnTo>
              </a:path>
            </a:pathLst>
          </a:custGeom>
          <a:solidFill xmlns:a="http://schemas.openxmlformats.org/drawingml/2006/main">
            <a:srgbClr val="030404"/>
          </a:solidFill>
          <a:ln xmlns:a="http://schemas.openxmlformats.org/drawingml/2006/main" w="0">
            <a:noFill/>
            <a:prstDash val="solid"/>
          </a:ln>
        </p:spPr>
      </p:sp>
      <p:sp>
        <p:nvSpPr>
          <p:cNvPr id="241" name="pdf-path-245">
            <a:extLst xmlns:a="http://schemas.openxmlformats.org/drawingml/2006/main">
              <a:ext uri="{FF2B5EF4-FFF2-40B4-BE49-F238E27FC236}">
                <a16:creationId xmlns:a16="http://schemas.microsoft.com/office/drawing/2014/main" id="{70413578-A372-4A39-B777-5F3C86E58487}"/>
              </a:ext>
            </a:extLst>
          </p:cNvPr>
          <p:cNvSpPr>
            <a:spLocks xmlns:a="http://schemas.openxmlformats.org/drawingml/2006/main" noGrp="1"/>
          </p:cNvSpPr>
          <p:nvPr/>
        </p:nvSpPr>
        <p:spPr>
          <a:xfrm xmlns:a="http://schemas.openxmlformats.org/drawingml/2006/main">
            <a:off x="7858856" y="2649967"/>
            <a:ext cx="173266" cy="173265"/>
          </a:xfrm>
          <a:custGeom xmlns:a="http://schemas.openxmlformats.org/drawingml/2006/main">
            <a:pathLst>
              <a:path w="173266" h="173265">
                <a:moveTo>
                  <a:pt x="0" y="0"/>
                </a:moveTo>
                <a:lnTo>
                  <a:pt x="173266" y="0"/>
                </a:lnTo>
                <a:lnTo>
                  <a:pt x="173266" y="173265"/>
                </a:lnTo>
                <a:lnTo>
                  <a:pt x="0" y="173265"/>
                </a:lnTo>
                <a:close/>
              </a:path>
            </a:pathLst>
          </a:custGeom>
          <a:solidFill xmlns:a="http://schemas.openxmlformats.org/drawingml/2006/main">
            <a:srgbClr val="E6B8AF"/>
          </a:solidFill>
          <a:ln xmlns:a="http://schemas.openxmlformats.org/drawingml/2006/main" w="0">
            <a:noFill/>
            <a:prstDash val="solid"/>
          </a:ln>
        </p:spPr>
      </p:sp>
      <p:sp>
        <p:nvSpPr>
          <p:cNvPr id="242" name="pdf-path-246">
            <a:extLst xmlns:a="http://schemas.openxmlformats.org/drawingml/2006/main">
              <a:ext uri="{FF2B5EF4-FFF2-40B4-BE49-F238E27FC236}">
                <a16:creationId xmlns:a16="http://schemas.microsoft.com/office/drawing/2014/main" id="{5E58FD49-8A55-4E04-A6B0-2117486A4F0D}"/>
              </a:ext>
            </a:extLst>
          </p:cNvPr>
          <p:cNvSpPr>
            <a:spLocks xmlns:a="http://schemas.openxmlformats.org/drawingml/2006/main" noGrp="1"/>
          </p:cNvSpPr>
          <p:nvPr/>
        </p:nvSpPr>
        <p:spPr>
          <a:xfrm xmlns:a="http://schemas.openxmlformats.org/drawingml/2006/main">
            <a:off x="7854573" y="2645679"/>
            <a:ext cx="181833" cy="181833"/>
          </a:xfrm>
          <a:custGeom xmlns:a="http://schemas.openxmlformats.org/drawingml/2006/main">
            <a:pathLst>
              <a:path w="181833" h="181833">
                <a:moveTo>
                  <a:pt x="4284" y="4284"/>
                </a:moveTo>
                <a:lnTo>
                  <a:pt x="4284" y="8569"/>
                </a:lnTo>
                <a:lnTo>
                  <a:pt x="173265" y="8569"/>
                </a:lnTo>
                <a:lnTo>
                  <a:pt x="173265"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80" y="181833"/>
                  <a:pt x="179777" y="181376"/>
                  <a:pt x="180577" y="180577"/>
                </a:cubicBezTo>
                <a:cubicBezTo>
                  <a:pt x="181376" y="179777"/>
                  <a:pt x="181833" y="178681"/>
                  <a:pt x="181833" y="177549"/>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243" name="pdf-path-247">
            <a:extLst xmlns:a="http://schemas.openxmlformats.org/drawingml/2006/main">
              <a:ext uri="{FF2B5EF4-FFF2-40B4-BE49-F238E27FC236}">
                <a16:creationId xmlns:a16="http://schemas.microsoft.com/office/drawing/2014/main" id="{312BD22F-C35E-400D-83FF-EA2E37C22E27}"/>
              </a:ext>
            </a:extLst>
          </p:cNvPr>
          <p:cNvSpPr>
            <a:spLocks xmlns:a="http://schemas.openxmlformats.org/drawingml/2006/main" noGrp="1"/>
          </p:cNvSpPr>
          <p:nvPr/>
        </p:nvSpPr>
        <p:spPr>
          <a:xfrm xmlns:a="http://schemas.openxmlformats.org/drawingml/2006/main">
            <a:off x="8082606" y="264996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E6B8AF"/>
          </a:solidFill>
          <a:ln xmlns:a="http://schemas.openxmlformats.org/drawingml/2006/main" w="0">
            <a:noFill/>
            <a:prstDash val="solid"/>
          </a:ln>
        </p:spPr>
      </p:sp>
      <p:sp>
        <p:nvSpPr>
          <p:cNvPr id="244" name="pdf-path-248">
            <a:extLst xmlns:a="http://schemas.openxmlformats.org/drawingml/2006/main">
              <a:ext uri="{FF2B5EF4-FFF2-40B4-BE49-F238E27FC236}">
                <a16:creationId xmlns:a16="http://schemas.microsoft.com/office/drawing/2014/main" id="{7DB5711F-25F6-4A2B-91B5-2F2BD3118A59}"/>
              </a:ext>
            </a:extLst>
          </p:cNvPr>
          <p:cNvSpPr>
            <a:spLocks xmlns:a="http://schemas.openxmlformats.org/drawingml/2006/main" noGrp="1"/>
          </p:cNvSpPr>
          <p:nvPr/>
        </p:nvSpPr>
        <p:spPr>
          <a:xfrm xmlns:a="http://schemas.openxmlformats.org/drawingml/2006/main">
            <a:off x="8078322"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245" name="pdf-path-249">
            <a:extLst xmlns:a="http://schemas.openxmlformats.org/drawingml/2006/main">
              <a:ext uri="{FF2B5EF4-FFF2-40B4-BE49-F238E27FC236}">
                <a16:creationId xmlns:a16="http://schemas.microsoft.com/office/drawing/2014/main" id="{6EE17EE6-F366-490B-80AF-0B4D3F46ACB2}"/>
              </a:ext>
            </a:extLst>
          </p:cNvPr>
          <p:cNvSpPr>
            <a:spLocks xmlns:a="http://schemas.openxmlformats.org/drawingml/2006/main" noGrp="1"/>
          </p:cNvSpPr>
          <p:nvPr/>
        </p:nvSpPr>
        <p:spPr>
          <a:xfrm xmlns:a="http://schemas.openxmlformats.org/drawingml/2006/main">
            <a:off x="8306356" y="264996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E6B8AF"/>
          </a:solidFill>
          <a:ln xmlns:a="http://schemas.openxmlformats.org/drawingml/2006/main" w="0">
            <a:noFill/>
            <a:prstDash val="solid"/>
          </a:ln>
        </p:spPr>
      </p:sp>
      <p:sp>
        <p:nvSpPr>
          <p:cNvPr id="246" name="pdf-path-250">
            <a:extLst xmlns:a="http://schemas.openxmlformats.org/drawingml/2006/main">
              <a:ext uri="{FF2B5EF4-FFF2-40B4-BE49-F238E27FC236}">
                <a16:creationId xmlns:a16="http://schemas.microsoft.com/office/drawing/2014/main" id="{04F5869B-9ED0-49CC-95F5-A4D23F0AFA08}"/>
              </a:ext>
            </a:extLst>
          </p:cNvPr>
          <p:cNvSpPr>
            <a:spLocks xmlns:a="http://schemas.openxmlformats.org/drawingml/2006/main" noGrp="1"/>
          </p:cNvSpPr>
          <p:nvPr/>
        </p:nvSpPr>
        <p:spPr>
          <a:xfrm xmlns:a="http://schemas.openxmlformats.org/drawingml/2006/main">
            <a:off x="8302072"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247" name="pdf-path-251">
            <a:extLst xmlns:a="http://schemas.openxmlformats.org/drawingml/2006/main">
              <a:ext uri="{FF2B5EF4-FFF2-40B4-BE49-F238E27FC236}">
                <a16:creationId xmlns:a16="http://schemas.microsoft.com/office/drawing/2014/main" id="{1E5C7DDF-8451-49C1-88DB-7E5D17C6622E}"/>
              </a:ext>
            </a:extLst>
          </p:cNvPr>
          <p:cNvSpPr>
            <a:spLocks xmlns:a="http://schemas.openxmlformats.org/drawingml/2006/main" noGrp="1"/>
          </p:cNvSpPr>
          <p:nvPr/>
        </p:nvSpPr>
        <p:spPr>
          <a:xfrm xmlns:a="http://schemas.openxmlformats.org/drawingml/2006/main">
            <a:off x="8530095" y="2649967"/>
            <a:ext cx="173266" cy="173265"/>
          </a:xfrm>
          <a:custGeom xmlns:a="http://schemas.openxmlformats.org/drawingml/2006/main">
            <a:pathLst>
              <a:path w="173266" h="173265">
                <a:moveTo>
                  <a:pt x="0" y="0"/>
                </a:moveTo>
                <a:lnTo>
                  <a:pt x="173266" y="0"/>
                </a:lnTo>
                <a:lnTo>
                  <a:pt x="173266" y="173265"/>
                </a:lnTo>
                <a:lnTo>
                  <a:pt x="0" y="173265"/>
                </a:lnTo>
                <a:close/>
              </a:path>
            </a:pathLst>
          </a:custGeom>
          <a:solidFill xmlns:a="http://schemas.openxmlformats.org/drawingml/2006/main">
            <a:srgbClr val="E6D2C9"/>
          </a:solidFill>
          <a:ln xmlns:a="http://schemas.openxmlformats.org/drawingml/2006/main" w="0">
            <a:noFill/>
            <a:prstDash val="solid"/>
          </a:ln>
        </p:spPr>
      </p:sp>
      <p:sp>
        <p:nvSpPr>
          <p:cNvPr id="248" name="pdf-path-252">
            <a:extLst xmlns:a="http://schemas.openxmlformats.org/drawingml/2006/main">
              <a:ext uri="{FF2B5EF4-FFF2-40B4-BE49-F238E27FC236}">
                <a16:creationId xmlns:a16="http://schemas.microsoft.com/office/drawing/2014/main" id="{AB769195-531F-4AF7-973C-C01E644BBE25}"/>
              </a:ext>
            </a:extLst>
          </p:cNvPr>
          <p:cNvSpPr>
            <a:spLocks xmlns:a="http://schemas.openxmlformats.org/drawingml/2006/main" noGrp="1"/>
          </p:cNvSpPr>
          <p:nvPr/>
        </p:nvSpPr>
        <p:spPr>
          <a:xfrm xmlns:a="http://schemas.openxmlformats.org/drawingml/2006/main">
            <a:off x="8525811" y="2645679"/>
            <a:ext cx="181833" cy="181833"/>
          </a:xfrm>
          <a:custGeom xmlns:a="http://schemas.openxmlformats.org/drawingml/2006/main">
            <a:pathLst>
              <a:path w="181833" h="181833">
                <a:moveTo>
                  <a:pt x="4284" y="4284"/>
                </a:moveTo>
                <a:lnTo>
                  <a:pt x="4284" y="8569"/>
                </a:lnTo>
                <a:lnTo>
                  <a:pt x="173266" y="8569"/>
                </a:lnTo>
                <a:lnTo>
                  <a:pt x="173266"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80" y="181833"/>
                  <a:pt x="179777" y="181376"/>
                  <a:pt x="180577" y="180577"/>
                </a:cubicBezTo>
                <a:cubicBezTo>
                  <a:pt x="181376" y="179777"/>
                  <a:pt x="181833" y="178681"/>
                  <a:pt x="181833" y="177549"/>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B3736"/>
          </a:solidFill>
          <a:ln xmlns:a="http://schemas.openxmlformats.org/drawingml/2006/main" w="0">
            <a:noFill/>
            <a:prstDash val="solid"/>
          </a:ln>
        </p:spPr>
      </p:sp>
      <p:sp>
        <p:nvSpPr>
          <p:cNvPr id="249" name="pdf-path-253">
            <a:extLst xmlns:a="http://schemas.openxmlformats.org/drawingml/2006/main">
              <a:ext uri="{FF2B5EF4-FFF2-40B4-BE49-F238E27FC236}">
                <a16:creationId xmlns:a16="http://schemas.microsoft.com/office/drawing/2014/main" id="{EA660F4C-C124-4A9E-8C44-C85B325491C8}"/>
              </a:ext>
            </a:extLst>
          </p:cNvPr>
          <p:cNvSpPr>
            <a:spLocks xmlns:a="http://schemas.openxmlformats.org/drawingml/2006/main" noGrp="1"/>
          </p:cNvSpPr>
          <p:nvPr/>
        </p:nvSpPr>
        <p:spPr>
          <a:xfrm xmlns:a="http://schemas.openxmlformats.org/drawingml/2006/main">
            <a:off x="8757421" y="2649967"/>
            <a:ext cx="173242" cy="173265"/>
          </a:xfrm>
          <a:custGeom xmlns:a="http://schemas.openxmlformats.org/drawingml/2006/main">
            <a:pathLst>
              <a:path w="173242" h="173265">
                <a:moveTo>
                  <a:pt x="0" y="0"/>
                </a:moveTo>
                <a:lnTo>
                  <a:pt x="173242" y="0"/>
                </a:lnTo>
                <a:lnTo>
                  <a:pt x="173242"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50" name="pdf-path-254">
            <a:extLst xmlns:a="http://schemas.openxmlformats.org/drawingml/2006/main">
              <a:ext uri="{FF2B5EF4-FFF2-40B4-BE49-F238E27FC236}">
                <a16:creationId xmlns:a16="http://schemas.microsoft.com/office/drawing/2014/main" id="{6F5AC6FF-D700-42A8-9D2A-677826624A64}"/>
              </a:ext>
            </a:extLst>
          </p:cNvPr>
          <p:cNvSpPr>
            <a:spLocks xmlns:a="http://schemas.openxmlformats.org/drawingml/2006/main" noGrp="1"/>
          </p:cNvSpPr>
          <p:nvPr/>
        </p:nvSpPr>
        <p:spPr>
          <a:xfrm xmlns:a="http://schemas.openxmlformats.org/drawingml/2006/main">
            <a:off x="8753141"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51" name="pdf-path-255">
            <a:extLst xmlns:a="http://schemas.openxmlformats.org/drawingml/2006/main">
              <a:ext uri="{FF2B5EF4-FFF2-40B4-BE49-F238E27FC236}">
                <a16:creationId xmlns:a16="http://schemas.microsoft.com/office/drawing/2014/main" id="{C5A49FAA-34E2-482A-9F5F-BFF3D2C5ADF1}"/>
              </a:ext>
            </a:extLst>
          </p:cNvPr>
          <p:cNvSpPr>
            <a:spLocks xmlns:a="http://schemas.openxmlformats.org/drawingml/2006/main" noGrp="1"/>
          </p:cNvSpPr>
          <p:nvPr/>
        </p:nvSpPr>
        <p:spPr>
          <a:xfrm xmlns:a="http://schemas.openxmlformats.org/drawingml/2006/main">
            <a:off x="8981161" y="264996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52" name="pdf-path-256">
            <a:extLst xmlns:a="http://schemas.openxmlformats.org/drawingml/2006/main">
              <a:ext uri="{FF2B5EF4-FFF2-40B4-BE49-F238E27FC236}">
                <a16:creationId xmlns:a16="http://schemas.microsoft.com/office/drawing/2014/main" id="{B12A3CAE-C46A-4BDE-9135-2D6D5CB3A5D6}"/>
              </a:ext>
            </a:extLst>
          </p:cNvPr>
          <p:cNvSpPr>
            <a:spLocks xmlns:a="http://schemas.openxmlformats.org/drawingml/2006/main" noGrp="1"/>
          </p:cNvSpPr>
          <p:nvPr/>
        </p:nvSpPr>
        <p:spPr>
          <a:xfrm xmlns:a="http://schemas.openxmlformats.org/drawingml/2006/main">
            <a:off x="8976881" y="2645679"/>
            <a:ext cx="181833" cy="181833"/>
          </a:xfrm>
          <a:custGeom xmlns:a="http://schemas.openxmlformats.org/drawingml/2006/main">
            <a:pathLst>
              <a:path w="181833" h="181833">
                <a:moveTo>
                  <a:pt x="4284" y="4284"/>
                </a:moveTo>
                <a:lnTo>
                  <a:pt x="4284" y="8569"/>
                </a:lnTo>
                <a:lnTo>
                  <a:pt x="173266" y="8569"/>
                </a:lnTo>
                <a:lnTo>
                  <a:pt x="173266"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80" y="181833"/>
                  <a:pt x="179777" y="181376"/>
                  <a:pt x="180577" y="180577"/>
                </a:cubicBezTo>
                <a:cubicBezTo>
                  <a:pt x="181376" y="179777"/>
                  <a:pt x="181833" y="178681"/>
                  <a:pt x="181833" y="177549"/>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53" name="pdf-path-257">
            <a:extLst xmlns:a="http://schemas.openxmlformats.org/drawingml/2006/main">
              <a:ext uri="{FF2B5EF4-FFF2-40B4-BE49-F238E27FC236}">
                <a16:creationId xmlns:a16="http://schemas.microsoft.com/office/drawing/2014/main" id="{8E41B3BD-7A8C-4F7A-A2F1-22C7DB4B0BBF}"/>
              </a:ext>
            </a:extLst>
          </p:cNvPr>
          <p:cNvSpPr>
            <a:spLocks xmlns:a="http://schemas.openxmlformats.org/drawingml/2006/main" noGrp="1"/>
          </p:cNvSpPr>
          <p:nvPr/>
        </p:nvSpPr>
        <p:spPr>
          <a:xfrm xmlns:a="http://schemas.openxmlformats.org/drawingml/2006/main">
            <a:off x="9204910" y="264996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54" name="pdf-path-258">
            <a:extLst xmlns:a="http://schemas.openxmlformats.org/drawingml/2006/main">
              <a:ext uri="{FF2B5EF4-FFF2-40B4-BE49-F238E27FC236}">
                <a16:creationId xmlns:a16="http://schemas.microsoft.com/office/drawing/2014/main" id="{F93FD120-BBD0-4672-B4C3-79E6D7027C58}"/>
              </a:ext>
            </a:extLst>
          </p:cNvPr>
          <p:cNvSpPr>
            <a:spLocks xmlns:a="http://schemas.openxmlformats.org/drawingml/2006/main" noGrp="1"/>
          </p:cNvSpPr>
          <p:nvPr/>
        </p:nvSpPr>
        <p:spPr>
          <a:xfrm xmlns:a="http://schemas.openxmlformats.org/drawingml/2006/main">
            <a:off x="9200630"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55" name="pdf-path-259">
            <a:extLst xmlns:a="http://schemas.openxmlformats.org/drawingml/2006/main">
              <a:ext uri="{FF2B5EF4-FFF2-40B4-BE49-F238E27FC236}">
                <a16:creationId xmlns:a16="http://schemas.microsoft.com/office/drawing/2014/main" id="{EFB71D7F-0E3C-4A27-A364-13A7821F56FE}"/>
              </a:ext>
            </a:extLst>
          </p:cNvPr>
          <p:cNvSpPr>
            <a:spLocks xmlns:a="http://schemas.openxmlformats.org/drawingml/2006/main" noGrp="1"/>
          </p:cNvSpPr>
          <p:nvPr/>
        </p:nvSpPr>
        <p:spPr>
          <a:xfrm xmlns:a="http://schemas.openxmlformats.org/drawingml/2006/main">
            <a:off x="9428661" y="264996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56" name="pdf-path-260">
            <a:extLst xmlns:a="http://schemas.openxmlformats.org/drawingml/2006/main">
              <a:ext uri="{FF2B5EF4-FFF2-40B4-BE49-F238E27FC236}">
                <a16:creationId xmlns:a16="http://schemas.microsoft.com/office/drawing/2014/main" id="{E80413D2-890F-42E5-AA37-9D8EC9B06F5D}"/>
              </a:ext>
            </a:extLst>
          </p:cNvPr>
          <p:cNvSpPr>
            <a:spLocks xmlns:a="http://schemas.openxmlformats.org/drawingml/2006/main" noGrp="1"/>
          </p:cNvSpPr>
          <p:nvPr/>
        </p:nvSpPr>
        <p:spPr>
          <a:xfrm xmlns:a="http://schemas.openxmlformats.org/drawingml/2006/main">
            <a:off x="9424380"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57" name="pdf-path-261">
            <a:extLst xmlns:a="http://schemas.openxmlformats.org/drawingml/2006/main">
              <a:ext uri="{FF2B5EF4-FFF2-40B4-BE49-F238E27FC236}">
                <a16:creationId xmlns:a16="http://schemas.microsoft.com/office/drawing/2014/main" id="{45708B8C-FBEC-475B-9ECA-EB3EE23FEBD0}"/>
              </a:ext>
            </a:extLst>
          </p:cNvPr>
          <p:cNvSpPr>
            <a:spLocks xmlns:a="http://schemas.openxmlformats.org/drawingml/2006/main" noGrp="1"/>
          </p:cNvSpPr>
          <p:nvPr/>
        </p:nvSpPr>
        <p:spPr>
          <a:xfrm xmlns:a="http://schemas.openxmlformats.org/drawingml/2006/main">
            <a:off x="9652399" y="264996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58" name="pdf-path-262">
            <a:extLst xmlns:a="http://schemas.openxmlformats.org/drawingml/2006/main">
              <a:ext uri="{FF2B5EF4-FFF2-40B4-BE49-F238E27FC236}">
                <a16:creationId xmlns:a16="http://schemas.microsoft.com/office/drawing/2014/main" id="{F4CEE158-E8C9-4BFB-8F51-3B343924588B}"/>
              </a:ext>
            </a:extLst>
          </p:cNvPr>
          <p:cNvSpPr>
            <a:spLocks xmlns:a="http://schemas.openxmlformats.org/drawingml/2006/main" noGrp="1"/>
          </p:cNvSpPr>
          <p:nvPr/>
        </p:nvSpPr>
        <p:spPr>
          <a:xfrm xmlns:a="http://schemas.openxmlformats.org/drawingml/2006/main">
            <a:off x="9648118" y="2645679"/>
            <a:ext cx="181833" cy="181833"/>
          </a:xfrm>
          <a:custGeom xmlns:a="http://schemas.openxmlformats.org/drawingml/2006/main">
            <a:pathLst>
              <a:path w="181833" h="181833">
                <a:moveTo>
                  <a:pt x="4284" y="4284"/>
                </a:moveTo>
                <a:lnTo>
                  <a:pt x="4284" y="8569"/>
                </a:lnTo>
                <a:lnTo>
                  <a:pt x="173265" y="8569"/>
                </a:lnTo>
                <a:lnTo>
                  <a:pt x="173265"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80" y="181833"/>
                  <a:pt x="179777" y="181376"/>
                  <a:pt x="180577" y="180577"/>
                </a:cubicBezTo>
                <a:cubicBezTo>
                  <a:pt x="181376" y="179777"/>
                  <a:pt x="181833" y="178681"/>
                  <a:pt x="181833" y="177549"/>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59" name="pdf-path-263">
            <a:extLst xmlns:a="http://schemas.openxmlformats.org/drawingml/2006/main">
              <a:ext uri="{FF2B5EF4-FFF2-40B4-BE49-F238E27FC236}">
                <a16:creationId xmlns:a16="http://schemas.microsoft.com/office/drawing/2014/main" id="{C874A89C-51F2-4015-9C7A-BE248CC49AD1}"/>
              </a:ext>
            </a:extLst>
          </p:cNvPr>
          <p:cNvSpPr>
            <a:spLocks xmlns:a="http://schemas.openxmlformats.org/drawingml/2006/main" noGrp="1"/>
          </p:cNvSpPr>
          <p:nvPr/>
        </p:nvSpPr>
        <p:spPr>
          <a:xfrm xmlns:a="http://schemas.openxmlformats.org/drawingml/2006/main">
            <a:off x="9876150" y="264996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60" name="pdf-path-264">
            <a:extLst xmlns:a="http://schemas.openxmlformats.org/drawingml/2006/main">
              <a:ext uri="{FF2B5EF4-FFF2-40B4-BE49-F238E27FC236}">
                <a16:creationId xmlns:a16="http://schemas.microsoft.com/office/drawing/2014/main" id="{DDF31562-EF74-485E-98EC-F9042DCCCB7E}"/>
              </a:ext>
            </a:extLst>
          </p:cNvPr>
          <p:cNvSpPr>
            <a:spLocks xmlns:a="http://schemas.openxmlformats.org/drawingml/2006/main" noGrp="1"/>
          </p:cNvSpPr>
          <p:nvPr/>
        </p:nvSpPr>
        <p:spPr>
          <a:xfrm xmlns:a="http://schemas.openxmlformats.org/drawingml/2006/main">
            <a:off x="9871869"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61" name="pdf-path-265">
            <a:extLst xmlns:a="http://schemas.openxmlformats.org/drawingml/2006/main">
              <a:ext uri="{FF2B5EF4-FFF2-40B4-BE49-F238E27FC236}">
                <a16:creationId xmlns:a16="http://schemas.microsoft.com/office/drawing/2014/main" id="{111F05D2-B298-4719-8EC3-B4ECAC806108}"/>
              </a:ext>
            </a:extLst>
          </p:cNvPr>
          <p:cNvSpPr>
            <a:spLocks xmlns:a="http://schemas.openxmlformats.org/drawingml/2006/main" noGrp="1"/>
          </p:cNvSpPr>
          <p:nvPr/>
        </p:nvSpPr>
        <p:spPr>
          <a:xfrm xmlns:a="http://schemas.openxmlformats.org/drawingml/2006/main">
            <a:off x="10099900" y="2649967"/>
            <a:ext cx="173253" cy="173265"/>
          </a:xfrm>
          <a:custGeom xmlns:a="http://schemas.openxmlformats.org/drawingml/2006/main">
            <a:pathLst>
              <a:path w="173253" h="173265">
                <a:moveTo>
                  <a:pt x="0" y="0"/>
                </a:moveTo>
                <a:lnTo>
                  <a:pt x="173253" y="0"/>
                </a:lnTo>
                <a:lnTo>
                  <a:pt x="173253"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62" name="pdf-path-266">
            <a:extLst xmlns:a="http://schemas.openxmlformats.org/drawingml/2006/main">
              <a:ext uri="{FF2B5EF4-FFF2-40B4-BE49-F238E27FC236}">
                <a16:creationId xmlns:a16="http://schemas.microsoft.com/office/drawing/2014/main" id="{A1BDF36A-EE61-44DD-8919-53DD05E9F5C2}"/>
              </a:ext>
            </a:extLst>
          </p:cNvPr>
          <p:cNvSpPr>
            <a:spLocks xmlns:a="http://schemas.openxmlformats.org/drawingml/2006/main" noGrp="1"/>
          </p:cNvSpPr>
          <p:nvPr/>
        </p:nvSpPr>
        <p:spPr>
          <a:xfrm xmlns:a="http://schemas.openxmlformats.org/drawingml/2006/main">
            <a:off x="10095618" y="2645679"/>
            <a:ext cx="181822" cy="181833"/>
          </a:xfrm>
          <a:custGeom xmlns:a="http://schemas.openxmlformats.org/drawingml/2006/main">
            <a:pathLst>
              <a:path w="181822" h="181833">
                <a:moveTo>
                  <a:pt x="4284" y="4284"/>
                </a:moveTo>
                <a:lnTo>
                  <a:pt x="4284" y="8569"/>
                </a:lnTo>
                <a:lnTo>
                  <a:pt x="173253" y="8569"/>
                </a:lnTo>
                <a:lnTo>
                  <a:pt x="173253"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38" y="181833"/>
                </a:lnTo>
                <a:cubicBezTo>
                  <a:pt x="178669" y="181833"/>
                  <a:pt x="179766" y="181376"/>
                  <a:pt x="180565" y="180577"/>
                </a:cubicBezTo>
                <a:cubicBezTo>
                  <a:pt x="181365" y="179777"/>
                  <a:pt x="181822" y="178681"/>
                  <a:pt x="181822" y="177549"/>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63" name="pdf-path-267">
            <a:extLst xmlns:a="http://schemas.openxmlformats.org/drawingml/2006/main">
              <a:ext uri="{FF2B5EF4-FFF2-40B4-BE49-F238E27FC236}">
                <a16:creationId xmlns:a16="http://schemas.microsoft.com/office/drawing/2014/main" id="{F4F4533B-689C-4020-A84C-BD1C4EB8DDD3}"/>
              </a:ext>
            </a:extLst>
          </p:cNvPr>
          <p:cNvSpPr>
            <a:spLocks xmlns:a="http://schemas.openxmlformats.org/drawingml/2006/main" noGrp="1"/>
          </p:cNvSpPr>
          <p:nvPr/>
        </p:nvSpPr>
        <p:spPr>
          <a:xfrm xmlns:a="http://schemas.openxmlformats.org/drawingml/2006/main">
            <a:off x="10323639" y="2649967"/>
            <a:ext cx="173265" cy="173265"/>
          </a:xfrm>
          <a:custGeom xmlns:a="http://schemas.openxmlformats.org/drawingml/2006/main">
            <a:pathLst>
              <a:path w="173265" h="173265">
                <a:moveTo>
                  <a:pt x="0" y="0"/>
                </a:moveTo>
                <a:lnTo>
                  <a:pt x="173265" y="0"/>
                </a:lnTo>
                <a:lnTo>
                  <a:pt x="173265" y="173265"/>
                </a:lnTo>
                <a:lnTo>
                  <a:pt x="0" y="173265"/>
                </a:lnTo>
                <a:close/>
              </a:path>
            </a:pathLst>
          </a:custGeom>
          <a:solidFill xmlns:a="http://schemas.openxmlformats.org/drawingml/2006/main">
            <a:srgbClr val="CCCCCC"/>
          </a:solidFill>
          <a:ln xmlns:a="http://schemas.openxmlformats.org/drawingml/2006/main" w="0">
            <a:noFill/>
            <a:prstDash val="solid"/>
          </a:ln>
        </p:spPr>
      </p:sp>
      <p:sp>
        <p:nvSpPr>
          <p:cNvPr id="264" name="pdf-path-268">
            <a:extLst xmlns:a="http://schemas.openxmlformats.org/drawingml/2006/main">
              <a:ext uri="{FF2B5EF4-FFF2-40B4-BE49-F238E27FC236}">
                <a16:creationId xmlns:a16="http://schemas.microsoft.com/office/drawing/2014/main" id="{F1CCF586-9781-40F3-960A-853B28622B8A}"/>
              </a:ext>
            </a:extLst>
          </p:cNvPr>
          <p:cNvSpPr>
            <a:spLocks xmlns:a="http://schemas.openxmlformats.org/drawingml/2006/main" noGrp="1"/>
          </p:cNvSpPr>
          <p:nvPr/>
        </p:nvSpPr>
        <p:spPr>
          <a:xfrm xmlns:a="http://schemas.openxmlformats.org/drawingml/2006/main">
            <a:off x="10319356" y="2645679"/>
            <a:ext cx="181833" cy="181833"/>
          </a:xfrm>
          <a:custGeom xmlns:a="http://schemas.openxmlformats.org/drawingml/2006/main">
            <a:pathLst>
              <a:path w="181833" h="181833">
                <a:moveTo>
                  <a:pt x="4284" y="4284"/>
                </a:moveTo>
                <a:lnTo>
                  <a:pt x="4284" y="8569"/>
                </a:lnTo>
                <a:lnTo>
                  <a:pt x="173266" y="8569"/>
                </a:lnTo>
                <a:lnTo>
                  <a:pt x="173266" y="173265"/>
                </a:lnTo>
                <a:lnTo>
                  <a:pt x="8569" y="173265"/>
                </a:lnTo>
                <a:lnTo>
                  <a:pt x="8569" y="4284"/>
                </a:lnTo>
                <a:lnTo>
                  <a:pt x="4284" y="4284"/>
                </a:lnTo>
                <a:lnTo>
                  <a:pt x="4284" y="8569"/>
                </a:lnTo>
                <a:lnTo>
                  <a:pt x="4284" y="4284"/>
                </a:lnTo>
                <a:lnTo>
                  <a:pt x="0" y="4284"/>
                </a:lnTo>
                <a:lnTo>
                  <a:pt x="0" y="177549"/>
                </a:lnTo>
                <a:cubicBezTo>
                  <a:pt x="0" y="178681"/>
                  <a:pt x="457" y="179777"/>
                  <a:pt x="1257" y="180577"/>
                </a:cubicBezTo>
                <a:cubicBezTo>
                  <a:pt x="2056" y="181376"/>
                  <a:pt x="3153" y="181833"/>
                  <a:pt x="4284" y="181833"/>
                </a:cubicBezTo>
                <a:lnTo>
                  <a:pt x="177549" y="181833"/>
                </a:lnTo>
                <a:cubicBezTo>
                  <a:pt x="178680" y="181833"/>
                  <a:pt x="179777" y="181376"/>
                  <a:pt x="180577" y="180577"/>
                </a:cubicBezTo>
                <a:cubicBezTo>
                  <a:pt x="181376" y="179777"/>
                  <a:pt x="181833" y="178681"/>
                  <a:pt x="181833" y="177549"/>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65" name="pdf-path-269">
            <a:extLst xmlns:a="http://schemas.openxmlformats.org/drawingml/2006/main">
              <a:ext uri="{FF2B5EF4-FFF2-40B4-BE49-F238E27FC236}">
                <a16:creationId xmlns:a16="http://schemas.microsoft.com/office/drawing/2014/main" id="{53D2D2D2-4850-4191-9405-BF4DFA6A820A}"/>
              </a:ext>
            </a:extLst>
          </p:cNvPr>
          <p:cNvSpPr>
            <a:spLocks xmlns:a="http://schemas.openxmlformats.org/drawingml/2006/main" noGrp="1"/>
          </p:cNvSpPr>
          <p:nvPr/>
        </p:nvSpPr>
        <p:spPr>
          <a:xfrm xmlns:a="http://schemas.openxmlformats.org/drawingml/2006/main">
            <a:off x="8236325" y="2101473"/>
            <a:ext cx="6466" cy="396981"/>
          </a:xfrm>
          <a:custGeom xmlns:a="http://schemas.openxmlformats.org/drawingml/2006/main">
            <a:pathLst>
              <a:path w="6466" h="396981">
                <a:moveTo>
                  <a:pt x="0" y="396981"/>
                </a:moveTo>
                <a:lnTo>
                  <a:pt x="6466" y="0"/>
                </a:lnTo>
                <a:lnTo>
                  <a:pt x="0" y="396981"/>
                </a:lnTo>
              </a:path>
            </a:pathLst>
          </a:custGeom>
          <a:solidFill xmlns:a="http://schemas.openxmlformats.org/drawingml/2006/main">
            <a:srgbClr val="FFFFFF"/>
          </a:solidFill>
          <a:ln xmlns:a="http://schemas.openxmlformats.org/drawingml/2006/main" w="0">
            <a:noFill/>
            <a:prstDash val="solid"/>
          </a:ln>
        </p:spPr>
      </p:sp>
      <p:sp>
        <p:nvSpPr>
          <p:cNvPr id="266" name="pdf-path-270">
            <a:extLst xmlns:a="http://schemas.openxmlformats.org/drawingml/2006/main">
              <a:ext uri="{FF2B5EF4-FFF2-40B4-BE49-F238E27FC236}">
                <a16:creationId xmlns:a16="http://schemas.microsoft.com/office/drawing/2014/main" id="{4413ED75-A258-44BF-960F-84D4E5952A99}"/>
              </a:ext>
            </a:extLst>
          </p:cNvPr>
          <p:cNvSpPr>
            <a:spLocks xmlns:a="http://schemas.openxmlformats.org/drawingml/2006/main" noGrp="1"/>
          </p:cNvSpPr>
          <p:nvPr/>
        </p:nvSpPr>
        <p:spPr>
          <a:xfrm xmlns:a="http://schemas.openxmlformats.org/drawingml/2006/main">
            <a:off x="8229447" y="2204138"/>
            <a:ext cx="20244" cy="191647"/>
          </a:xfrm>
          <a:custGeom xmlns:a="http://schemas.openxmlformats.org/drawingml/2006/main">
            <a:pathLst>
              <a:path w="20244" h="191647">
                <a:moveTo>
                  <a:pt x="3107" y="0"/>
                </a:moveTo>
                <a:lnTo>
                  <a:pt x="0" y="191373"/>
                </a:lnTo>
                <a:lnTo>
                  <a:pt x="17114" y="191647"/>
                </a:lnTo>
                <a:lnTo>
                  <a:pt x="20244" y="274"/>
                </a:lnTo>
              </a:path>
            </a:pathLst>
          </a:custGeom>
          <a:solidFill xmlns:a="http://schemas.openxmlformats.org/drawingml/2006/main">
            <a:srgbClr val="852219"/>
          </a:solidFill>
          <a:ln xmlns:a="http://schemas.openxmlformats.org/drawingml/2006/main" w="0">
            <a:noFill/>
            <a:prstDash val="solid"/>
          </a:ln>
        </p:spPr>
      </p:sp>
      <p:sp>
        <p:nvSpPr>
          <p:cNvPr id="267" name="pdf-path-271">
            <a:extLst xmlns:a="http://schemas.openxmlformats.org/drawingml/2006/main">
              <a:ext uri="{FF2B5EF4-FFF2-40B4-BE49-F238E27FC236}">
                <a16:creationId xmlns:a16="http://schemas.microsoft.com/office/drawing/2014/main" id="{073E49D9-1927-4B20-8CA7-5CCF68440D00}"/>
              </a:ext>
            </a:extLst>
          </p:cNvPr>
          <p:cNvSpPr>
            <a:spLocks xmlns:a="http://schemas.openxmlformats.org/drawingml/2006/main" noGrp="1"/>
          </p:cNvSpPr>
          <p:nvPr/>
        </p:nvSpPr>
        <p:spPr>
          <a:xfrm xmlns:a="http://schemas.openxmlformats.org/drawingml/2006/main">
            <a:off x="8212819" y="2126527"/>
            <a:ext cx="56608" cy="78213"/>
          </a:xfrm>
          <a:custGeom xmlns:a="http://schemas.openxmlformats.org/drawingml/2006/main">
            <a:pathLst>
              <a:path w="56608" h="78213">
                <a:moveTo>
                  <a:pt x="56608" y="78213"/>
                </a:moveTo>
                <a:lnTo>
                  <a:pt x="29567" y="0"/>
                </a:lnTo>
                <a:lnTo>
                  <a:pt x="0" y="77299"/>
                </a:lnTo>
                <a:lnTo>
                  <a:pt x="56608" y="78213"/>
                </a:lnTo>
              </a:path>
            </a:pathLst>
          </a:custGeom>
          <a:solidFill xmlns:a="http://schemas.openxmlformats.org/drawingml/2006/main">
            <a:srgbClr val="852219"/>
          </a:solidFill>
          <a:ln xmlns:a="http://schemas.openxmlformats.org/drawingml/2006/main" w="0">
            <a:noFill/>
            <a:prstDash val="solid"/>
          </a:ln>
        </p:spPr>
      </p:sp>
      <p:sp>
        <p:nvSpPr>
          <p:cNvPr id="268" name="pdf-path-272">
            <a:extLst xmlns:a="http://schemas.openxmlformats.org/drawingml/2006/main">
              <a:ext uri="{FF2B5EF4-FFF2-40B4-BE49-F238E27FC236}">
                <a16:creationId xmlns:a16="http://schemas.microsoft.com/office/drawing/2014/main" id="{3B36B2CD-72BE-4EA5-9C0C-CA291119592F}"/>
              </a:ext>
            </a:extLst>
          </p:cNvPr>
          <p:cNvSpPr>
            <a:spLocks xmlns:a="http://schemas.openxmlformats.org/drawingml/2006/main" noGrp="1"/>
          </p:cNvSpPr>
          <p:nvPr/>
        </p:nvSpPr>
        <p:spPr>
          <a:xfrm xmlns:a="http://schemas.openxmlformats.org/drawingml/2006/main">
            <a:off x="8200446" y="2101485"/>
            <a:ext cx="81081" cy="112018"/>
          </a:xfrm>
          <a:custGeom xmlns:a="http://schemas.openxmlformats.org/drawingml/2006/main">
            <a:pathLst>
              <a:path w="81081" h="112018">
                <a:moveTo>
                  <a:pt x="68982" y="103255"/>
                </a:moveTo>
                <a:lnTo>
                  <a:pt x="77082" y="100456"/>
                </a:lnTo>
                <a:lnTo>
                  <a:pt x="42340" y="0"/>
                </a:lnTo>
                <a:lnTo>
                  <a:pt x="0" y="110704"/>
                </a:lnTo>
                <a:lnTo>
                  <a:pt x="81081" y="112018"/>
                </a:lnTo>
                <a:lnTo>
                  <a:pt x="77082" y="100456"/>
                </a:lnTo>
                <a:lnTo>
                  <a:pt x="68982" y="103255"/>
                </a:lnTo>
                <a:lnTo>
                  <a:pt x="69119" y="94687"/>
                </a:lnTo>
                <a:lnTo>
                  <a:pt x="24746" y="93967"/>
                </a:lnTo>
                <a:lnTo>
                  <a:pt x="41528" y="50085"/>
                </a:lnTo>
                <a:lnTo>
                  <a:pt x="60881" y="106054"/>
                </a:lnTo>
                <a:lnTo>
                  <a:pt x="68982" y="103255"/>
                </a:lnTo>
                <a:lnTo>
                  <a:pt x="69119" y="94687"/>
                </a:lnTo>
                <a:lnTo>
                  <a:pt x="68982" y="103255"/>
                </a:lnTo>
              </a:path>
            </a:pathLst>
          </a:custGeom>
          <a:solidFill xmlns:a="http://schemas.openxmlformats.org/drawingml/2006/main">
            <a:srgbClr val="852219"/>
          </a:solidFill>
          <a:ln xmlns:a="http://schemas.openxmlformats.org/drawingml/2006/main" w="0">
            <a:noFill/>
            <a:prstDash val="solid"/>
          </a:ln>
        </p:spPr>
      </p:sp>
      <p:sp>
        <p:nvSpPr>
          <p:cNvPr id="269" name="pdf-path-273">
            <a:extLst xmlns:a="http://schemas.openxmlformats.org/drawingml/2006/main">
              <a:ext uri="{FF2B5EF4-FFF2-40B4-BE49-F238E27FC236}">
                <a16:creationId xmlns:a16="http://schemas.microsoft.com/office/drawing/2014/main" id="{C5A24488-DF56-45C7-8EC0-E10448A7FA74}"/>
              </a:ext>
            </a:extLst>
          </p:cNvPr>
          <p:cNvSpPr>
            <a:spLocks xmlns:a="http://schemas.openxmlformats.org/drawingml/2006/main" noGrp="1"/>
          </p:cNvSpPr>
          <p:nvPr/>
        </p:nvSpPr>
        <p:spPr>
          <a:xfrm xmlns:a="http://schemas.openxmlformats.org/drawingml/2006/main">
            <a:off x="8209693" y="2395187"/>
            <a:ext cx="56608" cy="78224"/>
          </a:xfrm>
          <a:custGeom xmlns:a="http://schemas.openxmlformats.org/drawingml/2006/main">
            <a:pathLst>
              <a:path w="56608" h="78224">
                <a:moveTo>
                  <a:pt x="0" y="0"/>
                </a:moveTo>
                <a:lnTo>
                  <a:pt x="27031" y="78224"/>
                </a:lnTo>
                <a:lnTo>
                  <a:pt x="56608" y="925"/>
                </a:lnTo>
                <a:lnTo>
                  <a:pt x="0" y="0"/>
                </a:lnTo>
              </a:path>
            </a:pathLst>
          </a:custGeom>
          <a:solidFill xmlns:a="http://schemas.openxmlformats.org/drawingml/2006/main">
            <a:srgbClr val="852219"/>
          </a:solidFill>
          <a:ln xmlns:a="http://schemas.openxmlformats.org/drawingml/2006/main" w="0">
            <a:noFill/>
            <a:prstDash val="solid"/>
          </a:ln>
        </p:spPr>
      </p:sp>
      <p:sp>
        <p:nvSpPr>
          <p:cNvPr id="270" name="pdf-path-274">
            <a:extLst xmlns:a="http://schemas.openxmlformats.org/drawingml/2006/main">
              <a:ext uri="{FF2B5EF4-FFF2-40B4-BE49-F238E27FC236}">
                <a16:creationId xmlns:a16="http://schemas.microsoft.com/office/drawing/2014/main" id="{8E0FBBD2-28ED-4B74-A7B9-3DDFBE238DBA}"/>
              </a:ext>
            </a:extLst>
          </p:cNvPr>
          <p:cNvSpPr>
            <a:spLocks xmlns:a="http://schemas.openxmlformats.org/drawingml/2006/main" noGrp="1"/>
          </p:cNvSpPr>
          <p:nvPr/>
        </p:nvSpPr>
        <p:spPr>
          <a:xfrm xmlns:a="http://schemas.openxmlformats.org/drawingml/2006/main">
            <a:off x="8197594" y="2386425"/>
            <a:ext cx="81081" cy="112029"/>
          </a:xfrm>
          <a:custGeom xmlns:a="http://schemas.openxmlformats.org/drawingml/2006/main">
            <a:pathLst>
              <a:path w="81081" h="112029">
                <a:moveTo>
                  <a:pt x="12099" y="8763"/>
                </a:moveTo>
                <a:lnTo>
                  <a:pt x="3998" y="11562"/>
                </a:lnTo>
                <a:lnTo>
                  <a:pt x="38718" y="112029"/>
                </a:lnTo>
                <a:lnTo>
                  <a:pt x="81081" y="1326"/>
                </a:lnTo>
                <a:lnTo>
                  <a:pt x="0" y="0"/>
                </a:lnTo>
                <a:lnTo>
                  <a:pt x="3998" y="11562"/>
                </a:lnTo>
                <a:lnTo>
                  <a:pt x="12099" y="8763"/>
                </a:lnTo>
                <a:lnTo>
                  <a:pt x="11962" y="17331"/>
                </a:lnTo>
                <a:lnTo>
                  <a:pt x="56335" y="18051"/>
                </a:lnTo>
                <a:lnTo>
                  <a:pt x="39541" y="61933"/>
                </a:lnTo>
                <a:lnTo>
                  <a:pt x="20199" y="5964"/>
                </a:lnTo>
                <a:lnTo>
                  <a:pt x="12099" y="8763"/>
                </a:lnTo>
                <a:lnTo>
                  <a:pt x="11962" y="17331"/>
                </a:lnTo>
                <a:lnTo>
                  <a:pt x="12099" y="8763"/>
                </a:lnTo>
              </a:path>
            </a:pathLst>
          </a:custGeom>
          <a:solidFill xmlns:a="http://schemas.openxmlformats.org/drawingml/2006/main">
            <a:srgbClr val="852219"/>
          </a:solidFill>
          <a:ln xmlns:a="http://schemas.openxmlformats.org/drawingml/2006/main" w="0">
            <a:noFill/>
            <a:prstDash val="solid"/>
          </a:ln>
        </p:spPr>
      </p:sp>
      <p:sp>
        <p:nvSpPr>
          <p:cNvPr id="271" name="pdf-path-275">
            <a:extLst xmlns:a="http://schemas.openxmlformats.org/drawingml/2006/main">
              <a:ext uri="{FF2B5EF4-FFF2-40B4-BE49-F238E27FC236}">
                <a16:creationId xmlns:a16="http://schemas.microsoft.com/office/drawing/2014/main" id="{A9AE2A54-B4B6-4F72-B530-F1E8A656A015}"/>
              </a:ext>
            </a:extLst>
          </p:cNvPr>
          <p:cNvSpPr>
            <a:spLocks xmlns:a="http://schemas.openxmlformats.org/drawingml/2006/main" noGrp="1"/>
          </p:cNvSpPr>
          <p:nvPr/>
        </p:nvSpPr>
        <p:spPr>
          <a:xfrm xmlns:a="http://schemas.openxmlformats.org/drawingml/2006/main">
            <a:off x="8417334" y="2931765"/>
            <a:ext cx="2088275" cy="173254"/>
          </a:xfrm>
          <a:custGeom xmlns:a="http://schemas.openxmlformats.org/drawingml/2006/main">
            <a:pathLst>
              <a:path w="2088275" h="173254">
                <a:moveTo>
                  <a:pt x="0" y="173254"/>
                </a:moveTo>
                <a:lnTo>
                  <a:pt x="2088275" y="173254"/>
                </a:lnTo>
                <a:lnTo>
                  <a:pt x="2088275" y="4319"/>
                </a:lnTo>
                <a:lnTo>
                  <a:pt x="0" y="4319"/>
                </a:lnTo>
                <a:close/>
                <a:moveTo>
                  <a:pt x="0" y="4319"/>
                </a:moveTo>
                <a:lnTo>
                  <a:pt x="2088275" y="4319"/>
                </a:lnTo>
                <a:lnTo>
                  <a:pt x="2088275" y="0"/>
                </a:lnTo>
                <a:lnTo>
                  <a:pt x="0" y="0"/>
                </a:lnTo>
                <a:close/>
              </a:path>
            </a:pathLst>
          </a:custGeom>
          <a:solidFill xmlns:a="http://schemas.openxmlformats.org/drawingml/2006/main">
            <a:srgbClr val="FFFFFF"/>
          </a:solidFill>
          <a:ln xmlns:a="http://schemas.openxmlformats.org/drawingml/2006/main" w="0">
            <a:noFill/>
            <a:prstDash val="solid"/>
          </a:ln>
        </p:spPr>
      </p:sp>
      <p:sp>
        <p:nvSpPr>
          <p:cNvPr id="272" name="pdf-path-276">
            <a:extLst xmlns:a="http://schemas.openxmlformats.org/drawingml/2006/main">
              <a:ext uri="{FF2B5EF4-FFF2-40B4-BE49-F238E27FC236}">
                <a16:creationId xmlns:a16="http://schemas.microsoft.com/office/drawing/2014/main" id="{08FB00C9-9791-4DA7-AA94-377F5F88B2C6}"/>
              </a:ext>
            </a:extLst>
          </p:cNvPr>
          <p:cNvSpPr>
            <a:spLocks xmlns:a="http://schemas.openxmlformats.org/drawingml/2006/main" noGrp="1"/>
          </p:cNvSpPr>
          <p:nvPr/>
        </p:nvSpPr>
        <p:spPr>
          <a:xfrm xmlns:a="http://schemas.openxmlformats.org/drawingml/2006/main">
            <a:off x="8509417" y="3028880"/>
            <a:ext cx="1278316"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434444"/>
                </a:solidFill>
                <a:latin typeface="Arial"/>
                <a:ea typeface="Arial"/>
                <a:cs typeface="Arial"/>
              </a:defRPr>
            </a:defPPr>
          </a:lstStyle>
          <a:p xmlns:a="http://schemas.openxmlformats.org/drawingml/2006/main">
            <a:pPr algn="l">
              <a:defRPr sz="1259" b="0" i="0">
                <a:solidFill>
                  <a:srgbClr val="434444"/>
                </a:solidFill>
                <a:latin typeface="Arial"/>
                <a:ea typeface="Arial"/>
                <a:cs typeface="Arial"/>
              </a:defRPr>
            </a:pPr>
            <a:r>
              <a:rPr sz="1259" b="0" i="0">
                <a:solidFill>
                  <a:srgbClr val="434444"/>
                </a:solidFill>
                <a:latin typeface="Arial"/>
                <a:ea typeface="Arial"/>
                <a:cs typeface="Arial"/>
              </a:rPr>
              <a:t>Input sequence x</a:t>
            </a:r>
          </a:p>
        </p:txBody>
      </p:sp>
      <p:sp>
        <p:nvSpPr>
          <p:cNvPr id="273" name="pdf-path-277">
            <a:extLst xmlns:a="http://schemas.openxmlformats.org/drawingml/2006/main">
              <a:ext uri="{FF2B5EF4-FFF2-40B4-BE49-F238E27FC236}">
                <a16:creationId xmlns:a16="http://schemas.microsoft.com/office/drawing/2014/main" id="{670CB1AC-01E0-488E-BE50-EEBA9DE0A631}"/>
              </a:ext>
            </a:extLst>
          </p:cNvPr>
          <p:cNvSpPr>
            <a:spLocks xmlns:a="http://schemas.openxmlformats.org/drawingml/2006/main" noGrp="1"/>
          </p:cNvSpPr>
          <p:nvPr/>
        </p:nvSpPr>
        <p:spPr>
          <a:xfrm xmlns:a="http://schemas.openxmlformats.org/drawingml/2006/main">
            <a:off x="8388544" y="2020130"/>
            <a:ext cx="2149259" cy="243160"/>
          </a:xfrm>
          <a:custGeom xmlns:a="http://schemas.openxmlformats.org/drawingml/2006/main">
            <a:pathLst>
              <a:path w="2149259" h="243160">
                <a:moveTo>
                  <a:pt x="0" y="243160"/>
                </a:moveTo>
                <a:lnTo>
                  <a:pt x="2149259" y="243160"/>
                </a:lnTo>
                <a:lnTo>
                  <a:pt x="2149259" y="0"/>
                </a:lnTo>
                <a:lnTo>
                  <a:pt x="0" y="0"/>
                </a:lnTo>
                <a:close/>
              </a:path>
            </a:pathLst>
          </a:custGeom>
          <a:solidFill xmlns:a="http://schemas.openxmlformats.org/drawingml/2006/main">
            <a:srgbClr val="FFFFFF"/>
          </a:solidFill>
          <a:ln xmlns:a="http://schemas.openxmlformats.org/drawingml/2006/main" w="0">
            <a:noFill/>
            <a:prstDash val="solid"/>
          </a:ln>
        </p:spPr>
      </p:sp>
      <p:sp>
        <p:nvSpPr>
          <p:cNvPr id="274" name="pdf-path-278">
            <a:extLst xmlns:a="http://schemas.openxmlformats.org/drawingml/2006/main">
              <a:ext uri="{FF2B5EF4-FFF2-40B4-BE49-F238E27FC236}">
                <a16:creationId xmlns:a16="http://schemas.microsoft.com/office/drawing/2014/main" id="{45880AC8-EEDA-4D63-B312-BBE4471FD308}"/>
              </a:ext>
            </a:extLst>
          </p:cNvPr>
          <p:cNvSpPr>
            <a:spLocks xmlns:a="http://schemas.openxmlformats.org/drawingml/2006/main" noGrp="1"/>
          </p:cNvSpPr>
          <p:nvPr/>
        </p:nvSpPr>
        <p:spPr>
          <a:xfrm xmlns:a="http://schemas.openxmlformats.org/drawingml/2006/main">
            <a:off x="8477376" y="2115307"/>
            <a:ext cx="1681192"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86221A"/>
                </a:solidFill>
                <a:latin typeface="Arial"/>
                <a:ea typeface="Arial"/>
                <a:cs typeface="Arial"/>
              </a:defRPr>
            </a:defPPr>
          </a:lstStyle>
          <a:p xmlns:a="http://schemas.openxmlformats.org/drawingml/2006/main">
            <a:pPr algn="l">
              <a:defRPr sz="1259" b="0" i="0">
                <a:solidFill>
                  <a:srgbClr val="86221A"/>
                </a:solidFill>
                <a:latin typeface="Arial"/>
                <a:ea typeface="Arial"/>
                <a:cs typeface="Arial"/>
              </a:defRPr>
            </a:pPr>
            <a:r>
              <a:rPr sz="1259" b="0" i="0">
                <a:solidFill>
                  <a:srgbClr val="86221A"/>
                </a:solidFill>
                <a:latin typeface="Arial"/>
                <a:ea typeface="Arial"/>
                <a:cs typeface="Arial"/>
              </a:rPr>
              <a:t>Loss, masked with soft</a:t>
            </a:r>
          </a:p>
        </p:txBody>
      </p:sp>
      <p:sp>
        <p:nvSpPr>
          <p:cNvPr id="275" name="pdf-path-279">
            <a:extLst xmlns:a="http://schemas.openxmlformats.org/drawingml/2006/main">
              <a:ext uri="{FF2B5EF4-FFF2-40B4-BE49-F238E27FC236}">
                <a16:creationId xmlns:a16="http://schemas.microsoft.com/office/drawing/2014/main" id="{87CF6F23-94E5-42A5-8070-89FC1B1C3034}"/>
              </a:ext>
            </a:extLst>
          </p:cNvPr>
          <p:cNvSpPr>
            <a:spLocks xmlns:a="http://schemas.openxmlformats.org/drawingml/2006/main" noGrp="1"/>
          </p:cNvSpPr>
          <p:nvPr/>
        </p:nvSpPr>
        <p:spPr>
          <a:xfrm xmlns:a="http://schemas.openxmlformats.org/drawingml/2006/main">
            <a:off x="8470587" y="2303803"/>
            <a:ext cx="2198817"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852219"/>
                </a:solidFill>
                <a:latin typeface="Arial"/>
                <a:ea typeface="Arial"/>
                <a:cs typeface="Arial"/>
              </a:defRPr>
            </a:defPPr>
          </a:lstStyle>
          <a:p xmlns:a="http://schemas.openxmlformats.org/drawingml/2006/main">
            <a:pPr algn="l">
              <a:defRPr sz="1259" b="0" i="0">
                <a:solidFill>
                  <a:srgbClr val="852219"/>
                </a:solidFill>
                <a:latin typeface="Arial"/>
                <a:ea typeface="Arial"/>
                <a:cs typeface="Arial"/>
              </a:defRPr>
            </a:pPr>
            <a:r>
              <a:rPr sz="1259" b="0" i="0">
                <a:solidFill>
                  <a:srgbClr val="852219"/>
                </a:solidFill>
                <a:latin typeface="Arial"/>
                <a:ea typeface="Arial"/>
                <a:cs typeface="Arial"/>
              </a:rPr>
              <a:t>segment mask (from encoder)</a:t>
            </a:r>
          </a:p>
        </p:txBody>
      </p:sp>
      <p:sp>
        <p:nvSpPr>
          <p:cNvPr id="276" name="pdf-path-280">
            <a:extLst xmlns:a="http://schemas.openxmlformats.org/drawingml/2006/main">
              <a:ext uri="{FF2B5EF4-FFF2-40B4-BE49-F238E27FC236}">
                <a16:creationId xmlns:a16="http://schemas.microsoft.com/office/drawing/2014/main" id="{BA204F76-7A92-4A9E-B9FA-BF98885D3226}"/>
              </a:ext>
            </a:extLst>
          </p:cNvPr>
          <p:cNvSpPr>
            <a:spLocks xmlns:a="http://schemas.openxmlformats.org/drawingml/2006/main" noGrp="1"/>
          </p:cNvSpPr>
          <p:nvPr/>
        </p:nvSpPr>
        <p:spPr>
          <a:xfrm xmlns:a="http://schemas.openxmlformats.org/drawingml/2006/main">
            <a:off x="12161000" y="412939"/>
            <a:ext cx="416140" cy="416140"/>
          </a:xfrm>
          <a:custGeom xmlns:a="http://schemas.openxmlformats.org/drawingml/2006/main">
            <a:pathLst>
              <a:path w="416140" h="416140">
                <a:moveTo>
                  <a:pt x="0" y="208064"/>
                </a:moveTo>
                <a:cubicBezTo>
                  <a:pt x="0" y="93145"/>
                  <a:pt x="93167" y="0"/>
                  <a:pt x="208064" y="0"/>
                </a:cubicBezTo>
                <a:cubicBezTo>
                  <a:pt x="263257" y="0"/>
                  <a:pt x="316175" y="21924"/>
                  <a:pt x="355201" y="60939"/>
                </a:cubicBezTo>
                <a:cubicBezTo>
                  <a:pt x="394216" y="99965"/>
                  <a:pt x="416140" y="152884"/>
                  <a:pt x="416140" y="208064"/>
                </a:cubicBezTo>
                <a:cubicBezTo>
                  <a:pt x="416140" y="322984"/>
                  <a:pt x="322984" y="416140"/>
                  <a:pt x="208064" y="416140"/>
                </a:cubicBezTo>
                <a:cubicBezTo>
                  <a:pt x="93167" y="416140"/>
                  <a:pt x="0" y="322984"/>
                  <a:pt x="0" y="208064"/>
                </a:cubicBezTo>
              </a:path>
            </a:pathLst>
          </a:custGeom>
          <a:solidFill xmlns:a="http://schemas.openxmlformats.org/drawingml/2006/main">
            <a:srgbClr val="CCCCCC"/>
          </a:solidFill>
          <a:ln xmlns:a="http://schemas.openxmlformats.org/drawingml/2006/main" w="0">
            <a:noFill/>
            <a:prstDash val="solid"/>
          </a:ln>
        </p:spPr>
      </p:sp>
      <p:sp>
        <p:nvSpPr>
          <p:cNvPr id="277" name="pdf-path-281">
            <a:extLst xmlns:a="http://schemas.openxmlformats.org/drawingml/2006/main">
              <a:ext uri="{FF2B5EF4-FFF2-40B4-BE49-F238E27FC236}">
                <a16:creationId xmlns:a16="http://schemas.microsoft.com/office/drawing/2014/main" id="{540D23D3-54AE-4DA3-A2F7-8DEB370C2AA5}"/>
              </a:ext>
            </a:extLst>
          </p:cNvPr>
          <p:cNvSpPr>
            <a:spLocks xmlns:a="http://schemas.openxmlformats.org/drawingml/2006/main" noGrp="1"/>
          </p:cNvSpPr>
          <p:nvPr/>
        </p:nvSpPr>
        <p:spPr>
          <a:xfrm xmlns:a="http://schemas.openxmlformats.org/drawingml/2006/main">
            <a:off x="12152431" y="404370"/>
            <a:ext cx="433277" cy="433277"/>
          </a:xfrm>
          <a:custGeom xmlns:a="http://schemas.openxmlformats.org/drawingml/2006/main">
            <a:pathLst>
              <a:path w="433277" h="433277">
                <a:moveTo>
                  <a:pt x="8569" y="216633"/>
                </a:moveTo>
                <a:lnTo>
                  <a:pt x="17137" y="216633"/>
                </a:lnTo>
                <a:cubicBezTo>
                  <a:pt x="17149" y="161521"/>
                  <a:pt x="39449" y="111687"/>
                  <a:pt x="75574" y="75562"/>
                </a:cubicBezTo>
                <a:cubicBezTo>
                  <a:pt x="111686" y="39449"/>
                  <a:pt x="161521" y="17137"/>
                  <a:pt x="216633" y="17137"/>
                </a:cubicBezTo>
                <a:cubicBezTo>
                  <a:pt x="269552" y="17137"/>
                  <a:pt x="320288" y="38158"/>
                  <a:pt x="357715" y="75562"/>
                </a:cubicBezTo>
                <a:cubicBezTo>
                  <a:pt x="395119" y="112978"/>
                  <a:pt x="416140" y="163726"/>
                  <a:pt x="416140" y="216633"/>
                </a:cubicBezTo>
                <a:cubicBezTo>
                  <a:pt x="416140" y="271756"/>
                  <a:pt x="393828" y="321579"/>
                  <a:pt x="357704" y="357703"/>
                </a:cubicBezTo>
                <a:cubicBezTo>
                  <a:pt x="321567" y="393828"/>
                  <a:pt x="271745" y="416129"/>
                  <a:pt x="216633" y="416140"/>
                </a:cubicBezTo>
                <a:cubicBezTo>
                  <a:pt x="161521" y="416129"/>
                  <a:pt x="111686" y="393828"/>
                  <a:pt x="75574" y="357703"/>
                </a:cubicBezTo>
                <a:cubicBezTo>
                  <a:pt x="39449" y="321579"/>
                  <a:pt x="17149" y="271756"/>
                  <a:pt x="17137" y="216633"/>
                </a:cubicBezTo>
                <a:lnTo>
                  <a:pt x="8569" y="216633"/>
                </a:lnTo>
                <a:lnTo>
                  <a:pt x="0" y="216633"/>
                </a:lnTo>
                <a:cubicBezTo>
                  <a:pt x="11" y="336282"/>
                  <a:pt x="96995" y="433266"/>
                  <a:pt x="216633" y="433277"/>
                </a:cubicBezTo>
                <a:cubicBezTo>
                  <a:pt x="336282" y="433266"/>
                  <a:pt x="433266" y="336282"/>
                  <a:pt x="433277" y="216633"/>
                </a:cubicBezTo>
                <a:cubicBezTo>
                  <a:pt x="433277" y="159179"/>
                  <a:pt x="410451" y="104078"/>
                  <a:pt x="369825" y="63452"/>
                </a:cubicBezTo>
                <a:cubicBezTo>
                  <a:pt x="329177" y="22826"/>
                  <a:pt x="274099" y="0"/>
                  <a:pt x="216633" y="0"/>
                </a:cubicBezTo>
                <a:cubicBezTo>
                  <a:pt x="96995" y="0"/>
                  <a:pt x="11" y="96983"/>
                  <a:pt x="0" y="216633"/>
                </a:cubicBezTo>
                <a:lnTo>
                  <a:pt x="8569" y="216633"/>
                </a:lnTo>
              </a:path>
            </a:pathLst>
          </a:custGeom>
          <a:solidFill xmlns:a="http://schemas.openxmlformats.org/drawingml/2006/main">
            <a:srgbClr val="666767"/>
          </a:solidFill>
          <a:ln xmlns:a="http://schemas.openxmlformats.org/drawingml/2006/main" w="0">
            <a:noFill/>
            <a:prstDash val="solid"/>
          </a:ln>
        </p:spPr>
      </p:sp>
      <p:sp>
        <p:nvSpPr>
          <p:cNvPr id="278" name="pdf-path-282">
            <a:extLst xmlns:a="http://schemas.openxmlformats.org/drawingml/2006/main">
              <a:ext uri="{FF2B5EF4-FFF2-40B4-BE49-F238E27FC236}">
                <a16:creationId xmlns:a16="http://schemas.microsoft.com/office/drawing/2014/main" id="{DF9406FD-B641-4122-8127-68DCD1370E1E}"/>
              </a:ext>
            </a:extLst>
          </p:cNvPr>
          <p:cNvSpPr>
            <a:spLocks xmlns:a="http://schemas.openxmlformats.org/drawingml/2006/main" noGrp="1"/>
          </p:cNvSpPr>
          <p:nvPr/>
        </p:nvSpPr>
        <p:spPr>
          <a:xfrm xmlns:a="http://schemas.openxmlformats.org/drawingml/2006/main">
            <a:off x="12301798" y="573078"/>
            <a:ext cx="77585" cy="98137"/>
          </a:xfrm>
          <a:custGeom xmlns:a="http://schemas.openxmlformats.org/drawingml/2006/main">
            <a:pathLst>
              <a:path w="77585" h="98137">
                <a:moveTo>
                  <a:pt x="77585" y="98137"/>
                </a:moveTo>
                <a:lnTo>
                  <a:pt x="77585" y="86552"/>
                </a:lnTo>
                <a:lnTo>
                  <a:pt x="14932" y="86552"/>
                </a:lnTo>
                <a:lnTo>
                  <a:pt x="20884" y="79663"/>
                </a:lnTo>
                <a:lnTo>
                  <a:pt x="75963" y="11584"/>
                </a:lnTo>
                <a:lnTo>
                  <a:pt x="75963" y="0"/>
                </a:lnTo>
                <a:lnTo>
                  <a:pt x="5690" y="0"/>
                </a:lnTo>
                <a:lnTo>
                  <a:pt x="5690" y="11584"/>
                </a:lnTo>
                <a:lnTo>
                  <a:pt x="60448" y="11584"/>
                </a:lnTo>
                <a:cubicBezTo>
                  <a:pt x="57237" y="14886"/>
                  <a:pt x="53844" y="18770"/>
                  <a:pt x="50257" y="23226"/>
                </a:cubicBezTo>
                <a:lnTo>
                  <a:pt x="0" y="86084"/>
                </a:lnTo>
                <a:lnTo>
                  <a:pt x="0" y="98137"/>
                </a:lnTo>
                <a:lnTo>
                  <a:pt x="77585" y="98137"/>
                </a:lnTo>
              </a:path>
            </a:pathLst>
          </a:custGeom>
          <a:solidFill xmlns:a="http://schemas.openxmlformats.org/drawingml/2006/main">
            <a:srgbClr val="030404"/>
          </a:solidFill>
          <a:ln xmlns:a="http://schemas.openxmlformats.org/drawingml/2006/main" w="0">
            <a:noFill/>
            <a:prstDash val="solid"/>
          </a:ln>
        </p:spPr>
      </p:sp>
      <p:sp>
        <p:nvSpPr>
          <p:cNvPr id="279" name="pdf-path-283">
            <a:extLst xmlns:a="http://schemas.openxmlformats.org/drawingml/2006/main">
              <a:ext uri="{FF2B5EF4-FFF2-40B4-BE49-F238E27FC236}">
                <a16:creationId xmlns:a16="http://schemas.microsoft.com/office/drawing/2014/main" id="{0A8EFB8B-AE6F-444A-A3A1-A46474E219E3}"/>
              </a:ext>
            </a:extLst>
          </p:cNvPr>
          <p:cNvSpPr>
            <a:spLocks xmlns:a="http://schemas.openxmlformats.org/drawingml/2006/main" noGrp="1"/>
          </p:cNvSpPr>
          <p:nvPr/>
        </p:nvSpPr>
        <p:spPr>
          <a:xfrm xmlns:a="http://schemas.openxmlformats.org/drawingml/2006/main">
            <a:off x="12385073" y="656939"/>
            <a:ext cx="43961" cy="65691"/>
          </a:xfrm>
          <a:custGeom xmlns:a="http://schemas.openxmlformats.org/drawingml/2006/main">
            <a:pathLst>
              <a:path w="43961" h="65691">
                <a:moveTo>
                  <a:pt x="19056" y="54038"/>
                </a:moveTo>
                <a:cubicBezTo>
                  <a:pt x="19719" y="52907"/>
                  <a:pt x="20564" y="51742"/>
                  <a:pt x="21627" y="50554"/>
                </a:cubicBezTo>
                <a:cubicBezTo>
                  <a:pt x="22677" y="49366"/>
                  <a:pt x="25179" y="46955"/>
                  <a:pt x="29144" y="43333"/>
                </a:cubicBezTo>
                <a:cubicBezTo>
                  <a:pt x="33097" y="39700"/>
                  <a:pt x="35838" y="36913"/>
                  <a:pt x="37358" y="34982"/>
                </a:cubicBezTo>
                <a:cubicBezTo>
                  <a:pt x="39643" y="32069"/>
                  <a:pt x="41311" y="29281"/>
                  <a:pt x="42373" y="26619"/>
                </a:cubicBezTo>
                <a:cubicBezTo>
                  <a:pt x="43435" y="23957"/>
                  <a:pt x="43961" y="21147"/>
                  <a:pt x="43961" y="18199"/>
                </a:cubicBezTo>
                <a:cubicBezTo>
                  <a:pt x="43961" y="13024"/>
                  <a:pt x="42122" y="8694"/>
                  <a:pt x="38420" y="5221"/>
                </a:cubicBezTo>
                <a:cubicBezTo>
                  <a:pt x="34731" y="1736"/>
                  <a:pt x="29669" y="0"/>
                  <a:pt x="23203" y="0"/>
                </a:cubicBezTo>
                <a:cubicBezTo>
                  <a:pt x="17320" y="0"/>
                  <a:pt x="12407" y="1496"/>
                  <a:pt x="8476" y="4501"/>
                </a:cubicBezTo>
                <a:cubicBezTo>
                  <a:pt x="4535" y="7506"/>
                  <a:pt x="2216" y="12464"/>
                  <a:pt x="1474" y="19365"/>
                </a:cubicBezTo>
                <a:lnTo>
                  <a:pt x="13972" y="20610"/>
                </a:lnTo>
                <a:cubicBezTo>
                  <a:pt x="14200" y="16954"/>
                  <a:pt x="15092" y="14338"/>
                  <a:pt x="16645" y="12761"/>
                </a:cubicBezTo>
                <a:cubicBezTo>
                  <a:pt x="18199" y="11185"/>
                  <a:pt x="20267" y="10396"/>
                  <a:pt x="22895" y="10396"/>
                </a:cubicBezTo>
                <a:cubicBezTo>
                  <a:pt x="25533" y="10396"/>
                  <a:pt x="27613" y="11150"/>
                  <a:pt x="29121" y="12647"/>
                </a:cubicBezTo>
                <a:cubicBezTo>
                  <a:pt x="30629" y="14144"/>
                  <a:pt x="31372" y="16303"/>
                  <a:pt x="31372" y="19090"/>
                </a:cubicBezTo>
                <a:cubicBezTo>
                  <a:pt x="31372" y="21627"/>
                  <a:pt x="30514" y="24186"/>
                  <a:pt x="28790" y="26768"/>
                </a:cubicBezTo>
                <a:cubicBezTo>
                  <a:pt x="27499" y="28641"/>
                  <a:pt x="24048" y="32217"/>
                  <a:pt x="18370" y="37484"/>
                </a:cubicBezTo>
                <a:cubicBezTo>
                  <a:pt x="11367" y="43996"/>
                  <a:pt x="6660" y="49228"/>
                  <a:pt x="4283" y="53170"/>
                </a:cubicBezTo>
                <a:cubicBezTo>
                  <a:pt x="1907" y="57111"/>
                  <a:pt x="480" y="61281"/>
                  <a:pt x="0" y="65691"/>
                </a:cubicBezTo>
                <a:lnTo>
                  <a:pt x="43961" y="65691"/>
                </a:lnTo>
                <a:lnTo>
                  <a:pt x="43961" y="54038"/>
                </a:lnTo>
                <a:lnTo>
                  <a:pt x="19056" y="54038"/>
                </a:lnTo>
              </a:path>
            </a:pathLst>
          </a:custGeom>
          <a:solidFill xmlns:a="http://schemas.openxmlformats.org/drawingml/2006/main">
            <a:srgbClr val="030404"/>
          </a:solidFill>
          <a:ln xmlns:a="http://schemas.openxmlformats.org/drawingml/2006/main" w="0">
            <a:noFill/>
            <a:prstDash val="solid"/>
          </a:ln>
        </p:spPr>
      </p:sp>
      <p:sp>
        <p:nvSpPr>
          <p:cNvPr id="280" name="pdf-path-284">
            <a:extLst xmlns:a="http://schemas.openxmlformats.org/drawingml/2006/main">
              <a:ext uri="{FF2B5EF4-FFF2-40B4-BE49-F238E27FC236}">
                <a16:creationId xmlns:a16="http://schemas.microsoft.com/office/drawing/2014/main" id="{D48DA0CF-CD8C-466A-8A6C-BA93D7203D11}"/>
              </a:ext>
            </a:extLst>
          </p:cNvPr>
          <p:cNvSpPr>
            <a:spLocks xmlns:a="http://schemas.openxmlformats.org/drawingml/2006/main" noGrp="1"/>
          </p:cNvSpPr>
          <p:nvPr/>
        </p:nvSpPr>
        <p:spPr>
          <a:xfrm xmlns:a="http://schemas.openxmlformats.org/drawingml/2006/main">
            <a:off x="12336507" y="2098896"/>
            <a:ext cx="6466" cy="396981"/>
          </a:xfrm>
          <a:custGeom xmlns:a="http://schemas.openxmlformats.org/drawingml/2006/main">
            <a:pathLst>
              <a:path w="6466" h="396981">
                <a:moveTo>
                  <a:pt x="0" y="396981"/>
                </a:moveTo>
                <a:lnTo>
                  <a:pt x="6466" y="0"/>
                </a:lnTo>
                <a:lnTo>
                  <a:pt x="0" y="396981"/>
                </a:lnTo>
              </a:path>
            </a:pathLst>
          </a:custGeom>
          <a:solidFill xmlns:a="http://schemas.openxmlformats.org/drawingml/2006/main">
            <a:srgbClr val="FFFFFF"/>
          </a:solidFill>
          <a:ln xmlns:a="http://schemas.openxmlformats.org/drawingml/2006/main" w="0">
            <a:noFill/>
            <a:prstDash val="solid"/>
          </a:ln>
        </p:spPr>
      </p:sp>
      <p:sp>
        <p:nvSpPr>
          <p:cNvPr id="281" name="pdf-path-285">
            <a:extLst xmlns:a="http://schemas.openxmlformats.org/drawingml/2006/main">
              <a:ext uri="{FF2B5EF4-FFF2-40B4-BE49-F238E27FC236}">
                <a16:creationId xmlns:a16="http://schemas.microsoft.com/office/drawing/2014/main" id="{D4DE0E83-0188-4F32-96C5-3894A53B9BB7}"/>
              </a:ext>
            </a:extLst>
          </p:cNvPr>
          <p:cNvSpPr>
            <a:spLocks xmlns:a="http://schemas.openxmlformats.org/drawingml/2006/main" noGrp="1"/>
          </p:cNvSpPr>
          <p:nvPr/>
        </p:nvSpPr>
        <p:spPr>
          <a:xfrm xmlns:a="http://schemas.openxmlformats.org/drawingml/2006/main">
            <a:off x="12329617" y="2201549"/>
            <a:ext cx="20256" cy="191647"/>
          </a:xfrm>
          <a:custGeom xmlns:a="http://schemas.openxmlformats.org/drawingml/2006/main">
            <a:pathLst>
              <a:path w="20256" h="191647">
                <a:moveTo>
                  <a:pt x="3119" y="0"/>
                </a:moveTo>
                <a:lnTo>
                  <a:pt x="0" y="191384"/>
                </a:lnTo>
                <a:lnTo>
                  <a:pt x="17126" y="191647"/>
                </a:lnTo>
                <a:lnTo>
                  <a:pt x="20256" y="274"/>
                </a:lnTo>
              </a:path>
            </a:pathLst>
          </a:custGeom>
          <a:solidFill xmlns:a="http://schemas.openxmlformats.org/drawingml/2006/main">
            <a:srgbClr val="0B5495"/>
          </a:solidFill>
          <a:ln xmlns:a="http://schemas.openxmlformats.org/drawingml/2006/main" w="0">
            <a:noFill/>
            <a:prstDash val="solid"/>
          </a:ln>
        </p:spPr>
      </p:sp>
      <p:sp>
        <p:nvSpPr>
          <p:cNvPr id="282" name="pdf-path-286">
            <a:extLst xmlns:a="http://schemas.openxmlformats.org/drawingml/2006/main">
              <a:ext uri="{FF2B5EF4-FFF2-40B4-BE49-F238E27FC236}">
                <a16:creationId xmlns:a16="http://schemas.microsoft.com/office/drawing/2014/main" id="{442D703E-F383-4C8D-A0E9-935644366C76}"/>
              </a:ext>
            </a:extLst>
          </p:cNvPr>
          <p:cNvSpPr>
            <a:spLocks xmlns:a="http://schemas.openxmlformats.org/drawingml/2006/main" noGrp="1"/>
          </p:cNvSpPr>
          <p:nvPr/>
        </p:nvSpPr>
        <p:spPr>
          <a:xfrm xmlns:a="http://schemas.openxmlformats.org/drawingml/2006/main">
            <a:off x="12313001" y="2123938"/>
            <a:ext cx="56608" cy="78224"/>
          </a:xfrm>
          <a:custGeom xmlns:a="http://schemas.openxmlformats.org/drawingml/2006/main">
            <a:pathLst>
              <a:path w="56608" h="78224">
                <a:moveTo>
                  <a:pt x="56608" y="78224"/>
                </a:moveTo>
                <a:lnTo>
                  <a:pt x="29578" y="0"/>
                </a:lnTo>
                <a:lnTo>
                  <a:pt x="0" y="77299"/>
                </a:lnTo>
                <a:lnTo>
                  <a:pt x="56608" y="78224"/>
                </a:lnTo>
              </a:path>
            </a:pathLst>
          </a:custGeom>
          <a:solidFill xmlns:a="http://schemas.openxmlformats.org/drawingml/2006/main">
            <a:srgbClr val="0B5495"/>
          </a:solidFill>
          <a:ln xmlns:a="http://schemas.openxmlformats.org/drawingml/2006/main" w="0">
            <a:noFill/>
            <a:prstDash val="solid"/>
          </a:ln>
        </p:spPr>
      </p:sp>
      <p:sp>
        <p:nvSpPr>
          <p:cNvPr id="283" name="pdf-path-287">
            <a:extLst xmlns:a="http://schemas.openxmlformats.org/drawingml/2006/main">
              <a:ext uri="{FF2B5EF4-FFF2-40B4-BE49-F238E27FC236}">
                <a16:creationId xmlns:a16="http://schemas.microsoft.com/office/drawing/2014/main" id="{2C387ED0-3474-42CD-8B55-FB394F8242AA}"/>
              </a:ext>
            </a:extLst>
          </p:cNvPr>
          <p:cNvSpPr>
            <a:spLocks xmlns:a="http://schemas.openxmlformats.org/drawingml/2006/main" noGrp="1"/>
          </p:cNvSpPr>
          <p:nvPr/>
        </p:nvSpPr>
        <p:spPr>
          <a:xfrm xmlns:a="http://schemas.openxmlformats.org/drawingml/2006/main">
            <a:off x="12300628" y="2098896"/>
            <a:ext cx="81081" cy="112029"/>
          </a:xfrm>
          <a:custGeom xmlns:a="http://schemas.openxmlformats.org/drawingml/2006/main">
            <a:pathLst>
              <a:path w="81081" h="112029">
                <a:moveTo>
                  <a:pt x="68982" y="103267"/>
                </a:moveTo>
                <a:lnTo>
                  <a:pt x="77082" y="100468"/>
                </a:lnTo>
                <a:lnTo>
                  <a:pt x="42351" y="0"/>
                </a:lnTo>
                <a:lnTo>
                  <a:pt x="0" y="110704"/>
                </a:lnTo>
                <a:lnTo>
                  <a:pt x="81081" y="112029"/>
                </a:lnTo>
                <a:lnTo>
                  <a:pt x="77082" y="100468"/>
                </a:lnTo>
                <a:lnTo>
                  <a:pt x="68982" y="103267"/>
                </a:lnTo>
                <a:lnTo>
                  <a:pt x="69119" y="94698"/>
                </a:lnTo>
                <a:lnTo>
                  <a:pt x="24746" y="93978"/>
                </a:lnTo>
                <a:lnTo>
                  <a:pt x="41540" y="50097"/>
                </a:lnTo>
                <a:lnTo>
                  <a:pt x="60881" y="106065"/>
                </a:lnTo>
                <a:lnTo>
                  <a:pt x="68982" y="103267"/>
                </a:lnTo>
                <a:lnTo>
                  <a:pt x="69119" y="94698"/>
                </a:lnTo>
                <a:lnTo>
                  <a:pt x="68982" y="103267"/>
                </a:lnTo>
              </a:path>
            </a:pathLst>
          </a:custGeom>
          <a:solidFill xmlns:a="http://schemas.openxmlformats.org/drawingml/2006/main">
            <a:srgbClr val="0B5495"/>
          </a:solidFill>
          <a:ln xmlns:a="http://schemas.openxmlformats.org/drawingml/2006/main" w="0">
            <a:noFill/>
            <a:prstDash val="solid"/>
          </a:ln>
        </p:spPr>
      </p:sp>
      <p:sp>
        <p:nvSpPr>
          <p:cNvPr id="284" name="pdf-path-288">
            <a:extLst xmlns:a="http://schemas.openxmlformats.org/drawingml/2006/main">
              <a:ext uri="{FF2B5EF4-FFF2-40B4-BE49-F238E27FC236}">
                <a16:creationId xmlns:a16="http://schemas.microsoft.com/office/drawing/2014/main" id="{831920C9-0067-45E2-AC11-07A6760FFB2D}"/>
              </a:ext>
            </a:extLst>
          </p:cNvPr>
          <p:cNvSpPr>
            <a:spLocks xmlns:a="http://schemas.openxmlformats.org/drawingml/2006/main" noGrp="1"/>
          </p:cNvSpPr>
          <p:nvPr/>
        </p:nvSpPr>
        <p:spPr>
          <a:xfrm xmlns:a="http://schemas.openxmlformats.org/drawingml/2006/main">
            <a:off x="12309876" y="2392599"/>
            <a:ext cx="56608" cy="78224"/>
          </a:xfrm>
          <a:custGeom xmlns:a="http://schemas.openxmlformats.org/drawingml/2006/main">
            <a:pathLst>
              <a:path w="56608" h="78224">
                <a:moveTo>
                  <a:pt x="0" y="0"/>
                </a:moveTo>
                <a:lnTo>
                  <a:pt x="27031" y="78224"/>
                </a:lnTo>
                <a:lnTo>
                  <a:pt x="56608" y="925"/>
                </a:lnTo>
                <a:lnTo>
                  <a:pt x="0" y="0"/>
                </a:lnTo>
              </a:path>
            </a:pathLst>
          </a:custGeom>
          <a:solidFill xmlns:a="http://schemas.openxmlformats.org/drawingml/2006/main">
            <a:srgbClr val="0B5495"/>
          </a:solidFill>
          <a:ln xmlns:a="http://schemas.openxmlformats.org/drawingml/2006/main" w="0">
            <a:noFill/>
            <a:prstDash val="solid"/>
          </a:ln>
        </p:spPr>
      </p:sp>
      <p:sp>
        <p:nvSpPr>
          <p:cNvPr id="285" name="pdf-path-289">
            <a:extLst xmlns:a="http://schemas.openxmlformats.org/drawingml/2006/main">
              <a:ext uri="{FF2B5EF4-FFF2-40B4-BE49-F238E27FC236}">
                <a16:creationId xmlns:a16="http://schemas.microsoft.com/office/drawing/2014/main" id="{EDF63ACD-33C3-4162-BFA4-8AC878B89BB3}"/>
              </a:ext>
            </a:extLst>
          </p:cNvPr>
          <p:cNvSpPr>
            <a:spLocks xmlns:a="http://schemas.openxmlformats.org/drawingml/2006/main" noGrp="1"/>
          </p:cNvSpPr>
          <p:nvPr/>
        </p:nvSpPr>
        <p:spPr>
          <a:xfrm xmlns:a="http://schemas.openxmlformats.org/drawingml/2006/main">
            <a:off x="12297766" y="2383836"/>
            <a:ext cx="81092" cy="112029"/>
          </a:xfrm>
          <a:custGeom xmlns:a="http://schemas.openxmlformats.org/drawingml/2006/main">
            <a:pathLst>
              <a:path w="81092" h="112029">
                <a:moveTo>
                  <a:pt x="12110" y="8763"/>
                </a:moveTo>
                <a:lnTo>
                  <a:pt x="4010" y="11562"/>
                </a:lnTo>
                <a:lnTo>
                  <a:pt x="38729" y="112029"/>
                </a:lnTo>
                <a:lnTo>
                  <a:pt x="81092" y="1326"/>
                </a:lnTo>
                <a:lnTo>
                  <a:pt x="0" y="0"/>
                </a:lnTo>
                <a:lnTo>
                  <a:pt x="4010" y="11562"/>
                </a:lnTo>
                <a:lnTo>
                  <a:pt x="12110" y="8763"/>
                </a:lnTo>
                <a:lnTo>
                  <a:pt x="11973" y="17331"/>
                </a:lnTo>
                <a:lnTo>
                  <a:pt x="56346" y="18051"/>
                </a:lnTo>
                <a:lnTo>
                  <a:pt x="39552" y="61933"/>
                </a:lnTo>
                <a:lnTo>
                  <a:pt x="20210" y="5964"/>
                </a:lnTo>
                <a:lnTo>
                  <a:pt x="12110" y="8763"/>
                </a:lnTo>
                <a:lnTo>
                  <a:pt x="11973" y="17331"/>
                </a:lnTo>
                <a:lnTo>
                  <a:pt x="12110" y="8763"/>
                </a:lnTo>
              </a:path>
            </a:pathLst>
          </a:custGeom>
          <a:solidFill xmlns:a="http://schemas.openxmlformats.org/drawingml/2006/main">
            <a:srgbClr val="0B5495"/>
          </a:solidFill>
          <a:ln xmlns:a="http://schemas.openxmlformats.org/drawingml/2006/main" w="0">
            <a:noFill/>
            <a:prstDash val="solid"/>
          </a:ln>
        </p:spPr>
      </p:sp>
      <p:sp>
        <p:nvSpPr>
          <p:cNvPr id="286" name="pdf-path-291">
            <a:extLst xmlns:a="http://schemas.openxmlformats.org/drawingml/2006/main">
              <a:ext uri="{FF2B5EF4-FFF2-40B4-BE49-F238E27FC236}">
                <a16:creationId xmlns:a16="http://schemas.microsoft.com/office/drawing/2014/main" id="{C295D8CB-3AD2-42EB-89B8-D2A915DEB4D9}"/>
              </a:ext>
            </a:extLst>
          </p:cNvPr>
          <p:cNvSpPr>
            <a:spLocks xmlns:a="http://schemas.openxmlformats.org/drawingml/2006/main" noGrp="1"/>
          </p:cNvSpPr>
          <p:nvPr/>
        </p:nvSpPr>
        <p:spPr>
          <a:xfrm xmlns:a="http://schemas.openxmlformats.org/drawingml/2006/main">
            <a:off x="12505954" y="2219768"/>
            <a:ext cx="396168"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B5495"/>
                </a:solidFill>
                <a:latin typeface="Arial"/>
                <a:ea typeface="Arial"/>
                <a:cs typeface="Arial"/>
              </a:defRPr>
            </a:defPPr>
          </a:lstStyle>
          <a:p xmlns:a="http://schemas.openxmlformats.org/drawingml/2006/main">
            <a:pPr algn="l">
              <a:defRPr sz="1259" b="0" i="0">
                <a:solidFill>
                  <a:srgbClr val="0B5495"/>
                </a:solidFill>
                <a:latin typeface="Arial"/>
                <a:ea typeface="Arial"/>
                <a:cs typeface="Arial"/>
              </a:defRPr>
            </a:pPr>
            <a:r>
              <a:rPr sz="1259" b="0" i="0">
                <a:solidFill>
                  <a:srgbClr val="0B5495"/>
                </a:solidFill>
                <a:latin typeface="Arial"/>
                <a:ea typeface="Arial"/>
                <a:cs typeface="Arial"/>
              </a:rPr>
              <a:t>Loss</a:t>
            </a:r>
          </a:p>
        </p:txBody>
      </p:sp>
      <p:sp>
        <p:nvSpPr>
          <p:cNvPr id="287" name="pdf-path-292">
            <a:extLst xmlns:a="http://schemas.openxmlformats.org/drawingml/2006/main">
              <a:ext uri="{FF2B5EF4-FFF2-40B4-BE49-F238E27FC236}">
                <a16:creationId xmlns:a16="http://schemas.microsoft.com/office/drawing/2014/main" id="{0F283521-71CF-4F9D-AB5E-81DBB638E4A5}"/>
              </a:ext>
            </a:extLst>
          </p:cNvPr>
          <p:cNvSpPr>
            <a:spLocks xmlns:a="http://schemas.openxmlformats.org/drawingml/2006/main" noGrp="1"/>
          </p:cNvSpPr>
          <p:nvPr/>
        </p:nvSpPr>
        <p:spPr>
          <a:xfrm xmlns:a="http://schemas.openxmlformats.org/drawingml/2006/main">
            <a:off x="11948612" y="2644803"/>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288" name="pdf-path-293">
            <a:extLst xmlns:a="http://schemas.openxmlformats.org/drawingml/2006/main">
              <a:ext uri="{FF2B5EF4-FFF2-40B4-BE49-F238E27FC236}">
                <a16:creationId xmlns:a16="http://schemas.microsoft.com/office/drawing/2014/main" id="{5A93E891-8B76-4290-B550-87C5A221B4AC}"/>
              </a:ext>
            </a:extLst>
          </p:cNvPr>
          <p:cNvSpPr>
            <a:spLocks xmlns:a="http://schemas.openxmlformats.org/drawingml/2006/main" noGrp="1"/>
          </p:cNvSpPr>
          <p:nvPr/>
        </p:nvSpPr>
        <p:spPr>
          <a:xfrm xmlns:a="http://schemas.openxmlformats.org/drawingml/2006/main">
            <a:off x="11944323" y="2640514"/>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49" y="181822"/>
                </a:lnTo>
                <a:cubicBezTo>
                  <a:pt x="178691" y="181822"/>
                  <a:pt x="179766" y="181376"/>
                  <a:pt x="180577" y="180565"/>
                </a:cubicBezTo>
                <a:cubicBezTo>
                  <a:pt x="181388" y="179754"/>
                  <a:pt x="181833" y="178681"/>
                  <a:pt x="181833" y="177538"/>
                </a:cubicBezTo>
                <a:lnTo>
                  <a:pt x="181833" y="4284"/>
                </a:lnTo>
                <a:cubicBezTo>
                  <a:pt x="181833" y="3142"/>
                  <a:pt x="181388" y="2068"/>
                  <a:pt x="180577" y="1257"/>
                </a:cubicBezTo>
                <a:cubicBezTo>
                  <a:pt x="179766" y="446"/>
                  <a:pt x="178691" y="0"/>
                  <a:pt x="177549"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89" name="pdf-path-294">
            <a:extLst xmlns:a="http://schemas.openxmlformats.org/drawingml/2006/main">
              <a:ext uri="{FF2B5EF4-FFF2-40B4-BE49-F238E27FC236}">
                <a16:creationId xmlns:a16="http://schemas.microsoft.com/office/drawing/2014/main" id="{E0FE2344-941E-422F-959B-2519215D641F}"/>
              </a:ext>
            </a:extLst>
          </p:cNvPr>
          <p:cNvSpPr>
            <a:spLocks xmlns:a="http://schemas.openxmlformats.org/drawingml/2006/main" noGrp="1"/>
          </p:cNvSpPr>
          <p:nvPr/>
        </p:nvSpPr>
        <p:spPr>
          <a:xfrm xmlns:a="http://schemas.openxmlformats.org/drawingml/2006/main">
            <a:off x="12172374" y="2644803"/>
            <a:ext cx="173242" cy="173253"/>
          </a:xfrm>
          <a:custGeom xmlns:a="http://schemas.openxmlformats.org/drawingml/2006/main">
            <a:pathLst>
              <a:path w="173242" h="173253">
                <a:moveTo>
                  <a:pt x="0" y="0"/>
                </a:moveTo>
                <a:lnTo>
                  <a:pt x="173242" y="0"/>
                </a:lnTo>
                <a:lnTo>
                  <a:pt x="173242"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290" name="pdf-path-295">
            <a:extLst xmlns:a="http://schemas.openxmlformats.org/drawingml/2006/main">
              <a:ext uri="{FF2B5EF4-FFF2-40B4-BE49-F238E27FC236}">
                <a16:creationId xmlns:a16="http://schemas.microsoft.com/office/drawing/2014/main" id="{DD36A8D6-6CEB-4D60-857A-4814092F13A9}"/>
              </a:ext>
            </a:extLst>
          </p:cNvPr>
          <p:cNvSpPr>
            <a:spLocks xmlns:a="http://schemas.openxmlformats.org/drawingml/2006/main" noGrp="1"/>
          </p:cNvSpPr>
          <p:nvPr/>
        </p:nvSpPr>
        <p:spPr>
          <a:xfrm xmlns:a="http://schemas.openxmlformats.org/drawingml/2006/main">
            <a:off x="12168073" y="2640514"/>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91" name="pdf-path-296">
            <a:extLst xmlns:a="http://schemas.openxmlformats.org/drawingml/2006/main">
              <a:ext uri="{FF2B5EF4-FFF2-40B4-BE49-F238E27FC236}">
                <a16:creationId xmlns:a16="http://schemas.microsoft.com/office/drawing/2014/main" id="{CC43A001-D64E-446B-8B60-E76DB427F2D4}"/>
              </a:ext>
            </a:extLst>
          </p:cNvPr>
          <p:cNvSpPr>
            <a:spLocks xmlns:a="http://schemas.openxmlformats.org/drawingml/2006/main" noGrp="1"/>
          </p:cNvSpPr>
          <p:nvPr/>
        </p:nvSpPr>
        <p:spPr>
          <a:xfrm xmlns:a="http://schemas.openxmlformats.org/drawingml/2006/main">
            <a:off x="12396113" y="2644803"/>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292" name="pdf-path-297">
            <a:extLst xmlns:a="http://schemas.openxmlformats.org/drawingml/2006/main">
              <a:ext uri="{FF2B5EF4-FFF2-40B4-BE49-F238E27FC236}">
                <a16:creationId xmlns:a16="http://schemas.microsoft.com/office/drawing/2014/main" id="{09AB0997-1597-4361-BE5E-EA8A8D70B04F}"/>
              </a:ext>
            </a:extLst>
          </p:cNvPr>
          <p:cNvSpPr>
            <a:spLocks xmlns:a="http://schemas.openxmlformats.org/drawingml/2006/main" noGrp="1"/>
          </p:cNvSpPr>
          <p:nvPr/>
        </p:nvSpPr>
        <p:spPr>
          <a:xfrm xmlns:a="http://schemas.openxmlformats.org/drawingml/2006/main">
            <a:off x="12391822" y="2640514"/>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80" y="181822"/>
                  <a:pt x="179754" y="181376"/>
                  <a:pt x="180565" y="180565"/>
                </a:cubicBezTo>
                <a:cubicBezTo>
                  <a:pt x="181376" y="179754"/>
                  <a:pt x="181822" y="178681"/>
                  <a:pt x="181822" y="177538"/>
                </a:cubicBezTo>
                <a:lnTo>
                  <a:pt x="181822" y="4284"/>
                </a:lnTo>
                <a:cubicBezTo>
                  <a:pt x="181822" y="3142"/>
                  <a:pt x="181376" y="2068"/>
                  <a:pt x="180565" y="1257"/>
                </a:cubicBezTo>
                <a:cubicBezTo>
                  <a:pt x="179754" y="446"/>
                  <a:pt x="178680"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93" name="pdf-path-298">
            <a:extLst xmlns:a="http://schemas.openxmlformats.org/drawingml/2006/main">
              <a:ext uri="{FF2B5EF4-FFF2-40B4-BE49-F238E27FC236}">
                <a16:creationId xmlns:a16="http://schemas.microsoft.com/office/drawing/2014/main" id="{B8737F27-E0AA-4CE1-88C9-93E9DEDA3774}"/>
              </a:ext>
            </a:extLst>
          </p:cNvPr>
          <p:cNvSpPr>
            <a:spLocks xmlns:a="http://schemas.openxmlformats.org/drawingml/2006/main" noGrp="1"/>
          </p:cNvSpPr>
          <p:nvPr/>
        </p:nvSpPr>
        <p:spPr>
          <a:xfrm xmlns:a="http://schemas.openxmlformats.org/drawingml/2006/main">
            <a:off x="12619840" y="2644803"/>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294" name="pdf-path-299">
            <a:extLst xmlns:a="http://schemas.openxmlformats.org/drawingml/2006/main">
              <a:ext uri="{FF2B5EF4-FFF2-40B4-BE49-F238E27FC236}">
                <a16:creationId xmlns:a16="http://schemas.microsoft.com/office/drawing/2014/main" id="{65B75450-64D2-419E-83AC-4570861B259D}"/>
              </a:ext>
            </a:extLst>
          </p:cNvPr>
          <p:cNvSpPr>
            <a:spLocks xmlns:a="http://schemas.openxmlformats.org/drawingml/2006/main" noGrp="1"/>
          </p:cNvSpPr>
          <p:nvPr/>
        </p:nvSpPr>
        <p:spPr>
          <a:xfrm xmlns:a="http://schemas.openxmlformats.org/drawingml/2006/main">
            <a:off x="12615561" y="2640514"/>
            <a:ext cx="181833" cy="181822"/>
          </a:xfrm>
          <a:custGeom xmlns:a="http://schemas.openxmlformats.org/drawingml/2006/main">
            <a:pathLst>
              <a:path w="181833" h="181822">
                <a:moveTo>
                  <a:pt x="4284" y="4284"/>
                </a:moveTo>
                <a:lnTo>
                  <a:pt x="4284" y="8569"/>
                </a:lnTo>
                <a:lnTo>
                  <a:pt x="173266" y="8569"/>
                </a:lnTo>
                <a:lnTo>
                  <a:pt x="173266"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49" y="181822"/>
                </a:lnTo>
                <a:cubicBezTo>
                  <a:pt x="178691" y="181822"/>
                  <a:pt x="179766" y="181376"/>
                  <a:pt x="180577" y="180565"/>
                </a:cubicBezTo>
                <a:cubicBezTo>
                  <a:pt x="181388" y="179754"/>
                  <a:pt x="181833" y="178681"/>
                  <a:pt x="181833" y="177538"/>
                </a:cubicBezTo>
                <a:lnTo>
                  <a:pt x="181833" y="4284"/>
                </a:lnTo>
                <a:cubicBezTo>
                  <a:pt x="181833" y="3142"/>
                  <a:pt x="181388" y="2068"/>
                  <a:pt x="180577" y="1257"/>
                </a:cubicBezTo>
                <a:cubicBezTo>
                  <a:pt x="179766" y="446"/>
                  <a:pt x="178691" y="0"/>
                  <a:pt x="177549"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295" name="pdf-path-300">
            <a:extLst xmlns:a="http://schemas.openxmlformats.org/drawingml/2006/main">
              <a:ext uri="{FF2B5EF4-FFF2-40B4-BE49-F238E27FC236}">
                <a16:creationId xmlns:a16="http://schemas.microsoft.com/office/drawing/2014/main" id="{16F7B121-4FF5-4B97-A435-54C7C03FC228}"/>
              </a:ext>
            </a:extLst>
          </p:cNvPr>
          <p:cNvSpPr>
            <a:spLocks xmlns:a="http://schemas.openxmlformats.org/drawingml/2006/main" noGrp="1"/>
          </p:cNvSpPr>
          <p:nvPr/>
        </p:nvSpPr>
        <p:spPr>
          <a:xfrm xmlns:a="http://schemas.openxmlformats.org/drawingml/2006/main">
            <a:off x="12843578" y="2644803"/>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A6BFDD"/>
          </a:solidFill>
          <a:ln xmlns:a="http://schemas.openxmlformats.org/drawingml/2006/main" w="0">
            <a:noFill/>
            <a:prstDash val="solid"/>
          </a:ln>
        </p:spPr>
      </p:sp>
      <p:sp>
        <p:nvSpPr>
          <p:cNvPr id="296" name="pdf-path-301">
            <a:extLst xmlns:a="http://schemas.openxmlformats.org/drawingml/2006/main">
              <a:ext uri="{FF2B5EF4-FFF2-40B4-BE49-F238E27FC236}">
                <a16:creationId xmlns:a16="http://schemas.microsoft.com/office/drawing/2014/main" id="{3472B341-3719-49F7-B1D5-A1887438846D}"/>
              </a:ext>
            </a:extLst>
          </p:cNvPr>
          <p:cNvSpPr>
            <a:spLocks xmlns:a="http://schemas.openxmlformats.org/drawingml/2006/main" noGrp="1"/>
          </p:cNvSpPr>
          <p:nvPr/>
        </p:nvSpPr>
        <p:spPr>
          <a:xfrm xmlns:a="http://schemas.openxmlformats.org/drawingml/2006/main">
            <a:off x="12839310" y="2640514"/>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37895"/>
          </a:solidFill>
          <a:ln xmlns:a="http://schemas.openxmlformats.org/drawingml/2006/main" w="0">
            <a:noFill/>
            <a:prstDash val="solid"/>
          </a:ln>
        </p:spPr>
      </p:sp>
      <p:sp>
        <p:nvSpPr>
          <p:cNvPr id="297" name="pdf-path-302">
            <a:extLst xmlns:a="http://schemas.openxmlformats.org/drawingml/2006/main">
              <a:ext uri="{FF2B5EF4-FFF2-40B4-BE49-F238E27FC236}">
                <a16:creationId xmlns:a16="http://schemas.microsoft.com/office/drawing/2014/main" id="{C6692688-52EB-4334-A6FC-8D69086D0185}"/>
              </a:ext>
            </a:extLst>
          </p:cNvPr>
          <p:cNvSpPr>
            <a:spLocks xmlns:a="http://schemas.openxmlformats.org/drawingml/2006/main" noGrp="1"/>
          </p:cNvSpPr>
          <p:nvPr/>
        </p:nvSpPr>
        <p:spPr>
          <a:xfrm xmlns:a="http://schemas.openxmlformats.org/drawingml/2006/main">
            <a:off x="13067341" y="2644803"/>
            <a:ext cx="173254" cy="173253"/>
          </a:xfrm>
          <a:custGeom xmlns:a="http://schemas.openxmlformats.org/drawingml/2006/main">
            <a:pathLst>
              <a:path w="173254" h="173253">
                <a:moveTo>
                  <a:pt x="0" y="0"/>
                </a:moveTo>
                <a:lnTo>
                  <a:pt x="173254" y="0"/>
                </a:lnTo>
                <a:lnTo>
                  <a:pt x="173254"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298" name="pdf-path-303">
            <a:extLst xmlns:a="http://schemas.openxmlformats.org/drawingml/2006/main">
              <a:ext uri="{FF2B5EF4-FFF2-40B4-BE49-F238E27FC236}">
                <a16:creationId xmlns:a16="http://schemas.microsoft.com/office/drawing/2014/main" id="{CE003B6B-29C6-43E9-B639-667CF7FD9793}"/>
              </a:ext>
            </a:extLst>
          </p:cNvPr>
          <p:cNvSpPr>
            <a:spLocks xmlns:a="http://schemas.openxmlformats.org/drawingml/2006/main" noGrp="1"/>
          </p:cNvSpPr>
          <p:nvPr/>
        </p:nvSpPr>
        <p:spPr>
          <a:xfrm xmlns:a="http://schemas.openxmlformats.org/drawingml/2006/main">
            <a:off x="13063061" y="2640514"/>
            <a:ext cx="181823" cy="181822"/>
          </a:xfrm>
          <a:custGeom xmlns:a="http://schemas.openxmlformats.org/drawingml/2006/main">
            <a:pathLst>
              <a:path w="181823" h="181822">
                <a:moveTo>
                  <a:pt x="4284" y="4284"/>
                </a:moveTo>
                <a:lnTo>
                  <a:pt x="4284" y="8569"/>
                </a:lnTo>
                <a:lnTo>
                  <a:pt x="173254" y="8569"/>
                </a:lnTo>
                <a:lnTo>
                  <a:pt x="173254"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80" y="181822"/>
                  <a:pt x="179754" y="181376"/>
                  <a:pt x="180565" y="180565"/>
                </a:cubicBezTo>
                <a:cubicBezTo>
                  <a:pt x="181376" y="179754"/>
                  <a:pt x="181823" y="178681"/>
                  <a:pt x="181823" y="177538"/>
                </a:cubicBezTo>
                <a:lnTo>
                  <a:pt x="181823" y="4284"/>
                </a:lnTo>
                <a:cubicBezTo>
                  <a:pt x="181823" y="3142"/>
                  <a:pt x="181376" y="2068"/>
                  <a:pt x="180565" y="1257"/>
                </a:cubicBezTo>
                <a:cubicBezTo>
                  <a:pt x="179754" y="446"/>
                  <a:pt x="178680"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299" name="pdf-path-304">
            <a:extLst xmlns:a="http://schemas.openxmlformats.org/drawingml/2006/main">
              <a:ext uri="{FF2B5EF4-FFF2-40B4-BE49-F238E27FC236}">
                <a16:creationId xmlns:a16="http://schemas.microsoft.com/office/drawing/2014/main" id="{2E5F971E-CCB1-4ABB-993E-DA38E47A5C55}"/>
              </a:ext>
            </a:extLst>
          </p:cNvPr>
          <p:cNvSpPr>
            <a:spLocks xmlns:a="http://schemas.openxmlformats.org/drawingml/2006/main" noGrp="1"/>
          </p:cNvSpPr>
          <p:nvPr/>
        </p:nvSpPr>
        <p:spPr>
          <a:xfrm xmlns:a="http://schemas.openxmlformats.org/drawingml/2006/main">
            <a:off x="13291079" y="2644803"/>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00" name="pdf-path-305">
            <a:extLst xmlns:a="http://schemas.openxmlformats.org/drawingml/2006/main">
              <a:ext uri="{FF2B5EF4-FFF2-40B4-BE49-F238E27FC236}">
                <a16:creationId xmlns:a16="http://schemas.microsoft.com/office/drawing/2014/main" id="{11F20431-E44E-444E-8A52-0952B05C99DB}"/>
              </a:ext>
            </a:extLst>
          </p:cNvPr>
          <p:cNvSpPr>
            <a:spLocks xmlns:a="http://schemas.openxmlformats.org/drawingml/2006/main" noGrp="1"/>
          </p:cNvSpPr>
          <p:nvPr/>
        </p:nvSpPr>
        <p:spPr>
          <a:xfrm xmlns:a="http://schemas.openxmlformats.org/drawingml/2006/main">
            <a:off x="13286799" y="2640514"/>
            <a:ext cx="181833" cy="181822"/>
          </a:xfrm>
          <a:custGeom xmlns:a="http://schemas.openxmlformats.org/drawingml/2006/main">
            <a:pathLst>
              <a:path w="181833" h="181822">
                <a:moveTo>
                  <a:pt x="4283" y="4284"/>
                </a:moveTo>
                <a:lnTo>
                  <a:pt x="4283" y="8569"/>
                </a:lnTo>
                <a:lnTo>
                  <a:pt x="173264" y="8569"/>
                </a:lnTo>
                <a:lnTo>
                  <a:pt x="173264" y="173254"/>
                </a:lnTo>
                <a:lnTo>
                  <a:pt x="8567" y="173254"/>
                </a:lnTo>
                <a:lnTo>
                  <a:pt x="8567" y="4284"/>
                </a:lnTo>
                <a:lnTo>
                  <a:pt x="4283" y="4284"/>
                </a:lnTo>
                <a:lnTo>
                  <a:pt x="4283" y="8569"/>
                </a:lnTo>
                <a:lnTo>
                  <a:pt x="4283" y="4284"/>
                </a:lnTo>
                <a:lnTo>
                  <a:pt x="0" y="4284"/>
                </a:lnTo>
                <a:lnTo>
                  <a:pt x="0" y="177538"/>
                </a:lnTo>
                <a:cubicBezTo>
                  <a:pt x="0" y="178669"/>
                  <a:pt x="457" y="179766"/>
                  <a:pt x="1256" y="180565"/>
                </a:cubicBezTo>
                <a:cubicBezTo>
                  <a:pt x="2056" y="181365"/>
                  <a:pt x="3141" y="181822"/>
                  <a:pt x="4283" y="181822"/>
                </a:cubicBezTo>
                <a:lnTo>
                  <a:pt x="177549" y="181822"/>
                </a:lnTo>
                <a:cubicBezTo>
                  <a:pt x="178691" y="181822"/>
                  <a:pt x="179764" y="181376"/>
                  <a:pt x="180577" y="180565"/>
                </a:cubicBezTo>
                <a:cubicBezTo>
                  <a:pt x="181388" y="179754"/>
                  <a:pt x="181833" y="178681"/>
                  <a:pt x="181833" y="177538"/>
                </a:cubicBezTo>
                <a:lnTo>
                  <a:pt x="181833" y="4284"/>
                </a:lnTo>
                <a:cubicBezTo>
                  <a:pt x="181833" y="3142"/>
                  <a:pt x="181388" y="2068"/>
                  <a:pt x="180577" y="1257"/>
                </a:cubicBezTo>
                <a:cubicBezTo>
                  <a:pt x="179764" y="446"/>
                  <a:pt x="178691" y="0"/>
                  <a:pt x="177549" y="0"/>
                </a:cubicBezTo>
                <a:lnTo>
                  <a:pt x="4283" y="0"/>
                </a:lnTo>
                <a:cubicBezTo>
                  <a:pt x="3141" y="0"/>
                  <a:pt x="2056" y="457"/>
                  <a:pt x="1256" y="1257"/>
                </a:cubicBezTo>
                <a:cubicBezTo>
                  <a:pt x="457" y="2057"/>
                  <a:pt x="0" y="3153"/>
                  <a:pt x="0" y="4284"/>
                </a:cubicBezTo>
                <a:lnTo>
                  <a:pt x="4283" y="4284"/>
                </a:lnTo>
              </a:path>
            </a:pathLst>
          </a:custGeom>
          <a:solidFill xmlns:a="http://schemas.openxmlformats.org/drawingml/2006/main">
            <a:srgbClr val="666767"/>
          </a:solidFill>
          <a:ln xmlns:a="http://schemas.openxmlformats.org/drawingml/2006/main" w="0">
            <a:noFill/>
            <a:prstDash val="solid"/>
          </a:ln>
        </p:spPr>
      </p:sp>
      <p:sp>
        <p:nvSpPr>
          <p:cNvPr id="301" name="pdf-path-306">
            <a:extLst xmlns:a="http://schemas.openxmlformats.org/drawingml/2006/main">
              <a:ext uri="{FF2B5EF4-FFF2-40B4-BE49-F238E27FC236}">
                <a16:creationId xmlns:a16="http://schemas.microsoft.com/office/drawing/2014/main" id="{4A56CD6A-215B-4E80-B32C-4821E2DFB4CA}"/>
              </a:ext>
            </a:extLst>
          </p:cNvPr>
          <p:cNvSpPr>
            <a:spLocks xmlns:a="http://schemas.openxmlformats.org/drawingml/2006/main" noGrp="1"/>
          </p:cNvSpPr>
          <p:nvPr/>
        </p:nvSpPr>
        <p:spPr>
          <a:xfrm xmlns:a="http://schemas.openxmlformats.org/drawingml/2006/main">
            <a:off x="13514829" y="2644803"/>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02" name="pdf-path-307">
            <a:extLst xmlns:a="http://schemas.openxmlformats.org/drawingml/2006/main">
              <a:ext uri="{FF2B5EF4-FFF2-40B4-BE49-F238E27FC236}">
                <a16:creationId xmlns:a16="http://schemas.microsoft.com/office/drawing/2014/main" id="{4965949C-FC72-45F3-AD8B-DCE1E7496494}"/>
              </a:ext>
            </a:extLst>
          </p:cNvPr>
          <p:cNvSpPr>
            <a:spLocks xmlns:a="http://schemas.openxmlformats.org/drawingml/2006/main" noGrp="1"/>
          </p:cNvSpPr>
          <p:nvPr/>
        </p:nvSpPr>
        <p:spPr>
          <a:xfrm xmlns:a="http://schemas.openxmlformats.org/drawingml/2006/main">
            <a:off x="13510549" y="2640514"/>
            <a:ext cx="181822" cy="181822"/>
          </a:xfrm>
          <a:custGeom xmlns:a="http://schemas.openxmlformats.org/drawingml/2006/main">
            <a:pathLst>
              <a:path w="181822" h="181822">
                <a:moveTo>
                  <a:pt x="4283" y="4284"/>
                </a:moveTo>
                <a:lnTo>
                  <a:pt x="4283" y="8569"/>
                </a:lnTo>
                <a:lnTo>
                  <a:pt x="173253" y="8569"/>
                </a:lnTo>
                <a:lnTo>
                  <a:pt x="173253" y="173254"/>
                </a:lnTo>
                <a:lnTo>
                  <a:pt x="8567" y="173254"/>
                </a:lnTo>
                <a:lnTo>
                  <a:pt x="8567" y="4284"/>
                </a:lnTo>
                <a:lnTo>
                  <a:pt x="4283" y="4284"/>
                </a:lnTo>
                <a:lnTo>
                  <a:pt x="4283" y="8569"/>
                </a:lnTo>
                <a:lnTo>
                  <a:pt x="4283" y="4284"/>
                </a:lnTo>
                <a:lnTo>
                  <a:pt x="0" y="4284"/>
                </a:lnTo>
                <a:lnTo>
                  <a:pt x="0" y="177538"/>
                </a:lnTo>
                <a:cubicBezTo>
                  <a:pt x="0" y="178669"/>
                  <a:pt x="457" y="179766"/>
                  <a:pt x="1256" y="180565"/>
                </a:cubicBezTo>
                <a:cubicBezTo>
                  <a:pt x="2056" y="181365"/>
                  <a:pt x="3153" y="181822"/>
                  <a:pt x="4283" y="181822"/>
                </a:cubicBezTo>
                <a:lnTo>
                  <a:pt x="177537" y="181822"/>
                </a:lnTo>
                <a:cubicBezTo>
                  <a:pt x="178679" y="181822"/>
                  <a:pt x="179741" y="181376"/>
                  <a:pt x="180565" y="180565"/>
                </a:cubicBezTo>
                <a:cubicBezTo>
                  <a:pt x="181376" y="179754"/>
                  <a:pt x="181822" y="178681"/>
                  <a:pt x="181822" y="177538"/>
                </a:cubicBezTo>
                <a:lnTo>
                  <a:pt x="181822" y="4284"/>
                </a:lnTo>
                <a:cubicBezTo>
                  <a:pt x="181822" y="3142"/>
                  <a:pt x="181376" y="2068"/>
                  <a:pt x="180565" y="1257"/>
                </a:cubicBezTo>
                <a:cubicBezTo>
                  <a:pt x="179741" y="446"/>
                  <a:pt x="178679" y="0"/>
                  <a:pt x="177537" y="0"/>
                </a:cubicBezTo>
                <a:lnTo>
                  <a:pt x="4283" y="0"/>
                </a:lnTo>
                <a:cubicBezTo>
                  <a:pt x="3153" y="0"/>
                  <a:pt x="2056" y="457"/>
                  <a:pt x="1256" y="1257"/>
                </a:cubicBezTo>
                <a:cubicBezTo>
                  <a:pt x="457" y="2057"/>
                  <a:pt x="0" y="3153"/>
                  <a:pt x="0" y="4284"/>
                </a:cubicBezTo>
                <a:lnTo>
                  <a:pt x="4283" y="4284"/>
                </a:lnTo>
              </a:path>
            </a:pathLst>
          </a:custGeom>
          <a:solidFill xmlns:a="http://schemas.openxmlformats.org/drawingml/2006/main">
            <a:srgbClr val="666767"/>
          </a:solidFill>
          <a:ln xmlns:a="http://schemas.openxmlformats.org/drawingml/2006/main" w="0">
            <a:noFill/>
            <a:prstDash val="solid"/>
          </a:ln>
        </p:spPr>
      </p:sp>
      <p:sp>
        <p:nvSpPr>
          <p:cNvPr id="303" name="pdf-path-308">
            <a:extLst xmlns:a="http://schemas.openxmlformats.org/drawingml/2006/main">
              <a:ext uri="{FF2B5EF4-FFF2-40B4-BE49-F238E27FC236}">
                <a16:creationId xmlns:a16="http://schemas.microsoft.com/office/drawing/2014/main" id="{7FC1AC54-02D9-488E-803A-5A29FAF213A8}"/>
              </a:ext>
            </a:extLst>
          </p:cNvPr>
          <p:cNvSpPr>
            <a:spLocks xmlns:a="http://schemas.openxmlformats.org/drawingml/2006/main" noGrp="1"/>
          </p:cNvSpPr>
          <p:nvPr/>
        </p:nvSpPr>
        <p:spPr>
          <a:xfrm xmlns:a="http://schemas.openxmlformats.org/drawingml/2006/main">
            <a:off x="11050047" y="2644803"/>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04" name="pdf-path-309">
            <a:extLst xmlns:a="http://schemas.openxmlformats.org/drawingml/2006/main">
              <a:ext uri="{FF2B5EF4-FFF2-40B4-BE49-F238E27FC236}">
                <a16:creationId xmlns:a16="http://schemas.microsoft.com/office/drawing/2014/main" id="{843EA350-C94B-4962-A6B2-01E53FC23803}"/>
              </a:ext>
            </a:extLst>
          </p:cNvPr>
          <p:cNvSpPr>
            <a:spLocks xmlns:a="http://schemas.openxmlformats.org/drawingml/2006/main" noGrp="1"/>
          </p:cNvSpPr>
          <p:nvPr/>
        </p:nvSpPr>
        <p:spPr>
          <a:xfrm xmlns:a="http://schemas.openxmlformats.org/drawingml/2006/main">
            <a:off x="11045765" y="2640514"/>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05" name="pdf-path-310">
            <a:extLst xmlns:a="http://schemas.openxmlformats.org/drawingml/2006/main">
              <a:ext uri="{FF2B5EF4-FFF2-40B4-BE49-F238E27FC236}">
                <a16:creationId xmlns:a16="http://schemas.microsoft.com/office/drawing/2014/main" id="{D3FA1EDA-4D03-43A8-85DA-71D582DB1EFC}"/>
              </a:ext>
            </a:extLst>
          </p:cNvPr>
          <p:cNvSpPr>
            <a:spLocks xmlns:a="http://schemas.openxmlformats.org/drawingml/2006/main" noGrp="1"/>
          </p:cNvSpPr>
          <p:nvPr/>
        </p:nvSpPr>
        <p:spPr>
          <a:xfrm xmlns:a="http://schemas.openxmlformats.org/drawingml/2006/main">
            <a:off x="11273797" y="2644803"/>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06" name="pdf-path-311">
            <a:extLst xmlns:a="http://schemas.openxmlformats.org/drawingml/2006/main">
              <a:ext uri="{FF2B5EF4-FFF2-40B4-BE49-F238E27FC236}">
                <a16:creationId xmlns:a16="http://schemas.microsoft.com/office/drawing/2014/main" id="{4E645242-C959-4259-95BF-3EC48A10F06F}"/>
              </a:ext>
            </a:extLst>
          </p:cNvPr>
          <p:cNvSpPr>
            <a:spLocks xmlns:a="http://schemas.openxmlformats.org/drawingml/2006/main" noGrp="1"/>
          </p:cNvSpPr>
          <p:nvPr/>
        </p:nvSpPr>
        <p:spPr>
          <a:xfrm xmlns:a="http://schemas.openxmlformats.org/drawingml/2006/main">
            <a:off x="11269515" y="2640514"/>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80" y="181822"/>
                  <a:pt x="179754" y="181376"/>
                  <a:pt x="180565" y="180565"/>
                </a:cubicBezTo>
                <a:cubicBezTo>
                  <a:pt x="181376" y="179754"/>
                  <a:pt x="181822" y="178681"/>
                  <a:pt x="181822" y="177538"/>
                </a:cubicBezTo>
                <a:lnTo>
                  <a:pt x="181822" y="4284"/>
                </a:lnTo>
                <a:cubicBezTo>
                  <a:pt x="181822" y="3142"/>
                  <a:pt x="181376" y="2068"/>
                  <a:pt x="180565" y="1257"/>
                </a:cubicBezTo>
                <a:cubicBezTo>
                  <a:pt x="179754" y="446"/>
                  <a:pt x="178680"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07" name="pdf-path-312">
            <a:extLst xmlns:a="http://schemas.openxmlformats.org/drawingml/2006/main">
              <a:ext uri="{FF2B5EF4-FFF2-40B4-BE49-F238E27FC236}">
                <a16:creationId xmlns:a16="http://schemas.microsoft.com/office/drawing/2014/main" id="{FC4C0CEC-252B-4D67-B839-EC4E33F88D0A}"/>
              </a:ext>
            </a:extLst>
          </p:cNvPr>
          <p:cNvSpPr>
            <a:spLocks xmlns:a="http://schemas.openxmlformats.org/drawingml/2006/main" noGrp="1"/>
          </p:cNvSpPr>
          <p:nvPr/>
        </p:nvSpPr>
        <p:spPr>
          <a:xfrm xmlns:a="http://schemas.openxmlformats.org/drawingml/2006/main">
            <a:off x="11497535" y="2644803"/>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08" name="pdf-path-313">
            <a:extLst xmlns:a="http://schemas.openxmlformats.org/drawingml/2006/main">
              <a:ext uri="{FF2B5EF4-FFF2-40B4-BE49-F238E27FC236}">
                <a16:creationId xmlns:a16="http://schemas.microsoft.com/office/drawing/2014/main" id="{63B80C61-EF1B-425E-BB95-F6468021DCB3}"/>
              </a:ext>
            </a:extLst>
          </p:cNvPr>
          <p:cNvSpPr>
            <a:spLocks xmlns:a="http://schemas.openxmlformats.org/drawingml/2006/main" noGrp="1"/>
          </p:cNvSpPr>
          <p:nvPr/>
        </p:nvSpPr>
        <p:spPr>
          <a:xfrm xmlns:a="http://schemas.openxmlformats.org/drawingml/2006/main">
            <a:off x="11493254" y="2640514"/>
            <a:ext cx="181833" cy="181822"/>
          </a:xfrm>
          <a:custGeom xmlns:a="http://schemas.openxmlformats.org/drawingml/2006/main">
            <a:pathLst>
              <a:path w="181833" h="181822">
                <a:moveTo>
                  <a:pt x="4284" y="4284"/>
                </a:moveTo>
                <a:lnTo>
                  <a:pt x="4284" y="8569"/>
                </a:lnTo>
                <a:lnTo>
                  <a:pt x="173266" y="8569"/>
                </a:lnTo>
                <a:lnTo>
                  <a:pt x="173266"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49" y="181822"/>
                </a:lnTo>
                <a:cubicBezTo>
                  <a:pt x="178691" y="181822"/>
                  <a:pt x="179766" y="181376"/>
                  <a:pt x="180577" y="180565"/>
                </a:cubicBezTo>
                <a:cubicBezTo>
                  <a:pt x="181388" y="179754"/>
                  <a:pt x="181833" y="178681"/>
                  <a:pt x="181833" y="177538"/>
                </a:cubicBezTo>
                <a:lnTo>
                  <a:pt x="181833" y="4284"/>
                </a:lnTo>
                <a:cubicBezTo>
                  <a:pt x="181833" y="3142"/>
                  <a:pt x="181388" y="2068"/>
                  <a:pt x="180577" y="1257"/>
                </a:cubicBezTo>
                <a:cubicBezTo>
                  <a:pt x="179766" y="446"/>
                  <a:pt x="178691" y="0"/>
                  <a:pt x="177549"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09" name="pdf-path-314">
            <a:extLst xmlns:a="http://schemas.openxmlformats.org/drawingml/2006/main">
              <a:ext uri="{FF2B5EF4-FFF2-40B4-BE49-F238E27FC236}">
                <a16:creationId xmlns:a16="http://schemas.microsoft.com/office/drawing/2014/main" id="{185395F2-6EA2-441B-BBC3-AFAEA989DF5F}"/>
              </a:ext>
            </a:extLst>
          </p:cNvPr>
          <p:cNvSpPr>
            <a:spLocks xmlns:a="http://schemas.openxmlformats.org/drawingml/2006/main" noGrp="1"/>
          </p:cNvSpPr>
          <p:nvPr/>
        </p:nvSpPr>
        <p:spPr>
          <a:xfrm xmlns:a="http://schemas.openxmlformats.org/drawingml/2006/main">
            <a:off x="11721286" y="2644803"/>
            <a:ext cx="173254" cy="173253"/>
          </a:xfrm>
          <a:custGeom xmlns:a="http://schemas.openxmlformats.org/drawingml/2006/main">
            <a:pathLst>
              <a:path w="173254" h="173253">
                <a:moveTo>
                  <a:pt x="0" y="0"/>
                </a:moveTo>
                <a:lnTo>
                  <a:pt x="173254" y="0"/>
                </a:lnTo>
                <a:lnTo>
                  <a:pt x="173254" y="173253"/>
                </a:lnTo>
                <a:lnTo>
                  <a:pt x="0" y="173253"/>
                </a:lnTo>
                <a:close/>
              </a:path>
            </a:pathLst>
          </a:custGeom>
          <a:solidFill xmlns:a="http://schemas.openxmlformats.org/drawingml/2006/main">
            <a:srgbClr val="A6BFDD"/>
          </a:solidFill>
          <a:ln xmlns:a="http://schemas.openxmlformats.org/drawingml/2006/main" w="0">
            <a:noFill/>
            <a:prstDash val="solid"/>
          </a:ln>
        </p:spPr>
      </p:sp>
      <p:sp>
        <p:nvSpPr>
          <p:cNvPr id="310" name="pdf-path-315">
            <a:extLst xmlns:a="http://schemas.openxmlformats.org/drawingml/2006/main">
              <a:ext uri="{FF2B5EF4-FFF2-40B4-BE49-F238E27FC236}">
                <a16:creationId xmlns:a16="http://schemas.microsoft.com/office/drawing/2014/main" id="{D1B0005E-DE2D-4D4C-B30A-A229B418939D}"/>
              </a:ext>
            </a:extLst>
          </p:cNvPr>
          <p:cNvSpPr>
            <a:spLocks xmlns:a="http://schemas.openxmlformats.org/drawingml/2006/main" noGrp="1"/>
          </p:cNvSpPr>
          <p:nvPr/>
        </p:nvSpPr>
        <p:spPr>
          <a:xfrm xmlns:a="http://schemas.openxmlformats.org/drawingml/2006/main">
            <a:off x="11717003" y="2640514"/>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37895"/>
          </a:solidFill>
          <a:ln xmlns:a="http://schemas.openxmlformats.org/drawingml/2006/main" w="0">
            <a:noFill/>
            <a:prstDash val="solid"/>
          </a:ln>
        </p:spPr>
      </p:sp>
      <p:sp>
        <p:nvSpPr>
          <p:cNvPr id="311" name="pdf-path-317">
            <a:extLst xmlns:a="http://schemas.openxmlformats.org/drawingml/2006/main">
              <a:ext uri="{FF2B5EF4-FFF2-40B4-BE49-F238E27FC236}">
                <a16:creationId xmlns:a16="http://schemas.microsoft.com/office/drawing/2014/main" id="{519EE702-98F2-4BF5-94A5-B87AE9888209}"/>
              </a:ext>
            </a:extLst>
          </p:cNvPr>
          <p:cNvSpPr>
            <a:spLocks xmlns:a="http://schemas.openxmlformats.org/drawingml/2006/main" noGrp="1"/>
          </p:cNvSpPr>
          <p:nvPr/>
        </p:nvSpPr>
        <p:spPr>
          <a:xfrm xmlns:a="http://schemas.openxmlformats.org/drawingml/2006/main">
            <a:off x="13622367" y="2149274"/>
            <a:ext cx="224768" cy="34342"/>
          </a:xfrm>
          <a:custGeom xmlns:a="http://schemas.openxmlformats.org/drawingml/2006/main">
            <a:pathLst>
              <a:path w="224768" h="34342">
                <a:moveTo>
                  <a:pt x="0" y="0"/>
                </a:moveTo>
                <a:lnTo>
                  <a:pt x="34320" y="0"/>
                </a:lnTo>
                <a:lnTo>
                  <a:pt x="34320" y="34342"/>
                </a:lnTo>
                <a:lnTo>
                  <a:pt x="0" y="34342"/>
                </a:lnTo>
                <a:close/>
                <a:moveTo>
                  <a:pt x="95237" y="0"/>
                </a:moveTo>
                <a:lnTo>
                  <a:pt x="129545" y="0"/>
                </a:lnTo>
                <a:lnTo>
                  <a:pt x="129545" y="34342"/>
                </a:lnTo>
                <a:lnTo>
                  <a:pt x="95237" y="34342"/>
                </a:lnTo>
                <a:close/>
                <a:moveTo>
                  <a:pt x="190460" y="0"/>
                </a:moveTo>
                <a:lnTo>
                  <a:pt x="224768" y="0"/>
                </a:lnTo>
                <a:lnTo>
                  <a:pt x="224768" y="34342"/>
                </a:lnTo>
                <a:lnTo>
                  <a:pt x="190460" y="34342"/>
                </a:lnTo>
                <a:close/>
              </a:path>
            </a:pathLst>
          </a:custGeom>
          <a:solidFill xmlns:a="http://schemas.openxmlformats.org/drawingml/2006/main">
            <a:srgbClr val="030404"/>
          </a:solidFill>
          <a:ln xmlns:a="http://schemas.openxmlformats.org/drawingml/2006/main" w="0">
            <a:noFill/>
            <a:prstDash val="solid"/>
          </a:ln>
        </p:spPr>
      </p:sp>
      <p:sp>
        <p:nvSpPr>
          <p:cNvPr id="312" name="pdf-path-318">
            <a:extLst xmlns:a="http://schemas.openxmlformats.org/drawingml/2006/main">
              <a:ext uri="{FF2B5EF4-FFF2-40B4-BE49-F238E27FC236}">
                <a16:creationId xmlns:a16="http://schemas.microsoft.com/office/drawing/2014/main" id="{5ACB8F41-DDED-47AB-8D66-D5215695C2ED}"/>
              </a:ext>
            </a:extLst>
          </p:cNvPr>
          <p:cNvSpPr>
            <a:spLocks xmlns:a="http://schemas.openxmlformats.org/drawingml/2006/main" noGrp="1"/>
          </p:cNvSpPr>
          <p:nvPr/>
        </p:nvSpPr>
        <p:spPr>
          <a:xfrm xmlns:a="http://schemas.openxmlformats.org/drawingml/2006/main">
            <a:off x="7867561" y="1776707"/>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E6B8AF"/>
          </a:solidFill>
          <a:ln xmlns:a="http://schemas.openxmlformats.org/drawingml/2006/main" w="0">
            <a:noFill/>
            <a:prstDash val="solid"/>
          </a:ln>
        </p:spPr>
      </p:sp>
      <p:sp>
        <p:nvSpPr>
          <p:cNvPr id="313" name="pdf-path-319">
            <a:extLst xmlns:a="http://schemas.openxmlformats.org/drawingml/2006/main">
              <a:ext uri="{FF2B5EF4-FFF2-40B4-BE49-F238E27FC236}">
                <a16:creationId xmlns:a16="http://schemas.microsoft.com/office/drawing/2014/main" id="{2B623D32-A1E5-42C6-94B7-1B5B48FA9FBA}"/>
              </a:ext>
            </a:extLst>
          </p:cNvPr>
          <p:cNvSpPr>
            <a:spLocks xmlns:a="http://schemas.openxmlformats.org/drawingml/2006/main" noGrp="1"/>
          </p:cNvSpPr>
          <p:nvPr/>
        </p:nvSpPr>
        <p:spPr>
          <a:xfrm xmlns:a="http://schemas.openxmlformats.org/drawingml/2006/main">
            <a:off x="7863274" y="1772425"/>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80"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314" name="pdf-path-320">
            <a:extLst xmlns:a="http://schemas.openxmlformats.org/drawingml/2006/main">
              <a:ext uri="{FF2B5EF4-FFF2-40B4-BE49-F238E27FC236}">
                <a16:creationId xmlns:a16="http://schemas.microsoft.com/office/drawing/2014/main" id="{E24384EB-2501-4CD3-8779-C87F3C99E6D7}"/>
              </a:ext>
            </a:extLst>
          </p:cNvPr>
          <p:cNvSpPr>
            <a:spLocks xmlns:a="http://schemas.openxmlformats.org/drawingml/2006/main" noGrp="1"/>
          </p:cNvSpPr>
          <p:nvPr/>
        </p:nvSpPr>
        <p:spPr>
          <a:xfrm xmlns:a="http://schemas.openxmlformats.org/drawingml/2006/main">
            <a:off x="8091311"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E6B8AF"/>
          </a:solidFill>
          <a:ln xmlns:a="http://schemas.openxmlformats.org/drawingml/2006/main" w="0">
            <a:noFill/>
            <a:prstDash val="solid"/>
          </a:ln>
        </p:spPr>
      </p:sp>
      <p:sp>
        <p:nvSpPr>
          <p:cNvPr id="315" name="pdf-path-321">
            <a:extLst xmlns:a="http://schemas.openxmlformats.org/drawingml/2006/main">
              <a:ext uri="{FF2B5EF4-FFF2-40B4-BE49-F238E27FC236}">
                <a16:creationId xmlns:a16="http://schemas.microsoft.com/office/drawing/2014/main" id="{78256616-9ECF-4756-A1D4-24318AC84ADB}"/>
              </a:ext>
            </a:extLst>
          </p:cNvPr>
          <p:cNvSpPr>
            <a:spLocks xmlns:a="http://schemas.openxmlformats.org/drawingml/2006/main" noGrp="1"/>
          </p:cNvSpPr>
          <p:nvPr/>
        </p:nvSpPr>
        <p:spPr>
          <a:xfrm xmlns:a="http://schemas.openxmlformats.org/drawingml/2006/main">
            <a:off x="8087023"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316" name="pdf-path-322">
            <a:extLst xmlns:a="http://schemas.openxmlformats.org/drawingml/2006/main">
              <a:ext uri="{FF2B5EF4-FFF2-40B4-BE49-F238E27FC236}">
                <a16:creationId xmlns:a16="http://schemas.microsoft.com/office/drawing/2014/main" id="{9E01D976-07B2-49EA-AC8D-61DA5CC02F49}"/>
              </a:ext>
            </a:extLst>
          </p:cNvPr>
          <p:cNvSpPr>
            <a:spLocks xmlns:a="http://schemas.openxmlformats.org/drawingml/2006/main" noGrp="1"/>
          </p:cNvSpPr>
          <p:nvPr/>
        </p:nvSpPr>
        <p:spPr>
          <a:xfrm xmlns:a="http://schemas.openxmlformats.org/drawingml/2006/main">
            <a:off x="8315062"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E6B8AF"/>
          </a:solidFill>
          <a:ln xmlns:a="http://schemas.openxmlformats.org/drawingml/2006/main" w="0">
            <a:noFill/>
            <a:prstDash val="solid"/>
          </a:ln>
        </p:spPr>
      </p:sp>
      <p:sp>
        <p:nvSpPr>
          <p:cNvPr id="317" name="pdf-path-323">
            <a:extLst xmlns:a="http://schemas.openxmlformats.org/drawingml/2006/main">
              <a:ext uri="{FF2B5EF4-FFF2-40B4-BE49-F238E27FC236}">
                <a16:creationId xmlns:a16="http://schemas.microsoft.com/office/drawing/2014/main" id="{8BA1484F-3512-4119-999E-258AEBB88A43}"/>
              </a:ext>
            </a:extLst>
          </p:cNvPr>
          <p:cNvSpPr>
            <a:spLocks xmlns:a="http://schemas.openxmlformats.org/drawingml/2006/main" noGrp="1"/>
          </p:cNvSpPr>
          <p:nvPr/>
        </p:nvSpPr>
        <p:spPr>
          <a:xfrm xmlns:a="http://schemas.openxmlformats.org/drawingml/2006/main">
            <a:off x="8310774"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9140A"/>
          </a:solidFill>
          <a:ln xmlns:a="http://schemas.openxmlformats.org/drawingml/2006/main" w="0">
            <a:noFill/>
            <a:prstDash val="solid"/>
          </a:ln>
        </p:spPr>
      </p:sp>
      <p:sp>
        <p:nvSpPr>
          <p:cNvPr id="318" name="pdf-path-324">
            <a:extLst xmlns:a="http://schemas.openxmlformats.org/drawingml/2006/main">
              <a:ext uri="{FF2B5EF4-FFF2-40B4-BE49-F238E27FC236}">
                <a16:creationId xmlns:a16="http://schemas.microsoft.com/office/drawing/2014/main" id="{CB62CAEA-6D5F-4F83-A095-68C8AB12A9B8}"/>
              </a:ext>
            </a:extLst>
          </p:cNvPr>
          <p:cNvSpPr>
            <a:spLocks xmlns:a="http://schemas.openxmlformats.org/drawingml/2006/main" noGrp="1"/>
          </p:cNvSpPr>
          <p:nvPr/>
        </p:nvSpPr>
        <p:spPr>
          <a:xfrm xmlns:a="http://schemas.openxmlformats.org/drawingml/2006/main">
            <a:off x="8538801" y="1776707"/>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E6D2C9"/>
          </a:solidFill>
          <a:ln xmlns:a="http://schemas.openxmlformats.org/drawingml/2006/main" w="0">
            <a:noFill/>
            <a:prstDash val="solid"/>
          </a:ln>
        </p:spPr>
      </p:sp>
      <p:sp>
        <p:nvSpPr>
          <p:cNvPr id="319" name="pdf-path-325">
            <a:extLst xmlns:a="http://schemas.openxmlformats.org/drawingml/2006/main">
              <a:ext uri="{FF2B5EF4-FFF2-40B4-BE49-F238E27FC236}">
                <a16:creationId xmlns:a16="http://schemas.microsoft.com/office/drawing/2014/main" id="{929AA54D-894C-4B07-8FAD-BE012B87EBA2}"/>
              </a:ext>
            </a:extLst>
          </p:cNvPr>
          <p:cNvSpPr>
            <a:spLocks xmlns:a="http://schemas.openxmlformats.org/drawingml/2006/main" noGrp="1"/>
          </p:cNvSpPr>
          <p:nvPr/>
        </p:nvSpPr>
        <p:spPr>
          <a:xfrm xmlns:a="http://schemas.openxmlformats.org/drawingml/2006/main">
            <a:off x="8534513" y="1772425"/>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80"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B3736"/>
          </a:solidFill>
          <a:ln xmlns:a="http://schemas.openxmlformats.org/drawingml/2006/main" w="0">
            <a:noFill/>
            <a:prstDash val="solid"/>
          </a:ln>
        </p:spPr>
      </p:sp>
      <p:sp>
        <p:nvSpPr>
          <p:cNvPr id="320" name="pdf-path-326">
            <a:extLst xmlns:a="http://schemas.openxmlformats.org/drawingml/2006/main">
              <a:ext uri="{FF2B5EF4-FFF2-40B4-BE49-F238E27FC236}">
                <a16:creationId xmlns:a16="http://schemas.microsoft.com/office/drawing/2014/main" id="{7DD1AEA7-279A-4D6C-A419-B175807ECD99}"/>
              </a:ext>
            </a:extLst>
          </p:cNvPr>
          <p:cNvSpPr>
            <a:spLocks xmlns:a="http://schemas.openxmlformats.org/drawingml/2006/main" noGrp="1"/>
          </p:cNvSpPr>
          <p:nvPr/>
        </p:nvSpPr>
        <p:spPr>
          <a:xfrm xmlns:a="http://schemas.openxmlformats.org/drawingml/2006/main">
            <a:off x="8766127"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21" name="pdf-path-327">
            <a:extLst xmlns:a="http://schemas.openxmlformats.org/drawingml/2006/main">
              <a:ext uri="{FF2B5EF4-FFF2-40B4-BE49-F238E27FC236}">
                <a16:creationId xmlns:a16="http://schemas.microsoft.com/office/drawing/2014/main" id="{372493F6-9591-4A32-B64C-9295998ED6C9}"/>
              </a:ext>
            </a:extLst>
          </p:cNvPr>
          <p:cNvSpPr>
            <a:spLocks xmlns:a="http://schemas.openxmlformats.org/drawingml/2006/main" noGrp="1"/>
          </p:cNvSpPr>
          <p:nvPr/>
        </p:nvSpPr>
        <p:spPr>
          <a:xfrm xmlns:a="http://schemas.openxmlformats.org/drawingml/2006/main">
            <a:off x="8761844"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22" name="pdf-path-328">
            <a:extLst xmlns:a="http://schemas.openxmlformats.org/drawingml/2006/main">
              <a:ext uri="{FF2B5EF4-FFF2-40B4-BE49-F238E27FC236}">
                <a16:creationId xmlns:a16="http://schemas.microsoft.com/office/drawing/2014/main" id="{D61A075E-C11D-4FA4-A87D-01BA8BBB04F0}"/>
              </a:ext>
            </a:extLst>
          </p:cNvPr>
          <p:cNvSpPr>
            <a:spLocks xmlns:a="http://schemas.openxmlformats.org/drawingml/2006/main" noGrp="1"/>
          </p:cNvSpPr>
          <p:nvPr/>
        </p:nvSpPr>
        <p:spPr>
          <a:xfrm xmlns:a="http://schemas.openxmlformats.org/drawingml/2006/main">
            <a:off x="8989865" y="1776707"/>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23" name="pdf-path-329">
            <a:extLst xmlns:a="http://schemas.openxmlformats.org/drawingml/2006/main">
              <a:ext uri="{FF2B5EF4-FFF2-40B4-BE49-F238E27FC236}">
                <a16:creationId xmlns:a16="http://schemas.microsoft.com/office/drawing/2014/main" id="{80B045E6-6E36-4442-83B0-B6F8FFFFE298}"/>
              </a:ext>
            </a:extLst>
          </p:cNvPr>
          <p:cNvSpPr>
            <a:spLocks xmlns:a="http://schemas.openxmlformats.org/drawingml/2006/main" noGrp="1"/>
          </p:cNvSpPr>
          <p:nvPr/>
        </p:nvSpPr>
        <p:spPr>
          <a:xfrm xmlns:a="http://schemas.openxmlformats.org/drawingml/2006/main">
            <a:off x="8985583" y="1772425"/>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80"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24" name="pdf-path-330">
            <a:extLst xmlns:a="http://schemas.openxmlformats.org/drawingml/2006/main">
              <a:ext uri="{FF2B5EF4-FFF2-40B4-BE49-F238E27FC236}">
                <a16:creationId xmlns:a16="http://schemas.microsoft.com/office/drawing/2014/main" id="{47EAC4EE-C07D-4072-ACA5-2CF71DB87E38}"/>
              </a:ext>
            </a:extLst>
          </p:cNvPr>
          <p:cNvSpPr>
            <a:spLocks xmlns:a="http://schemas.openxmlformats.org/drawingml/2006/main" noGrp="1"/>
          </p:cNvSpPr>
          <p:nvPr/>
        </p:nvSpPr>
        <p:spPr>
          <a:xfrm xmlns:a="http://schemas.openxmlformats.org/drawingml/2006/main">
            <a:off x="9213616"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25" name="pdf-path-331">
            <a:extLst xmlns:a="http://schemas.openxmlformats.org/drawingml/2006/main">
              <a:ext uri="{FF2B5EF4-FFF2-40B4-BE49-F238E27FC236}">
                <a16:creationId xmlns:a16="http://schemas.microsoft.com/office/drawing/2014/main" id="{DA7B5856-FE40-4354-A180-BB6ED09E0418}"/>
              </a:ext>
            </a:extLst>
          </p:cNvPr>
          <p:cNvSpPr>
            <a:spLocks xmlns:a="http://schemas.openxmlformats.org/drawingml/2006/main" noGrp="1"/>
          </p:cNvSpPr>
          <p:nvPr/>
        </p:nvSpPr>
        <p:spPr>
          <a:xfrm xmlns:a="http://schemas.openxmlformats.org/drawingml/2006/main">
            <a:off x="9209332"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26" name="pdf-path-332">
            <a:extLst xmlns:a="http://schemas.openxmlformats.org/drawingml/2006/main">
              <a:ext uri="{FF2B5EF4-FFF2-40B4-BE49-F238E27FC236}">
                <a16:creationId xmlns:a16="http://schemas.microsoft.com/office/drawing/2014/main" id="{39D95846-6B26-4C54-ACF1-20BB65BFA74D}"/>
              </a:ext>
            </a:extLst>
          </p:cNvPr>
          <p:cNvSpPr>
            <a:spLocks xmlns:a="http://schemas.openxmlformats.org/drawingml/2006/main" noGrp="1"/>
          </p:cNvSpPr>
          <p:nvPr/>
        </p:nvSpPr>
        <p:spPr>
          <a:xfrm xmlns:a="http://schemas.openxmlformats.org/drawingml/2006/main">
            <a:off x="9437366"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27" name="pdf-path-333">
            <a:extLst xmlns:a="http://schemas.openxmlformats.org/drawingml/2006/main">
              <a:ext uri="{FF2B5EF4-FFF2-40B4-BE49-F238E27FC236}">
                <a16:creationId xmlns:a16="http://schemas.microsoft.com/office/drawing/2014/main" id="{E898D543-6FE6-4921-9C2C-CB77D8C6228E}"/>
              </a:ext>
            </a:extLst>
          </p:cNvPr>
          <p:cNvSpPr>
            <a:spLocks xmlns:a="http://schemas.openxmlformats.org/drawingml/2006/main" noGrp="1"/>
          </p:cNvSpPr>
          <p:nvPr/>
        </p:nvSpPr>
        <p:spPr>
          <a:xfrm xmlns:a="http://schemas.openxmlformats.org/drawingml/2006/main">
            <a:off x="9433081"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28" name="pdf-path-334">
            <a:extLst xmlns:a="http://schemas.openxmlformats.org/drawingml/2006/main">
              <a:ext uri="{FF2B5EF4-FFF2-40B4-BE49-F238E27FC236}">
                <a16:creationId xmlns:a16="http://schemas.microsoft.com/office/drawing/2014/main" id="{2EF62904-4744-4A56-8CA0-7FC498FA8B30}"/>
              </a:ext>
            </a:extLst>
          </p:cNvPr>
          <p:cNvSpPr>
            <a:spLocks xmlns:a="http://schemas.openxmlformats.org/drawingml/2006/main" noGrp="1"/>
          </p:cNvSpPr>
          <p:nvPr/>
        </p:nvSpPr>
        <p:spPr>
          <a:xfrm xmlns:a="http://schemas.openxmlformats.org/drawingml/2006/main">
            <a:off x="9661105" y="1776707"/>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29" name="pdf-path-335">
            <a:extLst xmlns:a="http://schemas.openxmlformats.org/drawingml/2006/main">
              <a:ext uri="{FF2B5EF4-FFF2-40B4-BE49-F238E27FC236}">
                <a16:creationId xmlns:a16="http://schemas.microsoft.com/office/drawing/2014/main" id="{56CC11E8-31A4-44E2-BC46-B3BE86F7946A}"/>
              </a:ext>
            </a:extLst>
          </p:cNvPr>
          <p:cNvSpPr>
            <a:spLocks xmlns:a="http://schemas.openxmlformats.org/drawingml/2006/main" noGrp="1"/>
          </p:cNvSpPr>
          <p:nvPr/>
        </p:nvSpPr>
        <p:spPr>
          <a:xfrm xmlns:a="http://schemas.openxmlformats.org/drawingml/2006/main">
            <a:off x="9656820" y="1772425"/>
            <a:ext cx="181833" cy="181822"/>
          </a:xfrm>
          <a:custGeom xmlns:a="http://schemas.openxmlformats.org/drawingml/2006/main">
            <a:pathLst>
              <a:path w="181833" h="181822">
                <a:moveTo>
                  <a:pt x="4284" y="4284"/>
                </a:moveTo>
                <a:lnTo>
                  <a:pt x="4284" y="8569"/>
                </a:lnTo>
                <a:lnTo>
                  <a:pt x="173266" y="8569"/>
                </a:lnTo>
                <a:lnTo>
                  <a:pt x="173266"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80"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30" name="pdf-path-336">
            <a:extLst xmlns:a="http://schemas.openxmlformats.org/drawingml/2006/main">
              <a:ext uri="{FF2B5EF4-FFF2-40B4-BE49-F238E27FC236}">
                <a16:creationId xmlns:a16="http://schemas.microsoft.com/office/drawing/2014/main" id="{CA626572-5700-41F0-9F88-D94FDEF16674}"/>
              </a:ext>
            </a:extLst>
          </p:cNvPr>
          <p:cNvSpPr>
            <a:spLocks xmlns:a="http://schemas.openxmlformats.org/drawingml/2006/main" noGrp="1"/>
          </p:cNvSpPr>
          <p:nvPr/>
        </p:nvSpPr>
        <p:spPr>
          <a:xfrm xmlns:a="http://schemas.openxmlformats.org/drawingml/2006/main">
            <a:off x="9884854"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31" name="pdf-path-337">
            <a:extLst xmlns:a="http://schemas.openxmlformats.org/drawingml/2006/main">
              <a:ext uri="{FF2B5EF4-FFF2-40B4-BE49-F238E27FC236}">
                <a16:creationId xmlns:a16="http://schemas.microsoft.com/office/drawing/2014/main" id="{4E2CBC99-9896-4B3F-A593-638A8873AFC9}"/>
              </a:ext>
            </a:extLst>
          </p:cNvPr>
          <p:cNvSpPr>
            <a:spLocks xmlns:a="http://schemas.openxmlformats.org/drawingml/2006/main" noGrp="1"/>
          </p:cNvSpPr>
          <p:nvPr/>
        </p:nvSpPr>
        <p:spPr>
          <a:xfrm xmlns:a="http://schemas.openxmlformats.org/drawingml/2006/main">
            <a:off x="9880570"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32" name="pdf-path-338">
            <a:extLst xmlns:a="http://schemas.openxmlformats.org/drawingml/2006/main">
              <a:ext uri="{FF2B5EF4-FFF2-40B4-BE49-F238E27FC236}">
                <a16:creationId xmlns:a16="http://schemas.microsoft.com/office/drawing/2014/main" id="{725341AB-02FB-4F77-8DC8-75D7FCFA9A9B}"/>
              </a:ext>
            </a:extLst>
          </p:cNvPr>
          <p:cNvSpPr>
            <a:spLocks xmlns:a="http://schemas.openxmlformats.org/drawingml/2006/main" noGrp="1"/>
          </p:cNvSpPr>
          <p:nvPr/>
        </p:nvSpPr>
        <p:spPr>
          <a:xfrm xmlns:a="http://schemas.openxmlformats.org/drawingml/2006/main">
            <a:off x="10108605" y="1776707"/>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33" name="pdf-path-339">
            <a:extLst xmlns:a="http://schemas.openxmlformats.org/drawingml/2006/main">
              <a:ext uri="{FF2B5EF4-FFF2-40B4-BE49-F238E27FC236}">
                <a16:creationId xmlns:a16="http://schemas.microsoft.com/office/drawing/2014/main" id="{A552E107-E2C6-42EE-B2D0-A1C8105D40D1}"/>
              </a:ext>
            </a:extLst>
          </p:cNvPr>
          <p:cNvSpPr>
            <a:spLocks xmlns:a="http://schemas.openxmlformats.org/drawingml/2006/main" noGrp="1"/>
          </p:cNvSpPr>
          <p:nvPr/>
        </p:nvSpPr>
        <p:spPr>
          <a:xfrm xmlns:a="http://schemas.openxmlformats.org/drawingml/2006/main">
            <a:off x="10104319" y="1772425"/>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69" y="181822"/>
                  <a:pt x="179766" y="181365"/>
                  <a:pt x="180565" y="180565"/>
                </a:cubicBezTo>
                <a:cubicBezTo>
                  <a:pt x="181365" y="179766"/>
                  <a:pt x="181822" y="178669"/>
                  <a:pt x="181822" y="177538"/>
                </a:cubicBezTo>
                <a:lnTo>
                  <a:pt x="181822" y="4284"/>
                </a:lnTo>
                <a:cubicBezTo>
                  <a:pt x="181822" y="3153"/>
                  <a:pt x="181365" y="2057"/>
                  <a:pt x="180565" y="1257"/>
                </a:cubicBezTo>
                <a:cubicBezTo>
                  <a:pt x="179766" y="457"/>
                  <a:pt x="178669"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34" name="pdf-path-340">
            <a:extLst xmlns:a="http://schemas.openxmlformats.org/drawingml/2006/main">
              <a:ext uri="{FF2B5EF4-FFF2-40B4-BE49-F238E27FC236}">
                <a16:creationId xmlns:a16="http://schemas.microsoft.com/office/drawing/2014/main" id="{B20995C9-A716-4C20-B5EC-C39ECD331235}"/>
              </a:ext>
            </a:extLst>
          </p:cNvPr>
          <p:cNvSpPr>
            <a:spLocks xmlns:a="http://schemas.openxmlformats.org/drawingml/2006/main" noGrp="1"/>
          </p:cNvSpPr>
          <p:nvPr/>
        </p:nvSpPr>
        <p:spPr>
          <a:xfrm xmlns:a="http://schemas.openxmlformats.org/drawingml/2006/main">
            <a:off x="10332343" y="1776707"/>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35" name="pdf-path-341">
            <a:extLst xmlns:a="http://schemas.openxmlformats.org/drawingml/2006/main">
              <a:ext uri="{FF2B5EF4-FFF2-40B4-BE49-F238E27FC236}">
                <a16:creationId xmlns:a16="http://schemas.microsoft.com/office/drawing/2014/main" id="{1D817D6B-E66A-4A85-89E0-E471C3D255EC}"/>
              </a:ext>
            </a:extLst>
          </p:cNvPr>
          <p:cNvSpPr>
            <a:spLocks xmlns:a="http://schemas.openxmlformats.org/drawingml/2006/main" noGrp="1"/>
          </p:cNvSpPr>
          <p:nvPr/>
        </p:nvSpPr>
        <p:spPr>
          <a:xfrm xmlns:a="http://schemas.openxmlformats.org/drawingml/2006/main">
            <a:off x="10328059" y="1772425"/>
            <a:ext cx="181833" cy="181822"/>
          </a:xfrm>
          <a:custGeom xmlns:a="http://schemas.openxmlformats.org/drawingml/2006/main">
            <a:pathLst>
              <a:path w="181833" h="181822">
                <a:moveTo>
                  <a:pt x="4284" y="4284"/>
                </a:moveTo>
                <a:lnTo>
                  <a:pt x="4284" y="8569"/>
                </a:lnTo>
                <a:lnTo>
                  <a:pt x="173266" y="8569"/>
                </a:lnTo>
                <a:lnTo>
                  <a:pt x="173266"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49" y="181822"/>
                </a:lnTo>
                <a:cubicBezTo>
                  <a:pt x="178680" y="181822"/>
                  <a:pt x="179777" y="181365"/>
                  <a:pt x="180577" y="180565"/>
                </a:cubicBezTo>
                <a:cubicBezTo>
                  <a:pt x="181376" y="179766"/>
                  <a:pt x="181833" y="178669"/>
                  <a:pt x="181833" y="177538"/>
                </a:cubicBezTo>
                <a:lnTo>
                  <a:pt x="181833" y="4284"/>
                </a:lnTo>
                <a:cubicBezTo>
                  <a:pt x="181833" y="3153"/>
                  <a:pt x="181376" y="2057"/>
                  <a:pt x="180577" y="1257"/>
                </a:cubicBezTo>
                <a:cubicBezTo>
                  <a:pt x="179777" y="457"/>
                  <a:pt x="178680" y="0"/>
                  <a:pt x="177549"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36" name="pdf-path-342">
            <a:extLst xmlns:a="http://schemas.openxmlformats.org/drawingml/2006/main">
              <a:ext uri="{FF2B5EF4-FFF2-40B4-BE49-F238E27FC236}">
                <a16:creationId xmlns:a16="http://schemas.microsoft.com/office/drawing/2014/main" id="{784E038A-2A18-42BF-A925-27572A97035B}"/>
              </a:ext>
            </a:extLst>
          </p:cNvPr>
          <p:cNvSpPr>
            <a:spLocks xmlns:a="http://schemas.openxmlformats.org/drawingml/2006/main" noGrp="1"/>
          </p:cNvSpPr>
          <p:nvPr/>
        </p:nvSpPr>
        <p:spPr>
          <a:xfrm xmlns:a="http://schemas.openxmlformats.org/drawingml/2006/main">
            <a:off x="9874801" y="1071959"/>
            <a:ext cx="1414671" cy="173265"/>
          </a:xfrm>
          <a:custGeom xmlns:a="http://schemas.openxmlformats.org/drawingml/2006/main">
            <a:pathLst>
              <a:path w="1414671" h="173265">
                <a:moveTo>
                  <a:pt x="0" y="173265"/>
                </a:moveTo>
                <a:lnTo>
                  <a:pt x="1414671" y="173265"/>
                </a:lnTo>
                <a:lnTo>
                  <a:pt x="1414671" y="0"/>
                </a:lnTo>
                <a:lnTo>
                  <a:pt x="0" y="0"/>
                </a:lnTo>
                <a:close/>
              </a:path>
            </a:pathLst>
          </a:custGeom>
          <a:solidFill xmlns:a="http://schemas.openxmlformats.org/drawingml/2006/main">
            <a:srgbClr val="FFFFFF"/>
          </a:solidFill>
          <a:ln xmlns:a="http://schemas.openxmlformats.org/drawingml/2006/main" w="0">
            <a:noFill/>
            <a:prstDash val="solid"/>
          </a:ln>
        </p:spPr>
      </p:sp>
      <p:sp>
        <p:nvSpPr>
          <p:cNvPr id="337" name="pdf-path-343">
            <a:extLst xmlns:a="http://schemas.openxmlformats.org/drawingml/2006/main">
              <a:ext uri="{FF2B5EF4-FFF2-40B4-BE49-F238E27FC236}">
                <a16:creationId xmlns:a16="http://schemas.microsoft.com/office/drawing/2014/main" id="{1FACDB15-194D-4752-860C-05EB4B588C0B}"/>
              </a:ext>
            </a:extLst>
          </p:cNvPr>
          <p:cNvSpPr>
            <a:spLocks xmlns:a="http://schemas.openxmlformats.org/drawingml/2006/main" noGrp="1"/>
          </p:cNvSpPr>
          <p:nvPr/>
        </p:nvSpPr>
        <p:spPr>
          <a:xfrm xmlns:a="http://schemas.openxmlformats.org/drawingml/2006/main">
            <a:off x="9964494" y="1169087"/>
            <a:ext cx="1119423"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434444"/>
                </a:solidFill>
                <a:latin typeface="Arial"/>
                <a:ea typeface="Arial"/>
                <a:cs typeface="Arial"/>
              </a:defRPr>
            </a:defPPr>
          </a:lstStyle>
          <a:p xmlns:a="http://schemas.openxmlformats.org/drawingml/2006/main">
            <a:pPr algn="l">
              <a:defRPr sz="1259" b="0" i="0">
                <a:solidFill>
                  <a:srgbClr val="434444"/>
                </a:solidFill>
                <a:latin typeface="Arial"/>
                <a:ea typeface="Arial"/>
                <a:cs typeface="Arial"/>
              </a:defRPr>
            </a:pPr>
            <a:r>
              <a:rPr sz="1259" b="0" i="0">
                <a:solidFill>
                  <a:srgbClr val="434444"/>
                </a:solidFill>
                <a:latin typeface="Arial"/>
                <a:ea typeface="Arial"/>
                <a:cs typeface="Arial"/>
              </a:rPr>
              <a:t>Reconstruction</a:t>
            </a:r>
          </a:p>
        </p:txBody>
      </p:sp>
      <p:sp>
        <p:nvSpPr>
          <p:cNvPr id="338" name="pdf-path-344">
            <a:extLst xmlns:a="http://schemas.openxmlformats.org/drawingml/2006/main">
              <a:ext uri="{FF2B5EF4-FFF2-40B4-BE49-F238E27FC236}">
                <a16:creationId xmlns:a16="http://schemas.microsoft.com/office/drawing/2014/main" id="{A3AC21EE-5D59-4AD2-8CF6-242F43F80A0C}"/>
              </a:ext>
            </a:extLst>
          </p:cNvPr>
          <p:cNvSpPr>
            <a:spLocks xmlns:a="http://schemas.openxmlformats.org/drawingml/2006/main" noGrp="1"/>
          </p:cNvSpPr>
          <p:nvPr/>
        </p:nvSpPr>
        <p:spPr>
          <a:xfrm xmlns:a="http://schemas.openxmlformats.org/drawingml/2006/main">
            <a:off x="9962467" y="1374681"/>
            <a:ext cx="329724" cy="150107"/>
          </a:xfrm>
          <a:custGeom xmlns:a="http://schemas.openxmlformats.org/drawingml/2006/main">
            <a:pathLst>
              <a:path w="329724" h="150107">
                <a:moveTo>
                  <a:pt x="14052" y="148234"/>
                </a:moveTo>
                <a:lnTo>
                  <a:pt x="14052" y="107860"/>
                </a:lnTo>
                <a:cubicBezTo>
                  <a:pt x="16451" y="110875"/>
                  <a:pt x="19513" y="113378"/>
                  <a:pt x="23237" y="115354"/>
                </a:cubicBezTo>
                <a:cubicBezTo>
                  <a:pt x="26950" y="117330"/>
                  <a:pt x="31154" y="118324"/>
                  <a:pt x="35839" y="118324"/>
                </a:cubicBezTo>
                <a:cubicBezTo>
                  <a:pt x="42248" y="118324"/>
                  <a:pt x="48349" y="116519"/>
                  <a:pt x="54164" y="112898"/>
                </a:cubicBezTo>
                <a:cubicBezTo>
                  <a:pt x="59968" y="109276"/>
                  <a:pt x="64377" y="104067"/>
                  <a:pt x="67439" y="97280"/>
                </a:cubicBezTo>
                <a:cubicBezTo>
                  <a:pt x="70467" y="90483"/>
                  <a:pt x="71997" y="82840"/>
                  <a:pt x="71997" y="74351"/>
                </a:cubicBezTo>
                <a:cubicBezTo>
                  <a:pt x="71997" y="66434"/>
                  <a:pt x="70615" y="59168"/>
                  <a:pt x="67862" y="52530"/>
                </a:cubicBezTo>
                <a:cubicBezTo>
                  <a:pt x="65108" y="45893"/>
                  <a:pt x="61007" y="40740"/>
                  <a:pt x="55603" y="37096"/>
                </a:cubicBezTo>
                <a:cubicBezTo>
                  <a:pt x="50188" y="33463"/>
                  <a:pt x="43939" y="31635"/>
                  <a:pt x="36856" y="31635"/>
                </a:cubicBezTo>
                <a:cubicBezTo>
                  <a:pt x="31441" y="31635"/>
                  <a:pt x="26836" y="32686"/>
                  <a:pt x="23031" y="34799"/>
                </a:cubicBezTo>
                <a:cubicBezTo>
                  <a:pt x="19228" y="36901"/>
                  <a:pt x="15823" y="40066"/>
                  <a:pt x="12807" y="44282"/>
                </a:cubicBezTo>
                <a:lnTo>
                  <a:pt x="12807" y="33508"/>
                </a:lnTo>
                <a:lnTo>
                  <a:pt x="0" y="33508"/>
                </a:lnTo>
                <a:lnTo>
                  <a:pt x="0" y="148234"/>
                </a:lnTo>
                <a:lnTo>
                  <a:pt x="14052" y="148234"/>
                </a:lnTo>
                <a:moveTo>
                  <a:pt x="19638" y="51045"/>
                </a:moveTo>
                <a:cubicBezTo>
                  <a:pt x="24243" y="45447"/>
                  <a:pt x="29521" y="42648"/>
                  <a:pt x="35530" y="42648"/>
                </a:cubicBezTo>
                <a:cubicBezTo>
                  <a:pt x="41562" y="42648"/>
                  <a:pt x="46761" y="45276"/>
                  <a:pt x="51102" y="50531"/>
                </a:cubicBezTo>
                <a:cubicBezTo>
                  <a:pt x="55455" y="55798"/>
                  <a:pt x="57614" y="63704"/>
                  <a:pt x="57614" y="74271"/>
                </a:cubicBezTo>
                <a:cubicBezTo>
                  <a:pt x="57614" y="85364"/>
                  <a:pt x="55409" y="93556"/>
                  <a:pt x="50942" y="98834"/>
                </a:cubicBezTo>
                <a:cubicBezTo>
                  <a:pt x="46509" y="104124"/>
                  <a:pt x="41152" y="106763"/>
                  <a:pt x="34902" y="106763"/>
                </a:cubicBezTo>
                <a:cubicBezTo>
                  <a:pt x="28756" y="106763"/>
                  <a:pt x="23523" y="104215"/>
                  <a:pt x="19205" y="99108"/>
                </a:cubicBezTo>
                <a:cubicBezTo>
                  <a:pt x="14886" y="94002"/>
                  <a:pt x="12727" y="86119"/>
                  <a:pt x="12727" y="75448"/>
                </a:cubicBezTo>
                <a:cubicBezTo>
                  <a:pt x="12727" y="64778"/>
                  <a:pt x="15024" y="56632"/>
                  <a:pt x="19638" y="51045"/>
                </a:cubicBezTo>
                <a:moveTo>
                  <a:pt x="125887" y="150107"/>
                </a:moveTo>
                <a:cubicBezTo>
                  <a:pt x="110327" y="125122"/>
                  <a:pt x="102535" y="100102"/>
                  <a:pt x="102535" y="75060"/>
                </a:cubicBezTo>
                <a:cubicBezTo>
                  <a:pt x="102535" y="65212"/>
                  <a:pt x="103655" y="55421"/>
                  <a:pt x="105894" y="45687"/>
                </a:cubicBezTo>
                <a:cubicBezTo>
                  <a:pt x="107711" y="37884"/>
                  <a:pt x="110213" y="30389"/>
                  <a:pt x="113389" y="23203"/>
                </a:cubicBezTo>
                <a:cubicBezTo>
                  <a:pt x="115422" y="18565"/>
                  <a:pt x="119581" y="10831"/>
                  <a:pt x="125887" y="0"/>
                </a:cubicBezTo>
                <a:lnTo>
                  <a:pt x="115810" y="0"/>
                </a:lnTo>
                <a:cubicBezTo>
                  <a:pt x="106031" y="13070"/>
                  <a:pt x="98788" y="26197"/>
                  <a:pt x="94104" y="39369"/>
                </a:cubicBezTo>
                <a:cubicBezTo>
                  <a:pt x="90094" y="50714"/>
                  <a:pt x="88072" y="62584"/>
                  <a:pt x="88072" y="74980"/>
                </a:cubicBezTo>
                <a:cubicBezTo>
                  <a:pt x="88072" y="89032"/>
                  <a:pt x="90768" y="102627"/>
                  <a:pt x="96137" y="115742"/>
                </a:cubicBezTo>
                <a:cubicBezTo>
                  <a:pt x="101496" y="128869"/>
                  <a:pt x="108065" y="140317"/>
                  <a:pt x="115810" y="150107"/>
                </a:cubicBezTo>
                <a:lnTo>
                  <a:pt x="125887" y="150107"/>
                </a:lnTo>
                <a:moveTo>
                  <a:pt x="149867" y="116451"/>
                </a:moveTo>
                <a:lnTo>
                  <a:pt x="171654" y="83731"/>
                </a:lnTo>
                <a:lnTo>
                  <a:pt x="176178" y="90677"/>
                </a:lnTo>
                <a:lnTo>
                  <a:pt x="193212" y="116451"/>
                </a:lnTo>
                <a:lnTo>
                  <a:pt x="210463" y="116451"/>
                </a:lnTo>
                <a:lnTo>
                  <a:pt x="179617" y="72558"/>
                </a:lnTo>
                <a:lnTo>
                  <a:pt x="208281" y="33508"/>
                </a:lnTo>
                <a:lnTo>
                  <a:pt x="191487" y="33508"/>
                </a:lnTo>
                <a:lnTo>
                  <a:pt x="177515" y="53113"/>
                </a:lnTo>
                <a:cubicBezTo>
                  <a:pt x="175584" y="55763"/>
                  <a:pt x="173471" y="58814"/>
                  <a:pt x="171186" y="62253"/>
                </a:cubicBezTo>
                <a:cubicBezTo>
                  <a:pt x="169723" y="59751"/>
                  <a:pt x="167804" y="56654"/>
                  <a:pt x="165405" y="52953"/>
                </a:cubicBezTo>
                <a:lnTo>
                  <a:pt x="152678" y="33508"/>
                </a:lnTo>
                <a:lnTo>
                  <a:pt x="135107" y="33508"/>
                </a:lnTo>
                <a:lnTo>
                  <a:pt x="163143" y="73334"/>
                </a:lnTo>
                <a:lnTo>
                  <a:pt x="132833" y="116451"/>
                </a:lnTo>
                <a:lnTo>
                  <a:pt x="149867" y="116451"/>
                </a:lnTo>
                <a:moveTo>
                  <a:pt x="226320" y="0"/>
                </a:moveTo>
                <a:lnTo>
                  <a:pt x="238579" y="0"/>
                </a:lnTo>
                <a:lnTo>
                  <a:pt x="238579" y="150107"/>
                </a:lnTo>
                <a:lnTo>
                  <a:pt x="226320" y="150107"/>
                </a:lnTo>
                <a:close/>
                <a:moveTo>
                  <a:pt x="329724" y="116451"/>
                </a:moveTo>
                <a:lnTo>
                  <a:pt x="329724" y="104341"/>
                </a:lnTo>
                <a:lnTo>
                  <a:pt x="291372" y="104341"/>
                </a:lnTo>
                <a:cubicBezTo>
                  <a:pt x="285854" y="104341"/>
                  <a:pt x="279947" y="104581"/>
                  <a:pt x="273652" y="105049"/>
                </a:cubicBezTo>
                <a:lnTo>
                  <a:pt x="282312" y="95441"/>
                </a:lnTo>
                <a:lnTo>
                  <a:pt x="327222" y="42796"/>
                </a:lnTo>
                <a:lnTo>
                  <a:pt x="327222" y="33508"/>
                </a:lnTo>
                <a:lnTo>
                  <a:pt x="259441" y="33508"/>
                </a:lnTo>
                <a:lnTo>
                  <a:pt x="259441" y="44910"/>
                </a:lnTo>
                <a:lnTo>
                  <a:pt x="293246" y="44910"/>
                </a:lnTo>
                <a:cubicBezTo>
                  <a:pt x="297838" y="44910"/>
                  <a:pt x="303117" y="44750"/>
                  <a:pt x="309103" y="44442"/>
                </a:cubicBezTo>
                <a:lnTo>
                  <a:pt x="256310" y="105049"/>
                </a:lnTo>
                <a:lnTo>
                  <a:pt x="256310" y="116451"/>
                </a:lnTo>
                <a:lnTo>
                  <a:pt x="329724" y="116451"/>
                </a:lnTo>
              </a:path>
            </a:pathLst>
          </a:custGeom>
          <a:solidFill xmlns:a="http://schemas.openxmlformats.org/drawingml/2006/main">
            <a:srgbClr val="434444"/>
          </a:solidFill>
          <a:ln xmlns:a="http://schemas.openxmlformats.org/drawingml/2006/main" w="0">
            <a:noFill/>
            <a:prstDash val="solid"/>
          </a:ln>
        </p:spPr>
      </p:sp>
      <p:sp>
        <p:nvSpPr>
          <p:cNvPr id="339" name="pdf-path-345">
            <a:extLst xmlns:a="http://schemas.openxmlformats.org/drawingml/2006/main">
              <a:ext uri="{FF2B5EF4-FFF2-40B4-BE49-F238E27FC236}">
                <a16:creationId xmlns:a16="http://schemas.microsoft.com/office/drawing/2014/main" id="{CB1B7B45-2311-4C5E-BC1C-D23BC4CADFCF}"/>
              </a:ext>
            </a:extLst>
          </p:cNvPr>
          <p:cNvSpPr>
            <a:spLocks xmlns:a="http://schemas.openxmlformats.org/drawingml/2006/main" noGrp="1"/>
          </p:cNvSpPr>
          <p:nvPr/>
        </p:nvSpPr>
        <p:spPr>
          <a:xfrm xmlns:a="http://schemas.openxmlformats.org/drawingml/2006/main">
            <a:off x="10307050" y="1474465"/>
            <a:ext cx="28115" cy="76636"/>
          </a:xfrm>
          <a:custGeom xmlns:a="http://schemas.openxmlformats.org/drawingml/2006/main">
            <a:pathLst>
              <a:path w="28115" h="76636">
                <a:moveTo>
                  <a:pt x="28115" y="0"/>
                </a:moveTo>
                <a:lnTo>
                  <a:pt x="22072" y="0"/>
                </a:lnTo>
                <a:cubicBezTo>
                  <a:pt x="20438" y="3302"/>
                  <a:pt x="17662" y="6695"/>
                  <a:pt x="13743" y="10214"/>
                </a:cubicBezTo>
                <a:cubicBezTo>
                  <a:pt x="9802" y="13710"/>
                  <a:pt x="5232" y="16691"/>
                  <a:pt x="0" y="19159"/>
                </a:cubicBezTo>
                <a:lnTo>
                  <a:pt x="0" y="28219"/>
                </a:lnTo>
                <a:cubicBezTo>
                  <a:pt x="2913" y="27145"/>
                  <a:pt x="6203" y="25534"/>
                  <a:pt x="9859" y="23375"/>
                </a:cubicBezTo>
                <a:cubicBezTo>
                  <a:pt x="13526" y="21227"/>
                  <a:pt x="16474" y="19079"/>
                  <a:pt x="18747" y="16920"/>
                </a:cubicBezTo>
                <a:lnTo>
                  <a:pt x="18747" y="76636"/>
                </a:lnTo>
                <a:lnTo>
                  <a:pt x="28115" y="76636"/>
                </a:lnTo>
                <a:lnTo>
                  <a:pt x="28115" y="0"/>
                </a:lnTo>
              </a:path>
            </a:pathLst>
          </a:custGeom>
          <a:solidFill xmlns:a="http://schemas.openxmlformats.org/drawingml/2006/main">
            <a:srgbClr val="434444"/>
          </a:solidFill>
          <a:ln xmlns:a="http://schemas.openxmlformats.org/drawingml/2006/main" w="0">
            <a:noFill/>
            <a:prstDash val="solid"/>
          </a:ln>
        </p:spPr>
      </p:sp>
      <p:sp>
        <p:nvSpPr>
          <p:cNvPr id="340" name="pdf-path-346">
            <a:extLst xmlns:a="http://schemas.openxmlformats.org/drawingml/2006/main">
              <a:ext uri="{FF2B5EF4-FFF2-40B4-BE49-F238E27FC236}">
                <a16:creationId xmlns:a16="http://schemas.microsoft.com/office/drawing/2014/main" id="{9B9E9E3E-CD1B-41DA-96E0-C627F3240C44}"/>
              </a:ext>
            </a:extLst>
          </p:cNvPr>
          <p:cNvSpPr>
            <a:spLocks xmlns:a="http://schemas.openxmlformats.org/drawingml/2006/main" noGrp="1"/>
          </p:cNvSpPr>
          <p:nvPr/>
        </p:nvSpPr>
        <p:spPr>
          <a:xfrm xmlns:a="http://schemas.openxmlformats.org/drawingml/2006/main">
            <a:off x="10364380" y="1374683"/>
            <a:ext cx="37804" cy="150107"/>
          </a:xfrm>
          <a:custGeom xmlns:a="http://schemas.openxmlformats.org/drawingml/2006/main">
            <a:pathLst>
              <a:path w="37804" h="150107">
                <a:moveTo>
                  <a:pt x="29727" y="115742"/>
                </a:moveTo>
                <a:cubicBezTo>
                  <a:pt x="35108" y="102627"/>
                  <a:pt x="37804" y="89032"/>
                  <a:pt x="37804" y="74980"/>
                </a:cubicBezTo>
                <a:cubicBezTo>
                  <a:pt x="37804" y="62584"/>
                  <a:pt x="35794" y="50714"/>
                  <a:pt x="31795" y="39358"/>
                </a:cubicBezTo>
                <a:cubicBezTo>
                  <a:pt x="27111" y="26197"/>
                  <a:pt x="19868" y="13070"/>
                  <a:pt x="10076" y="0"/>
                </a:cubicBezTo>
                <a:lnTo>
                  <a:pt x="0" y="0"/>
                </a:lnTo>
                <a:cubicBezTo>
                  <a:pt x="6352" y="10933"/>
                  <a:pt x="10545" y="18748"/>
                  <a:pt x="12578" y="23432"/>
                </a:cubicBezTo>
                <a:cubicBezTo>
                  <a:pt x="15755" y="30618"/>
                  <a:pt x="18222" y="38112"/>
                  <a:pt x="19993" y="45927"/>
                </a:cubicBezTo>
                <a:cubicBezTo>
                  <a:pt x="22244" y="55558"/>
                  <a:pt x="23352" y="65269"/>
                  <a:pt x="23352" y="75048"/>
                </a:cubicBezTo>
                <a:cubicBezTo>
                  <a:pt x="23352" y="100091"/>
                  <a:pt x="15572" y="125110"/>
                  <a:pt x="0" y="150107"/>
                </a:cubicBezTo>
                <a:lnTo>
                  <a:pt x="10076" y="150107"/>
                </a:lnTo>
                <a:cubicBezTo>
                  <a:pt x="17788" y="140317"/>
                  <a:pt x="24323" y="128858"/>
                  <a:pt x="29727" y="115742"/>
                </a:cubicBezTo>
              </a:path>
            </a:pathLst>
          </a:custGeom>
          <a:solidFill xmlns:a="http://schemas.openxmlformats.org/drawingml/2006/main">
            <a:srgbClr val="434444"/>
          </a:solidFill>
          <a:ln xmlns:a="http://schemas.openxmlformats.org/drawingml/2006/main" w="0">
            <a:noFill/>
            <a:prstDash val="solid"/>
          </a:ln>
        </p:spPr>
      </p:sp>
      <p:sp>
        <p:nvSpPr>
          <p:cNvPr id="341" name="pdf-path-347">
            <a:extLst xmlns:a="http://schemas.openxmlformats.org/drawingml/2006/main">
              <a:ext uri="{FF2B5EF4-FFF2-40B4-BE49-F238E27FC236}">
                <a16:creationId xmlns:a16="http://schemas.microsoft.com/office/drawing/2014/main" id="{4C737E45-34AD-44ED-98B4-961CC9BD47D4}"/>
              </a:ext>
            </a:extLst>
          </p:cNvPr>
          <p:cNvSpPr>
            <a:spLocks xmlns:a="http://schemas.openxmlformats.org/drawingml/2006/main" noGrp="1"/>
          </p:cNvSpPr>
          <p:nvPr/>
        </p:nvSpPr>
        <p:spPr>
          <a:xfrm xmlns:a="http://schemas.openxmlformats.org/drawingml/2006/main">
            <a:off x="9182233" y="837650"/>
            <a:ext cx="95" cy="316621"/>
          </a:xfrm>
          <a:custGeom xmlns:a="http://schemas.openxmlformats.org/drawingml/2006/main">
            <a:pathLst>
              <a:path w="95" h="316621">
                <a:moveTo>
                  <a:pt x="0" y="316621"/>
                </a:moveTo>
                <a:lnTo>
                  <a:pt x="0" y="0"/>
                </a:lnTo>
                <a:lnTo>
                  <a:pt x="0" y="316621"/>
                </a:lnTo>
              </a:path>
            </a:pathLst>
          </a:custGeom>
          <a:solidFill xmlns:a="http://schemas.openxmlformats.org/drawingml/2006/main">
            <a:srgbClr val="FFFFFF"/>
          </a:solidFill>
          <a:ln xmlns:a="http://schemas.openxmlformats.org/drawingml/2006/main" w="0">
            <a:noFill/>
            <a:prstDash val="solid"/>
          </a:ln>
        </p:spPr>
      </p:sp>
      <p:sp>
        <p:nvSpPr>
          <p:cNvPr id="342" name="pdf-path-348">
            <a:extLst xmlns:a="http://schemas.openxmlformats.org/drawingml/2006/main">
              <a:ext uri="{FF2B5EF4-FFF2-40B4-BE49-F238E27FC236}">
                <a16:creationId xmlns:a16="http://schemas.microsoft.com/office/drawing/2014/main" id="{719C273C-9C19-4A14-95DC-CF684976F83F}"/>
              </a:ext>
            </a:extLst>
          </p:cNvPr>
          <p:cNvSpPr>
            <a:spLocks xmlns:a="http://schemas.openxmlformats.org/drawingml/2006/main" noGrp="1"/>
          </p:cNvSpPr>
          <p:nvPr/>
        </p:nvSpPr>
        <p:spPr>
          <a:xfrm xmlns:a="http://schemas.openxmlformats.org/drawingml/2006/main">
            <a:off x="9182233" y="829078"/>
            <a:ext cx="95" cy="8568"/>
          </a:xfrm>
          <a:custGeom xmlns:a="http://schemas.openxmlformats.org/drawingml/2006/main">
            <a:pathLst>
              <a:path w="95" h="8568">
                <a:moveTo>
                  <a:pt x="0" y="8568"/>
                </a:moveTo>
                <a:lnTo>
                  <a:pt x="0" y="0"/>
                </a:lnTo>
                <a:lnTo>
                  <a:pt x="0" y="8568"/>
                </a:lnTo>
              </a:path>
            </a:pathLst>
          </a:custGeom>
          <a:solidFill xmlns:a="http://schemas.openxmlformats.org/drawingml/2006/main">
            <a:srgbClr val="666767"/>
          </a:solidFill>
          <a:ln xmlns:a="http://schemas.openxmlformats.org/drawingml/2006/main" w="0">
            <a:noFill/>
            <a:prstDash val="solid"/>
          </a:ln>
        </p:spPr>
      </p:sp>
      <p:sp>
        <p:nvSpPr>
          <p:cNvPr id="343" name="pdf-path-349">
            <a:extLst xmlns:a="http://schemas.openxmlformats.org/drawingml/2006/main">
              <a:ext uri="{FF2B5EF4-FFF2-40B4-BE49-F238E27FC236}">
                <a16:creationId xmlns:a16="http://schemas.microsoft.com/office/drawing/2014/main" id="{1B3FA077-8AEC-4E04-8FC6-99D27053B58B}"/>
              </a:ext>
            </a:extLst>
          </p:cNvPr>
          <p:cNvSpPr>
            <a:spLocks xmlns:a="http://schemas.openxmlformats.org/drawingml/2006/main" noGrp="1"/>
          </p:cNvSpPr>
          <p:nvPr/>
        </p:nvSpPr>
        <p:spPr>
          <a:xfrm xmlns:a="http://schemas.openxmlformats.org/drawingml/2006/main">
            <a:off x="9173664" y="829078"/>
            <a:ext cx="17136" cy="222368"/>
          </a:xfrm>
          <a:custGeom xmlns:a="http://schemas.openxmlformats.org/drawingml/2006/main">
            <a:pathLst>
              <a:path w="17136" h="222368">
                <a:moveTo>
                  <a:pt x="0" y="0"/>
                </a:moveTo>
                <a:lnTo>
                  <a:pt x="0" y="222368"/>
                </a:lnTo>
                <a:lnTo>
                  <a:pt x="17136" y="222368"/>
                </a:lnTo>
                <a:lnTo>
                  <a:pt x="17136" y="0"/>
                </a:lnTo>
              </a:path>
            </a:pathLst>
          </a:custGeom>
          <a:solidFill xmlns:a="http://schemas.openxmlformats.org/drawingml/2006/main">
            <a:srgbClr val="666767"/>
          </a:solidFill>
          <a:ln xmlns:a="http://schemas.openxmlformats.org/drawingml/2006/main" w="0">
            <a:noFill/>
            <a:prstDash val="solid"/>
          </a:ln>
        </p:spPr>
      </p:sp>
      <p:sp>
        <p:nvSpPr>
          <p:cNvPr id="344" name="pdf-path-350">
            <a:extLst xmlns:a="http://schemas.openxmlformats.org/drawingml/2006/main">
              <a:ext uri="{FF2B5EF4-FFF2-40B4-BE49-F238E27FC236}">
                <a16:creationId xmlns:a16="http://schemas.microsoft.com/office/drawing/2014/main" id="{81CC27B4-0428-405B-8555-8BD11FEAB811}"/>
              </a:ext>
            </a:extLst>
          </p:cNvPr>
          <p:cNvSpPr>
            <a:spLocks xmlns:a="http://schemas.openxmlformats.org/drawingml/2006/main" noGrp="1"/>
          </p:cNvSpPr>
          <p:nvPr/>
        </p:nvSpPr>
        <p:spPr>
          <a:xfrm xmlns:a="http://schemas.openxmlformats.org/drawingml/2006/main">
            <a:off x="9153928" y="1051450"/>
            <a:ext cx="56608" cy="77767"/>
          </a:xfrm>
          <a:custGeom xmlns:a="http://schemas.openxmlformats.org/drawingml/2006/main">
            <a:pathLst>
              <a:path w="56608" h="77767">
                <a:moveTo>
                  <a:pt x="0" y="0"/>
                </a:moveTo>
                <a:lnTo>
                  <a:pt x="28310" y="77767"/>
                </a:lnTo>
                <a:lnTo>
                  <a:pt x="56608" y="0"/>
                </a:lnTo>
                <a:lnTo>
                  <a:pt x="0" y="0"/>
                </a:lnTo>
              </a:path>
            </a:pathLst>
          </a:custGeom>
          <a:solidFill xmlns:a="http://schemas.openxmlformats.org/drawingml/2006/main">
            <a:srgbClr val="666767"/>
          </a:solidFill>
          <a:ln xmlns:a="http://schemas.openxmlformats.org/drawingml/2006/main" w="0">
            <a:noFill/>
            <a:prstDash val="solid"/>
          </a:ln>
        </p:spPr>
      </p:sp>
      <p:sp>
        <p:nvSpPr>
          <p:cNvPr id="345" name="pdf-path-351">
            <a:extLst xmlns:a="http://schemas.openxmlformats.org/drawingml/2006/main">
              <a:ext uri="{FF2B5EF4-FFF2-40B4-BE49-F238E27FC236}">
                <a16:creationId xmlns:a16="http://schemas.microsoft.com/office/drawing/2014/main" id="{233E72A5-B0CA-43F0-A3CE-F622AA11520F}"/>
              </a:ext>
            </a:extLst>
          </p:cNvPr>
          <p:cNvSpPr>
            <a:spLocks xmlns:a="http://schemas.openxmlformats.org/drawingml/2006/main" noGrp="1"/>
          </p:cNvSpPr>
          <p:nvPr/>
        </p:nvSpPr>
        <p:spPr>
          <a:xfrm xmlns:a="http://schemas.openxmlformats.org/drawingml/2006/main">
            <a:off x="9141693" y="1042882"/>
            <a:ext cx="81080" cy="111390"/>
          </a:xfrm>
          <a:custGeom xmlns:a="http://schemas.openxmlformats.org/drawingml/2006/main">
            <a:pathLst>
              <a:path w="81080" h="111390">
                <a:moveTo>
                  <a:pt x="12236" y="8568"/>
                </a:moveTo>
                <a:lnTo>
                  <a:pt x="4181" y="11505"/>
                </a:lnTo>
                <a:lnTo>
                  <a:pt x="40545" y="111390"/>
                </a:lnTo>
                <a:lnTo>
                  <a:pt x="81080" y="0"/>
                </a:lnTo>
                <a:lnTo>
                  <a:pt x="0" y="0"/>
                </a:lnTo>
                <a:lnTo>
                  <a:pt x="4181" y="11505"/>
                </a:lnTo>
                <a:lnTo>
                  <a:pt x="12236" y="8568"/>
                </a:lnTo>
                <a:lnTo>
                  <a:pt x="12236" y="17137"/>
                </a:lnTo>
                <a:lnTo>
                  <a:pt x="56608" y="17137"/>
                </a:lnTo>
                <a:lnTo>
                  <a:pt x="40545" y="61282"/>
                </a:lnTo>
                <a:lnTo>
                  <a:pt x="20290" y="5632"/>
                </a:lnTo>
                <a:lnTo>
                  <a:pt x="12236" y="8568"/>
                </a:lnTo>
                <a:lnTo>
                  <a:pt x="12236" y="17137"/>
                </a:lnTo>
                <a:lnTo>
                  <a:pt x="12236" y="8568"/>
                </a:lnTo>
              </a:path>
            </a:pathLst>
          </a:custGeom>
          <a:solidFill xmlns:a="http://schemas.openxmlformats.org/drawingml/2006/main">
            <a:srgbClr val="666767"/>
          </a:solidFill>
          <a:ln xmlns:a="http://schemas.openxmlformats.org/drawingml/2006/main" w="0">
            <a:noFill/>
            <a:prstDash val="solid"/>
          </a:ln>
        </p:spPr>
      </p:sp>
      <p:sp>
        <p:nvSpPr>
          <p:cNvPr id="346" name="pdf-path-352">
            <a:extLst xmlns:a="http://schemas.openxmlformats.org/drawingml/2006/main">
              <a:ext uri="{FF2B5EF4-FFF2-40B4-BE49-F238E27FC236}">
                <a16:creationId xmlns:a16="http://schemas.microsoft.com/office/drawing/2014/main" id="{D6561C78-AB81-43F1-9C3C-ABB6B125BB3F}"/>
              </a:ext>
            </a:extLst>
          </p:cNvPr>
          <p:cNvSpPr>
            <a:spLocks xmlns:a="http://schemas.openxmlformats.org/drawingml/2006/main" noGrp="1"/>
          </p:cNvSpPr>
          <p:nvPr/>
        </p:nvSpPr>
        <p:spPr>
          <a:xfrm xmlns:a="http://schemas.openxmlformats.org/drawingml/2006/main">
            <a:off x="8552122" y="1203022"/>
            <a:ext cx="1268927" cy="277434"/>
          </a:xfrm>
          <a:custGeom xmlns:a="http://schemas.openxmlformats.org/drawingml/2006/main">
            <a:pathLst>
              <a:path w="1268927" h="277434">
                <a:moveTo>
                  <a:pt x="0" y="0"/>
                </a:moveTo>
                <a:lnTo>
                  <a:pt x="1268927" y="0"/>
                </a:lnTo>
                <a:lnTo>
                  <a:pt x="1268927" y="277434"/>
                </a:lnTo>
                <a:lnTo>
                  <a:pt x="0" y="277434"/>
                </a:lnTo>
                <a:close/>
              </a:path>
            </a:pathLst>
          </a:custGeom>
          <a:solidFill xmlns:a="http://schemas.openxmlformats.org/drawingml/2006/main">
            <a:srgbClr val="B6D8A9"/>
          </a:solidFill>
          <a:ln xmlns:a="http://schemas.openxmlformats.org/drawingml/2006/main" w="0">
            <a:noFill/>
            <a:prstDash val="solid"/>
          </a:ln>
        </p:spPr>
      </p:sp>
      <p:sp>
        <p:nvSpPr>
          <p:cNvPr id="347" name="pdf-path-353">
            <a:extLst xmlns:a="http://schemas.openxmlformats.org/drawingml/2006/main">
              <a:ext uri="{FF2B5EF4-FFF2-40B4-BE49-F238E27FC236}">
                <a16:creationId xmlns:a16="http://schemas.microsoft.com/office/drawing/2014/main" id="{562D82DF-9057-4CF7-92FF-67D8E1D7C388}"/>
              </a:ext>
            </a:extLst>
          </p:cNvPr>
          <p:cNvSpPr>
            <a:spLocks xmlns:a="http://schemas.openxmlformats.org/drawingml/2006/main" noGrp="1"/>
          </p:cNvSpPr>
          <p:nvPr/>
        </p:nvSpPr>
        <p:spPr>
          <a:xfrm xmlns:a="http://schemas.openxmlformats.org/drawingml/2006/main">
            <a:off x="8547834" y="1198743"/>
            <a:ext cx="1277496" cy="286003"/>
          </a:xfrm>
          <a:custGeom xmlns:a="http://schemas.openxmlformats.org/drawingml/2006/main">
            <a:pathLst>
              <a:path w="1277496" h="286003">
                <a:moveTo>
                  <a:pt x="4284" y="4284"/>
                </a:moveTo>
                <a:lnTo>
                  <a:pt x="4284" y="8568"/>
                </a:lnTo>
                <a:lnTo>
                  <a:pt x="1268927" y="8568"/>
                </a:lnTo>
                <a:lnTo>
                  <a:pt x="1268927" y="277434"/>
                </a:lnTo>
                <a:lnTo>
                  <a:pt x="8569" y="277434"/>
                </a:lnTo>
                <a:lnTo>
                  <a:pt x="8569" y="4284"/>
                </a:lnTo>
                <a:lnTo>
                  <a:pt x="4284" y="4284"/>
                </a:lnTo>
                <a:lnTo>
                  <a:pt x="4284" y="8568"/>
                </a:lnTo>
                <a:lnTo>
                  <a:pt x="4284" y="4284"/>
                </a:lnTo>
                <a:lnTo>
                  <a:pt x="0" y="4284"/>
                </a:lnTo>
                <a:lnTo>
                  <a:pt x="0" y="281718"/>
                </a:lnTo>
                <a:cubicBezTo>
                  <a:pt x="0" y="282838"/>
                  <a:pt x="457" y="283946"/>
                  <a:pt x="1257" y="284746"/>
                </a:cubicBezTo>
                <a:cubicBezTo>
                  <a:pt x="2056" y="285546"/>
                  <a:pt x="3153" y="286003"/>
                  <a:pt x="4284" y="286003"/>
                </a:cubicBezTo>
                <a:lnTo>
                  <a:pt x="1273211" y="286003"/>
                </a:lnTo>
                <a:cubicBezTo>
                  <a:pt x="1274342" y="286003"/>
                  <a:pt x="1275451" y="285546"/>
                  <a:pt x="1276239" y="284746"/>
                </a:cubicBezTo>
                <a:cubicBezTo>
                  <a:pt x="1277039" y="283946"/>
                  <a:pt x="1277496" y="282838"/>
                  <a:pt x="1277496" y="281718"/>
                </a:cubicBezTo>
                <a:lnTo>
                  <a:pt x="1277496" y="4284"/>
                </a:lnTo>
                <a:cubicBezTo>
                  <a:pt x="1277496" y="3153"/>
                  <a:pt x="1277039" y="2056"/>
                  <a:pt x="1276239" y="1257"/>
                </a:cubicBezTo>
                <a:cubicBezTo>
                  <a:pt x="1275451" y="457"/>
                  <a:pt x="1274342" y="0"/>
                  <a:pt x="1273211" y="0"/>
                </a:cubicBezTo>
                <a:lnTo>
                  <a:pt x="4284" y="0"/>
                </a:lnTo>
                <a:cubicBezTo>
                  <a:pt x="3153" y="0"/>
                  <a:pt x="2056" y="457"/>
                  <a:pt x="1257" y="1257"/>
                </a:cubicBezTo>
                <a:cubicBezTo>
                  <a:pt x="457" y="2056"/>
                  <a:pt x="0" y="3153"/>
                  <a:pt x="0" y="4284"/>
                </a:cubicBezTo>
                <a:lnTo>
                  <a:pt x="4284" y="4284"/>
                </a:lnTo>
              </a:path>
            </a:pathLst>
          </a:custGeom>
          <a:solidFill xmlns:a="http://schemas.openxmlformats.org/drawingml/2006/main">
            <a:srgbClr val="387739"/>
          </a:solidFill>
          <a:ln xmlns:a="http://schemas.openxmlformats.org/drawingml/2006/main" w="0">
            <a:noFill/>
            <a:prstDash val="solid"/>
          </a:ln>
        </p:spPr>
      </p:sp>
      <p:sp>
        <p:nvSpPr>
          <p:cNvPr id="348" name="pdf-path-354">
            <a:extLst xmlns:a="http://schemas.openxmlformats.org/drawingml/2006/main">
              <a:ext uri="{FF2B5EF4-FFF2-40B4-BE49-F238E27FC236}">
                <a16:creationId xmlns:a16="http://schemas.microsoft.com/office/drawing/2014/main" id="{0F4C23BA-F7AC-4973-8019-8A7F0C56617C}"/>
              </a:ext>
            </a:extLst>
          </p:cNvPr>
          <p:cNvSpPr>
            <a:spLocks xmlns:a="http://schemas.openxmlformats.org/drawingml/2006/main" noGrp="1"/>
          </p:cNvSpPr>
          <p:nvPr/>
        </p:nvSpPr>
        <p:spPr>
          <a:xfrm xmlns:a="http://schemas.openxmlformats.org/drawingml/2006/main">
            <a:off x="7856173" y="1550069"/>
            <a:ext cx="2640733" cy="173265"/>
          </a:xfrm>
          <a:custGeom xmlns:a="http://schemas.openxmlformats.org/drawingml/2006/main">
            <a:pathLst>
              <a:path w="2640733" h="173265">
                <a:moveTo>
                  <a:pt x="2640733" y="173265"/>
                </a:moveTo>
                <a:lnTo>
                  <a:pt x="0" y="173265"/>
                </a:lnTo>
                <a:cubicBezTo>
                  <a:pt x="0" y="125419"/>
                  <a:pt x="6501" y="86633"/>
                  <a:pt x="14464" y="86633"/>
                </a:cubicBezTo>
                <a:lnTo>
                  <a:pt x="1305943" y="86633"/>
                </a:lnTo>
                <a:cubicBezTo>
                  <a:pt x="1313917" y="86633"/>
                  <a:pt x="1320383" y="47846"/>
                  <a:pt x="1320383" y="0"/>
                </a:cubicBezTo>
                <a:cubicBezTo>
                  <a:pt x="1320383" y="47846"/>
                  <a:pt x="1326838" y="86633"/>
                  <a:pt x="1334824" y="86633"/>
                </a:cubicBezTo>
                <a:lnTo>
                  <a:pt x="2626292" y="86633"/>
                </a:lnTo>
                <a:cubicBezTo>
                  <a:pt x="2634267" y="86633"/>
                  <a:pt x="2640733" y="125419"/>
                  <a:pt x="2640733" y="173265"/>
                </a:cubicBezTo>
              </a:path>
            </a:pathLst>
          </a:custGeom>
          <a:solidFill xmlns:a="http://schemas.openxmlformats.org/drawingml/2006/main">
            <a:srgbClr val="FFFFFF"/>
          </a:solidFill>
          <a:ln xmlns:a="http://schemas.openxmlformats.org/drawingml/2006/main" w="0">
            <a:noFill/>
            <a:prstDash val="solid"/>
          </a:ln>
        </p:spPr>
      </p:sp>
      <p:sp>
        <p:nvSpPr>
          <p:cNvPr id="349" name="pdf-path-355">
            <a:extLst xmlns:a="http://schemas.openxmlformats.org/drawingml/2006/main">
              <a:ext uri="{FF2B5EF4-FFF2-40B4-BE49-F238E27FC236}">
                <a16:creationId xmlns:a16="http://schemas.microsoft.com/office/drawing/2014/main" id="{E67DB416-BA93-40CF-8B5C-3A81E6ACE9F1}"/>
              </a:ext>
            </a:extLst>
          </p:cNvPr>
          <p:cNvSpPr>
            <a:spLocks xmlns:a="http://schemas.openxmlformats.org/drawingml/2006/main" noGrp="1"/>
          </p:cNvSpPr>
          <p:nvPr/>
        </p:nvSpPr>
        <p:spPr>
          <a:xfrm xmlns:a="http://schemas.openxmlformats.org/drawingml/2006/main">
            <a:off x="7847633" y="1541501"/>
            <a:ext cx="2657846" cy="181833"/>
          </a:xfrm>
          <a:custGeom xmlns:a="http://schemas.openxmlformats.org/drawingml/2006/main">
            <a:pathLst>
              <a:path w="2657846" h="181833">
                <a:moveTo>
                  <a:pt x="17136" y="181833"/>
                </a:moveTo>
                <a:cubicBezTo>
                  <a:pt x="17136" y="158310"/>
                  <a:pt x="18747" y="136980"/>
                  <a:pt x="21249" y="121980"/>
                </a:cubicBezTo>
                <a:cubicBezTo>
                  <a:pt x="22483" y="114508"/>
                  <a:pt x="24003" y="108568"/>
                  <a:pt x="25362" y="105152"/>
                </a:cubicBezTo>
                <a:cubicBezTo>
                  <a:pt x="26013" y="103449"/>
                  <a:pt x="26676" y="102410"/>
                  <a:pt x="26745" y="102376"/>
                </a:cubicBezTo>
                <a:lnTo>
                  <a:pt x="24517" y="100570"/>
                </a:lnTo>
                <a:lnTo>
                  <a:pt x="25990" y="102958"/>
                </a:lnTo>
                <a:lnTo>
                  <a:pt x="26745" y="102376"/>
                </a:lnTo>
                <a:lnTo>
                  <a:pt x="24517" y="100570"/>
                </a:lnTo>
                <a:lnTo>
                  <a:pt x="25990" y="102958"/>
                </a:lnTo>
                <a:lnTo>
                  <a:pt x="23009" y="98069"/>
                </a:lnTo>
                <a:lnTo>
                  <a:pt x="23009" y="103769"/>
                </a:lnTo>
                <a:cubicBezTo>
                  <a:pt x="24265" y="103781"/>
                  <a:pt x="25408" y="103335"/>
                  <a:pt x="25990" y="102958"/>
                </a:cubicBezTo>
                <a:lnTo>
                  <a:pt x="23009" y="98069"/>
                </a:lnTo>
                <a:lnTo>
                  <a:pt x="23009" y="103769"/>
                </a:lnTo>
                <a:lnTo>
                  <a:pt x="1314487" y="103769"/>
                </a:lnTo>
                <a:cubicBezTo>
                  <a:pt x="1316738" y="103781"/>
                  <a:pt x="1318863" y="103038"/>
                  <a:pt x="1320417" y="102067"/>
                </a:cubicBezTo>
                <a:cubicBezTo>
                  <a:pt x="1323354" y="100193"/>
                  <a:pt x="1324792" y="98011"/>
                  <a:pt x="1326084" y="95806"/>
                </a:cubicBezTo>
                <a:cubicBezTo>
                  <a:pt x="1328243" y="91899"/>
                  <a:pt x="1329694" y="87318"/>
                  <a:pt x="1331065" y="81663"/>
                </a:cubicBezTo>
                <a:cubicBezTo>
                  <a:pt x="1335063" y="64834"/>
                  <a:pt x="1337462" y="38524"/>
                  <a:pt x="1337486" y="8568"/>
                </a:cubicBezTo>
                <a:cubicBezTo>
                  <a:pt x="1337486" y="6306"/>
                  <a:pt x="1336572" y="4101"/>
                  <a:pt x="1334983" y="2513"/>
                </a:cubicBezTo>
                <a:cubicBezTo>
                  <a:pt x="1333384" y="914"/>
                  <a:pt x="1331179" y="0"/>
                  <a:pt x="1328917" y="0"/>
                </a:cubicBezTo>
                <a:cubicBezTo>
                  <a:pt x="1326666" y="0"/>
                  <a:pt x="1324461" y="914"/>
                  <a:pt x="1322862" y="2513"/>
                </a:cubicBezTo>
                <a:cubicBezTo>
                  <a:pt x="1321262" y="4101"/>
                  <a:pt x="1320348" y="6306"/>
                  <a:pt x="1320348" y="8568"/>
                </a:cubicBezTo>
                <a:cubicBezTo>
                  <a:pt x="1320360" y="32891"/>
                  <a:pt x="1321983" y="54884"/>
                  <a:pt x="1324702" y="71232"/>
                </a:cubicBezTo>
                <a:cubicBezTo>
                  <a:pt x="1326073" y="79435"/>
                  <a:pt x="1327672" y="86187"/>
                  <a:pt x="1329762" y="91534"/>
                </a:cubicBezTo>
                <a:cubicBezTo>
                  <a:pt x="1330848" y="94218"/>
                  <a:pt x="1331990" y="96595"/>
                  <a:pt x="1333807" y="98857"/>
                </a:cubicBezTo>
                <a:cubicBezTo>
                  <a:pt x="1334721" y="99976"/>
                  <a:pt x="1335852" y="101107"/>
                  <a:pt x="1337428" y="102067"/>
                </a:cubicBezTo>
                <a:cubicBezTo>
                  <a:pt x="1338971" y="103038"/>
                  <a:pt x="1341096" y="103781"/>
                  <a:pt x="1343358" y="103769"/>
                </a:cubicBezTo>
                <a:lnTo>
                  <a:pt x="2634837" y="103769"/>
                </a:lnTo>
                <a:lnTo>
                  <a:pt x="2634837" y="98069"/>
                </a:lnTo>
                <a:lnTo>
                  <a:pt x="2631854" y="102958"/>
                </a:lnTo>
                <a:cubicBezTo>
                  <a:pt x="2632427" y="103335"/>
                  <a:pt x="2633569" y="103781"/>
                  <a:pt x="2634837" y="103769"/>
                </a:cubicBezTo>
                <a:lnTo>
                  <a:pt x="2634837" y="98069"/>
                </a:lnTo>
                <a:lnTo>
                  <a:pt x="2631854" y="102958"/>
                </a:lnTo>
                <a:lnTo>
                  <a:pt x="2633386" y="100445"/>
                </a:lnTo>
                <a:lnTo>
                  <a:pt x="2631101" y="102364"/>
                </a:lnTo>
                <a:lnTo>
                  <a:pt x="2631854" y="102958"/>
                </a:lnTo>
                <a:lnTo>
                  <a:pt x="2633386" y="100445"/>
                </a:lnTo>
                <a:lnTo>
                  <a:pt x="2631101" y="102364"/>
                </a:lnTo>
                <a:cubicBezTo>
                  <a:pt x="2631215" y="102364"/>
                  <a:pt x="2632849" y="105346"/>
                  <a:pt x="2634003" y="109824"/>
                </a:cubicBezTo>
                <a:cubicBezTo>
                  <a:pt x="2637842" y="123500"/>
                  <a:pt x="2640743" y="150873"/>
                  <a:pt x="2640709" y="181833"/>
                </a:cubicBezTo>
                <a:lnTo>
                  <a:pt x="2657846" y="181833"/>
                </a:lnTo>
                <a:cubicBezTo>
                  <a:pt x="2657834" y="157510"/>
                  <a:pt x="2656212" y="135518"/>
                  <a:pt x="2653493" y="119158"/>
                </a:cubicBezTo>
                <a:cubicBezTo>
                  <a:pt x="2652111" y="110955"/>
                  <a:pt x="2650511" y="104215"/>
                  <a:pt x="2648421" y="98868"/>
                </a:cubicBezTo>
                <a:cubicBezTo>
                  <a:pt x="2647347" y="96183"/>
                  <a:pt x="2646204" y="93818"/>
                  <a:pt x="2644387" y="91556"/>
                </a:cubicBezTo>
                <a:cubicBezTo>
                  <a:pt x="2643462" y="90425"/>
                  <a:pt x="2642342" y="89306"/>
                  <a:pt x="2640743" y="88335"/>
                </a:cubicBezTo>
                <a:cubicBezTo>
                  <a:pt x="2639224" y="87375"/>
                  <a:pt x="2637099" y="86621"/>
                  <a:pt x="2634837" y="86632"/>
                </a:cubicBezTo>
                <a:lnTo>
                  <a:pt x="1343358" y="86632"/>
                </a:lnTo>
                <a:lnTo>
                  <a:pt x="1343358" y="92333"/>
                </a:lnTo>
                <a:lnTo>
                  <a:pt x="1346340" y="87432"/>
                </a:lnTo>
                <a:cubicBezTo>
                  <a:pt x="1345757" y="87067"/>
                  <a:pt x="1344615" y="86621"/>
                  <a:pt x="1343358" y="86632"/>
                </a:cubicBezTo>
                <a:lnTo>
                  <a:pt x="1343358" y="92333"/>
                </a:lnTo>
                <a:lnTo>
                  <a:pt x="1346340" y="87432"/>
                </a:lnTo>
                <a:lnTo>
                  <a:pt x="1344808" y="89957"/>
                </a:lnTo>
                <a:lnTo>
                  <a:pt x="1347094" y="88026"/>
                </a:lnTo>
                <a:lnTo>
                  <a:pt x="1346340" y="87432"/>
                </a:lnTo>
                <a:lnTo>
                  <a:pt x="1344808" y="89957"/>
                </a:lnTo>
                <a:lnTo>
                  <a:pt x="1347094" y="88026"/>
                </a:lnTo>
                <a:cubicBezTo>
                  <a:pt x="1346956" y="88038"/>
                  <a:pt x="1345345" y="85044"/>
                  <a:pt x="1344180" y="80577"/>
                </a:cubicBezTo>
                <a:cubicBezTo>
                  <a:pt x="1340342" y="66891"/>
                  <a:pt x="1337451" y="39529"/>
                  <a:pt x="1337486" y="8568"/>
                </a:cubicBezTo>
                <a:cubicBezTo>
                  <a:pt x="1337486" y="6306"/>
                  <a:pt x="1336572" y="4101"/>
                  <a:pt x="1334983" y="2513"/>
                </a:cubicBezTo>
                <a:cubicBezTo>
                  <a:pt x="1333384" y="914"/>
                  <a:pt x="1331179" y="0"/>
                  <a:pt x="1328917" y="0"/>
                </a:cubicBezTo>
                <a:cubicBezTo>
                  <a:pt x="1326666" y="0"/>
                  <a:pt x="1324461" y="914"/>
                  <a:pt x="1322862" y="2513"/>
                </a:cubicBezTo>
                <a:cubicBezTo>
                  <a:pt x="1321262" y="4101"/>
                  <a:pt x="1320348" y="6306"/>
                  <a:pt x="1320348" y="8568"/>
                </a:cubicBezTo>
                <a:cubicBezTo>
                  <a:pt x="1320360" y="32092"/>
                  <a:pt x="1318749" y="53421"/>
                  <a:pt x="1316247" y="68422"/>
                </a:cubicBezTo>
                <a:cubicBezTo>
                  <a:pt x="1315013" y="75893"/>
                  <a:pt x="1313494" y="81834"/>
                  <a:pt x="1312134" y="85250"/>
                </a:cubicBezTo>
                <a:cubicBezTo>
                  <a:pt x="1311483" y="86941"/>
                  <a:pt x="1310821" y="87981"/>
                  <a:pt x="1310729" y="88026"/>
                </a:cubicBezTo>
                <a:lnTo>
                  <a:pt x="1312957" y="89831"/>
                </a:lnTo>
                <a:lnTo>
                  <a:pt x="1311506" y="87432"/>
                </a:lnTo>
                <a:lnTo>
                  <a:pt x="1310729" y="88026"/>
                </a:lnTo>
                <a:lnTo>
                  <a:pt x="1312957" y="89831"/>
                </a:lnTo>
                <a:lnTo>
                  <a:pt x="1311506" y="87432"/>
                </a:lnTo>
                <a:lnTo>
                  <a:pt x="1314487" y="92333"/>
                </a:lnTo>
                <a:lnTo>
                  <a:pt x="1314487" y="86632"/>
                </a:lnTo>
                <a:cubicBezTo>
                  <a:pt x="1313220" y="86621"/>
                  <a:pt x="1312077" y="87067"/>
                  <a:pt x="1311506" y="87432"/>
                </a:cubicBezTo>
                <a:lnTo>
                  <a:pt x="1314487" y="92333"/>
                </a:lnTo>
                <a:lnTo>
                  <a:pt x="1314487" y="86632"/>
                </a:lnTo>
                <a:lnTo>
                  <a:pt x="23009" y="86632"/>
                </a:lnTo>
                <a:cubicBezTo>
                  <a:pt x="20747" y="86621"/>
                  <a:pt x="18622" y="87375"/>
                  <a:pt x="17068" y="88335"/>
                </a:cubicBezTo>
                <a:cubicBezTo>
                  <a:pt x="14144" y="90197"/>
                  <a:pt x="12693" y="92390"/>
                  <a:pt x="11412" y="94595"/>
                </a:cubicBezTo>
                <a:cubicBezTo>
                  <a:pt x="9253" y="98503"/>
                  <a:pt x="7803" y="103084"/>
                  <a:pt x="6420" y="108739"/>
                </a:cubicBezTo>
                <a:cubicBezTo>
                  <a:pt x="2433" y="125567"/>
                  <a:pt x="23" y="151867"/>
                  <a:pt x="0" y="181833"/>
                </a:cubicBezTo>
                <a:lnTo>
                  <a:pt x="17136" y="181833"/>
                </a:lnTo>
              </a:path>
            </a:pathLst>
          </a:custGeom>
          <a:solidFill xmlns:a="http://schemas.openxmlformats.org/drawingml/2006/main">
            <a:srgbClr val="666767"/>
          </a:solidFill>
          <a:ln xmlns:a="http://schemas.openxmlformats.org/drawingml/2006/main" w="0">
            <a:noFill/>
            <a:prstDash val="solid"/>
          </a:ln>
        </p:spPr>
      </p:sp>
      <p:sp>
        <p:nvSpPr>
          <p:cNvPr id="350" name="pdf-path-356">
            <a:extLst xmlns:a="http://schemas.openxmlformats.org/drawingml/2006/main">
              <a:ext uri="{FF2B5EF4-FFF2-40B4-BE49-F238E27FC236}">
                <a16:creationId xmlns:a16="http://schemas.microsoft.com/office/drawing/2014/main" id="{EC004651-0C11-42E4-B12D-2E7B615F2F16}"/>
              </a:ext>
            </a:extLst>
          </p:cNvPr>
          <p:cNvSpPr>
            <a:spLocks xmlns:a="http://schemas.openxmlformats.org/drawingml/2006/main" noGrp="1"/>
          </p:cNvSpPr>
          <p:nvPr/>
        </p:nvSpPr>
        <p:spPr>
          <a:xfrm xmlns:a="http://schemas.openxmlformats.org/drawingml/2006/main">
            <a:off x="12372310" y="837626"/>
            <a:ext cx="95" cy="319614"/>
          </a:xfrm>
          <a:custGeom xmlns:a="http://schemas.openxmlformats.org/drawingml/2006/main">
            <a:pathLst>
              <a:path w="95" h="319614">
                <a:moveTo>
                  <a:pt x="0" y="319614"/>
                </a:moveTo>
                <a:lnTo>
                  <a:pt x="0" y="0"/>
                </a:lnTo>
                <a:lnTo>
                  <a:pt x="0" y="319614"/>
                </a:lnTo>
              </a:path>
            </a:pathLst>
          </a:custGeom>
          <a:solidFill xmlns:a="http://schemas.openxmlformats.org/drawingml/2006/main">
            <a:srgbClr val="FFFFFF"/>
          </a:solidFill>
          <a:ln xmlns:a="http://schemas.openxmlformats.org/drawingml/2006/main" w="0">
            <a:noFill/>
            <a:prstDash val="solid"/>
          </a:ln>
        </p:spPr>
      </p:sp>
      <p:sp>
        <p:nvSpPr>
          <p:cNvPr id="351" name="pdf-path-357">
            <a:extLst xmlns:a="http://schemas.openxmlformats.org/drawingml/2006/main">
              <a:ext uri="{FF2B5EF4-FFF2-40B4-BE49-F238E27FC236}">
                <a16:creationId xmlns:a16="http://schemas.microsoft.com/office/drawing/2014/main" id="{9274F049-CC47-4DB5-95BB-A02280C6E691}"/>
              </a:ext>
            </a:extLst>
          </p:cNvPr>
          <p:cNvSpPr>
            <a:spLocks xmlns:a="http://schemas.openxmlformats.org/drawingml/2006/main" noGrp="1"/>
          </p:cNvSpPr>
          <p:nvPr/>
        </p:nvSpPr>
        <p:spPr>
          <a:xfrm xmlns:a="http://schemas.openxmlformats.org/drawingml/2006/main">
            <a:off x="12372310" y="829079"/>
            <a:ext cx="95" cy="8546"/>
          </a:xfrm>
          <a:custGeom xmlns:a="http://schemas.openxmlformats.org/drawingml/2006/main">
            <a:pathLst>
              <a:path w="95" h="8546">
                <a:moveTo>
                  <a:pt x="0" y="8546"/>
                </a:moveTo>
                <a:lnTo>
                  <a:pt x="0" y="0"/>
                </a:lnTo>
                <a:lnTo>
                  <a:pt x="0" y="8546"/>
                </a:lnTo>
              </a:path>
            </a:pathLst>
          </a:custGeom>
          <a:solidFill xmlns:a="http://schemas.openxmlformats.org/drawingml/2006/main">
            <a:srgbClr val="666767"/>
          </a:solidFill>
          <a:ln xmlns:a="http://schemas.openxmlformats.org/drawingml/2006/main" w="0">
            <a:noFill/>
            <a:prstDash val="solid"/>
          </a:ln>
        </p:spPr>
      </p:sp>
      <p:sp>
        <p:nvSpPr>
          <p:cNvPr id="352" name="pdf-path-358">
            <a:extLst xmlns:a="http://schemas.openxmlformats.org/drawingml/2006/main">
              <a:ext uri="{FF2B5EF4-FFF2-40B4-BE49-F238E27FC236}">
                <a16:creationId xmlns:a16="http://schemas.microsoft.com/office/drawing/2014/main" id="{630207B9-FFA9-4DE5-92E1-BC80190D72EC}"/>
              </a:ext>
            </a:extLst>
          </p:cNvPr>
          <p:cNvSpPr>
            <a:spLocks xmlns:a="http://schemas.openxmlformats.org/drawingml/2006/main" noGrp="1"/>
          </p:cNvSpPr>
          <p:nvPr/>
        </p:nvSpPr>
        <p:spPr>
          <a:xfrm xmlns:a="http://schemas.openxmlformats.org/drawingml/2006/main">
            <a:off x="12363741" y="829078"/>
            <a:ext cx="17136" cy="225338"/>
          </a:xfrm>
          <a:custGeom xmlns:a="http://schemas.openxmlformats.org/drawingml/2006/main">
            <a:pathLst>
              <a:path w="17136" h="225338">
                <a:moveTo>
                  <a:pt x="0" y="0"/>
                </a:moveTo>
                <a:lnTo>
                  <a:pt x="0" y="225338"/>
                </a:lnTo>
                <a:lnTo>
                  <a:pt x="17136" y="225338"/>
                </a:lnTo>
                <a:lnTo>
                  <a:pt x="17136" y="0"/>
                </a:lnTo>
              </a:path>
            </a:pathLst>
          </a:custGeom>
          <a:solidFill xmlns:a="http://schemas.openxmlformats.org/drawingml/2006/main">
            <a:srgbClr val="666767"/>
          </a:solidFill>
          <a:ln xmlns:a="http://schemas.openxmlformats.org/drawingml/2006/main" w="0">
            <a:noFill/>
            <a:prstDash val="solid"/>
          </a:ln>
        </p:spPr>
      </p:sp>
      <p:sp>
        <p:nvSpPr>
          <p:cNvPr id="353" name="pdf-path-359">
            <a:extLst xmlns:a="http://schemas.openxmlformats.org/drawingml/2006/main">
              <a:ext uri="{FF2B5EF4-FFF2-40B4-BE49-F238E27FC236}">
                <a16:creationId xmlns:a16="http://schemas.microsoft.com/office/drawing/2014/main" id="{109D41AD-829C-455E-ADAE-EEE5C3B63613}"/>
              </a:ext>
            </a:extLst>
          </p:cNvPr>
          <p:cNvSpPr>
            <a:spLocks xmlns:a="http://schemas.openxmlformats.org/drawingml/2006/main" noGrp="1"/>
          </p:cNvSpPr>
          <p:nvPr/>
        </p:nvSpPr>
        <p:spPr>
          <a:xfrm xmlns:a="http://schemas.openxmlformats.org/drawingml/2006/main">
            <a:off x="12344005" y="1054418"/>
            <a:ext cx="56608" cy="77767"/>
          </a:xfrm>
          <a:custGeom xmlns:a="http://schemas.openxmlformats.org/drawingml/2006/main">
            <a:pathLst>
              <a:path w="56608" h="77767">
                <a:moveTo>
                  <a:pt x="0" y="0"/>
                </a:moveTo>
                <a:lnTo>
                  <a:pt x="28310" y="77767"/>
                </a:lnTo>
                <a:lnTo>
                  <a:pt x="56608" y="0"/>
                </a:lnTo>
                <a:lnTo>
                  <a:pt x="0" y="0"/>
                </a:lnTo>
              </a:path>
            </a:pathLst>
          </a:custGeom>
          <a:solidFill xmlns:a="http://schemas.openxmlformats.org/drawingml/2006/main">
            <a:srgbClr val="666767"/>
          </a:solidFill>
          <a:ln xmlns:a="http://schemas.openxmlformats.org/drawingml/2006/main" w="0">
            <a:noFill/>
            <a:prstDash val="solid"/>
          </a:ln>
        </p:spPr>
      </p:sp>
      <p:sp>
        <p:nvSpPr>
          <p:cNvPr id="354" name="pdf-path-360">
            <a:extLst xmlns:a="http://schemas.openxmlformats.org/drawingml/2006/main">
              <a:ext uri="{FF2B5EF4-FFF2-40B4-BE49-F238E27FC236}">
                <a16:creationId xmlns:a16="http://schemas.microsoft.com/office/drawing/2014/main" id="{E5B052E3-325B-4234-A229-E19C2653980F}"/>
              </a:ext>
            </a:extLst>
          </p:cNvPr>
          <p:cNvSpPr>
            <a:spLocks xmlns:a="http://schemas.openxmlformats.org/drawingml/2006/main" noGrp="1"/>
          </p:cNvSpPr>
          <p:nvPr/>
        </p:nvSpPr>
        <p:spPr>
          <a:xfrm xmlns:a="http://schemas.openxmlformats.org/drawingml/2006/main">
            <a:off x="12331769" y="1045850"/>
            <a:ext cx="81068" cy="111390"/>
          </a:xfrm>
          <a:custGeom xmlns:a="http://schemas.openxmlformats.org/drawingml/2006/main">
            <a:pathLst>
              <a:path w="81068" h="111390">
                <a:moveTo>
                  <a:pt x="12236" y="8568"/>
                </a:moveTo>
                <a:lnTo>
                  <a:pt x="4181" y="11505"/>
                </a:lnTo>
                <a:lnTo>
                  <a:pt x="40534" y="111390"/>
                </a:lnTo>
                <a:lnTo>
                  <a:pt x="81068" y="0"/>
                </a:lnTo>
                <a:lnTo>
                  <a:pt x="0" y="0"/>
                </a:lnTo>
                <a:lnTo>
                  <a:pt x="4181" y="11505"/>
                </a:lnTo>
                <a:lnTo>
                  <a:pt x="12236" y="8568"/>
                </a:lnTo>
                <a:lnTo>
                  <a:pt x="12236" y="17137"/>
                </a:lnTo>
                <a:lnTo>
                  <a:pt x="56608" y="17137"/>
                </a:lnTo>
                <a:lnTo>
                  <a:pt x="40534" y="61282"/>
                </a:lnTo>
                <a:lnTo>
                  <a:pt x="20290" y="5632"/>
                </a:lnTo>
                <a:lnTo>
                  <a:pt x="12236" y="8568"/>
                </a:lnTo>
                <a:lnTo>
                  <a:pt x="12236" y="17137"/>
                </a:lnTo>
                <a:lnTo>
                  <a:pt x="12236" y="8568"/>
                </a:lnTo>
              </a:path>
            </a:pathLst>
          </a:custGeom>
          <a:solidFill xmlns:a="http://schemas.openxmlformats.org/drawingml/2006/main">
            <a:srgbClr val="666767"/>
          </a:solidFill>
          <a:ln xmlns:a="http://schemas.openxmlformats.org/drawingml/2006/main" w="0">
            <a:noFill/>
            <a:prstDash val="solid"/>
          </a:ln>
        </p:spPr>
      </p:sp>
      <p:sp>
        <p:nvSpPr>
          <p:cNvPr id="355" name="pdf-path-362">
            <a:extLst xmlns:a="http://schemas.openxmlformats.org/drawingml/2006/main">
              <a:ext uri="{FF2B5EF4-FFF2-40B4-BE49-F238E27FC236}">
                <a16:creationId xmlns:a16="http://schemas.microsoft.com/office/drawing/2014/main" id="{A0512CE4-1EE3-4F78-A00E-93199B26BA83}"/>
              </a:ext>
            </a:extLst>
          </p:cNvPr>
          <p:cNvSpPr>
            <a:spLocks xmlns:a="http://schemas.openxmlformats.org/drawingml/2006/main" noGrp="1"/>
          </p:cNvSpPr>
          <p:nvPr/>
        </p:nvSpPr>
        <p:spPr>
          <a:xfrm xmlns:a="http://schemas.openxmlformats.org/drawingml/2006/main">
            <a:off x="13262504" y="1373129"/>
            <a:ext cx="329725" cy="150107"/>
          </a:xfrm>
          <a:custGeom xmlns:a="http://schemas.openxmlformats.org/drawingml/2006/main">
            <a:pathLst>
              <a:path w="329725" h="150107">
                <a:moveTo>
                  <a:pt x="14052" y="148234"/>
                </a:moveTo>
                <a:lnTo>
                  <a:pt x="14052" y="107860"/>
                </a:lnTo>
                <a:cubicBezTo>
                  <a:pt x="16452" y="110875"/>
                  <a:pt x="19513" y="113378"/>
                  <a:pt x="23238" y="115354"/>
                </a:cubicBezTo>
                <a:cubicBezTo>
                  <a:pt x="26950" y="117330"/>
                  <a:pt x="31154" y="118324"/>
                  <a:pt x="35839" y="118324"/>
                </a:cubicBezTo>
                <a:cubicBezTo>
                  <a:pt x="42249" y="118324"/>
                  <a:pt x="48349" y="116519"/>
                  <a:pt x="54164" y="112898"/>
                </a:cubicBezTo>
                <a:cubicBezTo>
                  <a:pt x="59967" y="109276"/>
                  <a:pt x="64377" y="104067"/>
                  <a:pt x="67438" y="97280"/>
                </a:cubicBezTo>
                <a:cubicBezTo>
                  <a:pt x="70456" y="90483"/>
                  <a:pt x="71997" y="82840"/>
                  <a:pt x="71997" y="74351"/>
                </a:cubicBezTo>
                <a:cubicBezTo>
                  <a:pt x="71997" y="66434"/>
                  <a:pt x="70614" y="59168"/>
                  <a:pt x="67862" y="52530"/>
                </a:cubicBezTo>
                <a:cubicBezTo>
                  <a:pt x="65108" y="45893"/>
                  <a:pt x="61008" y="40740"/>
                  <a:pt x="55603" y="37096"/>
                </a:cubicBezTo>
                <a:cubicBezTo>
                  <a:pt x="50188" y="33463"/>
                  <a:pt x="43939" y="31635"/>
                  <a:pt x="36856" y="31635"/>
                </a:cubicBezTo>
                <a:cubicBezTo>
                  <a:pt x="31428" y="31635"/>
                  <a:pt x="26836" y="32686"/>
                  <a:pt x="23032" y="34799"/>
                </a:cubicBezTo>
                <a:cubicBezTo>
                  <a:pt x="19227" y="36901"/>
                  <a:pt x="15822" y="40066"/>
                  <a:pt x="12807" y="44282"/>
                </a:cubicBezTo>
                <a:lnTo>
                  <a:pt x="12807" y="33508"/>
                </a:lnTo>
                <a:lnTo>
                  <a:pt x="0" y="33508"/>
                </a:lnTo>
                <a:lnTo>
                  <a:pt x="0" y="148234"/>
                </a:lnTo>
                <a:lnTo>
                  <a:pt x="14052" y="148234"/>
                </a:lnTo>
                <a:moveTo>
                  <a:pt x="19638" y="51045"/>
                </a:moveTo>
                <a:cubicBezTo>
                  <a:pt x="24243" y="45447"/>
                  <a:pt x="29532" y="42648"/>
                  <a:pt x="35530" y="42648"/>
                </a:cubicBezTo>
                <a:cubicBezTo>
                  <a:pt x="41563" y="42648"/>
                  <a:pt x="46761" y="45276"/>
                  <a:pt x="51102" y="50531"/>
                </a:cubicBezTo>
                <a:cubicBezTo>
                  <a:pt x="55455" y="55798"/>
                  <a:pt x="57626" y="63704"/>
                  <a:pt x="57626" y="74271"/>
                </a:cubicBezTo>
                <a:cubicBezTo>
                  <a:pt x="57626" y="85364"/>
                  <a:pt x="55409" y="93556"/>
                  <a:pt x="50943" y="98834"/>
                </a:cubicBezTo>
                <a:cubicBezTo>
                  <a:pt x="46509" y="104124"/>
                  <a:pt x="41152" y="106763"/>
                  <a:pt x="34903" y="106763"/>
                </a:cubicBezTo>
                <a:cubicBezTo>
                  <a:pt x="28755" y="106763"/>
                  <a:pt x="23522" y="104215"/>
                  <a:pt x="19204" y="99108"/>
                </a:cubicBezTo>
                <a:cubicBezTo>
                  <a:pt x="14886" y="94002"/>
                  <a:pt x="12727" y="86119"/>
                  <a:pt x="12727" y="75448"/>
                </a:cubicBezTo>
                <a:cubicBezTo>
                  <a:pt x="12727" y="64778"/>
                  <a:pt x="15024" y="56632"/>
                  <a:pt x="19638" y="51045"/>
                </a:cubicBezTo>
                <a:moveTo>
                  <a:pt x="125888" y="150107"/>
                </a:moveTo>
                <a:cubicBezTo>
                  <a:pt x="110327" y="125122"/>
                  <a:pt x="102536" y="100102"/>
                  <a:pt x="102536" y="75060"/>
                </a:cubicBezTo>
                <a:cubicBezTo>
                  <a:pt x="102536" y="65212"/>
                  <a:pt x="103654" y="55421"/>
                  <a:pt x="105894" y="45687"/>
                </a:cubicBezTo>
                <a:cubicBezTo>
                  <a:pt x="107711" y="37884"/>
                  <a:pt x="110212" y="30389"/>
                  <a:pt x="113388" y="23203"/>
                </a:cubicBezTo>
                <a:cubicBezTo>
                  <a:pt x="115421" y="18565"/>
                  <a:pt x="119581" y="10831"/>
                  <a:pt x="125888" y="0"/>
                </a:cubicBezTo>
                <a:lnTo>
                  <a:pt x="115810" y="0"/>
                </a:lnTo>
                <a:cubicBezTo>
                  <a:pt x="106031" y="13070"/>
                  <a:pt x="98788" y="26197"/>
                  <a:pt x="94104" y="39369"/>
                </a:cubicBezTo>
                <a:cubicBezTo>
                  <a:pt x="90094" y="50714"/>
                  <a:pt x="88083" y="62584"/>
                  <a:pt x="88083" y="74980"/>
                </a:cubicBezTo>
                <a:cubicBezTo>
                  <a:pt x="88083" y="89032"/>
                  <a:pt x="90769" y="102627"/>
                  <a:pt x="96137" y="115742"/>
                </a:cubicBezTo>
                <a:cubicBezTo>
                  <a:pt x="101495" y="128869"/>
                  <a:pt x="108065" y="140317"/>
                  <a:pt x="115810" y="150107"/>
                </a:cubicBezTo>
                <a:lnTo>
                  <a:pt x="125888" y="150107"/>
                </a:lnTo>
                <a:moveTo>
                  <a:pt x="149867" y="116451"/>
                </a:moveTo>
                <a:lnTo>
                  <a:pt x="171654" y="83731"/>
                </a:lnTo>
                <a:lnTo>
                  <a:pt x="176178" y="90677"/>
                </a:lnTo>
                <a:lnTo>
                  <a:pt x="193213" y="116451"/>
                </a:lnTo>
                <a:lnTo>
                  <a:pt x="210451" y="116451"/>
                </a:lnTo>
                <a:lnTo>
                  <a:pt x="179618" y="72558"/>
                </a:lnTo>
                <a:lnTo>
                  <a:pt x="208281" y="33508"/>
                </a:lnTo>
                <a:lnTo>
                  <a:pt x="191488" y="33508"/>
                </a:lnTo>
                <a:lnTo>
                  <a:pt x="177514" y="53113"/>
                </a:lnTo>
                <a:cubicBezTo>
                  <a:pt x="175583" y="55763"/>
                  <a:pt x="173470" y="58814"/>
                  <a:pt x="171185" y="62253"/>
                </a:cubicBezTo>
                <a:cubicBezTo>
                  <a:pt x="169723" y="59751"/>
                  <a:pt x="167803" y="56654"/>
                  <a:pt x="165405" y="52953"/>
                </a:cubicBezTo>
                <a:lnTo>
                  <a:pt x="152678" y="33508"/>
                </a:lnTo>
                <a:lnTo>
                  <a:pt x="135107" y="33508"/>
                </a:lnTo>
                <a:lnTo>
                  <a:pt x="163143" y="73334"/>
                </a:lnTo>
                <a:lnTo>
                  <a:pt x="132822" y="116451"/>
                </a:lnTo>
                <a:lnTo>
                  <a:pt x="149867" y="116451"/>
                </a:lnTo>
                <a:moveTo>
                  <a:pt x="226320" y="0"/>
                </a:moveTo>
                <a:lnTo>
                  <a:pt x="238580" y="0"/>
                </a:lnTo>
                <a:lnTo>
                  <a:pt x="238580" y="150107"/>
                </a:lnTo>
                <a:lnTo>
                  <a:pt x="226320" y="150107"/>
                </a:lnTo>
                <a:close/>
                <a:moveTo>
                  <a:pt x="329725" y="116451"/>
                </a:moveTo>
                <a:lnTo>
                  <a:pt x="329725" y="104341"/>
                </a:lnTo>
                <a:lnTo>
                  <a:pt x="291361" y="104341"/>
                </a:lnTo>
                <a:cubicBezTo>
                  <a:pt x="285855" y="104341"/>
                  <a:pt x="279935" y="104581"/>
                  <a:pt x="273653" y="105049"/>
                </a:cubicBezTo>
                <a:lnTo>
                  <a:pt x="282300" y="95441"/>
                </a:lnTo>
                <a:lnTo>
                  <a:pt x="327222" y="42796"/>
                </a:lnTo>
                <a:lnTo>
                  <a:pt x="327222" y="33508"/>
                </a:lnTo>
                <a:lnTo>
                  <a:pt x="259441" y="33508"/>
                </a:lnTo>
                <a:lnTo>
                  <a:pt x="259441" y="44910"/>
                </a:lnTo>
                <a:lnTo>
                  <a:pt x="293234" y="44910"/>
                </a:lnTo>
                <a:cubicBezTo>
                  <a:pt x="297838" y="44910"/>
                  <a:pt x="303116" y="44750"/>
                  <a:pt x="309103" y="44442"/>
                </a:cubicBezTo>
                <a:lnTo>
                  <a:pt x="256310" y="105049"/>
                </a:lnTo>
                <a:lnTo>
                  <a:pt x="256310" y="116451"/>
                </a:lnTo>
                <a:lnTo>
                  <a:pt x="329725" y="116451"/>
                </a:lnTo>
              </a:path>
            </a:pathLst>
          </a:custGeom>
          <a:solidFill xmlns:a="http://schemas.openxmlformats.org/drawingml/2006/main">
            <a:srgbClr val="666767"/>
          </a:solidFill>
          <a:ln xmlns:a="http://schemas.openxmlformats.org/drawingml/2006/main" w="0">
            <a:noFill/>
            <a:prstDash val="solid"/>
          </a:ln>
        </p:spPr>
      </p:sp>
      <p:sp>
        <p:nvSpPr>
          <p:cNvPr id="356" name="pdf-path-363">
            <a:extLst xmlns:a="http://schemas.openxmlformats.org/drawingml/2006/main">
              <a:ext uri="{FF2B5EF4-FFF2-40B4-BE49-F238E27FC236}">
                <a16:creationId xmlns:a16="http://schemas.microsoft.com/office/drawing/2014/main" id="{5FCEA1E3-59A0-48FC-90D6-2F2A9BA48E52}"/>
              </a:ext>
            </a:extLst>
          </p:cNvPr>
          <p:cNvSpPr>
            <a:spLocks xmlns:a="http://schemas.openxmlformats.org/drawingml/2006/main" noGrp="1"/>
          </p:cNvSpPr>
          <p:nvPr/>
        </p:nvSpPr>
        <p:spPr>
          <a:xfrm xmlns:a="http://schemas.openxmlformats.org/drawingml/2006/main">
            <a:off x="13598625" y="1472914"/>
            <a:ext cx="50519" cy="76648"/>
          </a:xfrm>
          <a:custGeom xmlns:a="http://schemas.openxmlformats.org/drawingml/2006/main">
            <a:pathLst>
              <a:path w="50519" h="76648">
                <a:moveTo>
                  <a:pt x="13093" y="67633"/>
                </a:moveTo>
                <a:cubicBezTo>
                  <a:pt x="14132" y="65943"/>
                  <a:pt x="15458" y="64240"/>
                  <a:pt x="17057" y="62561"/>
                </a:cubicBezTo>
                <a:cubicBezTo>
                  <a:pt x="18646" y="60881"/>
                  <a:pt x="22254" y="57671"/>
                  <a:pt x="27876" y="52953"/>
                </a:cubicBezTo>
                <a:cubicBezTo>
                  <a:pt x="34616" y="47263"/>
                  <a:pt x="39437" y="42785"/>
                  <a:pt x="42329" y="39518"/>
                </a:cubicBezTo>
                <a:cubicBezTo>
                  <a:pt x="45231" y="36262"/>
                  <a:pt x="47298" y="33154"/>
                  <a:pt x="48555" y="30207"/>
                </a:cubicBezTo>
                <a:cubicBezTo>
                  <a:pt x="49800" y="27248"/>
                  <a:pt x="50428" y="24254"/>
                  <a:pt x="50428" y="21193"/>
                </a:cubicBezTo>
                <a:cubicBezTo>
                  <a:pt x="50428" y="15195"/>
                  <a:pt x="48292" y="10156"/>
                  <a:pt x="44019" y="6089"/>
                </a:cubicBezTo>
                <a:cubicBezTo>
                  <a:pt x="39746" y="2034"/>
                  <a:pt x="33954" y="0"/>
                  <a:pt x="26630" y="0"/>
                </a:cubicBezTo>
                <a:cubicBezTo>
                  <a:pt x="19377" y="0"/>
                  <a:pt x="13595" y="1885"/>
                  <a:pt x="9289" y="5655"/>
                </a:cubicBezTo>
                <a:cubicBezTo>
                  <a:pt x="4993" y="9414"/>
                  <a:pt x="2503" y="14898"/>
                  <a:pt x="1850" y="22084"/>
                </a:cubicBezTo>
                <a:lnTo>
                  <a:pt x="11471" y="23066"/>
                </a:lnTo>
                <a:cubicBezTo>
                  <a:pt x="11504" y="18279"/>
                  <a:pt x="12877" y="14532"/>
                  <a:pt x="15596" y="11824"/>
                </a:cubicBezTo>
                <a:cubicBezTo>
                  <a:pt x="18302" y="9117"/>
                  <a:pt x="21900" y="7757"/>
                  <a:pt x="26425" y="7757"/>
                </a:cubicBezTo>
                <a:cubicBezTo>
                  <a:pt x="30687" y="7757"/>
                  <a:pt x="34160" y="9037"/>
                  <a:pt x="36811" y="11584"/>
                </a:cubicBezTo>
                <a:cubicBezTo>
                  <a:pt x="39472" y="14132"/>
                  <a:pt x="40798" y="17274"/>
                  <a:pt x="40798" y="20987"/>
                </a:cubicBezTo>
                <a:cubicBezTo>
                  <a:pt x="40798" y="24529"/>
                  <a:pt x="39334" y="28287"/>
                  <a:pt x="36422" y="32252"/>
                </a:cubicBezTo>
                <a:cubicBezTo>
                  <a:pt x="33497" y="36227"/>
                  <a:pt x="27898" y="41620"/>
                  <a:pt x="19593" y="48417"/>
                </a:cubicBezTo>
                <a:cubicBezTo>
                  <a:pt x="14258" y="52793"/>
                  <a:pt x="10168" y="56654"/>
                  <a:pt x="7336" y="59979"/>
                </a:cubicBezTo>
                <a:cubicBezTo>
                  <a:pt x="4514" y="63315"/>
                  <a:pt x="2445" y="66697"/>
                  <a:pt x="1165" y="70135"/>
                </a:cubicBezTo>
                <a:cubicBezTo>
                  <a:pt x="377" y="72215"/>
                  <a:pt x="0" y="74385"/>
                  <a:pt x="68" y="76648"/>
                </a:cubicBezTo>
                <a:lnTo>
                  <a:pt x="50519" y="76648"/>
                </a:lnTo>
                <a:lnTo>
                  <a:pt x="50519" y="67633"/>
                </a:lnTo>
                <a:lnTo>
                  <a:pt x="13093" y="67633"/>
                </a:lnTo>
              </a:path>
            </a:pathLst>
          </a:custGeom>
          <a:solidFill xmlns:a="http://schemas.openxmlformats.org/drawingml/2006/main">
            <a:srgbClr val="666767"/>
          </a:solidFill>
          <a:ln xmlns:a="http://schemas.openxmlformats.org/drawingml/2006/main" w="0">
            <a:noFill/>
            <a:prstDash val="solid"/>
          </a:ln>
        </p:spPr>
      </p:sp>
      <p:sp>
        <p:nvSpPr>
          <p:cNvPr id="357" name="pdf-path-364">
            <a:extLst xmlns:a="http://schemas.openxmlformats.org/drawingml/2006/main">
              <a:ext uri="{FF2B5EF4-FFF2-40B4-BE49-F238E27FC236}">
                <a16:creationId xmlns:a16="http://schemas.microsoft.com/office/drawing/2014/main" id="{F5542700-EDAC-49B6-B909-939510B1A321}"/>
              </a:ext>
            </a:extLst>
          </p:cNvPr>
          <p:cNvSpPr>
            <a:spLocks xmlns:a="http://schemas.openxmlformats.org/drawingml/2006/main" noGrp="1"/>
          </p:cNvSpPr>
          <p:nvPr/>
        </p:nvSpPr>
        <p:spPr>
          <a:xfrm xmlns:a="http://schemas.openxmlformats.org/drawingml/2006/main">
            <a:off x="13664407" y="1373133"/>
            <a:ext cx="37815" cy="150107"/>
          </a:xfrm>
          <a:custGeom xmlns:a="http://schemas.openxmlformats.org/drawingml/2006/main">
            <a:pathLst>
              <a:path w="37815" h="150107">
                <a:moveTo>
                  <a:pt x="29738" y="115742"/>
                </a:moveTo>
                <a:cubicBezTo>
                  <a:pt x="35119" y="102627"/>
                  <a:pt x="37815" y="89032"/>
                  <a:pt x="37815" y="74980"/>
                </a:cubicBezTo>
                <a:cubicBezTo>
                  <a:pt x="37815" y="62584"/>
                  <a:pt x="35804" y="50714"/>
                  <a:pt x="31807" y="39358"/>
                </a:cubicBezTo>
                <a:cubicBezTo>
                  <a:pt x="27122" y="26197"/>
                  <a:pt x="19879" y="13070"/>
                  <a:pt x="10088" y="0"/>
                </a:cubicBezTo>
                <a:lnTo>
                  <a:pt x="0" y="0"/>
                </a:lnTo>
                <a:cubicBezTo>
                  <a:pt x="6364" y="10933"/>
                  <a:pt x="10557" y="18748"/>
                  <a:pt x="12591" y="23432"/>
                </a:cubicBezTo>
                <a:cubicBezTo>
                  <a:pt x="15766" y="30618"/>
                  <a:pt x="18234" y="38112"/>
                  <a:pt x="19992" y="45927"/>
                </a:cubicBezTo>
                <a:cubicBezTo>
                  <a:pt x="22254" y="55558"/>
                  <a:pt x="23364" y="65269"/>
                  <a:pt x="23364" y="75048"/>
                </a:cubicBezTo>
                <a:cubicBezTo>
                  <a:pt x="23364" y="100091"/>
                  <a:pt x="15583" y="125110"/>
                  <a:pt x="0" y="150107"/>
                </a:cubicBezTo>
                <a:lnTo>
                  <a:pt x="10088" y="150107"/>
                </a:lnTo>
                <a:cubicBezTo>
                  <a:pt x="17800" y="140317"/>
                  <a:pt x="24335" y="128858"/>
                  <a:pt x="29738" y="115742"/>
                </a:cubicBezTo>
              </a:path>
            </a:pathLst>
          </a:custGeom>
          <a:solidFill xmlns:a="http://schemas.openxmlformats.org/drawingml/2006/main">
            <a:srgbClr val="666767"/>
          </a:solidFill>
          <a:ln xmlns:a="http://schemas.openxmlformats.org/drawingml/2006/main" w="0">
            <a:noFill/>
            <a:prstDash val="solid"/>
          </a:ln>
        </p:spPr>
      </p:sp>
      <p:sp>
        <p:nvSpPr>
          <p:cNvPr id="358" name="pdf-path-365">
            <a:extLst xmlns:a="http://schemas.openxmlformats.org/drawingml/2006/main">
              <a:ext uri="{FF2B5EF4-FFF2-40B4-BE49-F238E27FC236}">
                <a16:creationId xmlns:a16="http://schemas.microsoft.com/office/drawing/2014/main" id="{1F9C9BD0-27D2-4262-8748-89F906AE5764}"/>
              </a:ext>
            </a:extLst>
          </p:cNvPr>
          <p:cNvSpPr>
            <a:spLocks xmlns:a="http://schemas.openxmlformats.org/drawingml/2006/main" noGrp="1"/>
          </p:cNvSpPr>
          <p:nvPr/>
        </p:nvSpPr>
        <p:spPr>
          <a:xfrm xmlns:a="http://schemas.openxmlformats.org/drawingml/2006/main">
            <a:off x="11948612" y="177669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359" name="pdf-path-366">
            <a:extLst xmlns:a="http://schemas.openxmlformats.org/drawingml/2006/main">
              <a:ext uri="{FF2B5EF4-FFF2-40B4-BE49-F238E27FC236}">
                <a16:creationId xmlns:a16="http://schemas.microsoft.com/office/drawing/2014/main" id="{353C78A4-6D3D-461A-9BB3-526AA0E2864C}"/>
              </a:ext>
            </a:extLst>
          </p:cNvPr>
          <p:cNvSpPr>
            <a:spLocks xmlns:a="http://schemas.openxmlformats.org/drawingml/2006/main" noGrp="1"/>
          </p:cNvSpPr>
          <p:nvPr/>
        </p:nvSpPr>
        <p:spPr>
          <a:xfrm xmlns:a="http://schemas.openxmlformats.org/drawingml/2006/main">
            <a:off x="11944323" y="1772413"/>
            <a:ext cx="181833" cy="181822"/>
          </a:xfrm>
          <a:custGeom xmlns:a="http://schemas.openxmlformats.org/drawingml/2006/main">
            <a:pathLst>
              <a:path w="181833" h="181822">
                <a:moveTo>
                  <a:pt x="4284" y="4284"/>
                </a:moveTo>
                <a:lnTo>
                  <a:pt x="4284" y="8569"/>
                </a:lnTo>
                <a:lnTo>
                  <a:pt x="173265" y="8569"/>
                </a:lnTo>
                <a:lnTo>
                  <a:pt x="173265"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49" y="181822"/>
                </a:lnTo>
                <a:cubicBezTo>
                  <a:pt x="178691" y="181822"/>
                  <a:pt x="179766" y="181376"/>
                  <a:pt x="180577" y="180565"/>
                </a:cubicBezTo>
                <a:cubicBezTo>
                  <a:pt x="181388" y="179754"/>
                  <a:pt x="181833" y="178681"/>
                  <a:pt x="181833" y="177538"/>
                </a:cubicBezTo>
                <a:lnTo>
                  <a:pt x="181833" y="4284"/>
                </a:lnTo>
                <a:cubicBezTo>
                  <a:pt x="181833" y="3142"/>
                  <a:pt x="181388" y="2068"/>
                  <a:pt x="180577" y="1257"/>
                </a:cubicBezTo>
                <a:cubicBezTo>
                  <a:pt x="179766" y="446"/>
                  <a:pt x="178691" y="0"/>
                  <a:pt x="177549"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360" name="pdf-path-367">
            <a:extLst xmlns:a="http://schemas.openxmlformats.org/drawingml/2006/main">
              <a:ext uri="{FF2B5EF4-FFF2-40B4-BE49-F238E27FC236}">
                <a16:creationId xmlns:a16="http://schemas.microsoft.com/office/drawing/2014/main" id="{D4989432-52DF-4B37-906F-AA6EFD401D90}"/>
              </a:ext>
            </a:extLst>
          </p:cNvPr>
          <p:cNvSpPr>
            <a:spLocks xmlns:a="http://schemas.openxmlformats.org/drawingml/2006/main" noGrp="1"/>
          </p:cNvSpPr>
          <p:nvPr/>
        </p:nvSpPr>
        <p:spPr>
          <a:xfrm xmlns:a="http://schemas.openxmlformats.org/drawingml/2006/main">
            <a:off x="12172374" y="1776696"/>
            <a:ext cx="173242" cy="173253"/>
          </a:xfrm>
          <a:custGeom xmlns:a="http://schemas.openxmlformats.org/drawingml/2006/main">
            <a:pathLst>
              <a:path w="173242" h="173253">
                <a:moveTo>
                  <a:pt x="0" y="0"/>
                </a:moveTo>
                <a:lnTo>
                  <a:pt x="173242" y="0"/>
                </a:lnTo>
                <a:lnTo>
                  <a:pt x="173242"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361" name="pdf-path-368">
            <a:extLst xmlns:a="http://schemas.openxmlformats.org/drawingml/2006/main">
              <a:ext uri="{FF2B5EF4-FFF2-40B4-BE49-F238E27FC236}">
                <a16:creationId xmlns:a16="http://schemas.microsoft.com/office/drawing/2014/main" id="{433D8C3E-8E47-4497-8B21-6778DCB1F1FA}"/>
              </a:ext>
            </a:extLst>
          </p:cNvPr>
          <p:cNvSpPr>
            <a:spLocks xmlns:a="http://schemas.openxmlformats.org/drawingml/2006/main" noGrp="1"/>
          </p:cNvSpPr>
          <p:nvPr/>
        </p:nvSpPr>
        <p:spPr>
          <a:xfrm xmlns:a="http://schemas.openxmlformats.org/drawingml/2006/main">
            <a:off x="12168073" y="1772413"/>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362" name="pdf-path-369">
            <a:extLst xmlns:a="http://schemas.openxmlformats.org/drawingml/2006/main">
              <a:ext uri="{FF2B5EF4-FFF2-40B4-BE49-F238E27FC236}">
                <a16:creationId xmlns:a16="http://schemas.microsoft.com/office/drawing/2014/main" id="{19100A27-3B43-48ED-B8F9-BE644FB40082}"/>
              </a:ext>
            </a:extLst>
          </p:cNvPr>
          <p:cNvSpPr>
            <a:spLocks xmlns:a="http://schemas.openxmlformats.org/drawingml/2006/main" noGrp="1"/>
          </p:cNvSpPr>
          <p:nvPr/>
        </p:nvSpPr>
        <p:spPr>
          <a:xfrm xmlns:a="http://schemas.openxmlformats.org/drawingml/2006/main">
            <a:off x="12396113" y="1776696"/>
            <a:ext cx="173265" cy="173253"/>
          </a:xfrm>
          <a:custGeom xmlns:a="http://schemas.openxmlformats.org/drawingml/2006/main">
            <a:pathLst>
              <a:path w="173265" h="173253">
                <a:moveTo>
                  <a:pt x="0" y="0"/>
                </a:moveTo>
                <a:lnTo>
                  <a:pt x="173265" y="0"/>
                </a:lnTo>
                <a:lnTo>
                  <a:pt x="173265"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363" name="pdf-path-370">
            <a:extLst xmlns:a="http://schemas.openxmlformats.org/drawingml/2006/main">
              <a:ext uri="{FF2B5EF4-FFF2-40B4-BE49-F238E27FC236}">
                <a16:creationId xmlns:a16="http://schemas.microsoft.com/office/drawing/2014/main" id="{2721B963-994E-430D-ABE9-1EBE32F1E06A}"/>
              </a:ext>
            </a:extLst>
          </p:cNvPr>
          <p:cNvSpPr>
            <a:spLocks xmlns:a="http://schemas.openxmlformats.org/drawingml/2006/main" noGrp="1"/>
          </p:cNvSpPr>
          <p:nvPr/>
        </p:nvSpPr>
        <p:spPr>
          <a:xfrm xmlns:a="http://schemas.openxmlformats.org/drawingml/2006/main">
            <a:off x="12391822" y="1772413"/>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80" y="181822"/>
                  <a:pt x="179754" y="181376"/>
                  <a:pt x="180565" y="180565"/>
                </a:cubicBezTo>
                <a:cubicBezTo>
                  <a:pt x="181376" y="179754"/>
                  <a:pt x="181822" y="178681"/>
                  <a:pt x="181822" y="177538"/>
                </a:cubicBezTo>
                <a:lnTo>
                  <a:pt x="181822" y="4284"/>
                </a:lnTo>
                <a:cubicBezTo>
                  <a:pt x="181822" y="3142"/>
                  <a:pt x="181376" y="2068"/>
                  <a:pt x="180565" y="1257"/>
                </a:cubicBezTo>
                <a:cubicBezTo>
                  <a:pt x="179754" y="446"/>
                  <a:pt x="178680"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364" name="pdf-path-371">
            <a:extLst xmlns:a="http://schemas.openxmlformats.org/drawingml/2006/main">
              <a:ext uri="{FF2B5EF4-FFF2-40B4-BE49-F238E27FC236}">
                <a16:creationId xmlns:a16="http://schemas.microsoft.com/office/drawing/2014/main" id="{913EBA6A-106C-4539-B104-447BC7E6BFBE}"/>
              </a:ext>
            </a:extLst>
          </p:cNvPr>
          <p:cNvSpPr>
            <a:spLocks xmlns:a="http://schemas.openxmlformats.org/drawingml/2006/main" noGrp="1"/>
          </p:cNvSpPr>
          <p:nvPr/>
        </p:nvSpPr>
        <p:spPr>
          <a:xfrm xmlns:a="http://schemas.openxmlformats.org/drawingml/2006/main">
            <a:off x="12619840" y="1776696"/>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6FA7DA"/>
          </a:solidFill>
          <a:ln xmlns:a="http://schemas.openxmlformats.org/drawingml/2006/main" w="0">
            <a:noFill/>
            <a:prstDash val="solid"/>
          </a:ln>
        </p:spPr>
      </p:sp>
      <p:sp>
        <p:nvSpPr>
          <p:cNvPr id="365" name="pdf-path-372">
            <a:extLst xmlns:a="http://schemas.openxmlformats.org/drawingml/2006/main">
              <a:ext uri="{FF2B5EF4-FFF2-40B4-BE49-F238E27FC236}">
                <a16:creationId xmlns:a16="http://schemas.microsoft.com/office/drawing/2014/main" id="{0E314E1D-12D6-4B2F-B616-CDC35C5704E5}"/>
              </a:ext>
            </a:extLst>
          </p:cNvPr>
          <p:cNvSpPr>
            <a:spLocks xmlns:a="http://schemas.openxmlformats.org/drawingml/2006/main" noGrp="1"/>
          </p:cNvSpPr>
          <p:nvPr/>
        </p:nvSpPr>
        <p:spPr>
          <a:xfrm xmlns:a="http://schemas.openxmlformats.org/drawingml/2006/main">
            <a:off x="12615561" y="1772413"/>
            <a:ext cx="181833" cy="181822"/>
          </a:xfrm>
          <a:custGeom xmlns:a="http://schemas.openxmlformats.org/drawingml/2006/main">
            <a:pathLst>
              <a:path w="181833" h="181822">
                <a:moveTo>
                  <a:pt x="4284" y="4284"/>
                </a:moveTo>
                <a:lnTo>
                  <a:pt x="4284" y="8569"/>
                </a:lnTo>
                <a:lnTo>
                  <a:pt x="173266" y="8569"/>
                </a:lnTo>
                <a:lnTo>
                  <a:pt x="173266"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49" y="181822"/>
                </a:lnTo>
                <a:cubicBezTo>
                  <a:pt x="178691" y="181822"/>
                  <a:pt x="179766" y="181376"/>
                  <a:pt x="180577" y="180565"/>
                </a:cubicBezTo>
                <a:cubicBezTo>
                  <a:pt x="181388" y="179754"/>
                  <a:pt x="181833" y="178681"/>
                  <a:pt x="181833" y="177538"/>
                </a:cubicBezTo>
                <a:lnTo>
                  <a:pt x="181833" y="4284"/>
                </a:lnTo>
                <a:cubicBezTo>
                  <a:pt x="181833" y="3142"/>
                  <a:pt x="181388" y="2068"/>
                  <a:pt x="180577" y="1257"/>
                </a:cubicBezTo>
                <a:cubicBezTo>
                  <a:pt x="179766" y="446"/>
                  <a:pt x="178691" y="0"/>
                  <a:pt x="177549"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0B5495"/>
          </a:solidFill>
          <a:ln xmlns:a="http://schemas.openxmlformats.org/drawingml/2006/main" w="0">
            <a:noFill/>
            <a:prstDash val="solid"/>
          </a:ln>
        </p:spPr>
      </p:sp>
      <p:sp>
        <p:nvSpPr>
          <p:cNvPr id="366" name="pdf-path-373">
            <a:extLst xmlns:a="http://schemas.openxmlformats.org/drawingml/2006/main">
              <a:ext uri="{FF2B5EF4-FFF2-40B4-BE49-F238E27FC236}">
                <a16:creationId xmlns:a16="http://schemas.microsoft.com/office/drawing/2014/main" id="{A6E200C3-67CE-4EFE-A665-2429F64A5D59}"/>
              </a:ext>
            </a:extLst>
          </p:cNvPr>
          <p:cNvSpPr>
            <a:spLocks xmlns:a="http://schemas.openxmlformats.org/drawingml/2006/main" noGrp="1"/>
          </p:cNvSpPr>
          <p:nvPr/>
        </p:nvSpPr>
        <p:spPr>
          <a:xfrm xmlns:a="http://schemas.openxmlformats.org/drawingml/2006/main">
            <a:off x="12843578" y="1776696"/>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A6BFDD"/>
          </a:solidFill>
          <a:ln xmlns:a="http://schemas.openxmlformats.org/drawingml/2006/main" w="0">
            <a:noFill/>
            <a:prstDash val="solid"/>
          </a:ln>
        </p:spPr>
      </p:sp>
      <p:sp>
        <p:nvSpPr>
          <p:cNvPr id="367" name="pdf-path-374">
            <a:extLst xmlns:a="http://schemas.openxmlformats.org/drawingml/2006/main">
              <a:ext uri="{FF2B5EF4-FFF2-40B4-BE49-F238E27FC236}">
                <a16:creationId xmlns:a16="http://schemas.microsoft.com/office/drawing/2014/main" id="{B7679CB8-7FC6-4B5F-B878-4A3B10F4797E}"/>
              </a:ext>
            </a:extLst>
          </p:cNvPr>
          <p:cNvSpPr>
            <a:spLocks xmlns:a="http://schemas.openxmlformats.org/drawingml/2006/main" noGrp="1"/>
          </p:cNvSpPr>
          <p:nvPr/>
        </p:nvSpPr>
        <p:spPr>
          <a:xfrm xmlns:a="http://schemas.openxmlformats.org/drawingml/2006/main">
            <a:off x="12839310" y="1772413"/>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37895"/>
          </a:solidFill>
          <a:ln xmlns:a="http://schemas.openxmlformats.org/drawingml/2006/main" w="0">
            <a:noFill/>
            <a:prstDash val="solid"/>
          </a:ln>
        </p:spPr>
      </p:sp>
      <p:sp>
        <p:nvSpPr>
          <p:cNvPr id="368" name="pdf-path-375">
            <a:extLst xmlns:a="http://schemas.openxmlformats.org/drawingml/2006/main">
              <a:ext uri="{FF2B5EF4-FFF2-40B4-BE49-F238E27FC236}">
                <a16:creationId xmlns:a16="http://schemas.microsoft.com/office/drawing/2014/main" id="{0F3DCDE2-4F79-4ED1-AF8A-7F2DCA966F3E}"/>
              </a:ext>
            </a:extLst>
          </p:cNvPr>
          <p:cNvSpPr>
            <a:spLocks xmlns:a="http://schemas.openxmlformats.org/drawingml/2006/main" noGrp="1"/>
          </p:cNvSpPr>
          <p:nvPr/>
        </p:nvSpPr>
        <p:spPr>
          <a:xfrm xmlns:a="http://schemas.openxmlformats.org/drawingml/2006/main">
            <a:off x="13067341" y="1776696"/>
            <a:ext cx="173254" cy="173253"/>
          </a:xfrm>
          <a:custGeom xmlns:a="http://schemas.openxmlformats.org/drawingml/2006/main">
            <a:pathLst>
              <a:path w="173254" h="173253">
                <a:moveTo>
                  <a:pt x="0" y="0"/>
                </a:moveTo>
                <a:lnTo>
                  <a:pt x="173254" y="0"/>
                </a:lnTo>
                <a:lnTo>
                  <a:pt x="173254"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69" name="pdf-path-376">
            <a:extLst xmlns:a="http://schemas.openxmlformats.org/drawingml/2006/main">
              <a:ext uri="{FF2B5EF4-FFF2-40B4-BE49-F238E27FC236}">
                <a16:creationId xmlns:a16="http://schemas.microsoft.com/office/drawing/2014/main" id="{BBF79B63-FBE3-4A12-A490-5E3AA232CCE0}"/>
              </a:ext>
            </a:extLst>
          </p:cNvPr>
          <p:cNvSpPr>
            <a:spLocks xmlns:a="http://schemas.openxmlformats.org/drawingml/2006/main" noGrp="1"/>
          </p:cNvSpPr>
          <p:nvPr/>
        </p:nvSpPr>
        <p:spPr>
          <a:xfrm xmlns:a="http://schemas.openxmlformats.org/drawingml/2006/main">
            <a:off x="13063061" y="1772413"/>
            <a:ext cx="181823" cy="181822"/>
          </a:xfrm>
          <a:custGeom xmlns:a="http://schemas.openxmlformats.org/drawingml/2006/main">
            <a:pathLst>
              <a:path w="181823" h="181822">
                <a:moveTo>
                  <a:pt x="4284" y="4284"/>
                </a:moveTo>
                <a:lnTo>
                  <a:pt x="4284" y="8569"/>
                </a:lnTo>
                <a:lnTo>
                  <a:pt x="173254" y="8569"/>
                </a:lnTo>
                <a:lnTo>
                  <a:pt x="173254"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80" y="181822"/>
                  <a:pt x="179754" y="181376"/>
                  <a:pt x="180565" y="180565"/>
                </a:cubicBezTo>
                <a:cubicBezTo>
                  <a:pt x="181376" y="179754"/>
                  <a:pt x="181823" y="178681"/>
                  <a:pt x="181823" y="177538"/>
                </a:cubicBezTo>
                <a:lnTo>
                  <a:pt x="181823" y="4284"/>
                </a:lnTo>
                <a:cubicBezTo>
                  <a:pt x="181823" y="3142"/>
                  <a:pt x="181376" y="2068"/>
                  <a:pt x="180565" y="1257"/>
                </a:cubicBezTo>
                <a:cubicBezTo>
                  <a:pt x="179754" y="446"/>
                  <a:pt x="178680"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70" name="pdf-path-377">
            <a:extLst xmlns:a="http://schemas.openxmlformats.org/drawingml/2006/main">
              <a:ext uri="{FF2B5EF4-FFF2-40B4-BE49-F238E27FC236}">
                <a16:creationId xmlns:a16="http://schemas.microsoft.com/office/drawing/2014/main" id="{DC0B90B1-88E2-423D-83A0-37AC0648C8FA}"/>
              </a:ext>
            </a:extLst>
          </p:cNvPr>
          <p:cNvSpPr>
            <a:spLocks xmlns:a="http://schemas.openxmlformats.org/drawingml/2006/main" noGrp="1"/>
          </p:cNvSpPr>
          <p:nvPr/>
        </p:nvSpPr>
        <p:spPr>
          <a:xfrm xmlns:a="http://schemas.openxmlformats.org/drawingml/2006/main">
            <a:off x="13291079" y="1776696"/>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71" name="pdf-path-378">
            <a:extLst xmlns:a="http://schemas.openxmlformats.org/drawingml/2006/main">
              <a:ext uri="{FF2B5EF4-FFF2-40B4-BE49-F238E27FC236}">
                <a16:creationId xmlns:a16="http://schemas.microsoft.com/office/drawing/2014/main" id="{A8AF1D07-18F8-48ED-89D3-A6011BF867C8}"/>
              </a:ext>
            </a:extLst>
          </p:cNvPr>
          <p:cNvSpPr>
            <a:spLocks xmlns:a="http://schemas.openxmlformats.org/drawingml/2006/main" noGrp="1"/>
          </p:cNvSpPr>
          <p:nvPr/>
        </p:nvSpPr>
        <p:spPr>
          <a:xfrm xmlns:a="http://schemas.openxmlformats.org/drawingml/2006/main">
            <a:off x="13286799" y="1772413"/>
            <a:ext cx="181833" cy="181822"/>
          </a:xfrm>
          <a:custGeom xmlns:a="http://schemas.openxmlformats.org/drawingml/2006/main">
            <a:pathLst>
              <a:path w="181833" h="181822">
                <a:moveTo>
                  <a:pt x="4283" y="4284"/>
                </a:moveTo>
                <a:lnTo>
                  <a:pt x="4283" y="8569"/>
                </a:lnTo>
                <a:lnTo>
                  <a:pt x="173264" y="8569"/>
                </a:lnTo>
                <a:lnTo>
                  <a:pt x="173264" y="173254"/>
                </a:lnTo>
                <a:lnTo>
                  <a:pt x="8567" y="173254"/>
                </a:lnTo>
                <a:lnTo>
                  <a:pt x="8567" y="4284"/>
                </a:lnTo>
                <a:lnTo>
                  <a:pt x="4283" y="4284"/>
                </a:lnTo>
                <a:lnTo>
                  <a:pt x="4283" y="8569"/>
                </a:lnTo>
                <a:lnTo>
                  <a:pt x="4283" y="4284"/>
                </a:lnTo>
                <a:lnTo>
                  <a:pt x="0" y="4284"/>
                </a:lnTo>
                <a:lnTo>
                  <a:pt x="0" y="177538"/>
                </a:lnTo>
                <a:cubicBezTo>
                  <a:pt x="0" y="178669"/>
                  <a:pt x="457" y="179766"/>
                  <a:pt x="1256" y="180565"/>
                </a:cubicBezTo>
                <a:cubicBezTo>
                  <a:pt x="2056" y="181365"/>
                  <a:pt x="3141" y="181822"/>
                  <a:pt x="4283" y="181822"/>
                </a:cubicBezTo>
                <a:lnTo>
                  <a:pt x="177549" y="181822"/>
                </a:lnTo>
                <a:cubicBezTo>
                  <a:pt x="178691" y="181822"/>
                  <a:pt x="179764" y="181376"/>
                  <a:pt x="180577" y="180565"/>
                </a:cubicBezTo>
                <a:cubicBezTo>
                  <a:pt x="181388" y="179754"/>
                  <a:pt x="181833" y="178681"/>
                  <a:pt x="181833" y="177538"/>
                </a:cubicBezTo>
                <a:lnTo>
                  <a:pt x="181833" y="4284"/>
                </a:lnTo>
                <a:cubicBezTo>
                  <a:pt x="181833" y="3142"/>
                  <a:pt x="181388" y="2068"/>
                  <a:pt x="180577" y="1257"/>
                </a:cubicBezTo>
                <a:cubicBezTo>
                  <a:pt x="179764" y="446"/>
                  <a:pt x="178691" y="0"/>
                  <a:pt x="177549" y="0"/>
                </a:cubicBezTo>
                <a:lnTo>
                  <a:pt x="4283" y="0"/>
                </a:lnTo>
                <a:cubicBezTo>
                  <a:pt x="3141" y="0"/>
                  <a:pt x="2056" y="457"/>
                  <a:pt x="1256" y="1257"/>
                </a:cubicBezTo>
                <a:cubicBezTo>
                  <a:pt x="457" y="2057"/>
                  <a:pt x="0" y="3153"/>
                  <a:pt x="0" y="4284"/>
                </a:cubicBezTo>
                <a:lnTo>
                  <a:pt x="4283" y="4284"/>
                </a:lnTo>
              </a:path>
            </a:pathLst>
          </a:custGeom>
          <a:solidFill xmlns:a="http://schemas.openxmlformats.org/drawingml/2006/main">
            <a:srgbClr val="666767"/>
          </a:solidFill>
          <a:ln xmlns:a="http://schemas.openxmlformats.org/drawingml/2006/main" w="0">
            <a:noFill/>
            <a:prstDash val="solid"/>
          </a:ln>
        </p:spPr>
      </p:sp>
      <p:sp>
        <p:nvSpPr>
          <p:cNvPr id="372" name="pdf-path-379">
            <a:extLst xmlns:a="http://schemas.openxmlformats.org/drawingml/2006/main">
              <a:ext uri="{FF2B5EF4-FFF2-40B4-BE49-F238E27FC236}">
                <a16:creationId xmlns:a16="http://schemas.microsoft.com/office/drawing/2014/main" id="{A11E33EB-5277-4034-824A-AF23C1E9F869}"/>
              </a:ext>
            </a:extLst>
          </p:cNvPr>
          <p:cNvSpPr>
            <a:spLocks xmlns:a="http://schemas.openxmlformats.org/drawingml/2006/main" noGrp="1"/>
          </p:cNvSpPr>
          <p:nvPr/>
        </p:nvSpPr>
        <p:spPr>
          <a:xfrm xmlns:a="http://schemas.openxmlformats.org/drawingml/2006/main">
            <a:off x="13514829" y="1776696"/>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73" name="pdf-path-380">
            <a:extLst xmlns:a="http://schemas.openxmlformats.org/drawingml/2006/main">
              <a:ext uri="{FF2B5EF4-FFF2-40B4-BE49-F238E27FC236}">
                <a16:creationId xmlns:a16="http://schemas.microsoft.com/office/drawing/2014/main" id="{8C832EE3-60E8-4F09-8DCD-26AFB375CA6C}"/>
              </a:ext>
            </a:extLst>
          </p:cNvPr>
          <p:cNvSpPr>
            <a:spLocks xmlns:a="http://schemas.openxmlformats.org/drawingml/2006/main" noGrp="1"/>
          </p:cNvSpPr>
          <p:nvPr/>
        </p:nvSpPr>
        <p:spPr>
          <a:xfrm xmlns:a="http://schemas.openxmlformats.org/drawingml/2006/main">
            <a:off x="13510549" y="1772413"/>
            <a:ext cx="181822" cy="181822"/>
          </a:xfrm>
          <a:custGeom xmlns:a="http://schemas.openxmlformats.org/drawingml/2006/main">
            <a:pathLst>
              <a:path w="181822" h="181822">
                <a:moveTo>
                  <a:pt x="4283" y="4284"/>
                </a:moveTo>
                <a:lnTo>
                  <a:pt x="4283" y="8569"/>
                </a:lnTo>
                <a:lnTo>
                  <a:pt x="173253" y="8569"/>
                </a:lnTo>
                <a:lnTo>
                  <a:pt x="173253" y="173254"/>
                </a:lnTo>
                <a:lnTo>
                  <a:pt x="8567" y="173254"/>
                </a:lnTo>
                <a:lnTo>
                  <a:pt x="8567" y="4284"/>
                </a:lnTo>
                <a:lnTo>
                  <a:pt x="4283" y="4284"/>
                </a:lnTo>
                <a:lnTo>
                  <a:pt x="4283" y="8569"/>
                </a:lnTo>
                <a:lnTo>
                  <a:pt x="4283" y="4284"/>
                </a:lnTo>
                <a:lnTo>
                  <a:pt x="0" y="4284"/>
                </a:lnTo>
                <a:lnTo>
                  <a:pt x="0" y="177538"/>
                </a:lnTo>
                <a:cubicBezTo>
                  <a:pt x="0" y="178669"/>
                  <a:pt x="457" y="179766"/>
                  <a:pt x="1256" y="180565"/>
                </a:cubicBezTo>
                <a:cubicBezTo>
                  <a:pt x="2056" y="181365"/>
                  <a:pt x="3153" y="181822"/>
                  <a:pt x="4283" y="181822"/>
                </a:cubicBezTo>
                <a:lnTo>
                  <a:pt x="177537" y="181822"/>
                </a:lnTo>
                <a:cubicBezTo>
                  <a:pt x="178679" y="181822"/>
                  <a:pt x="179741" y="181376"/>
                  <a:pt x="180565" y="180565"/>
                </a:cubicBezTo>
                <a:cubicBezTo>
                  <a:pt x="181376" y="179754"/>
                  <a:pt x="181822" y="178681"/>
                  <a:pt x="181822" y="177538"/>
                </a:cubicBezTo>
                <a:lnTo>
                  <a:pt x="181822" y="4284"/>
                </a:lnTo>
                <a:cubicBezTo>
                  <a:pt x="181822" y="3142"/>
                  <a:pt x="181376" y="2068"/>
                  <a:pt x="180565" y="1257"/>
                </a:cubicBezTo>
                <a:cubicBezTo>
                  <a:pt x="179741" y="446"/>
                  <a:pt x="178679" y="0"/>
                  <a:pt x="177537" y="0"/>
                </a:cubicBezTo>
                <a:lnTo>
                  <a:pt x="4283" y="0"/>
                </a:lnTo>
                <a:cubicBezTo>
                  <a:pt x="3153" y="0"/>
                  <a:pt x="2056" y="457"/>
                  <a:pt x="1256" y="1257"/>
                </a:cubicBezTo>
                <a:cubicBezTo>
                  <a:pt x="457" y="2057"/>
                  <a:pt x="0" y="3153"/>
                  <a:pt x="0" y="4284"/>
                </a:cubicBezTo>
                <a:lnTo>
                  <a:pt x="4283" y="4284"/>
                </a:lnTo>
              </a:path>
            </a:pathLst>
          </a:custGeom>
          <a:solidFill xmlns:a="http://schemas.openxmlformats.org/drawingml/2006/main">
            <a:srgbClr val="666767"/>
          </a:solidFill>
          <a:ln xmlns:a="http://schemas.openxmlformats.org/drawingml/2006/main" w="0">
            <a:noFill/>
            <a:prstDash val="solid"/>
          </a:ln>
        </p:spPr>
      </p:sp>
      <p:sp>
        <p:nvSpPr>
          <p:cNvPr id="374" name="pdf-path-381">
            <a:extLst xmlns:a="http://schemas.openxmlformats.org/drawingml/2006/main">
              <a:ext uri="{FF2B5EF4-FFF2-40B4-BE49-F238E27FC236}">
                <a16:creationId xmlns:a16="http://schemas.microsoft.com/office/drawing/2014/main" id="{EA04BBCF-4B65-4AD6-AEBB-FD33279F71AB}"/>
              </a:ext>
            </a:extLst>
          </p:cNvPr>
          <p:cNvSpPr>
            <a:spLocks xmlns:a="http://schemas.openxmlformats.org/drawingml/2006/main" noGrp="1"/>
          </p:cNvSpPr>
          <p:nvPr/>
        </p:nvSpPr>
        <p:spPr>
          <a:xfrm xmlns:a="http://schemas.openxmlformats.org/drawingml/2006/main">
            <a:off x="11050047" y="1776696"/>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75" name="pdf-path-382">
            <a:extLst xmlns:a="http://schemas.openxmlformats.org/drawingml/2006/main">
              <a:ext uri="{FF2B5EF4-FFF2-40B4-BE49-F238E27FC236}">
                <a16:creationId xmlns:a16="http://schemas.microsoft.com/office/drawing/2014/main" id="{1B728EDE-E0C7-4B34-AC8B-993D10F194EF}"/>
              </a:ext>
            </a:extLst>
          </p:cNvPr>
          <p:cNvSpPr>
            <a:spLocks xmlns:a="http://schemas.openxmlformats.org/drawingml/2006/main" noGrp="1"/>
          </p:cNvSpPr>
          <p:nvPr/>
        </p:nvSpPr>
        <p:spPr>
          <a:xfrm xmlns:a="http://schemas.openxmlformats.org/drawingml/2006/main">
            <a:off x="11045765" y="1772413"/>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76" name="pdf-path-383">
            <a:extLst xmlns:a="http://schemas.openxmlformats.org/drawingml/2006/main">
              <a:ext uri="{FF2B5EF4-FFF2-40B4-BE49-F238E27FC236}">
                <a16:creationId xmlns:a16="http://schemas.microsoft.com/office/drawing/2014/main" id="{F430747C-22AF-4C6C-B779-6AEB0AFB033D}"/>
              </a:ext>
            </a:extLst>
          </p:cNvPr>
          <p:cNvSpPr>
            <a:spLocks xmlns:a="http://schemas.openxmlformats.org/drawingml/2006/main" noGrp="1"/>
          </p:cNvSpPr>
          <p:nvPr/>
        </p:nvSpPr>
        <p:spPr>
          <a:xfrm xmlns:a="http://schemas.openxmlformats.org/drawingml/2006/main">
            <a:off x="11273797" y="1776696"/>
            <a:ext cx="173253" cy="173253"/>
          </a:xfrm>
          <a:custGeom xmlns:a="http://schemas.openxmlformats.org/drawingml/2006/main">
            <a:pathLst>
              <a:path w="173253" h="173253">
                <a:moveTo>
                  <a:pt x="0" y="0"/>
                </a:moveTo>
                <a:lnTo>
                  <a:pt x="173253" y="0"/>
                </a:lnTo>
                <a:lnTo>
                  <a:pt x="173253"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77" name="pdf-path-384">
            <a:extLst xmlns:a="http://schemas.openxmlformats.org/drawingml/2006/main">
              <a:ext uri="{FF2B5EF4-FFF2-40B4-BE49-F238E27FC236}">
                <a16:creationId xmlns:a16="http://schemas.microsoft.com/office/drawing/2014/main" id="{E7C198FF-7CB0-44CE-96F3-835891D7B2BD}"/>
              </a:ext>
            </a:extLst>
          </p:cNvPr>
          <p:cNvSpPr>
            <a:spLocks xmlns:a="http://schemas.openxmlformats.org/drawingml/2006/main" noGrp="1"/>
          </p:cNvSpPr>
          <p:nvPr/>
        </p:nvSpPr>
        <p:spPr>
          <a:xfrm xmlns:a="http://schemas.openxmlformats.org/drawingml/2006/main">
            <a:off x="11269515" y="1772413"/>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38" y="181822"/>
                </a:lnTo>
                <a:cubicBezTo>
                  <a:pt x="178680" y="181822"/>
                  <a:pt x="179754" y="181376"/>
                  <a:pt x="180565" y="180565"/>
                </a:cubicBezTo>
                <a:cubicBezTo>
                  <a:pt x="181376" y="179754"/>
                  <a:pt x="181822" y="178681"/>
                  <a:pt x="181822" y="177538"/>
                </a:cubicBezTo>
                <a:lnTo>
                  <a:pt x="181822" y="4284"/>
                </a:lnTo>
                <a:cubicBezTo>
                  <a:pt x="181822" y="3142"/>
                  <a:pt x="181376" y="2068"/>
                  <a:pt x="180565" y="1257"/>
                </a:cubicBezTo>
                <a:cubicBezTo>
                  <a:pt x="179754" y="446"/>
                  <a:pt x="178680" y="0"/>
                  <a:pt x="177538"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78" name="pdf-path-385">
            <a:extLst xmlns:a="http://schemas.openxmlformats.org/drawingml/2006/main">
              <a:ext uri="{FF2B5EF4-FFF2-40B4-BE49-F238E27FC236}">
                <a16:creationId xmlns:a16="http://schemas.microsoft.com/office/drawing/2014/main" id="{FF0E8A0E-5BF9-4EC1-85C6-EFB3F74C77F0}"/>
              </a:ext>
            </a:extLst>
          </p:cNvPr>
          <p:cNvSpPr>
            <a:spLocks xmlns:a="http://schemas.openxmlformats.org/drawingml/2006/main" noGrp="1"/>
          </p:cNvSpPr>
          <p:nvPr/>
        </p:nvSpPr>
        <p:spPr>
          <a:xfrm xmlns:a="http://schemas.openxmlformats.org/drawingml/2006/main">
            <a:off x="11497535" y="1776696"/>
            <a:ext cx="173266" cy="173253"/>
          </a:xfrm>
          <a:custGeom xmlns:a="http://schemas.openxmlformats.org/drawingml/2006/main">
            <a:pathLst>
              <a:path w="173266" h="173253">
                <a:moveTo>
                  <a:pt x="0" y="0"/>
                </a:moveTo>
                <a:lnTo>
                  <a:pt x="173266" y="0"/>
                </a:lnTo>
                <a:lnTo>
                  <a:pt x="173266" y="173253"/>
                </a:lnTo>
                <a:lnTo>
                  <a:pt x="0" y="173253"/>
                </a:lnTo>
                <a:close/>
              </a:path>
            </a:pathLst>
          </a:custGeom>
          <a:solidFill xmlns:a="http://schemas.openxmlformats.org/drawingml/2006/main">
            <a:srgbClr val="CCCCCC"/>
          </a:solidFill>
          <a:ln xmlns:a="http://schemas.openxmlformats.org/drawingml/2006/main" w="0">
            <a:noFill/>
            <a:prstDash val="solid"/>
          </a:ln>
        </p:spPr>
      </p:sp>
      <p:sp>
        <p:nvSpPr>
          <p:cNvPr id="379" name="pdf-path-386">
            <a:extLst xmlns:a="http://schemas.openxmlformats.org/drawingml/2006/main">
              <a:ext uri="{FF2B5EF4-FFF2-40B4-BE49-F238E27FC236}">
                <a16:creationId xmlns:a16="http://schemas.microsoft.com/office/drawing/2014/main" id="{1C46872E-A9DA-4D38-9580-E0181F53E8F8}"/>
              </a:ext>
            </a:extLst>
          </p:cNvPr>
          <p:cNvSpPr>
            <a:spLocks xmlns:a="http://schemas.openxmlformats.org/drawingml/2006/main" noGrp="1"/>
          </p:cNvSpPr>
          <p:nvPr/>
        </p:nvSpPr>
        <p:spPr>
          <a:xfrm xmlns:a="http://schemas.openxmlformats.org/drawingml/2006/main">
            <a:off x="11493254" y="1772413"/>
            <a:ext cx="181833" cy="181822"/>
          </a:xfrm>
          <a:custGeom xmlns:a="http://schemas.openxmlformats.org/drawingml/2006/main">
            <a:pathLst>
              <a:path w="181833" h="181822">
                <a:moveTo>
                  <a:pt x="4284" y="4284"/>
                </a:moveTo>
                <a:lnTo>
                  <a:pt x="4284" y="8569"/>
                </a:lnTo>
                <a:lnTo>
                  <a:pt x="173266" y="8569"/>
                </a:lnTo>
                <a:lnTo>
                  <a:pt x="173266"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42" y="181822"/>
                  <a:pt x="4284" y="181822"/>
                </a:cubicBezTo>
                <a:lnTo>
                  <a:pt x="177549" y="181822"/>
                </a:lnTo>
                <a:cubicBezTo>
                  <a:pt x="178691" y="181822"/>
                  <a:pt x="179766" y="181376"/>
                  <a:pt x="180577" y="180565"/>
                </a:cubicBezTo>
                <a:cubicBezTo>
                  <a:pt x="181388" y="179754"/>
                  <a:pt x="181833" y="178681"/>
                  <a:pt x="181833" y="177538"/>
                </a:cubicBezTo>
                <a:lnTo>
                  <a:pt x="181833" y="4284"/>
                </a:lnTo>
                <a:cubicBezTo>
                  <a:pt x="181833" y="3142"/>
                  <a:pt x="181388" y="2068"/>
                  <a:pt x="180577" y="1257"/>
                </a:cubicBezTo>
                <a:cubicBezTo>
                  <a:pt x="179766" y="446"/>
                  <a:pt x="178691" y="0"/>
                  <a:pt x="177549" y="0"/>
                </a:cubicBezTo>
                <a:lnTo>
                  <a:pt x="4284" y="0"/>
                </a:lnTo>
                <a:cubicBezTo>
                  <a:pt x="3142" y="0"/>
                  <a:pt x="2056" y="457"/>
                  <a:pt x="1257" y="1257"/>
                </a:cubicBezTo>
                <a:cubicBezTo>
                  <a:pt x="457" y="2057"/>
                  <a:pt x="0" y="3153"/>
                  <a:pt x="0" y="4284"/>
                </a:cubicBezTo>
                <a:lnTo>
                  <a:pt x="4284" y="4284"/>
                </a:lnTo>
              </a:path>
            </a:pathLst>
          </a:custGeom>
          <a:solidFill xmlns:a="http://schemas.openxmlformats.org/drawingml/2006/main">
            <a:srgbClr val="666767"/>
          </a:solidFill>
          <a:ln xmlns:a="http://schemas.openxmlformats.org/drawingml/2006/main" w="0">
            <a:noFill/>
            <a:prstDash val="solid"/>
          </a:ln>
        </p:spPr>
      </p:sp>
      <p:sp>
        <p:nvSpPr>
          <p:cNvPr id="380" name="pdf-path-387">
            <a:extLst xmlns:a="http://schemas.openxmlformats.org/drawingml/2006/main">
              <a:ext uri="{FF2B5EF4-FFF2-40B4-BE49-F238E27FC236}">
                <a16:creationId xmlns:a16="http://schemas.microsoft.com/office/drawing/2014/main" id="{0BB4F01B-465E-4F0F-9E3C-01AF4A3B5538}"/>
              </a:ext>
            </a:extLst>
          </p:cNvPr>
          <p:cNvSpPr>
            <a:spLocks xmlns:a="http://schemas.openxmlformats.org/drawingml/2006/main" noGrp="1"/>
          </p:cNvSpPr>
          <p:nvPr/>
        </p:nvSpPr>
        <p:spPr>
          <a:xfrm xmlns:a="http://schemas.openxmlformats.org/drawingml/2006/main">
            <a:off x="11721286" y="1776696"/>
            <a:ext cx="173254" cy="173253"/>
          </a:xfrm>
          <a:custGeom xmlns:a="http://schemas.openxmlformats.org/drawingml/2006/main">
            <a:pathLst>
              <a:path w="173254" h="173253">
                <a:moveTo>
                  <a:pt x="0" y="0"/>
                </a:moveTo>
                <a:lnTo>
                  <a:pt x="173254" y="0"/>
                </a:lnTo>
                <a:lnTo>
                  <a:pt x="173254" y="173253"/>
                </a:lnTo>
                <a:lnTo>
                  <a:pt x="0" y="173253"/>
                </a:lnTo>
                <a:close/>
              </a:path>
            </a:pathLst>
          </a:custGeom>
          <a:solidFill xmlns:a="http://schemas.openxmlformats.org/drawingml/2006/main">
            <a:srgbClr val="A6BFDD"/>
          </a:solidFill>
          <a:ln xmlns:a="http://schemas.openxmlformats.org/drawingml/2006/main" w="0">
            <a:noFill/>
            <a:prstDash val="solid"/>
          </a:ln>
        </p:spPr>
      </p:sp>
      <p:sp>
        <p:nvSpPr>
          <p:cNvPr id="381" name="pdf-path-388">
            <a:extLst xmlns:a="http://schemas.openxmlformats.org/drawingml/2006/main">
              <a:ext uri="{FF2B5EF4-FFF2-40B4-BE49-F238E27FC236}">
                <a16:creationId xmlns:a16="http://schemas.microsoft.com/office/drawing/2014/main" id="{F18450E2-FDA4-43DE-9129-13D15B6A684A}"/>
              </a:ext>
            </a:extLst>
          </p:cNvPr>
          <p:cNvSpPr>
            <a:spLocks xmlns:a="http://schemas.openxmlformats.org/drawingml/2006/main" noGrp="1"/>
          </p:cNvSpPr>
          <p:nvPr/>
        </p:nvSpPr>
        <p:spPr>
          <a:xfrm xmlns:a="http://schemas.openxmlformats.org/drawingml/2006/main">
            <a:off x="11717003" y="1772413"/>
            <a:ext cx="181822" cy="181822"/>
          </a:xfrm>
          <a:custGeom xmlns:a="http://schemas.openxmlformats.org/drawingml/2006/main">
            <a:pathLst>
              <a:path w="181822" h="181822">
                <a:moveTo>
                  <a:pt x="4284" y="4284"/>
                </a:moveTo>
                <a:lnTo>
                  <a:pt x="4284" y="8569"/>
                </a:lnTo>
                <a:lnTo>
                  <a:pt x="173253" y="8569"/>
                </a:lnTo>
                <a:lnTo>
                  <a:pt x="173253" y="173254"/>
                </a:lnTo>
                <a:lnTo>
                  <a:pt x="8569" y="173254"/>
                </a:lnTo>
                <a:lnTo>
                  <a:pt x="8569" y="4284"/>
                </a:lnTo>
                <a:lnTo>
                  <a:pt x="4284" y="4284"/>
                </a:lnTo>
                <a:lnTo>
                  <a:pt x="4284" y="8569"/>
                </a:lnTo>
                <a:lnTo>
                  <a:pt x="4284" y="4284"/>
                </a:lnTo>
                <a:lnTo>
                  <a:pt x="0" y="4284"/>
                </a:lnTo>
                <a:lnTo>
                  <a:pt x="0" y="177538"/>
                </a:lnTo>
                <a:cubicBezTo>
                  <a:pt x="0" y="178669"/>
                  <a:pt x="457" y="179766"/>
                  <a:pt x="1257" y="180565"/>
                </a:cubicBezTo>
                <a:cubicBezTo>
                  <a:pt x="2056" y="181365"/>
                  <a:pt x="3153" y="181822"/>
                  <a:pt x="4284" y="181822"/>
                </a:cubicBezTo>
                <a:lnTo>
                  <a:pt x="177538" y="181822"/>
                </a:lnTo>
                <a:cubicBezTo>
                  <a:pt x="178680" y="181822"/>
                  <a:pt x="179743" y="181376"/>
                  <a:pt x="180565" y="180565"/>
                </a:cubicBezTo>
                <a:cubicBezTo>
                  <a:pt x="181376" y="179754"/>
                  <a:pt x="181822" y="178681"/>
                  <a:pt x="181822" y="177538"/>
                </a:cubicBezTo>
                <a:lnTo>
                  <a:pt x="181822" y="4284"/>
                </a:lnTo>
                <a:cubicBezTo>
                  <a:pt x="181822" y="3142"/>
                  <a:pt x="181376" y="2068"/>
                  <a:pt x="180565" y="1257"/>
                </a:cubicBezTo>
                <a:cubicBezTo>
                  <a:pt x="179743" y="446"/>
                  <a:pt x="178680" y="0"/>
                  <a:pt x="177538" y="0"/>
                </a:cubicBezTo>
                <a:lnTo>
                  <a:pt x="4284" y="0"/>
                </a:lnTo>
                <a:cubicBezTo>
                  <a:pt x="3153" y="0"/>
                  <a:pt x="2056" y="457"/>
                  <a:pt x="1257" y="1257"/>
                </a:cubicBezTo>
                <a:cubicBezTo>
                  <a:pt x="457" y="2057"/>
                  <a:pt x="0" y="3153"/>
                  <a:pt x="0" y="4284"/>
                </a:cubicBezTo>
                <a:lnTo>
                  <a:pt x="4284" y="4284"/>
                </a:lnTo>
              </a:path>
            </a:pathLst>
          </a:custGeom>
          <a:solidFill xmlns:a="http://schemas.openxmlformats.org/drawingml/2006/main">
            <a:srgbClr val="537895"/>
          </a:solidFill>
          <a:ln xmlns:a="http://schemas.openxmlformats.org/drawingml/2006/main" w="0">
            <a:noFill/>
            <a:prstDash val="solid"/>
          </a:ln>
        </p:spPr>
      </p:sp>
      <p:sp>
        <p:nvSpPr>
          <p:cNvPr id="382" name="pdf-path-389">
            <a:extLst xmlns:a="http://schemas.openxmlformats.org/drawingml/2006/main">
              <a:ext uri="{FF2B5EF4-FFF2-40B4-BE49-F238E27FC236}">
                <a16:creationId xmlns:a16="http://schemas.microsoft.com/office/drawing/2014/main" id="{A39A8D90-2D8C-4DAD-A579-71E1F647C59F}"/>
              </a:ext>
            </a:extLst>
          </p:cNvPr>
          <p:cNvSpPr>
            <a:spLocks xmlns:a="http://schemas.openxmlformats.org/drawingml/2006/main" noGrp="1"/>
          </p:cNvSpPr>
          <p:nvPr/>
        </p:nvSpPr>
        <p:spPr>
          <a:xfrm xmlns:a="http://schemas.openxmlformats.org/drawingml/2006/main">
            <a:off x="11747872" y="1206815"/>
            <a:ext cx="1268893" cy="277423"/>
          </a:xfrm>
          <a:custGeom xmlns:a="http://schemas.openxmlformats.org/drawingml/2006/main">
            <a:pathLst>
              <a:path w="1268893" h="277423">
                <a:moveTo>
                  <a:pt x="0" y="0"/>
                </a:moveTo>
                <a:lnTo>
                  <a:pt x="1268893" y="0"/>
                </a:lnTo>
                <a:lnTo>
                  <a:pt x="1268893" y="277423"/>
                </a:lnTo>
                <a:lnTo>
                  <a:pt x="0" y="277423"/>
                </a:lnTo>
                <a:close/>
              </a:path>
            </a:pathLst>
          </a:custGeom>
          <a:solidFill xmlns:a="http://schemas.openxmlformats.org/drawingml/2006/main">
            <a:srgbClr val="B6D8A9"/>
          </a:solidFill>
          <a:ln xmlns:a="http://schemas.openxmlformats.org/drawingml/2006/main" w="0">
            <a:noFill/>
            <a:prstDash val="solid"/>
          </a:ln>
        </p:spPr>
      </p:sp>
      <p:sp>
        <p:nvSpPr>
          <p:cNvPr id="383" name="pdf-path-390">
            <a:extLst xmlns:a="http://schemas.openxmlformats.org/drawingml/2006/main">
              <a:ext uri="{FF2B5EF4-FFF2-40B4-BE49-F238E27FC236}">
                <a16:creationId xmlns:a16="http://schemas.microsoft.com/office/drawing/2014/main" id="{46C7A2DD-174E-48A2-9F75-E189154323F8}"/>
              </a:ext>
            </a:extLst>
          </p:cNvPr>
          <p:cNvSpPr>
            <a:spLocks xmlns:a="http://schemas.openxmlformats.org/drawingml/2006/main" noGrp="1"/>
          </p:cNvSpPr>
          <p:nvPr/>
        </p:nvSpPr>
        <p:spPr>
          <a:xfrm xmlns:a="http://schemas.openxmlformats.org/drawingml/2006/main">
            <a:off x="11743590" y="1202535"/>
            <a:ext cx="1277496" cy="285991"/>
          </a:xfrm>
          <a:custGeom xmlns:a="http://schemas.openxmlformats.org/drawingml/2006/main">
            <a:pathLst>
              <a:path w="1277496" h="285991">
                <a:moveTo>
                  <a:pt x="4284" y="4284"/>
                </a:moveTo>
                <a:lnTo>
                  <a:pt x="4284" y="8568"/>
                </a:lnTo>
                <a:lnTo>
                  <a:pt x="1268927" y="8568"/>
                </a:lnTo>
                <a:lnTo>
                  <a:pt x="1268927" y="277423"/>
                </a:lnTo>
                <a:lnTo>
                  <a:pt x="8569" y="277423"/>
                </a:lnTo>
                <a:lnTo>
                  <a:pt x="8569" y="4284"/>
                </a:lnTo>
                <a:lnTo>
                  <a:pt x="4284" y="4284"/>
                </a:lnTo>
                <a:lnTo>
                  <a:pt x="4284" y="8568"/>
                </a:lnTo>
                <a:lnTo>
                  <a:pt x="4284" y="4284"/>
                </a:lnTo>
                <a:lnTo>
                  <a:pt x="0" y="4284"/>
                </a:lnTo>
                <a:lnTo>
                  <a:pt x="0" y="281707"/>
                </a:lnTo>
                <a:cubicBezTo>
                  <a:pt x="0" y="282838"/>
                  <a:pt x="457" y="283946"/>
                  <a:pt x="1257" y="284735"/>
                </a:cubicBezTo>
                <a:cubicBezTo>
                  <a:pt x="2056" y="285534"/>
                  <a:pt x="3142" y="285991"/>
                  <a:pt x="4284" y="285991"/>
                </a:cubicBezTo>
                <a:lnTo>
                  <a:pt x="1273211" y="285991"/>
                </a:lnTo>
                <a:cubicBezTo>
                  <a:pt x="1274354" y="285991"/>
                  <a:pt x="1275439" y="285546"/>
                  <a:pt x="1276239" y="284735"/>
                </a:cubicBezTo>
                <a:cubicBezTo>
                  <a:pt x="1277050" y="283923"/>
                  <a:pt x="1277496" y="282849"/>
                  <a:pt x="1277496" y="281707"/>
                </a:cubicBezTo>
                <a:lnTo>
                  <a:pt x="1277496" y="4284"/>
                </a:lnTo>
                <a:cubicBezTo>
                  <a:pt x="1277496" y="3142"/>
                  <a:pt x="1277050" y="2068"/>
                  <a:pt x="1276239" y="1257"/>
                </a:cubicBezTo>
                <a:cubicBezTo>
                  <a:pt x="1275439" y="445"/>
                  <a:pt x="1274354" y="0"/>
                  <a:pt x="1273211" y="0"/>
                </a:cubicBezTo>
                <a:lnTo>
                  <a:pt x="4284" y="0"/>
                </a:lnTo>
                <a:cubicBezTo>
                  <a:pt x="3142" y="0"/>
                  <a:pt x="2056" y="457"/>
                  <a:pt x="1257" y="1257"/>
                </a:cubicBezTo>
                <a:cubicBezTo>
                  <a:pt x="457" y="2056"/>
                  <a:pt x="0" y="3153"/>
                  <a:pt x="0" y="4284"/>
                </a:cubicBezTo>
                <a:lnTo>
                  <a:pt x="4284" y="4284"/>
                </a:lnTo>
              </a:path>
            </a:pathLst>
          </a:custGeom>
          <a:solidFill xmlns:a="http://schemas.openxmlformats.org/drawingml/2006/main">
            <a:srgbClr val="6AA94E"/>
          </a:solidFill>
          <a:ln xmlns:a="http://schemas.openxmlformats.org/drawingml/2006/main" w="0">
            <a:noFill/>
            <a:prstDash val="solid"/>
          </a:ln>
        </p:spPr>
      </p:sp>
      <p:sp>
        <p:nvSpPr>
          <p:cNvPr id="384" name="pdf-path-391">
            <a:extLst xmlns:a="http://schemas.openxmlformats.org/drawingml/2006/main">
              <a:ext uri="{FF2B5EF4-FFF2-40B4-BE49-F238E27FC236}">
                <a16:creationId xmlns:a16="http://schemas.microsoft.com/office/drawing/2014/main" id="{EE737EA2-8ED7-47EB-B02D-94DB5210A680}"/>
              </a:ext>
            </a:extLst>
          </p:cNvPr>
          <p:cNvSpPr>
            <a:spLocks xmlns:a="http://schemas.openxmlformats.org/drawingml/2006/main" noGrp="1"/>
          </p:cNvSpPr>
          <p:nvPr/>
        </p:nvSpPr>
        <p:spPr>
          <a:xfrm xmlns:a="http://schemas.openxmlformats.org/drawingml/2006/main">
            <a:off x="11051952" y="1553864"/>
            <a:ext cx="2640698" cy="173254"/>
          </a:xfrm>
          <a:custGeom xmlns:a="http://schemas.openxmlformats.org/drawingml/2006/main">
            <a:pathLst>
              <a:path w="2640698" h="173254">
                <a:moveTo>
                  <a:pt x="2640698" y="173254"/>
                </a:moveTo>
                <a:lnTo>
                  <a:pt x="0" y="173254"/>
                </a:lnTo>
                <a:cubicBezTo>
                  <a:pt x="0" y="125419"/>
                  <a:pt x="6478" y="86633"/>
                  <a:pt x="14440" y="86633"/>
                </a:cubicBezTo>
                <a:lnTo>
                  <a:pt x="1305920" y="86633"/>
                </a:lnTo>
                <a:cubicBezTo>
                  <a:pt x="1313882" y="86633"/>
                  <a:pt x="1320360" y="47846"/>
                  <a:pt x="1320360" y="0"/>
                </a:cubicBezTo>
                <a:cubicBezTo>
                  <a:pt x="1320360" y="47846"/>
                  <a:pt x="1326816" y="86633"/>
                  <a:pt x="1334789" y="86633"/>
                </a:cubicBezTo>
                <a:lnTo>
                  <a:pt x="2626257" y="86633"/>
                </a:lnTo>
                <a:cubicBezTo>
                  <a:pt x="2634243" y="86633"/>
                  <a:pt x="2640698" y="125419"/>
                  <a:pt x="2640698" y="173254"/>
                </a:cubicBezTo>
              </a:path>
            </a:pathLst>
          </a:custGeom>
          <a:solidFill xmlns:a="http://schemas.openxmlformats.org/drawingml/2006/main">
            <a:srgbClr val="FFFFFF"/>
          </a:solidFill>
          <a:ln xmlns:a="http://schemas.openxmlformats.org/drawingml/2006/main" w="0">
            <a:noFill/>
            <a:prstDash val="solid"/>
          </a:ln>
        </p:spPr>
      </p:sp>
      <p:sp>
        <p:nvSpPr>
          <p:cNvPr id="385" name="pdf-path-392">
            <a:extLst xmlns:a="http://schemas.openxmlformats.org/drawingml/2006/main">
              <a:ext uri="{FF2B5EF4-FFF2-40B4-BE49-F238E27FC236}">
                <a16:creationId xmlns:a16="http://schemas.microsoft.com/office/drawing/2014/main" id="{6CA252FC-3E5A-4D32-9D77-719D532055C2}"/>
              </a:ext>
            </a:extLst>
          </p:cNvPr>
          <p:cNvSpPr>
            <a:spLocks xmlns:a="http://schemas.openxmlformats.org/drawingml/2006/main" noGrp="1"/>
          </p:cNvSpPr>
          <p:nvPr/>
        </p:nvSpPr>
        <p:spPr>
          <a:xfrm xmlns:a="http://schemas.openxmlformats.org/drawingml/2006/main">
            <a:off x="11043389" y="1545296"/>
            <a:ext cx="2657835" cy="181822"/>
          </a:xfrm>
          <a:custGeom xmlns:a="http://schemas.openxmlformats.org/drawingml/2006/main">
            <a:pathLst>
              <a:path w="2657835" h="181822">
                <a:moveTo>
                  <a:pt x="17136" y="181822"/>
                </a:moveTo>
                <a:cubicBezTo>
                  <a:pt x="17136" y="158299"/>
                  <a:pt x="18747" y="136981"/>
                  <a:pt x="21238" y="121980"/>
                </a:cubicBezTo>
                <a:cubicBezTo>
                  <a:pt x="22483" y="114508"/>
                  <a:pt x="24003" y="108568"/>
                  <a:pt x="25362" y="105152"/>
                </a:cubicBezTo>
                <a:cubicBezTo>
                  <a:pt x="26013" y="103449"/>
                  <a:pt x="26676" y="102410"/>
                  <a:pt x="26745" y="102364"/>
                </a:cubicBezTo>
                <a:lnTo>
                  <a:pt x="24517" y="100571"/>
                </a:lnTo>
                <a:lnTo>
                  <a:pt x="25979" y="102958"/>
                </a:lnTo>
                <a:lnTo>
                  <a:pt x="26745" y="102364"/>
                </a:lnTo>
                <a:lnTo>
                  <a:pt x="24517" y="100571"/>
                </a:lnTo>
                <a:lnTo>
                  <a:pt x="25979" y="102958"/>
                </a:lnTo>
                <a:lnTo>
                  <a:pt x="23009" y="98069"/>
                </a:lnTo>
                <a:lnTo>
                  <a:pt x="23009" y="103769"/>
                </a:lnTo>
                <a:cubicBezTo>
                  <a:pt x="24265" y="103781"/>
                  <a:pt x="25408" y="103335"/>
                  <a:pt x="25979" y="102958"/>
                </a:cubicBezTo>
                <a:lnTo>
                  <a:pt x="23009" y="98069"/>
                </a:lnTo>
                <a:lnTo>
                  <a:pt x="23009" y="103769"/>
                </a:lnTo>
                <a:lnTo>
                  <a:pt x="1314487" y="103769"/>
                </a:lnTo>
                <a:cubicBezTo>
                  <a:pt x="1316738" y="103781"/>
                  <a:pt x="1318863" y="103038"/>
                  <a:pt x="1320417" y="102067"/>
                </a:cubicBezTo>
                <a:cubicBezTo>
                  <a:pt x="1323354" y="100205"/>
                  <a:pt x="1324792" y="98011"/>
                  <a:pt x="1326084" y="95806"/>
                </a:cubicBezTo>
                <a:cubicBezTo>
                  <a:pt x="1328232" y="91899"/>
                  <a:pt x="1329694" y="87329"/>
                  <a:pt x="1331065" y="81651"/>
                </a:cubicBezTo>
                <a:cubicBezTo>
                  <a:pt x="1335041" y="64834"/>
                  <a:pt x="1337451" y="38524"/>
                  <a:pt x="1337474" y="8568"/>
                </a:cubicBezTo>
                <a:cubicBezTo>
                  <a:pt x="1337474" y="6306"/>
                  <a:pt x="1336571" y="4101"/>
                  <a:pt x="1334984" y="2513"/>
                </a:cubicBezTo>
                <a:cubicBezTo>
                  <a:pt x="1333384" y="914"/>
                  <a:pt x="1331179" y="0"/>
                  <a:pt x="1328906" y="0"/>
                </a:cubicBezTo>
                <a:cubicBezTo>
                  <a:pt x="1326666" y="0"/>
                  <a:pt x="1324462" y="914"/>
                  <a:pt x="1322862" y="2513"/>
                </a:cubicBezTo>
                <a:cubicBezTo>
                  <a:pt x="1321251" y="4101"/>
                  <a:pt x="1320337" y="6306"/>
                  <a:pt x="1320337" y="8568"/>
                </a:cubicBezTo>
                <a:cubicBezTo>
                  <a:pt x="1320360" y="32891"/>
                  <a:pt x="1321982" y="54884"/>
                  <a:pt x="1324690" y="71232"/>
                </a:cubicBezTo>
                <a:cubicBezTo>
                  <a:pt x="1326073" y="79435"/>
                  <a:pt x="1327672" y="86187"/>
                  <a:pt x="1329762" y="91534"/>
                </a:cubicBezTo>
                <a:cubicBezTo>
                  <a:pt x="1330848" y="94218"/>
                  <a:pt x="1331990" y="96583"/>
                  <a:pt x="1333807" y="98857"/>
                </a:cubicBezTo>
                <a:cubicBezTo>
                  <a:pt x="1334721" y="99976"/>
                  <a:pt x="1335852" y="101107"/>
                  <a:pt x="1337406" y="102067"/>
                </a:cubicBezTo>
                <a:cubicBezTo>
                  <a:pt x="1338971" y="103038"/>
                  <a:pt x="1341095" y="103781"/>
                  <a:pt x="1343357" y="103769"/>
                </a:cubicBezTo>
                <a:lnTo>
                  <a:pt x="2634826" y="103769"/>
                </a:lnTo>
                <a:lnTo>
                  <a:pt x="2634826" y="98069"/>
                </a:lnTo>
                <a:lnTo>
                  <a:pt x="2631843" y="102970"/>
                </a:lnTo>
                <a:cubicBezTo>
                  <a:pt x="2632426" y="103335"/>
                  <a:pt x="2633568" y="103781"/>
                  <a:pt x="2634826" y="103769"/>
                </a:cubicBezTo>
                <a:lnTo>
                  <a:pt x="2634826" y="98069"/>
                </a:lnTo>
                <a:lnTo>
                  <a:pt x="2631843" y="102970"/>
                </a:lnTo>
                <a:lnTo>
                  <a:pt x="2633374" y="100445"/>
                </a:lnTo>
                <a:lnTo>
                  <a:pt x="2631090" y="102376"/>
                </a:lnTo>
                <a:lnTo>
                  <a:pt x="2631843" y="102970"/>
                </a:lnTo>
                <a:lnTo>
                  <a:pt x="2633374" y="100445"/>
                </a:lnTo>
                <a:lnTo>
                  <a:pt x="2631090" y="102376"/>
                </a:lnTo>
                <a:cubicBezTo>
                  <a:pt x="2631215" y="102364"/>
                  <a:pt x="2632837" y="105346"/>
                  <a:pt x="2634002" y="109824"/>
                </a:cubicBezTo>
                <a:cubicBezTo>
                  <a:pt x="2637841" y="123500"/>
                  <a:pt x="2640733" y="150873"/>
                  <a:pt x="2640698" y="181822"/>
                </a:cubicBezTo>
                <a:lnTo>
                  <a:pt x="2657835" y="181822"/>
                </a:lnTo>
                <a:cubicBezTo>
                  <a:pt x="2657823" y="157499"/>
                  <a:pt x="2656201" y="135518"/>
                  <a:pt x="2653482" y="119158"/>
                </a:cubicBezTo>
                <a:cubicBezTo>
                  <a:pt x="2652111" y="110956"/>
                  <a:pt x="2650512" y="104215"/>
                  <a:pt x="2648421" y="98868"/>
                </a:cubicBezTo>
                <a:cubicBezTo>
                  <a:pt x="2647336" y="96172"/>
                  <a:pt x="2646193" y="93807"/>
                  <a:pt x="2644376" y="91545"/>
                </a:cubicBezTo>
                <a:cubicBezTo>
                  <a:pt x="2643450" y="90426"/>
                  <a:pt x="2642332" y="89294"/>
                  <a:pt x="2640743" y="88335"/>
                </a:cubicBezTo>
                <a:cubicBezTo>
                  <a:pt x="2639212" y="87364"/>
                  <a:pt x="2637088" y="86621"/>
                  <a:pt x="2634826" y="86633"/>
                </a:cubicBezTo>
                <a:lnTo>
                  <a:pt x="1343357" y="86633"/>
                </a:lnTo>
                <a:lnTo>
                  <a:pt x="1343357" y="92333"/>
                </a:lnTo>
                <a:lnTo>
                  <a:pt x="1346340" y="87432"/>
                </a:lnTo>
                <a:cubicBezTo>
                  <a:pt x="1345757" y="87067"/>
                  <a:pt x="1344615" y="86621"/>
                  <a:pt x="1343357" y="86633"/>
                </a:cubicBezTo>
                <a:lnTo>
                  <a:pt x="1343357" y="92333"/>
                </a:lnTo>
                <a:lnTo>
                  <a:pt x="1346340" y="87432"/>
                </a:lnTo>
                <a:lnTo>
                  <a:pt x="1344808" y="89957"/>
                </a:lnTo>
                <a:lnTo>
                  <a:pt x="1347094" y="88026"/>
                </a:lnTo>
                <a:lnTo>
                  <a:pt x="1346340" y="87432"/>
                </a:lnTo>
                <a:lnTo>
                  <a:pt x="1344808" y="89957"/>
                </a:lnTo>
                <a:lnTo>
                  <a:pt x="1347094" y="88026"/>
                </a:lnTo>
                <a:cubicBezTo>
                  <a:pt x="1346933" y="88038"/>
                  <a:pt x="1345345" y="85045"/>
                  <a:pt x="1344180" y="80578"/>
                </a:cubicBezTo>
                <a:cubicBezTo>
                  <a:pt x="1340330" y="66891"/>
                  <a:pt x="1337451" y="39518"/>
                  <a:pt x="1337474" y="8568"/>
                </a:cubicBezTo>
                <a:cubicBezTo>
                  <a:pt x="1337474" y="6306"/>
                  <a:pt x="1336571" y="4101"/>
                  <a:pt x="1334984" y="2513"/>
                </a:cubicBezTo>
                <a:cubicBezTo>
                  <a:pt x="1333384" y="914"/>
                  <a:pt x="1331179" y="0"/>
                  <a:pt x="1328906" y="0"/>
                </a:cubicBezTo>
                <a:cubicBezTo>
                  <a:pt x="1326666" y="0"/>
                  <a:pt x="1324462" y="914"/>
                  <a:pt x="1322862" y="2513"/>
                </a:cubicBezTo>
                <a:cubicBezTo>
                  <a:pt x="1321251" y="4101"/>
                  <a:pt x="1320337" y="6306"/>
                  <a:pt x="1320337" y="8568"/>
                </a:cubicBezTo>
                <a:cubicBezTo>
                  <a:pt x="1320360" y="32092"/>
                  <a:pt x="1318749" y="53410"/>
                  <a:pt x="1316236" y="68410"/>
                </a:cubicBezTo>
                <a:cubicBezTo>
                  <a:pt x="1315002" y="75905"/>
                  <a:pt x="1313494" y="81834"/>
                  <a:pt x="1312123" y="85250"/>
                </a:cubicBezTo>
                <a:cubicBezTo>
                  <a:pt x="1311483" y="86952"/>
                  <a:pt x="1310809" y="87981"/>
                  <a:pt x="1310729" y="88026"/>
                </a:cubicBezTo>
                <a:lnTo>
                  <a:pt x="1312957" y="89831"/>
                </a:lnTo>
                <a:lnTo>
                  <a:pt x="1311495" y="87444"/>
                </a:lnTo>
                <a:lnTo>
                  <a:pt x="1310729" y="88026"/>
                </a:lnTo>
                <a:lnTo>
                  <a:pt x="1312957" y="89831"/>
                </a:lnTo>
                <a:lnTo>
                  <a:pt x="1311495" y="87444"/>
                </a:lnTo>
                <a:lnTo>
                  <a:pt x="1314487" y="92333"/>
                </a:lnTo>
                <a:lnTo>
                  <a:pt x="1314487" y="86633"/>
                </a:lnTo>
                <a:cubicBezTo>
                  <a:pt x="1313220" y="86621"/>
                  <a:pt x="1312077" y="87067"/>
                  <a:pt x="1311495" y="87444"/>
                </a:cubicBezTo>
                <a:lnTo>
                  <a:pt x="1314487" y="92333"/>
                </a:lnTo>
                <a:lnTo>
                  <a:pt x="1314487" y="86633"/>
                </a:lnTo>
                <a:lnTo>
                  <a:pt x="23009" y="86633"/>
                </a:lnTo>
                <a:cubicBezTo>
                  <a:pt x="20724" y="86621"/>
                  <a:pt x="18622" y="87375"/>
                  <a:pt x="17068" y="88335"/>
                </a:cubicBezTo>
                <a:cubicBezTo>
                  <a:pt x="14144" y="90197"/>
                  <a:pt x="12693" y="92390"/>
                  <a:pt x="11412" y="94595"/>
                </a:cubicBezTo>
                <a:cubicBezTo>
                  <a:pt x="9253" y="98503"/>
                  <a:pt x="7803" y="103084"/>
                  <a:pt x="6420" y="108751"/>
                </a:cubicBezTo>
                <a:cubicBezTo>
                  <a:pt x="2433" y="125567"/>
                  <a:pt x="23" y="151867"/>
                  <a:pt x="0" y="181822"/>
                </a:cubicBezTo>
                <a:lnTo>
                  <a:pt x="17136" y="181822"/>
                </a:lnTo>
              </a:path>
            </a:pathLst>
          </a:custGeom>
          <a:solidFill xmlns:a="http://schemas.openxmlformats.org/drawingml/2006/main">
            <a:srgbClr val="666767"/>
          </a:solidFill>
          <a:ln xmlns:a="http://schemas.openxmlformats.org/drawingml/2006/main" w="0">
            <a:noFill/>
            <a:prstDash val="solid"/>
          </a:ln>
        </p:spPr>
      </p:sp>
      <p:sp>
        <p:nvSpPr>
          <p:cNvPr id="386" name="pdf-path-393">
            <a:extLst xmlns:a="http://schemas.openxmlformats.org/drawingml/2006/main">
              <a:ext uri="{FF2B5EF4-FFF2-40B4-BE49-F238E27FC236}">
                <a16:creationId xmlns:a16="http://schemas.microsoft.com/office/drawing/2014/main" id="{C8028F4E-1DB7-4A2B-A716-100200ACBE42}"/>
              </a:ext>
            </a:extLst>
          </p:cNvPr>
          <p:cNvSpPr>
            <a:spLocks xmlns:a="http://schemas.openxmlformats.org/drawingml/2006/main" noGrp="1"/>
          </p:cNvSpPr>
          <p:nvPr/>
        </p:nvSpPr>
        <p:spPr>
          <a:xfrm xmlns:a="http://schemas.openxmlformats.org/drawingml/2006/main">
            <a:off x="9503903" y="438924"/>
            <a:ext cx="1268903" cy="328171"/>
          </a:xfrm>
          <a:custGeom xmlns:a="http://schemas.openxmlformats.org/drawingml/2006/main">
            <a:pathLst>
              <a:path w="1268903" h="328171">
                <a:moveTo>
                  <a:pt x="0" y="328171"/>
                </a:moveTo>
                <a:lnTo>
                  <a:pt x="1268903" y="328171"/>
                </a:lnTo>
                <a:lnTo>
                  <a:pt x="1268903" y="0"/>
                </a:lnTo>
                <a:lnTo>
                  <a:pt x="0" y="0"/>
                </a:lnTo>
                <a:close/>
              </a:path>
            </a:pathLst>
          </a:custGeom>
          <a:solidFill xmlns:a="http://schemas.openxmlformats.org/drawingml/2006/main">
            <a:srgbClr val="FFFFFF"/>
          </a:solidFill>
          <a:ln xmlns:a="http://schemas.openxmlformats.org/drawingml/2006/main" w="0">
            <a:noFill/>
            <a:prstDash val="solid"/>
          </a:ln>
        </p:spPr>
      </p:sp>
      <p:sp>
        <p:nvSpPr>
          <p:cNvPr id="387" name="pdf-path-394">
            <a:extLst xmlns:a="http://schemas.openxmlformats.org/drawingml/2006/main">
              <a:ext uri="{FF2B5EF4-FFF2-40B4-BE49-F238E27FC236}">
                <a16:creationId xmlns:a16="http://schemas.microsoft.com/office/drawing/2014/main" id="{9B0D981D-6C09-49DF-9A98-6ABF9F40AEFE}"/>
              </a:ext>
            </a:extLst>
          </p:cNvPr>
          <p:cNvSpPr>
            <a:spLocks xmlns:a="http://schemas.openxmlformats.org/drawingml/2006/main" noGrp="1"/>
          </p:cNvSpPr>
          <p:nvPr/>
        </p:nvSpPr>
        <p:spPr>
          <a:xfrm xmlns:a="http://schemas.openxmlformats.org/drawingml/2006/main">
            <a:off x="9592689" y="434524"/>
            <a:ext cx="1165898"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434444"/>
                </a:solidFill>
                <a:latin typeface="Arial"/>
                <a:ea typeface="Arial"/>
                <a:cs typeface="Arial"/>
              </a:defRPr>
            </a:defPPr>
          </a:lstStyle>
          <a:p xmlns:a="http://schemas.openxmlformats.org/drawingml/2006/main">
            <a:pPr algn="l">
              <a:defRPr sz="1259" b="0" i="0">
                <a:solidFill>
                  <a:srgbClr val="434444"/>
                </a:solidFill>
                <a:latin typeface="Arial"/>
                <a:ea typeface="Arial"/>
                <a:cs typeface="Arial"/>
              </a:defRPr>
            </a:pPr>
            <a:r>
              <a:rPr sz="1259" b="0" i="0">
                <a:solidFill>
                  <a:srgbClr val="434444"/>
                </a:solidFill>
                <a:latin typeface="Arial"/>
                <a:ea typeface="Arial"/>
                <a:cs typeface="Arial"/>
              </a:rPr>
              <a:t>Latent segment</a:t>
            </a:r>
          </a:p>
        </p:txBody>
      </p:sp>
      <p:sp>
        <p:nvSpPr>
          <p:cNvPr id="388" name="pdf-path-395">
            <a:extLst xmlns:a="http://schemas.openxmlformats.org/drawingml/2006/main">
              <a:ext uri="{FF2B5EF4-FFF2-40B4-BE49-F238E27FC236}">
                <a16:creationId xmlns:a16="http://schemas.microsoft.com/office/drawing/2014/main" id="{F8ED9B05-23F7-4E24-88D9-58E80FB9DBC9}"/>
              </a:ext>
            </a:extLst>
          </p:cNvPr>
          <p:cNvSpPr>
            <a:spLocks xmlns:a="http://schemas.openxmlformats.org/drawingml/2006/main" noGrp="1"/>
          </p:cNvSpPr>
          <p:nvPr/>
        </p:nvSpPr>
        <p:spPr>
          <a:xfrm xmlns:a="http://schemas.openxmlformats.org/drawingml/2006/main">
            <a:off x="9586834" y="623027"/>
            <a:ext cx="70887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434444"/>
                </a:solidFill>
                <a:latin typeface="Arial"/>
                <a:ea typeface="Arial"/>
                <a:cs typeface="Arial"/>
              </a:defRPr>
            </a:defPPr>
          </a:lstStyle>
          <a:p xmlns:a="http://schemas.openxmlformats.org/drawingml/2006/main">
            <a:pPr algn="l">
              <a:defRPr sz="1259" b="0" i="0">
                <a:solidFill>
                  <a:srgbClr val="434444"/>
                </a:solidFill>
                <a:latin typeface="Arial"/>
                <a:ea typeface="Arial"/>
                <a:cs typeface="Arial"/>
              </a:defRPr>
            </a:pPr>
            <a:r>
              <a:rPr sz="1259" b="0" i="0">
                <a:solidFill>
                  <a:srgbClr val="434444"/>
                </a:solidFill>
                <a:latin typeface="Arial"/>
                <a:ea typeface="Arial"/>
                <a:cs typeface="Arial"/>
              </a:rPr>
              <a:t>encoding</a:t>
            </a:r>
          </a:p>
        </p:txBody>
      </p:sp>
      <p:sp>
        <p:nvSpPr>
          <p:cNvPr id="389" name="pdf-path-396">
            <a:extLst xmlns:a="http://schemas.openxmlformats.org/drawingml/2006/main">
              <a:ext uri="{FF2B5EF4-FFF2-40B4-BE49-F238E27FC236}">
                <a16:creationId xmlns:a16="http://schemas.microsoft.com/office/drawing/2014/main" id="{1CF3A727-F27E-4EE0-A387-0017BD040D42}"/>
              </a:ext>
            </a:extLst>
          </p:cNvPr>
          <p:cNvSpPr>
            <a:spLocks xmlns:a="http://schemas.openxmlformats.org/drawingml/2006/main" noGrp="1"/>
          </p:cNvSpPr>
          <p:nvPr/>
        </p:nvSpPr>
        <p:spPr>
          <a:xfrm xmlns:a="http://schemas.openxmlformats.org/drawingml/2006/main">
            <a:off x="7132924" y="120639"/>
            <a:ext cx="562957" cy="2971291"/>
          </a:xfrm>
          <a:custGeom xmlns:a="http://schemas.openxmlformats.org/drawingml/2006/main">
            <a:pathLst>
              <a:path w="562957" h="2971291">
                <a:moveTo>
                  <a:pt x="281479" y="2971291"/>
                </a:moveTo>
                <a:lnTo>
                  <a:pt x="0" y="2689812"/>
                </a:lnTo>
                <a:lnTo>
                  <a:pt x="140739" y="2689812"/>
                </a:lnTo>
                <a:lnTo>
                  <a:pt x="140739" y="0"/>
                </a:lnTo>
                <a:lnTo>
                  <a:pt x="422218" y="0"/>
                </a:lnTo>
                <a:lnTo>
                  <a:pt x="422218" y="2689812"/>
                </a:lnTo>
                <a:lnTo>
                  <a:pt x="562957" y="2689812"/>
                </a:lnTo>
                <a:lnTo>
                  <a:pt x="281479" y="2971291"/>
                </a:lnTo>
              </a:path>
            </a:pathLst>
          </a:custGeom>
          <a:solidFill xmlns:a="http://schemas.openxmlformats.org/drawingml/2006/main">
            <a:srgbClr val="D8EAD3"/>
          </a:solidFill>
          <a:ln xmlns:a="http://schemas.openxmlformats.org/drawingml/2006/main" w="0">
            <a:noFill/>
            <a:prstDash val="solid"/>
          </a:ln>
        </p:spPr>
      </p:sp>
      <p:sp>
        <p:nvSpPr>
          <p:cNvPr id="390" name="pdf-path-397">
            <a:extLst xmlns:a="http://schemas.openxmlformats.org/drawingml/2006/main">
              <a:ext uri="{FF2B5EF4-FFF2-40B4-BE49-F238E27FC236}">
                <a16:creationId xmlns:a16="http://schemas.microsoft.com/office/drawing/2014/main" id="{8683BD07-8746-495E-B061-AD78C1AB8B3F}"/>
              </a:ext>
            </a:extLst>
          </p:cNvPr>
          <p:cNvSpPr>
            <a:spLocks xmlns:a="http://schemas.openxmlformats.org/drawingml/2006/main" noGrp="1"/>
          </p:cNvSpPr>
          <p:nvPr/>
        </p:nvSpPr>
        <p:spPr>
          <a:xfrm xmlns:a="http://schemas.openxmlformats.org/drawingml/2006/main">
            <a:off x="7357256" y="815166"/>
            <a:ext cx="118381" cy="1445825"/>
          </a:xfrm>
          <a:custGeom xmlns:a="http://schemas.openxmlformats.org/drawingml/2006/main">
            <a:pathLst>
              <a:path w="118381" h="1445825">
                <a:moveTo>
                  <a:pt x="74351" y="1362106"/>
                </a:moveTo>
                <a:lnTo>
                  <a:pt x="88871" y="1362106"/>
                </a:lnTo>
                <a:cubicBezTo>
                  <a:pt x="91590" y="1365602"/>
                  <a:pt x="93887" y="1369772"/>
                  <a:pt x="95783" y="1374650"/>
                </a:cubicBezTo>
                <a:cubicBezTo>
                  <a:pt x="97691" y="1379505"/>
                  <a:pt x="98640" y="1384361"/>
                  <a:pt x="98640" y="1389205"/>
                </a:cubicBezTo>
                <a:cubicBezTo>
                  <a:pt x="98640" y="1398996"/>
                  <a:pt x="95247" y="1406913"/>
                  <a:pt x="88438" y="1412945"/>
                </a:cubicBezTo>
                <a:cubicBezTo>
                  <a:pt x="81663" y="1418989"/>
                  <a:pt x="71460" y="1422005"/>
                  <a:pt x="57876" y="1422005"/>
                </a:cubicBezTo>
                <a:cubicBezTo>
                  <a:pt x="45275" y="1422005"/>
                  <a:pt x="35770" y="1419023"/>
                  <a:pt x="29361" y="1413071"/>
                </a:cubicBezTo>
                <a:cubicBezTo>
                  <a:pt x="22963" y="1407096"/>
                  <a:pt x="19765" y="1399064"/>
                  <a:pt x="19765" y="1388976"/>
                </a:cubicBezTo>
                <a:cubicBezTo>
                  <a:pt x="19765" y="1382316"/>
                  <a:pt x="21387" y="1376741"/>
                  <a:pt x="24643" y="1372308"/>
                </a:cubicBezTo>
                <a:cubicBezTo>
                  <a:pt x="27898" y="1367841"/>
                  <a:pt x="32332" y="1364813"/>
                  <a:pt x="37941" y="1363202"/>
                </a:cubicBezTo>
                <a:lnTo>
                  <a:pt x="33656" y="1340239"/>
                </a:lnTo>
                <a:cubicBezTo>
                  <a:pt x="23146" y="1342524"/>
                  <a:pt x="14909" y="1347665"/>
                  <a:pt x="8934" y="1355662"/>
                </a:cubicBezTo>
                <a:cubicBezTo>
                  <a:pt x="2982" y="1363659"/>
                  <a:pt x="0" y="1374753"/>
                  <a:pt x="0" y="1388976"/>
                </a:cubicBezTo>
                <a:cubicBezTo>
                  <a:pt x="0" y="1399909"/>
                  <a:pt x="1897" y="1409038"/>
                  <a:pt x="5701" y="1416384"/>
                </a:cubicBezTo>
                <a:cubicBezTo>
                  <a:pt x="10648" y="1426015"/>
                  <a:pt x="17754" y="1433326"/>
                  <a:pt x="27019" y="1438330"/>
                </a:cubicBezTo>
                <a:cubicBezTo>
                  <a:pt x="36296" y="1443323"/>
                  <a:pt x="46886" y="1445825"/>
                  <a:pt x="58814" y="1445825"/>
                </a:cubicBezTo>
                <a:cubicBezTo>
                  <a:pt x="69804" y="1445825"/>
                  <a:pt x="79961" y="1443586"/>
                  <a:pt x="89317" y="1439107"/>
                </a:cubicBezTo>
                <a:cubicBezTo>
                  <a:pt x="98651" y="1434640"/>
                  <a:pt x="105837" y="1427946"/>
                  <a:pt x="110864" y="1419034"/>
                </a:cubicBezTo>
                <a:cubicBezTo>
                  <a:pt x="115891" y="1410135"/>
                  <a:pt x="118381" y="1399692"/>
                  <a:pt x="118381" y="1387720"/>
                </a:cubicBezTo>
                <a:cubicBezTo>
                  <a:pt x="118381" y="1378294"/>
                  <a:pt x="116610" y="1368995"/>
                  <a:pt x="113057" y="1359809"/>
                </a:cubicBezTo>
                <a:cubicBezTo>
                  <a:pt x="109481" y="1350613"/>
                  <a:pt x="105357" y="1343598"/>
                  <a:pt x="100674" y="1338754"/>
                </a:cubicBezTo>
                <a:lnTo>
                  <a:pt x="55067" y="1338754"/>
                </a:lnTo>
                <a:lnTo>
                  <a:pt x="55067" y="1388576"/>
                </a:lnTo>
                <a:lnTo>
                  <a:pt x="74351" y="1388576"/>
                </a:lnTo>
                <a:lnTo>
                  <a:pt x="74351" y="1362106"/>
                </a:lnTo>
                <a:moveTo>
                  <a:pt x="116450" y="1185916"/>
                </a:moveTo>
                <a:lnTo>
                  <a:pt x="97155" y="1185916"/>
                </a:lnTo>
                <a:lnTo>
                  <a:pt x="97155" y="1249882"/>
                </a:lnTo>
                <a:lnTo>
                  <a:pt x="65999" y="1249882"/>
                </a:lnTo>
                <a:lnTo>
                  <a:pt x="65999" y="1192405"/>
                </a:lnTo>
                <a:lnTo>
                  <a:pt x="46704" y="1192405"/>
                </a:lnTo>
                <a:lnTo>
                  <a:pt x="46704" y="1249882"/>
                </a:lnTo>
                <a:lnTo>
                  <a:pt x="21318" y="1249882"/>
                </a:lnTo>
                <a:lnTo>
                  <a:pt x="21318" y="1188109"/>
                </a:lnTo>
                <a:lnTo>
                  <a:pt x="1953" y="1188109"/>
                </a:lnTo>
                <a:lnTo>
                  <a:pt x="1953" y="1272994"/>
                </a:lnTo>
                <a:lnTo>
                  <a:pt x="116450" y="1272994"/>
                </a:lnTo>
                <a:lnTo>
                  <a:pt x="116450" y="1185916"/>
                </a:lnTo>
                <a:moveTo>
                  <a:pt x="116450" y="1100163"/>
                </a:moveTo>
                <a:lnTo>
                  <a:pt x="41779" y="1100163"/>
                </a:lnTo>
                <a:lnTo>
                  <a:pt x="116450" y="1054008"/>
                </a:lnTo>
                <a:lnTo>
                  <a:pt x="116450" y="1030816"/>
                </a:lnTo>
                <a:lnTo>
                  <a:pt x="1953" y="1030816"/>
                </a:lnTo>
                <a:lnTo>
                  <a:pt x="1953" y="1052294"/>
                </a:lnTo>
                <a:lnTo>
                  <a:pt x="78396" y="1052294"/>
                </a:lnTo>
                <a:lnTo>
                  <a:pt x="1953" y="1099146"/>
                </a:lnTo>
                <a:lnTo>
                  <a:pt x="1953" y="1121641"/>
                </a:lnTo>
                <a:lnTo>
                  <a:pt x="116450" y="1121641"/>
                </a:lnTo>
                <a:lnTo>
                  <a:pt x="116450" y="1100163"/>
                </a:lnTo>
                <a:moveTo>
                  <a:pt x="116450" y="874859"/>
                </a:moveTo>
                <a:lnTo>
                  <a:pt x="97155" y="874859"/>
                </a:lnTo>
                <a:lnTo>
                  <a:pt x="97155" y="938814"/>
                </a:lnTo>
                <a:lnTo>
                  <a:pt x="65999" y="938814"/>
                </a:lnTo>
                <a:lnTo>
                  <a:pt x="65999" y="881337"/>
                </a:lnTo>
                <a:lnTo>
                  <a:pt x="46704" y="881337"/>
                </a:lnTo>
                <a:lnTo>
                  <a:pt x="46704" y="938814"/>
                </a:lnTo>
                <a:lnTo>
                  <a:pt x="21318" y="938814"/>
                </a:lnTo>
                <a:lnTo>
                  <a:pt x="21318" y="877041"/>
                </a:lnTo>
                <a:lnTo>
                  <a:pt x="1953" y="877041"/>
                </a:lnTo>
                <a:lnTo>
                  <a:pt x="1953" y="961937"/>
                </a:lnTo>
                <a:lnTo>
                  <a:pt x="116450" y="961937"/>
                </a:lnTo>
                <a:lnTo>
                  <a:pt x="116450" y="874859"/>
                </a:lnTo>
                <a:moveTo>
                  <a:pt x="116450" y="787621"/>
                </a:moveTo>
                <a:lnTo>
                  <a:pt x="68650" y="787621"/>
                </a:lnTo>
                <a:lnTo>
                  <a:pt x="68650" y="782937"/>
                </a:lnTo>
                <a:cubicBezTo>
                  <a:pt x="68650" y="777625"/>
                  <a:pt x="69073" y="773740"/>
                  <a:pt x="69941" y="771295"/>
                </a:cubicBezTo>
                <a:cubicBezTo>
                  <a:pt x="70786" y="768850"/>
                  <a:pt x="72386" y="766531"/>
                  <a:pt x="74694" y="764349"/>
                </a:cubicBezTo>
                <a:cubicBezTo>
                  <a:pt x="77013" y="762156"/>
                  <a:pt x="82634" y="758100"/>
                  <a:pt x="91534" y="752159"/>
                </a:cubicBezTo>
                <a:lnTo>
                  <a:pt x="116450" y="735445"/>
                </a:lnTo>
                <a:lnTo>
                  <a:pt x="116450" y="707809"/>
                </a:lnTo>
                <a:lnTo>
                  <a:pt x="94104" y="721781"/>
                </a:lnTo>
                <a:cubicBezTo>
                  <a:pt x="85204" y="727300"/>
                  <a:pt x="79012" y="731687"/>
                  <a:pt x="75527" y="734942"/>
                </a:cubicBezTo>
                <a:cubicBezTo>
                  <a:pt x="72032" y="738198"/>
                  <a:pt x="68833" y="742323"/>
                  <a:pt x="65919" y="747315"/>
                </a:cubicBezTo>
                <a:cubicBezTo>
                  <a:pt x="64458" y="737273"/>
                  <a:pt x="60927" y="729721"/>
                  <a:pt x="55329" y="724672"/>
                </a:cubicBezTo>
                <a:cubicBezTo>
                  <a:pt x="49743" y="719622"/>
                  <a:pt x="42648" y="717097"/>
                  <a:pt x="34057" y="717097"/>
                </a:cubicBezTo>
                <a:cubicBezTo>
                  <a:pt x="27282" y="717097"/>
                  <a:pt x="21273" y="718765"/>
                  <a:pt x="16017" y="722090"/>
                </a:cubicBezTo>
                <a:cubicBezTo>
                  <a:pt x="10762" y="725426"/>
                  <a:pt x="7095" y="729870"/>
                  <a:pt x="5038" y="735411"/>
                </a:cubicBezTo>
                <a:cubicBezTo>
                  <a:pt x="2982" y="740952"/>
                  <a:pt x="1953" y="749852"/>
                  <a:pt x="1953" y="762076"/>
                </a:cubicBezTo>
                <a:lnTo>
                  <a:pt x="1953" y="810733"/>
                </a:lnTo>
                <a:lnTo>
                  <a:pt x="116450" y="810733"/>
                </a:lnTo>
                <a:lnTo>
                  <a:pt x="116450" y="787621"/>
                </a:lnTo>
                <a:moveTo>
                  <a:pt x="21318" y="787621"/>
                </a:moveTo>
                <a:lnTo>
                  <a:pt x="21318" y="769582"/>
                </a:lnTo>
                <a:cubicBezTo>
                  <a:pt x="21318" y="760202"/>
                  <a:pt x="21455" y="754581"/>
                  <a:pt x="21718" y="752708"/>
                </a:cubicBezTo>
                <a:cubicBezTo>
                  <a:pt x="22335" y="748961"/>
                  <a:pt x="23831" y="746059"/>
                  <a:pt x="26207" y="744002"/>
                </a:cubicBezTo>
                <a:cubicBezTo>
                  <a:pt x="28572" y="741946"/>
                  <a:pt x="31692" y="740917"/>
                  <a:pt x="35542" y="740917"/>
                </a:cubicBezTo>
                <a:cubicBezTo>
                  <a:pt x="38969" y="740917"/>
                  <a:pt x="41837" y="741694"/>
                  <a:pt x="44122" y="743260"/>
                </a:cubicBezTo>
                <a:cubicBezTo>
                  <a:pt x="46418" y="744825"/>
                  <a:pt x="48028" y="746984"/>
                  <a:pt x="48966" y="749737"/>
                </a:cubicBezTo>
                <a:cubicBezTo>
                  <a:pt x="49902" y="752502"/>
                  <a:pt x="50371" y="759425"/>
                  <a:pt x="50371" y="770519"/>
                </a:cubicBezTo>
                <a:lnTo>
                  <a:pt x="50371" y="787621"/>
                </a:lnTo>
                <a:lnTo>
                  <a:pt x="21318" y="787621"/>
                </a:lnTo>
                <a:moveTo>
                  <a:pt x="1953" y="593472"/>
                </a:moveTo>
                <a:lnTo>
                  <a:pt x="1953" y="617909"/>
                </a:lnTo>
                <a:lnTo>
                  <a:pt x="116450" y="662511"/>
                </a:lnTo>
                <a:lnTo>
                  <a:pt x="116450" y="637982"/>
                </a:lnTo>
                <a:lnTo>
                  <a:pt x="90437" y="628534"/>
                </a:lnTo>
                <a:lnTo>
                  <a:pt x="90437" y="582767"/>
                </a:lnTo>
                <a:lnTo>
                  <a:pt x="116450" y="572771"/>
                </a:lnTo>
                <a:lnTo>
                  <a:pt x="116450" y="547625"/>
                </a:lnTo>
                <a:lnTo>
                  <a:pt x="1953" y="593472"/>
                </a:lnTo>
                <a:moveTo>
                  <a:pt x="71152" y="621428"/>
                </a:moveTo>
                <a:lnTo>
                  <a:pt x="28664" y="605959"/>
                </a:lnTo>
                <a:lnTo>
                  <a:pt x="71152" y="590193"/>
                </a:lnTo>
                <a:lnTo>
                  <a:pt x="71152" y="621428"/>
                </a:lnTo>
                <a:moveTo>
                  <a:pt x="116450" y="442039"/>
                </a:moveTo>
                <a:lnTo>
                  <a:pt x="21318" y="442039"/>
                </a:lnTo>
                <a:lnTo>
                  <a:pt x="21318" y="408143"/>
                </a:lnTo>
                <a:lnTo>
                  <a:pt x="1953" y="408143"/>
                </a:lnTo>
                <a:lnTo>
                  <a:pt x="1953" y="499128"/>
                </a:lnTo>
                <a:lnTo>
                  <a:pt x="21318" y="499128"/>
                </a:lnTo>
                <a:lnTo>
                  <a:pt x="21318" y="465151"/>
                </a:lnTo>
                <a:lnTo>
                  <a:pt x="116450" y="465151"/>
                </a:lnTo>
                <a:lnTo>
                  <a:pt x="116450" y="442039"/>
                </a:lnTo>
                <a:moveTo>
                  <a:pt x="1965" y="326377"/>
                </a:moveTo>
                <a:lnTo>
                  <a:pt x="116450" y="326377"/>
                </a:lnTo>
                <a:lnTo>
                  <a:pt x="116450" y="349489"/>
                </a:lnTo>
                <a:lnTo>
                  <a:pt x="1965" y="349489"/>
                </a:lnTo>
                <a:close/>
                <a:moveTo>
                  <a:pt x="102810" y="249524"/>
                </a:moveTo>
                <a:cubicBezTo>
                  <a:pt x="113206" y="239482"/>
                  <a:pt x="118381" y="225944"/>
                  <a:pt x="118381" y="208921"/>
                </a:cubicBezTo>
                <a:cubicBezTo>
                  <a:pt x="118381" y="192092"/>
                  <a:pt x="113160" y="178669"/>
                  <a:pt x="102741" y="168615"/>
                </a:cubicBezTo>
                <a:cubicBezTo>
                  <a:pt x="92299" y="158573"/>
                  <a:pt x="77847" y="153546"/>
                  <a:pt x="59362" y="153546"/>
                </a:cubicBezTo>
                <a:cubicBezTo>
                  <a:pt x="40717" y="153546"/>
                  <a:pt x="26162" y="158607"/>
                  <a:pt x="15698" y="168729"/>
                </a:cubicBezTo>
                <a:cubicBezTo>
                  <a:pt x="5232" y="178863"/>
                  <a:pt x="0" y="192355"/>
                  <a:pt x="0" y="209229"/>
                </a:cubicBezTo>
                <a:cubicBezTo>
                  <a:pt x="0" y="218552"/>
                  <a:pt x="1508" y="226777"/>
                  <a:pt x="4535" y="233906"/>
                </a:cubicBezTo>
                <a:cubicBezTo>
                  <a:pt x="6775" y="239265"/>
                  <a:pt x="10213" y="244200"/>
                  <a:pt x="14840" y="248701"/>
                </a:cubicBezTo>
                <a:cubicBezTo>
                  <a:pt x="19467" y="253202"/>
                  <a:pt x="24700" y="256767"/>
                  <a:pt x="30538" y="259372"/>
                </a:cubicBezTo>
                <a:cubicBezTo>
                  <a:pt x="38444" y="262856"/>
                  <a:pt x="48246" y="264604"/>
                  <a:pt x="59899" y="264604"/>
                </a:cubicBezTo>
                <a:cubicBezTo>
                  <a:pt x="78121" y="264604"/>
                  <a:pt x="92436" y="259577"/>
                  <a:pt x="102810" y="249524"/>
                </a:cubicBezTo>
                <a:moveTo>
                  <a:pt x="29555" y="232033"/>
                </a:moveTo>
                <a:cubicBezTo>
                  <a:pt x="23031" y="226206"/>
                  <a:pt x="19765" y="218517"/>
                  <a:pt x="19765" y="208990"/>
                </a:cubicBezTo>
                <a:cubicBezTo>
                  <a:pt x="19765" y="199461"/>
                  <a:pt x="22986" y="191818"/>
                  <a:pt x="29441" y="186072"/>
                </a:cubicBezTo>
                <a:cubicBezTo>
                  <a:pt x="35907" y="180325"/>
                  <a:pt x="45687" y="177446"/>
                  <a:pt x="58814" y="177446"/>
                </a:cubicBezTo>
                <a:cubicBezTo>
                  <a:pt x="72089" y="177446"/>
                  <a:pt x="82040" y="180394"/>
                  <a:pt x="88689" y="186312"/>
                </a:cubicBezTo>
                <a:cubicBezTo>
                  <a:pt x="95315" y="192218"/>
                  <a:pt x="98640" y="199781"/>
                  <a:pt x="98640" y="208990"/>
                </a:cubicBezTo>
                <a:cubicBezTo>
                  <a:pt x="98640" y="218209"/>
                  <a:pt x="95292" y="225818"/>
                  <a:pt x="88597" y="231793"/>
                </a:cubicBezTo>
                <a:cubicBezTo>
                  <a:pt x="81914" y="237780"/>
                  <a:pt x="72089" y="240784"/>
                  <a:pt x="59122" y="240784"/>
                </a:cubicBezTo>
                <a:cubicBezTo>
                  <a:pt x="45950" y="240784"/>
                  <a:pt x="36090" y="237859"/>
                  <a:pt x="29555" y="232033"/>
                </a:cubicBezTo>
                <a:moveTo>
                  <a:pt x="116450" y="69359"/>
                </a:moveTo>
                <a:lnTo>
                  <a:pt x="41779" y="69359"/>
                </a:lnTo>
                <a:lnTo>
                  <a:pt x="116450" y="23203"/>
                </a:lnTo>
                <a:lnTo>
                  <a:pt x="116450" y="0"/>
                </a:lnTo>
                <a:lnTo>
                  <a:pt x="1953" y="0"/>
                </a:lnTo>
                <a:lnTo>
                  <a:pt x="1953" y="21478"/>
                </a:lnTo>
                <a:lnTo>
                  <a:pt x="78396" y="21478"/>
                </a:lnTo>
                <a:lnTo>
                  <a:pt x="1953" y="68342"/>
                </a:lnTo>
                <a:lnTo>
                  <a:pt x="1953" y="90836"/>
                </a:lnTo>
                <a:lnTo>
                  <a:pt x="116450" y="90836"/>
                </a:lnTo>
                <a:lnTo>
                  <a:pt x="116450" y="69359"/>
                </a:lnTo>
              </a:path>
            </a:pathLst>
          </a:custGeom>
          <a:solidFill xmlns:a="http://schemas.openxmlformats.org/drawingml/2006/main">
            <a:srgbClr val="2C4F24"/>
          </a:solidFill>
          <a:ln xmlns:a="http://schemas.openxmlformats.org/drawingml/2006/main" w="0">
            <a:noFill/>
            <a:prstDash val="solid"/>
          </a:ln>
        </p:spPr>
      </p:sp>
      <p:sp>
        <p:nvSpPr>
          <p:cNvPr id="391" name="pdf-path-398">
            <a:extLst xmlns:a="http://schemas.openxmlformats.org/drawingml/2006/main">
              <a:ext uri="{FF2B5EF4-FFF2-40B4-BE49-F238E27FC236}">
                <a16:creationId xmlns:a16="http://schemas.microsoft.com/office/drawing/2014/main" id="{910F6A15-8D31-4977-ACD5-07FA9399C508}"/>
              </a:ext>
            </a:extLst>
          </p:cNvPr>
          <p:cNvSpPr>
            <a:spLocks xmlns:a="http://schemas.openxmlformats.org/drawingml/2006/main" noGrp="1"/>
          </p:cNvSpPr>
          <p:nvPr/>
        </p:nvSpPr>
        <p:spPr>
          <a:xfrm xmlns:a="http://schemas.openxmlformats.org/drawingml/2006/main">
            <a:off x="7723652" y="2936080"/>
            <a:ext cx="2883105" cy="95"/>
          </a:xfrm>
          <a:custGeom xmlns:a="http://schemas.openxmlformats.org/drawingml/2006/main">
            <a:pathLst>
              <a:path w="2883105" h="95">
                <a:moveTo>
                  <a:pt x="2883105" y="0"/>
                </a:moveTo>
                <a:lnTo>
                  <a:pt x="2781952" y="0"/>
                </a:lnTo>
                <a:lnTo>
                  <a:pt x="2883105" y="0"/>
                </a:lnTo>
                <a:moveTo>
                  <a:pt x="693677" y="0"/>
                </a:moveTo>
                <a:lnTo>
                  <a:pt x="0" y="0"/>
                </a:lnTo>
                <a:lnTo>
                  <a:pt x="693677" y="0"/>
                </a:lnTo>
              </a:path>
            </a:pathLst>
          </a:custGeom>
          <a:solidFill xmlns:a="http://schemas.openxmlformats.org/drawingml/2006/main">
            <a:srgbClr val="FFFFFF"/>
          </a:solidFill>
          <a:ln xmlns:a="http://schemas.openxmlformats.org/drawingml/2006/main" w="0">
            <a:noFill/>
            <a:prstDash val="solid"/>
          </a:ln>
        </p:spPr>
      </p:sp>
      <p:sp>
        <p:nvSpPr>
          <p:cNvPr id="392" name="pdf-path-399">
            <a:extLst xmlns:a="http://schemas.openxmlformats.org/drawingml/2006/main">
              <a:ext uri="{FF2B5EF4-FFF2-40B4-BE49-F238E27FC236}">
                <a16:creationId xmlns:a16="http://schemas.microsoft.com/office/drawing/2014/main" id="{12808F54-C6AD-4EC2-9C39-D95DE9D5CDEE}"/>
              </a:ext>
            </a:extLst>
          </p:cNvPr>
          <p:cNvSpPr>
            <a:spLocks xmlns:a="http://schemas.openxmlformats.org/drawingml/2006/main" noGrp="1"/>
          </p:cNvSpPr>
          <p:nvPr/>
        </p:nvSpPr>
        <p:spPr>
          <a:xfrm xmlns:a="http://schemas.openxmlformats.org/drawingml/2006/main">
            <a:off x="8417333" y="2936080"/>
            <a:ext cx="2088275" cy="95"/>
          </a:xfrm>
          <a:custGeom xmlns:a="http://schemas.openxmlformats.org/drawingml/2006/main">
            <a:pathLst>
              <a:path w="2088275" h="95">
                <a:moveTo>
                  <a:pt x="2088275" y="0"/>
                </a:moveTo>
                <a:lnTo>
                  <a:pt x="0" y="0"/>
                </a:lnTo>
                <a:lnTo>
                  <a:pt x="2088275" y="0"/>
                </a:lnTo>
              </a:path>
            </a:pathLst>
          </a:custGeom>
          <a:solidFill xmlns:a="http://schemas.openxmlformats.org/drawingml/2006/main">
            <a:srgbClr val="FFFFFF"/>
          </a:solidFill>
          <a:ln xmlns:a="http://schemas.openxmlformats.org/drawingml/2006/main" w="0">
            <a:noFill/>
            <a:prstDash val="solid"/>
          </a:ln>
        </p:spPr>
      </p:sp>
      <p:sp>
        <p:nvSpPr>
          <p:cNvPr id="393" name="pdf-path-400">
            <a:extLst xmlns:a="http://schemas.openxmlformats.org/drawingml/2006/main">
              <a:ext uri="{FF2B5EF4-FFF2-40B4-BE49-F238E27FC236}">
                <a16:creationId xmlns:a16="http://schemas.microsoft.com/office/drawing/2014/main" id="{3B3C0A6F-44BC-4862-8388-0F487D6F96D7}"/>
              </a:ext>
            </a:extLst>
          </p:cNvPr>
          <p:cNvSpPr>
            <a:spLocks xmlns:a="http://schemas.openxmlformats.org/drawingml/2006/main" noGrp="1"/>
          </p:cNvSpPr>
          <p:nvPr/>
        </p:nvSpPr>
        <p:spPr>
          <a:xfrm xmlns:a="http://schemas.openxmlformats.org/drawingml/2006/main">
            <a:off x="7723647" y="2927512"/>
            <a:ext cx="2891673" cy="17137"/>
          </a:xfrm>
          <a:custGeom xmlns:a="http://schemas.openxmlformats.org/drawingml/2006/main">
            <a:pathLst>
              <a:path w="2891673" h="17137">
                <a:moveTo>
                  <a:pt x="0" y="17137"/>
                </a:moveTo>
                <a:lnTo>
                  <a:pt x="2891673" y="17137"/>
                </a:lnTo>
                <a:lnTo>
                  <a:pt x="2891673" y="0"/>
                </a:lnTo>
                <a:lnTo>
                  <a:pt x="0" y="0"/>
                </a:lnTo>
              </a:path>
            </a:pathLst>
          </a:custGeom>
          <a:solidFill xmlns:a="http://schemas.openxmlformats.org/drawingml/2006/main">
            <a:srgbClr val="595A5A"/>
          </a:solidFill>
          <a:ln xmlns:a="http://schemas.openxmlformats.org/drawingml/2006/main" w="0">
            <a:noFill/>
            <a:prstDash val="solid"/>
          </a:ln>
        </p:spPr>
      </p:sp>
      <p:sp>
        <p:nvSpPr>
          <p:cNvPr id="394" name="pdf-path-401">
            <a:extLst xmlns:a="http://schemas.openxmlformats.org/drawingml/2006/main">
              <a:ext uri="{FF2B5EF4-FFF2-40B4-BE49-F238E27FC236}">
                <a16:creationId xmlns:a16="http://schemas.microsoft.com/office/drawing/2014/main" id="{41E61FE1-D2AD-4588-A6E9-D7202D77D41B}"/>
              </a:ext>
            </a:extLst>
          </p:cNvPr>
          <p:cNvSpPr>
            <a:spLocks xmlns:a="http://schemas.openxmlformats.org/drawingml/2006/main" noGrp="1"/>
          </p:cNvSpPr>
          <p:nvPr/>
        </p:nvSpPr>
        <p:spPr>
          <a:xfrm xmlns:a="http://schemas.openxmlformats.org/drawingml/2006/main">
            <a:off x="10615325" y="2907776"/>
            <a:ext cx="77767" cy="56609"/>
          </a:xfrm>
          <a:custGeom xmlns:a="http://schemas.openxmlformats.org/drawingml/2006/main">
            <a:pathLst>
              <a:path w="77767" h="56609">
                <a:moveTo>
                  <a:pt x="0" y="56609"/>
                </a:moveTo>
                <a:lnTo>
                  <a:pt x="77767"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395" name="pdf-path-402">
            <a:extLst xmlns:a="http://schemas.openxmlformats.org/drawingml/2006/main">
              <a:ext uri="{FF2B5EF4-FFF2-40B4-BE49-F238E27FC236}">
                <a16:creationId xmlns:a16="http://schemas.microsoft.com/office/drawing/2014/main" id="{939988B2-15B8-4DF2-B864-521B9567499E}"/>
              </a:ext>
            </a:extLst>
          </p:cNvPr>
          <p:cNvSpPr>
            <a:spLocks xmlns:a="http://schemas.openxmlformats.org/drawingml/2006/main" noGrp="1"/>
          </p:cNvSpPr>
          <p:nvPr/>
        </p:nvSpPr>
        <p:spPr>
          <a:xfrm xmlns:a="http://schemas.openxmlformats.org/drawingml/2006/main">
            <a:off x="10606756" y="2895540"/>
            <a:ext cx="111390" cy="81080"/>
          </a:xfrm>
          <a:custGeom xmlns:a="http://schemas.openxmlformats.org/drawingml/2006/main">
            <a:pathLst>
              <a:path w="111390" h="81080">
                <a:moveTo>
                  <a:pt x="8569" y="68844"/>
                </a:moveTo>
                <a:lnTo>
                  <a:pt x="11505" y="76899"/>
                </a:lnTo>
                <a:lnTo>
                  <a:pt x="111390" y="40535"/>
                </a:lnTo>
                <a:lnTo>
                  <a:pt x="0" y="0"/>
                </a:lnTo>
                <a:lnTo>
                  <a:pt x="0" y="81080"/>
                </a:lnTo>
                <a:lnTo>
                  <a:pt x="11505" y="76899"/>
                </a:lnTo>
                <a:lnTo>
                  <a:pt x="8569" y="68844"/>
                </a:lnTo>
                <a:lnTo>
                  <a:pt x="17137" y="68844"/>
                </a:lnTo>
                <a:lnTo>
                  <a:pt x="17137" y="24472"/>
                </a:lnTo>
                <a:lnTo>
                  <a:pt x="61282" y="40535"/>
                </a:lnTo>
                <a:lnTo>
                  <a:pt x="5633" y="60790"/>
                </a:lnTo>
                <a:lnTo>
                  <a:pt x="8569" y="68844"/>
                </a:lnTo>
                <a:lnTo>
                  <a:pt x="17137" y="68844"/>
                </a:lnTo>
                <a:lnTo>
                  <a:pt x="8569" y="68844"/>
                </a:lnTo>
              </a:path>
            </a:pathLst>
          </a:custGeom>
          <a:solidFill xmlns:a="http://schemas.openxmlformats.org/drawingml/2006/main">
            <a:srgbClr val="595A5A"/>
          </a:solidFill>
          <a:ln xmlns:a="http://schemas.openxmlformats.org/drawingml/2006/main" w="0">
            <a:noFill/>
            <a:prstDash val="solid"/>
          </a:ln>
        </p:spPr>
      </p:sp>
      <p:sp>
        <p:nvSpPr>
          <p:cNvPr id="396" name="pdf-path-403">
            <a:extLst xmlns:a="http://schemas.openxmlformats.org/drawingml/2006/main">
              <a:ext uri="{FF2B5EF4-FFF2-40B4-BE49-F238E27FC236}">
                <a16:creationId xmlns:a16="http://schemas.microsoft.com/office/drawing/2014/main" id="{B4717545-8EB0-4684-99F8-96B5D1D15689}"/>
              </a:ext>
            </a:extLst>
          </p:cNvPr>
          <p:cNvSpPr>
            <a:spLocks xmlns:a="http://schemas.openxmlformats.org/drawingml/2006/main" noGrp="1"/>
          </p:cNvSpPr>
          <p:nvPr/>
        </p:nvSpPr>
        <p:spPr>
          <a:xfrm xmlns:a="http://schemas.openxmlformats.org/drawingml/2006/main">
            <a:off x="10646665" y="2877989"/>
            <a:ext cx="203220" cy="258801"/>
          </a:xfrm>
          <a:custGeom xmlns:a="http://schemas.openxmlformats.org/drawingml/2006/main">
            <a:pathLst>
              <a:path w="203220" h="258801">
                <a:moveTo>
                  <a:pt x="203220" y="258801"/>
                </a:moveTo>
                <a:lnTo>
                  <a:pt x="0" y="258801"/>
                </a:lnTo>
                <a:lnTo>
                  <a:pt x="0" y="84108"/>
                </a:lnTo>
                <a:lnTo>
                  <a:pt x="71484" y="58094"/>
                </a:lnTo>
                <a:lnTo>
                  <a:pt x="0" y="32069"/>
                </a:lnTo>
                <a:lnTo>
                  <a:pt x="0" y="0"/>
                </a:lnTo>
                <a:lnTo>
                  <a:pt x="203220" y="0"/>
                </a:lnTo>
                <a:lnTo>
                  <a:pt x="203220" y="258801"/>
                </a:lnTo>
              </a:path>
            </a:pathLst>
          </a:custGeom>
          <a:solidFill xmlns:a="http://schemas.openxmlformats.org/drawingml/2006/main">
            <a:srgbClr val="FFFFFF"/>
          </a:solidFill>
          <a:ln xmlns:a="http://schemas.openxmlformats.org/drawingml/2006/main" w="0">
            <a:noFill/>
            <a:prstDash val="solid"/>
          </a:ln>
        </p:spPr>
      </p:sp>
      <p:sp>
        <p:nvSpPr>
          <p:cNvPr id="397" name="pdf-path-404">
            <a:extLst xmlns:a="http://schemas.openxmlformats.org/drawingml/2006/main">
              <a:ext uri="{FF2B5EF4-FFF2-40B4-BE49-F238E27FC236}">
                <a16:creationId xmlns:a16="http://schemas.microsoft.com/office/drawing/2014/main" id="{FA7EE354-0B71-48C9-9FC8-DCF005D5538C}"/>
              </a:ext>
            </a:extLst>
          </p:cNvPr>
          <p:cNvSpPr>
            <a:spLocks xmlns:a="http://schemas.openxmlformats.org/drawingml/2006/main" noGrp="1"/>
          </p:cNvSpPr>
          <p:nvPr/>
        </p:nvSpPr>
        <p:spPr>
          <a:xfrm xmlns:a="http://schemas.openxmlformats.org/drawingml/2006/main">
            <a:off x="10646664" y="2928307"/>
            <a:ext cx="21375" cy="15549"/>
          </a:xfrm>
          <a:custGeom xmlns:a="http://schemas.openxmlformats.org/drawingml/2006/main">
            <a:pathLst>
              <a:path w="21375" h="15549">
                <a:moveTo>
                  <a:pt x="0" y="15549"/>
                </a:moveTo>
                <a:lnTo>
                  <a:pt x="0" y="0"/>
                </a:lnTo>
                <a:lnTo>
                  <a:pt x="21375" y="7769"/>
                </a:lnTo>
                <a:lnTo>
                  <a:pt x="0" y="15549"/>
                </a:lnTo>
              </a:path>
            </a:pathLst>
          </a:custGeom>
          <a:solidFill xmlns:a="http://schemas.openxmlformats.org/drawingml/2006/main">
            <a:srgbClr val="595A5A"/>
          </a:solidFill>
          <a:ln xmlns:a="http://schemas.openxmlformats.org/drawingml/2006/main" w="0">
            <a:noFill/>
            <a:prstDash val="solid"/>
          </a:ln>
        </p:spPr>
      </p:sp>
      <p:sp>
        <p:nvSpPr>
          <p:cNvPr id="398" name="pdf-path-405">
            <a:extLst xmlns:a="http://schemas.openxmlformats.org/drawingml/2006/main">
              <a:ext uri="{FF2B5EF4-FFF2-40B4-BE49-F238E27FC236}">
                <a16:creationId xmlns:a16="http://schemas.microsoft.com/office/drawing/2014/main" id="{64DBC984-8A4E-4769-AA6D-347697085F71}"/>
              </a:ext>
            </a:extLst>
          </p:cNvPr>
          <p:cNvSpPr>
            <a:spLocks xmlns:a="http://schemas.openxmlformats.org/drawingml/2006/main" noGrp="1"/>
          </p:cNvSpPr>
          <p:nvPr/>
        </p:nvSpPr>
        <p:spPr>
          <a:xfrm xmlns:a="http://schemas.openxmlformats.org/drawingml/2006/main">
            <a:off x="10646664" y="2910058"/>
            <a:ext cx="71484" cy="52039"/>
          </a:xfrm>
          <a:custGeom xmlns:a="http://schemas.openxmlformats.org/drawingml/2006/main">
            <a:pathLst>
              <a:path w="71484" h="52039">
                <a:moveTo>
                  <a:pt x="0" y="52039"/>
                </a:moveTo>
                <a:lnTo>
                  <a:pt x="0" y="33794"/>
                </a:lnTo>
                <a:lnTo>
                  <a:pt x="21375" y="26025"/>
                </a:lnTo>
                <a:lnTo>
                  <a:pt x="0" y="18245"/>
                </a:lnTo>
                <a:lnTo>
                  <a:pt x="0" y="0"/>
                </a:lnTo>
                <a:lnTo>
                  <a:pt x="71484" y="26025"/>
                </a:lnTo>
                <a:lnTo>
                  <a:pt x="0" y="52039"/>
                </a:lnTo>
              </a:path>
            </a:pathLst>
          </a:custGeom>
          <a:solidFill xmlns:a="http://schemas.openxmlformats.org/drawingml/2006/main">
            <a:srgbClr val="595A5A"/>
          </a:solidFill>
          <a:ln xmlns:a="http://schemas.openxmlformats.org/drawingml/2006/main" w="0">
            <a:noFill/>
            <a:prstDash val="solid"/>
          </a:ln>
        </p:spPr>
      </p:sp>
      <p:sp>
        <p:nvSpPr>
          <p:cNvPr id="399" name="pdf-path-406">
            <a:extLst xmlns:a="http://schemas.openxmlformats.org/drawingml/2006/main">
              <a:ext uri="{FF2B5EF4-FFF2-40B4-BE49-F238E27FC236}">
                <a16:creationId xmlns:a16="http://schemas.microsoft.com/office/drawing/2014/main" id="{4E9E8986-4A75-429F-AB7B-B46A5037D2FD}"/>
              </a:ext>
            </a:extLst>
          </p:cNvPr>
          <p:cNvSpPr>
            <a:spLocks xmlns:a="http://schemas.openxmlformats.org/drawingml/2006/main" noGrp="1"/>
          </p:cNvSpPr>
          <p:nvPr/>
        </p:nvSpPr>
        <p:spPr>
          <a:xfrm xmlns:a="http://schemas.openxmlformats.org/drawingml/2006/main">
            <a:off x="10726605" y="2996741"/>
            <a:ext cx="40454" cy="113001"/>
          </a:xfrm>
          <a:custGeom xmlns:a="http://schemas.openxmlformats.org/drawingml/2006/main">
            <a:pathLst>
              <a:path w="40454" h="113001">
                <a:moveTo>
                  <a:pt x="32252" y="99885"/>
                </a:moveTo>
                <a:cubicBezTo>
                  <a:pt x="30161" y="99885"/>
                  <a:pt x="28572" y="99554"/>
                  <a:pt x="27441" y="98868"/>
                </a:cubicBezTo>
                <a:cubicBezTo>
                  <a:pt x="26323" y="98194"/>
                  <a:pt x="25523" y="97280"/>
                  <a:pt x="25031" y="96138"/>
                </a:cubicBezTo>
                <a:cubicBezTo>
                  <a:pt x="24529" y="94984"/>
                  <a:pt x="24289" y="92414"/>
                  <a:pt x="24289" y="88403"/>
                </a:cubicBezTo>
                <a:lnTo>
                  <a:pt x="24289" y="39906"/>
                </a:lnTo>
                <a:lnTo>
                  <a:pt x="38421" y="39906"/>
                </a:lnTo>
                <a:lnTo>
                  <a:pt x="38421" y="28973"/>
                </a:lnTo>
                <a:lnTo>
                  <a:pt x="24289" y="28973"/>
                </a:lnTo>
                <a:lnTo>
                  <a:pt x="24289" y="0"/>
                </a:lnTo>
                <a:lnTo>
                  <a:pt x="10305" y="8431"/>
                </a:lnTo>
                <a:lnTo>
                  <a:pt x="10305" y="28973"/>
                </a:lnTo>
                <a:lnTo>
                  <a:pt x="0" y="28973"/>
                </a:lnTo>
                <a:lnTo>
                  <a:pt x="0" y="39906"/>
                </a:lnTo>
                <a:lnTo>
                  <a:pt x="10305" y="39906"/>
                </a:lnTo>
                <a:lnTo>
                  <a:pt x="10305" y="87626"/>
                </a:lnTo>
                <a:cubicBezTo>
                  <a:pt x="10305" y="96058"/>
                  <a:pt x="10876" y="101587"/>
                  <a:pt x="12018" y="104215"/>
                </a:cubicBezTo>
                <a:cubicBezTo>
                  <a:pt x="13172" y="106843"/>
                  <a:pt x="15149" y="108968"/>
                  <a:pt x="17960" y="110590"/>
                </a:cubicBezTo>
                <a:cubicBezTo>
                  <a:pt x="20770" y="112201"/>
                  <a:pt x="24735" y="113001"/>
                  <a:pt x="29830" y="113001"/>
                </a:cubicBezTo>
                <a:cubicBezTo>
                  <a:pt x="32960" y="113001"/>
                  <a:pt x="36490" y="112589"/>
                  <a:pt x="40454" y="111755"/>
                </a:cubicBezTo>
                <a:lnTo>
                  <a:pt x="38421" y="99337"/>
                </a:lnTo>
                <a:cubicBezTo>
                  <a:pt x="35862" y="99702"/>
                  <a:pt x="33817" y="99885"/>
                  <a:pt x="32252" y="99885"/>
                </a:cubicBezTo>
              </a:path>
            </a:pathLst>
          </a:custGeom>
          <a:solidFill xmlns:a="http://schemas.openxmlformats.org/drawingml/2006/main">
            <a:srgbClr val="030404"/>
          </a:solidFill>
          <a:ln xmlns:a="http://schemas.openxmlformats.org/drawingml/2006/main" w="0">
            <a:noFill/>
            <a:prstDash val="solid"/>
          </a:ln>
        </p:spPr>
      </p:sp>
      <p:sp>
        <p:nvSpPr>
          <p:cNvPr id="400" name="pdf-path-407">
            <a:extLst xmlns:a="http://schemas.openxmlformats.org/drawingml/2006/main">
              <a:ext uri="{FF2B5EF4-FFF2-40B4-BE49-F238E27FC236}">
                <a16:creationId xmlns:a16="http://schemas.microsoft.com/office/drawing/2014/main" id="{F5C60497-74A0-4C5A-97EA-98C7D0B6E308}"/>
              </a:ext>
            </a:extLst>
          </p:cNvPr>
          <p:cNvSpPr>
            <a:spLocks xmlns:a="http://schemas.openxmlformats.org/drawingml/2006/main" noGrp="1"/>
          </p:cNvSpPr>
          <p:nvPr/>
        </p:nvSpPr>
        <p:spPr>
          <a:xfrm xmlns:a="http://schemas.openxmlformats.org/drawingml/2006/main">
            <a:off x="10910805" y="2936080"/>
            <a:ext cx="2883105" cy="95"/>
          </a:xfrm>
          <a:custGeom xmlns:a="http://schemas.openxmlformats.org/drawingml/2006/main">
            <a:pathLst>
              <a:path w="2883105" h="95">
                <a:moveTo>
                  <a:pt x="2883105" y="0"/>
                </a:moveTo>
                <a:lnTo>
                  <a:pt x="0" y="0"/>
                </a:lnTo>
                <a:lnTo>
                  <a:pt x="2883105" y="0"/>
                </a:lnTo>
              </a:path>
            </a:pathLst>
          </a:custGeom>
          <a:solidFill xmlns:a="http://schemas.openxmlformats.org/drawingml/2006/main">
            <a:srgbClr val="FFFFFF"/>
          </a:solidFill>
          <a:ln xmlns:a="http://schemas.openxmlformats.org/drawingml/2006/main" w="0">
            <a:noFill/>
            <a:prstDash val="solid"/>
          </a:ln>
        </p:spPr>
      </p:sp>
      <p:sp>
        <p:nvSpPr>
          <p:cNvPr id="401" name="pdf-path-408">
            <a:extLst xmlns:a="http://schemas.openxmlformats.org/drawingml/2006/main">
              <a:ext uri="{FF2B5EF4-FFF2-40B4-BE49-F238E27FC236}">
                <a16:creationId xmlns:a16="http://schemas.microsoft.com/office/drawing/2014/main" id="{06BC6D50-7E10-4928-8DED-8D1F0A1B507E}"/>
              </a:ext>
            </a:extLst>
          </p:cNvPr>
          <p:cNvSpPr>
            <a:spLocks xmlns:a="http://schemas.openxmlformats.org/drawingml/2006/main" noGrp="1"/>
          </p:cNvSpPr>
          <p:nvPr/>
        </p:nvSpPr>
        <p:spPr>
          <a:xfrm xmlns:a="http://schemas.openxmlformats.org/drawingml/2006/main">
            <a:off x="10910801" y="2927512"/>
            <a:ext cx="2891662" cy="17137"/>
          </a:xfrm>
          <a:custGeom xmlns:a="http://schemas.openxmlformats.org/drawingml/2006/main">
            <a:pathLst>
              <a:path w="2891662" h="17137">
                <a:moveTo>
                  <a:pt x="0" y="17137"/>
                </a:moveTo>
                <a:lnTo>
                  <a:pt x="2891662" y="17137"/>
                </a:lnTo>
                <a:lnTo>
                  <a:pt x="2891662" y="0"/>
                </a:lnTo>
                <a:lnTo>
                  <a:pt x="0" y="0"/>
                </a:lnTo>
              </a:path>
            </a:pathLst>
          </a:custGeom>
          <a:solidFill xmlns:a="http://schemas.openxmlformats.org/drawingml/2006/main">
            <a:srgbClr val="595A5A"/>
          </a:solidFill>
          <a:ln xmlns:a="http://schemas.openxmlformats.org/drawingml/2006/main" w="0">
            <a:noFill/>
            <a:prstDash val="solid"/>
          </a:ln>
        </p:spPr>
      </p:sp>
      <p:sp>
        <p:nvSpPr>
          <p:cNvPr id="402" name="pdf-path-409">
            <a:extLst xmlns:a="http://schemas.openxmlformats.org/drawingml/2006/main">
              <a:ext uri="{FF2B5EF4-FFF2-40B4-BE49-F238E27FC236}">
                <a16:creationId xmlns:a16="http://schemas.microsoft.com/office/drawing/2014/main" id="{8F616F77-4C62-4E29-AE4F-85E6D5DA83C2}"/>
              </a:ext>
            </a:extLst>
          </p:cNvPr>
          <p:cNvSpPr>
            <a:spLocks xmlns:a="http://schemas.openxmlformats.org/drawingml/2006/main" noGrp="1"/>
          </p:cNvSpPr>
          <p:nvPr/>
        </p:nvSpPr>
        <p:spPr>
          <a:xfrm xmlns:a="http://schemas.openxmlformats.org/drawingml/2006/main">
            <a:off x="13802478" y="2907776"/>
            <a:ext cx="77779" cy="56609"/>
          </a:xfrm>
          <a:custGeom xmlns:a="http://schemas.openxmlformats.org/drawingml/2006/main">
            <a:pathLst>
              <a:path w="77779" h="56609">
                <a:moveTo>
                  <a:pt x="0" y="56609"/>
                </a:moveTo>
                <a:lnTo>
                  <a:pt x="77779" y="28299"/>
                </a:lnTo>
                <a:lnTo>
                  <a:pt x="0" y="0"/>
                </a:lnTo>
                <a:lnTo>
                  <a:pt x="0" y="56609"/>
                </a:lnTo>
              </a:path>
            </a:pathLst>
          </a:custGeom>
          <a:solidFill xmlns:a="http://schemas.openxmlformats.org/drawingml/2006/main">
            <a:srgbClr val="595A5A"/>
          </a:solidFill>
          <a:ln xmlns:a="http://schemas.openxmlformats.org/drawingml/2006/main" w="0">
            <a:noFill/>
            <a:prstDash val="solid"/>
          </a:ln>
        </p:spPr>
      </p:sp>
      <p:sp>
        <p:nvSpPr>
          <p:cNvPr id="403" name="pdf-path-410">
            <a:extLst xmlns:a="http://schemas.openxmlformats.org/drawingml/2006/main">
              <a:ext uri="{FF2B5EF4-FFF2-40B4-BE49-F238E27FC236}">
                <a16:creationId xmlns:a16="http://schemas.microsoft.com/office/drawing/2014/main" id="{F80D9329-9CF3-4739-AFFD-42AFC9984A06}"/>
              </a:ext>
            </a:extLst>
          </p:cNvPr>
          <p:cNvSpPr>
            <a:spLocks xmlns:a="http://schemas.openxmlformats.org/drawingml/2006/main" noGrp="1"/>
          </p:cNvSpPr>
          <p:nvPr/>
        </p:nvSpPr>
        <p:spPr>
          <a:xfrm xmlns:a="http://schemas.openxmlformats.org/drawingml/2006/main">
            <a:off x="13793910" y="2895540"/>
            <a:ext cx="111401" cy="81080"/>
          </a:xfrm>
          <a:custGeom xmlns:a="http://schemas.openxmlformats.org/drawingml/2006/main">
            <a:pathLst>
              <a:path w="111401" h="81080">
                <a:moveTo>
                  <a:pt x="8569" y="68844"/>
                </a:moveTo>
                <a:lnTo>
                  <a:pt x="11493" y="76899"/>
                </a:lnTo>
                <a:lnTo>
                  <a:pt x="111401" y="40546"/>
                </a:lnTo>
                <a:lnTo>
                  <a:pt x="0" y="0"/>
                </a:lnTo>
                <a:lnTo>
                  <a:pt x="0" y="81080"/>
                </a:lnTo>
                <a:lnTo>
                  <a:pt x="11493" y="76899"/>
                </a:lnTo>
                <a:lnTo>
                  <a:pt x="8569" y="68844"/>
                </a:lnTo>
                <a:lnTo>
                  <a:pt x="17137" y="68844"/>
                </a:lnTo>
                <a:lnTo>
                  <a:pt x="17137" y="24472"/>
                </a:lnTo>
                <a:lnTo>
                  <a:pt x="61292" y="40535"/>
                </a:lnTo>
                <a:lnTo>
                  <a:pt x="5644" y="60790"/>
                </a:lnTo>
                <a:lnTo>
                  <a:pt x="8569" y="68844"/>
                </a:lnTo>
                <a:lnTo>
                  <a:pt x="17137" y="68844"/>
                </a:lnTo>
                <a:lnTo>
                  <a:pt x="8569" y="68844"/>
                </a:lnTo>
              </a:path>
            </a:pathLst>
          </a:custGeom>
          <a:solidFill xmlns:a="http://schemas.openxmlformats.org/drawingml/2006/main">
            <a:srgbClr val="595A5A"/>
          </a:solidFill>
          <a:ln xmlns:a="http://schemas.openxmlformats.org/drawingml/2006/main" w="0">
            <a:noFill/>
            <a:prstDash val="solid"/>
          </a:ln>
        </p:spPr>
      </p:sp>
      <p:sp>
        <p:nvSpPr>
          <p:cNvPr id="404" name="pdf-path-412">
            <a:extLst xmlns:a="http://schemas.openxmlformats.org/drawingml/2006/main">
              <a:ext uri="{FF2B5EF4-FFF2-40B4-BE49-F238E27FC236}">
                <a16:creationId xmlns:a16="http://schemas.microsoft.com/office/drawing/2014/main" id="{D3977A0C-5724-47AB-9A57-743C82D27D87}"/>
              </a:ext>
            </a:extLst>
          </p:cNvPr>
          <p:cNvSpPr>
            <a:spLocks xmlns:a="http://schemas.openxmlformats.org/drawingml/2006/main" noGrp="1"/>
          </p:cNvSpPr>
          <p:nvPr/>
        </p:nvSpPr>
        <p:spPr>
          <a:xfrm xmlns:a="http://schemas.openxmlformats.org/drawingml/2006/main">
            <a:off x="13871014" y="2936080"/>
            <a:ext cx="95" cy="95"/>
          </a:xfrm>
          <a:custGeom xmlns:a="http://schemas.openxmlformats.org/drawingml/2006/main">
            <a:pathLst>
              <a:path w="95" h="95">
                <a:moveTo>
                  <a:pt x="12" y="0"/>
                </a:moveTo>
                <a:lnTo>
                  <a:pt x="12" y="0"/>
                </a:lnTo>
                <a:lnTo>
                  <a:pt x="0" y="0"/>
                </a:lnTo>
                <a:lnTo>
                  <a:pt x="12" y="0"/>
                </a:lnTo>
              </a:path>
            </a:pathLst>
          </a:custGeom>
          <a:solidFill xmlns:a="http://schemas.openxmlformats.org/drawingml/2006/main">
            <a:srgbClr val="FFFFFF"/>
          </a:solidFill>
          <a:ln xmlns:a="http://schemas.openxmlformats.org/drawingml/2006/main" w="0">
            <a:noFill/>
            <a:prstDash val="solid"/>
          </a:ln>
        </p:spPr>
      </p:sp>
      <p:sp>
        <p:nvSpPr>
          <p:cNvPr id="405" name="pdf-path-413">
            <a:extLst xmlns:a="http://schemas.openxmlformats.org/drawingml/2006/main">
              <a:ext uri="{FF2B5EF4-FFF2-40B4-BE49-F238E27FC236}">
                <a16:creationId xmlns:a16="http://schemas.microsoft.com/office/drawing/2014/main" id="{8807A407-8A24-4F13-B969-1C1953213398}"/>
              </a:ext>
            </a:extLst>
          </p:cNvPr>
          <p:cNvSpPr>
            <a:spLocks xmlns:a="http://schemas.openxmlformats.org/drawingml/2006/main" noGrp="1"/>
          </p:cNvSpPr>
          <p:nvPr/>
        </p:nvSpPr>
        <p:spPr>
          <a:xfrm xmlns:a="http://schemas.openxmlformats.org/drawingml/2006/main">
            <a:off x="13833828" y="2928307"/>
            <a:ext cx="21363" cy="15549"/>
          </a:xfrm>
          <a:custGeom xmlns:a="http://schemas.openxmlformats.org/drawingml/2006/main">
            <a:pathLst>
              <a:path w="21363" h="15549">
                <a:moveTo>
                  <a:pt x="0" y="15549"/>
                </a:moveTo>
                <a:lnTo>
                  <a:pt x="0" y="0"/>
                </a:lnTo>
                <a:lnTo>
                  <a:pt x="21363" y="7769"/>
                </a:lnTo>
                <a:lnTo>
                  <a:pt x="0" y="15549"/>
                </a:lnTo>
              </a:path>
            </a:pathLst>
          </a:custGeom>
          <a:solidFill xmlns:a="http://schemas.openxmlformats.org/drawingml/2006/main">
            <a:srgbClr val="595A5A"/>
          </a:solidFill>
          <a:ln xmlns:a="http://schemas.openxmlformats.org/drawingml/2006/main" w="0">
            <a:noFill/>
            <a:prstDash val="solid"/>
          </a:ln>
        </p:spPr>
      </p:sp>
      <p:sp>
        <p:nvSpPr>
          <p:cNvPr id="406" name="pdf-path-414">
            <a:extLst xmlns:a="http://schemas.openxmlformats.org/drawingml/2006/main">
              <a:ext uri="{FF2B5EF4-FFF2-40B4-BE49-F238E27FC236}">
                <a16:creationId xmlns:a16="http://schemas.microsoft.com/office/drawing/2014/main" id="{185E8A3A-D851-4840-8668-D520A2CD9235}"/>
              </a:ext>
            </a:extLst>
          </p:cNvPr>
          <p:cNvSpPr>
            <a:spLocks xmlns:a="http://schemas.openxmlformats.org/drawingml/2006/main" noGrp="1"/>
          </p:cNvSpPr>
          <p:nvPr/>
        </p:nvSpPr>
        <p:spPr>
          <a:xfrm xmlns:a="http://schemas.openxmlformats.org/drawingml/2006/main">
            <a:off x="13833828" y="2910058"/>
            <a:ext cx="71472" cy="52039"/>
          </a:xfrm>
          <a:custGeom xmlns:a="http://schemas.openxmlformats.org/drawingml/2006/main">
            <a:pathLst>
              <a:path w="71472" h="52039">
                <a:moveTo>
                  <a:pt x="0" y="52039"/>
                </a:moveTo>
                <a:lnTo>
                  <a:pt x="0" y="33794"/>
                </a:lnTo>
                <a:lnTo>
                  <a:pt x="21363" y="26025"/>
                </a:lnTo>
                <a:lnTo>
                  <a:pt x="0" y="18245"/>
                </a:lnTo>
                <a:lnTo>
                  <a:pt x="0" y="0"/>
                </a:lnTo>
                <a:lnTo>
                  <a:pt x="71460" y="26025"/>
                </a:lnTo>
                <a:lnTo>
                  <a:pt x="71472" y="26025"/>
                </a:lnTo>
                <a:lnTo>
                  <a:pt x="0" y="52039"/>
                </a:lnTo>
              </a:path>
            </a:pathLst>
          </a:custGeom>
          <a:solidFill xmlns:a="http://schemas.openxmlformats.org/drawingml/2006/main">
            <a:srgbClr val="595A5A"/>
          </a:solidFill>
          <a:ln xmlns:a="http://schemas.openxmlformats.org/drawingml/2006/main" w="0">
            <a:noFill/>
            <a:prstDash val="solid"/>
          </a:ln>
        </p:spPr>
      </p:sp>
      <p:sp>
        <p:nvSpPr>
          <p:cNvPr id="407" name="pdf-path-415">
            <a:extLst xmlns:a="http://schemas.openxmlformats.org/drawingml/2006/main">
              <a:ext uri="{FF2B5EF4-FFF2-40B4-BE49-F238E27FC236}">
                <a16:creationId xmlns:a16="http://schemas.microsoft.com/office/drawing/2014/main" id="{11326B34-2175-465F-AF10-657E15E7BDF7}"/>
              </a:ext>
            </a:extLst>
          </p:cNvPr>
          <p:cNvSpPr>
            <a:spLocks xmlns:a="http://schemas.openxmlformats.org/drawingml/2006/main" noGrp="1"/>
          </p:cNvSpPr>
          <p:nvPr/>
        </p:nvSpPr>
        <p:spPr>
          <a:xfrm xmlns:a="http://schemas.openxmlformats.org/drawingml/2006/main">
            <a:off x="13879485" y="2996741"/>
            <a:ext cx="40454" cy="113001"/>
          </a:xfrm>
          <a:custGeom xmlns:a="http://schemas.openxmlformats.org/drawingml/2006/main">
            <a:pathLst>
              <a:path w="40454" h="113001">
                <a:moveTo>
                  <a:pt x="32252" y="99885"/>
                </a:moveTo>
                <a:cubicBezTo>
                  <a:pt x="30150" y="99885"/>
                  <a:pt x="28573" y="99554"/>
                  <a:pt x="27441" y="98868"/>
                </a:cubicBezTo>
                <a:cubicBezTo>
                  <a:pt x="26311" y="98194"/>
                  <a:pt x="25523" y="97280"/>
                  <a:pt x="25031" y="96138"/>
                </a:cubicBezTo>
                <a:cubicBezTo>
                  <a:pt x="24529" y="94984"/>
                  <a:pt x="24288" y="92414"/>
                  <a:pt x="24288" y="88403"/>
                </a:cubicBezTo>
                <a:lnTo>
                  <a:pt x="24288" y="39906"/>
                </a:lnTo>
                <a:lnTo>
                  <a:pt x="38420" y="39906"/>
                </a:lnTo>
                <a:lnTo>
                  <a:pt x="38420" y="28973"/>
                </a:lnTo>
                <a:lnTo>
                  <a:pt x="24288" y="28973"/>
                </a:lnTo>
                <a:lnTo>
                  <a:pt x="24288" y="0"/>
                </a:lnTo>
                <a:lnTo>
                  <a:pt x="10306" y="8431"/>
                </a:lnTo>
                <a:lnTo>
                  <a:pt x="10306" y="28973"/>
                </a:lnTo>
                <a:lnTo>
                  <a:pt x="0" y="28973"/>
                </a:lnTo>
                <a:lnTo>
                  <a:pt x="0" y="39906"/>
                </a:lnTo>
                <a:lnTo>
                  <a:pt x="10306" y="39906"/>
                </a:lnTo>
                <a:lnTo>
                  <a:pt x="10306" y="87626"/>
                </a:lnTo>
                <a:cubicBezTo>
                  <a:pt x="10306" y="96058"/>
                  <a:pt x="10876" y="101587"/>
                  <a:pt x="12018" y="104215"/>
                </a:cubicBezTo>
                <a:cubicBezTo>
                  <a:pt x="13173" y="106843"/>
                  <a:pt x="15149" y="108968"/>
                  <a:pt x="17959" y="110590"/>
                </a:cubicBezTo>
                <a:cubicBezTo>
                  <a:pt x="20770" y="112201"/>
                  <a:pt x="24735" y="113001"/>
                  <a:pt x="29829" y="113001"/>
                </a:cubicBezTo>
                <a:cubicBezTo>
                  <a:pt x="32960" y="113001"/>
                  <a:pt x="36490" y="112589"/>
                  <a:pt x="40454" y="111755"/>
                </a:cubicBezTo>
                <a:lnTo>
                  <a:pt x="38420" y="99337"/>
                </a:lnTo>
                <a:cubicBezTo>
                  <a:pt x="35862" y="99702"/>
                  <a:pt x="33816" y="99885"/>
                  <a:pt x="32252" y="99885"/>
                </a:cubicBezTo>
              </a:path>
            </a:pathLst>
          </a:custGeom>
          <a:solidFill xmlns:a="http://schemas.openxmlformats.org/drawingml/2006/main">
            <a:srgbClr val="030404"/>
          </a:solidFill>
          <a:ln xmlns:a="http://schemas.openxmlformats.org/drawingml/2006/main" w="0">
            <a:noFill/>
            <a:prstDash val="solid"/>
          </a:ln>
        </p:spPr>
      </p:sp>
      <p:sp>
        <p:nvSpPr>
          <p:cNvPr id="408" name="pdf-path-416">
            <a:extLst xmlns:a="http://schemas.openxmlformats.org/drawingml/2006/main">
              <a:ext uri="{FF2B5EF4-FFF2-40B4-BE49-F238E27FC236}">
                <a16:creationId xmlns:a16="http://schemas.microsoft.com/office/drawing/2014/main" id="{656A58A6-E7F7-459A-9CCC-3018767602D3}"/>
              </a:ext>
            </a:extLst>
          </p:cNvPr>
          <p:cNvSpPr>
            <a:spLocks xmlns:a="http://schemas.openxmlformats.org/drawingml/2006/main" noGrp="1"/>
          </p:cNvSpPr>
          <p:nvPr/>
        </p:nvSpPr>
        <p:spPr>
          <a:xfrm xmlns:a="http://schemas.openxmlformats.org/drawingml/2006/main">
            <a:off x="5067607" y="2026343"/>
            <a:ext cx="661469"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30404"/>
                </a:solidFill>
                <a:latin typeface="Arial"/>
                <a:ea typeface="Arial"/>
                <a:cs typeface="Arial"/>
              </a:defRPr>
            </a:defPPr>
          </a:lstStyle>
          <a:p xmlns:a="http://schemas.openxmlformats.org/drawingml/2006/main">
            <a:pPr algn="l">
              <a:defRPr sz="1259" b="0" i="0">
                <a:solidFill>
                  <a:srgbClr val="030404"/>
                </a:solidFill>
                <a:latin typeface="Arial"/>
                <a:ea typeface="Arial"/>
                <a:cs typeface="Arial"/>
              </a:defRPr>
            </a:pPr>
            <a:r>
              <a:rPr sz="1259" b="0" i="0">
                <a:solidFill>
                  <a:srgbClr val="030404"/>
                </a:solidFill>
                <a:latin typeface="Arial"/>
                <a:ea typeface="Arial"/>
                <a:cs typeface="Arial"/>
              </a:rPr>
              <a:t>Encoder</a:t>
            </a:r>
          </a:p>
        </p:txBody>
      </p:sp>
      <p:sp>
        <p:nvSpPr>
          <p:cNvPr id="409" name="pdf-path-417">
            <a:extLst xmlns:a="http://schemas.openxmlformats.org/drawingml/2006/main">
              <a:ext uri="{FF2B5EF4-FFF2-40B4-BE49-F238E27FC236}">
                <a16:creationId xmlns:a16="http://schemas.microsoft.com/office/drawing/2014/main" id="{4A5EC836-430A-4698-AB1B-3654FE71B958}"/>
              </a:ext>
            </a:extLst>
          </p:cNvPr>
          <p:cNvSpPr>
            <a:spLocks xmlns:a="http://schemas.openxmlformats.org/drawingml/2006/main" noGrp="1"/>
          </p:cNvSpPr>
          <p:nvPr/>
        </p:nvSpPr>
        <p:spPr>
          <a:xfrm xmlns:a="http://schemas.openxmlformats.org/drawingml/2006/main">
            <a:off x="8911515" y="1258252"/>
            <a:ext cx="670597"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30404"/>
                </a:solidFill>
                <a:latin typeface="Arial"/>
                <a:ea typeface="Arial"/>
                <a:cs typeface="Arial"/>
              </a:defRPr>
            </a:defPPr>
          </a:lstStyle>
          <a:p xmlns:a="http://schemas.openxmlformats.org/drawingml/2006/main">
            <a:pPr algn="l">
              <a:defRPr sz="1259" b="0" i="0">
                <a:solidFill>
                  <a:srgbClr val="030404"/>
                </a:solidFill>
                <a:latin typeface="Arial"/>
                <a:ea typeface="Arial"/>
                <a:cs typeface="Arial"/>
              </a:defRPr>
            </a:pPr>
            <a:r>
              <a:rPr sz="1259" b="0" i="0">
                <a:solidFill>
                  <a:srgbClr val="030404"/>
                </a:solidFill>
                <a:latin typeface="Arial"/>
                <a:ea typeface="Arial"/>
                <a:cs typeface="Arial"/>
              </a:rPr>
              <a:t>Decoder</a:t>
            </a:r>
          </a:p>
        </p:txBody>
      </p:sp>
      <p:sp>
        <p:nvSpPr>
          <p:cNvPr id="410" name="pdf-path-418">
            <a:extLst xmlns:a="http://schemas.openxmlformats.org/drawingml/2006/main">
              <a:ext uri="{FF2B5EF4-FFF2-40B4-BE49-F238E27FC236}">
                <a16:creationId xmlns:a16="http://schemas.microsoft.com/office/drawing/2014/main" id="{C853778A-04D4-4DAF-A8FA-3961D3C91A00}"/>
              </a:ext>
            </a:extLst>
          </p:cNvPr>
          <p:cNvSpPr>
            <a:spLocks xmlns:a="http://schemas.openxmlformats.org/drawingml/2006/main" noGrp="1"/>
          </p:cNvSpPr>
          <p:nvPr/>
        </p:nvSpPr>
        <p:spPr>
          <a:xfrm xmlns:a="http://schemas.openxmlformats.org/drawingml/2006/main">
            <a:off x="12076121" y="1269677"/>
            <a:ext cx="670597"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030404"/>
                </a:solidFill>
                <a:latin typeface="Arial"/>
                <a:ea typeface="Arial"/>
                <a:cs typeface="Arial"/>
              </a:defRPr>
            </a:defPPr>
          </a:lstStyle>
          <a:p xmlns:a="http://schemas.openxmlformats.org/drawingml/2006/main">
            <a:pPr algn="l">
              <a:defRPr sz="1259" b="0" i="0">
                <a:solidFill>
                  <a:srgbClr val="030404"/>
                </a:solidFill>
                <a:latin typeface="Arial"/>
                <a:ea typeface="Arial"/>
                <a:cs typeface="Arial"/>
              </a:defRPr>
            </a:pPr>
            <a:r>
              <a:rPr sz="1259" b="0" i="0">
                <a:solidFill>
                  <a:srgbClr val="030404"/>
                </a:solidFill>
                <a:latin typeface="Arial"/>
                <a:ea typeface="Arial"/>
                <a:cs typeface="Arial"/>
              </a:rPr>
              <a:t>Decoder</a:t>
            </a:r>
          </a:p>
        </p:txBody>
      </p:sp>
      <p:sp>
        <p:nvSpPr>
          <p:cNvPr id="411" name="pdf-text-1-0">
            <a:extLst xmlns:a="http://schemas.openxmlformats.org/drawingml/2006/main">
              <a:ext uri="{FF2B5EF4-FFF2-40B4-BE49-F238E27FC236}">
                <a16:creationId xmlns:a16="http://schemas.microsoft.com/office/drawing/2014/main" id="{7499B6AF-73D6-4CD8-9858-AAC51EF85DA5}"/>
              </a:ext>
            </a:extLst>
          </p:cNvPr>
          <p:cNvSpPr>
            <a:spLocks xmlns:a="http://schemas.openxmlformats.org/drawingml/2006/main" noGrp="1"/>
          </p:cNvSpPr>
          <p:nvPr/>
        </p:nvSpPr>
        <p:spPr>
          <a:xfrm xmlns:a="http://schemas.openxmlformats.org/drawingml/2006/main">
            <a:off x="1795199" y="1294094"/>
            <a:ext cx="1422406" cy="159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59" b="0" i="0">
                <a:solidFill>
                  <a:srgbClr val="87221A"/>
                </a:solidFill>
                <a:latin typeface="Arial"/>
                <a:ea typeface="Arial"/>
                <a:cs typeface="Arial"/>
              </a:defRPr>
            </a:defPPr>
          </a:lstStyle>
          <a:p xmlns:a="http://schemas.openxmlformats.org/drawingml/2006/main">
            <a:pPr algn="l">
              <a:defRPr sz="1259" b="0" i="0">
                <a:solidFill>
                  <a:srgbClr val="87221A"/>
                </a:solidFill>
                <a:latin typeface="Arial"/>
                <a:ea typeface="Arial"/>
                <a:cs typeface="Arial"/>
              </a:defRPr>
            </a:pPr>
            <a:r>
              <a:rPr sz="1259" b="0" i="0">
                <a:solidFill>
                  <a:srgbClr val="87221A"/>
                </a:solidFill>
                <a:latin typeface="Arial"/>
                <a:ea typeface="Arial"/>
                <a:cs typeface="Arial"/>
              </a:rPr>
              <a:t>Boundary prediction</a:t>
            </a:r>
          </a:p>
        </p:txBody>
      </p:sp>
    </p:spTree>
    <p:extLst>
      <p:ext uri="{BB962C8B-B14F-4D97-AF65-F5344CB8AC3E}">
        <p14:creationId xmlns:p14="http://schemas.microsoft.com/office/powerpoint/2010/main" val="1713293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2026-10-09T20:20:27.6420000Z</dcterms:created>
  <dcterms:modified xsi:type="dcterms:W3CDTF">2026-10-09T20:20:27.6420000Z</dcterms:modified>
</coreProperties>
</file>