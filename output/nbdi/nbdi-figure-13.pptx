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aab5a85b31f4777" /><Relationship Type="http://schemas.openxmlformats.org/officeDocument/2006/relationships/extended-properties" Target="/docProps/app.xml" Id="Redf678cbd27b4c35" /><Relationship Type="http://schemas.openxmlformats.org/officeDocument/2006/relationships/officeDocument" Target="/ppt/presentation.xml" Id="R3ab09b3929d54aea" /></Relationships>
</file>

<file path=ppt/presentation.xml><?xml version="1.0" encoding="utf-8"?>
<p:presentation xmlns:p="http://schemas.openxmlformats.org/presentationml/2006/main">
  <p:sldMasterIdLst>
    <p:sldMasterId xmlns:r="http://schemas.openxmlformats.org/officeDocument/2006/relationships" id="2147483648" r:id="R48a49b6a6db2479a"/>
  </p:sldMasterIdLst>
  <p:notesMasterIdLst>
    <p:notesMasterId xmlns:r="http://schemas.openxmlformats.org/officeDocument/2006/relationships" r:id="R381d6e3efc4747f8"/>
  </p:notesMasterIdLst>
  <p:sldIdLst>
    <p:sldId xmlns:r="http://schemas.openxmlformats.org/officeDocument/2006/relationships" id="256" r:id="Re0f8c1d7e7ad4e7a"/>
  </p:sldIdLst>
  <p:sldSz cx="11858625" cy="8001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5447531a66b430b" /><Relationship Type="http://schemas.openxmlformats.org/officeDocument/2006/relationships/slideMaster" Target="/ppt/slideMasters/slideMaster1.xml" Id="R48a49b6a6db2479a" /><Relationship Type="http://schemas.openxmlformats.org/officeDocument/2006/relationships/notesMaster" Target="/ppt/notesMasters/notesMaster1.xml" Id="R381d6e3efc4747f8" /><Relationship Type="http://schemas.openxmlformats.org/officeDocument/2006/relationships/presProps" Target="/ppt/presProps.xml" Id="Rb52e074d326d4782" /><Relationship Type="http://schemas.openxmlformats.org/officeDocument/2006/relationships/tableStyles" Target="/ppt/tableStyles.xml" Id="R6afe54e7c3cb44f4" /><Relationship Type="http://schemas.openxmlformats.org/officeDocument/2006/relationships/slide" Target="/ppt/slides/slide1.xml" Id="Re0f8c1d7e7ad4e7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f7b7f465de54bd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f10cee409514be3" /><Relationship Type="http://schemas.openxmlformats.org/officeDocument/2006/relationships/notesMaster" Target="/ppt/notesMasters/notesMaster1.xml" Id="R41c42c1e0cf84b3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"paper_title": "NBDI: A Simple and Effective Termination Condition for Skill Extraction from Task-Agnostic Demonstrations",</a:t>
            </a:r>
          </a:p>
          <a:p xmlns:a="http://schemas.openxmlformats.org/drawingml/2006/main">
            <a:r>
              <a:t>  "paper_url": "https://arxiv.org/pdf/2501.12668v3",</a:t>
            </a:r>
          </a:p>
          <a:p xmlns:a="http://schemas.openxmlformats.org/drawingml/2006/main">
            <a:r>
              <a:t>  "figure": "Figure 13",</a:t>
            </a:r>
          </a:p>
          <a:p xmlns:a="http://schemas.openxmlformats.org/drawingml/2006/main">
            <a:r>
              <a:t>  "license": "CC BY4.0; https://creativecommons.org/licenses/by/4.0/",</a:t>
            </a:r>
          </a:p>
          <a:p xmlns:a="http://schemas.openxmlformats.org/drawingml/2006/main">
            <a:r>
              <a:t>  "notes": "Original appendix NBDI architecture with source layout/colors. Ordinary labels are typeable native text with reviewed spacing and sizing. Mathematical glyphs preserve embedded Cambria Math outlines, editable freeforms rather than equation text. Dependency curves preserve original geometry without semantic endpoint attachment. Source clipping groups visually reviewed.",</a:t>
            </a:r>
          </a:p>
          <a:p xmlns:a="http://schemas.openxmlformats.org/drawingml/2006/main">
            <a:r>
              <a:t>  "page": 14,</a:t>
            </a:r>
          </a:p>
          <a:p xmlns:a="http://schemas.openxmlformats.org/drawingml/2006/main">
            <a:r>
              <a:t>  "status": "figure_recreation",</a:t>
            </a:r>
          </a:p>
          <a:p xmlns:a="http://schemas.openxmlformats.org/drawingml/2006/main">
            <a:r>
              <a:t>  "source_sha256": "57e1d6ffc34c92b5bb3dfe99d6df272e103161893d6607e4a0214d8ce5808109",</a:t>
            </a:r>
          </a:p>
          <a:p xmlns:a="http://schemas.openxmlformats.org/drawingml/2006/main">
            <a:r>
              <a:t>  "source_crop_pdf_points": [</a:t>
            </a:r>
          </a:p>
          <a:p xmlns:a="http://schemas.openxmlformats.org/drawingml/2006/main">
            <a:r>
              <a:t>    91,</a:t>
            </a:r>
          </a:p>
          <a:p xmlns:a="http://schemas.openxmlformats.org/drawingml/2006/main">
            <a:r>
              <a:t>    88,</a:t>
            </a:r>
          </a:p>
          <a:p xmlns:a="http://schemas.openxmlformats.org/drawingml/2006/main">
            <a:r>
              <a:t>    506,</a:t>
            </a:r>
          </a:p>
          <a:p xmlns:a="http://schemas.openxmlformats.org/drawingml/2006/main">
            <a:r>
              <a:t>    368</a:t>
            </a:r>
          </a:p>
          <a:p xmlns:a="http://schemas.openxmlformats.org/drawingml/2006/main">
            <a:r>
              <a:t>  ],</a:t>
            </a:r>
          </a:p>
          <a:p xmlns:a="http://schemas.openxmlformats.org/drawingml/2006/main">
            <a:r>
              <a:t>  "extraction_review": "pending; native geometry extraction is not visual fidelity approval",</a:t>
            </a:r>
          </a:p>
          <a:p xmlns:a="http://schemas.openxmlformats.org/drawingml/2006/main">
            <a:r>
              <a:t>  "font_substitutions": "Arial or Courier New; source fonts recorded per text object",</a:t>
            </a:r>
          </a:p>
          <a:p xmlns:a="http://schemas.openxmlformats.org/drawingml/2006/main">
            <a:r>
              <a:t>  "outlined_font_families": [</a:t>
            </a:r>
          </a:p>
          <a:p xmlns:a="http://schemas.openxmlformats.org/drawingml/2006/main">
            <a:r>
              <a:t>    "CambriaMath"</a:t>
            </a:r>
          </a:p>
          <a:p xmlns:a="http://schemas.openxmlformats.org/drawingml/2006/main">
            <a:r>
              <a:t>  ],</a:t>
            </a:r>
          </a:p>
          <a:p xmlns:a="http://schemas.openxmlformats.org/drawingml/2006/main">
            <a:r>
              <a:t>  "outlined_math_limit": "Selected source mathematical fonts preserved as editable glyph outlines, not live equation/text objects.",</a:t>
            </a:r>
          </a:p>
          <a:p xmlns:a="http://schemas.openxmlformats.org/drawingml/2006/main">
            <a:r>
              <a:t>  "extraction_warnings": [</a:t>
            </a:r>
          </a:p>
          <a:p xmlns:a="http://schemas.openxmlformats.org/drawingml/2006/main">
            <a:r>
              <a:t>    "2 source clipping groups intersect crop; extracted paths require explicit clipping review"</a:t>
            </a:r>
          </a:p>
          <a:p xmlns:a="http://schemas.openxmlformats.org/drawingml/2006/main">
            <a:r>
              <a:t>  ],</a:t>
            </a:r>
          </a:p>
          <a:p xmlns:a="http://schemas.openxmlformats.org/drawingml/2006/main">
            <a:r>
              <a:t>  "text_repairs": "Ordinary source Calibri labels remain typeable Arial text. Source split State-Action and Novelty Module fragments merged; font sizes reduced to retain original box fit. Mathematical labels remain exact glyph outlines."</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3174f83cc16451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5664b8778b8401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c434fd9d8be467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728bff6a5fe46e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b1727309844443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4b6d8e8ae554a0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8069AC8-CCC2-46C0-BFAA-857165B49285}"/>
              </a:ext>
            </a:extLst>
          </p:cNvPr>
          <p:cNvSpPr>
            <a:spLocks xmlns:a="http://schemas.openxmlformats.org/drawingml/2006/main" noGrp="1"/>
          </p:cNvSpPr>
          <p:nvPr>
            <p:ph type="title" idx="0"/>
          </p:nvPr>
        </p:nvSpPr>
        <p:spPr>
          <a:xfrm xmlns:a="http://schemas.openxmlformats.org/drawingml/2006/main">
            <a:off x="1185863" y="3022600"/>
            <a:ext cx="9486900" cy="11557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669"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E1D5AD6-D202-45DD-B937-CFEF9EE69B26}"/>
              </a:ext>
            </a:extLst>
          </p:cNvPr>
          <p:cNvSpPr>
            <a:spLocks xmlns:a="http://schemas.openxmlformats.org/drawingml/2006/main" noGrp="1"/>
          </p:cNvSpPr>
          <p:nvPr>
            <p:ph type="subTitle" idx="1"/>
          </p:nvPr>
        </p:nvSpPr>
        <p:spPr>
          <a:xfrm xmlns:a="http://schemas.openxmlformats.org/drawingml/2006/main">
            <a:off x="1778794" y="4400550"/>
            <a:ext cx="8301038" cy="889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043"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2B88426-CB42-49DE-9A16-286995653206}"/>
              </a:ext>
            </a:extLst>
          </p:cNvPr>
          <p:cNvSpPr>
            <a:spLocks xmlns:a="http://schemas.openxmlformats.org/drawingml/2006/main" noGrp="1"/>
          </p:cNvSpPr>
          <p:nvPr>
            <p:ph type="title" idx="0"/>
          </p:nvPr>
        </p:nvSpPr>
        <p:spPr>
          <a:xfrm xmlns:a="http://schemas.openxmlformats.org/drawingml/2006/main">
            <a:off x="1185863" y="3333750"/>
            <a:ext cx="9486900" cy="1333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08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74E2608-A005-41A7-B9B4-03B4F51206E8}"/>
              </a:ext>
            </a:extLst>
          </p:cNvPr>
          <p:cNvSpPr>
            <a:spLocks xmlns:a="http://schemas.openxmlformats.org/drawingml/2006/main" noGrp="1"/>
          </p:cNvSpPr>
          <p:nvPr>
            <p:ph type="title" idx="0"/>
          </p:nvPr>
        </p:nvSpPr>
        <p:spPr>
          <a:xfrm xmlns:a="http://schemas.openxmlformats.org/drawingml/2006/main">
            <a:off x="667048" y="622300"/>
            <a:ext cx="10524530" cy="977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21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900909E-76B8-4695-91B4-A6E77A9E8B2F}"/>
              </a:ext>
            </a:extLst>
          </p:cNvPr>
          <p:cNvSpPr>
            <a:spLocks xmlns:a="http://schemas.openxmlformats.org/drawingml/2006/main" noGrp="1"/>
          </p:cNvSpPr>
          <p:nvPr>
            <p:ph type="body" idx="1"/>
          </p:nvPr>
        </p:nvSpPr>
        <p:spPr>
          <a:xfrm xmlns:a="http://schemas.openxmlformats.org/drawingml/2006/main">
            <a:off x="667048" y="2222500"/>
            <a:ext cx="10524530" cy="4978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88" b="0">
                <a:solidFill>
                  <a:schemeClr val="tx1"/>
                </a:solidFill>
                <a:latin typeface="+mn-lt"/>
                <a:ea typeface="+mn-lt"/>
                <a:cs typeface="+mn-lt"/>
              </a:defRPr>
            </a:defPPr>
            <a:lvl1pPr marL="222349" indent="-222349">
              <a:lnSpc>
                <a:spcPct val="110000"/>
              </a:lnSpc>
              <a:spcBef>
                <a:spcPts val="0"/>
              </a:spcBef>
              <a:spcAft>
                <a:spcPts val="1167"/>
              </a:spcAft>
              <a:buChar char="•"/>
            </a:lvl1pPr>
            <a:lvl2pPr marL="518815" indent="-222349">
              <a:lnSpc>
                <a:spcPct val="110000"/>
              </a:lnSpc>
              <a:spcBef>
                <a:spcPts val="0"/>
              </a:spcBef>
              <a:spcAft>
                <a:spcPts val="1167"/>
              </a:spcAft>
              <a:buChar char="•"/>
            </a:lvl2pPr>
            <a:lvl3pPr marL="815280" indent="-222349">
              <a:lnSpc>
                <a:spcPct val="110000"/>
              </a:lnSpc>
              <a:spcBef>
                <a:spcPts val="0"/>
              </a:spcBef>
              <a:spcAft>
                <a:spcPts val="1167"/>
              </a:spcAft>
              <a:buChar char="•"/>
            </a:lvl3pPr>
            <a:lvl4pPr marL="1111746" indent="-222349">
              <a:lnSpc>
                <a:spcPct val="110000"/>
              </a:lnSpc>
              <a:spcBef>
                <a:spcPts val="0"/>
              </a:spcBef>
              <a:spcAft>
                <a:spcPts val="1167"/>
              </a:spcAft>
              <a:buChar char="•"/>
            </a:lvl4pPr>
            <a:lvl5pPr marL="1408212" indent="-222349">
              <a:lnSpc>
                <a:spcPct val="110000"/>
              </a:lnSpc>
              <a:spcBef>
                <a:spcPts val="0"/>
              </a:spcBef>
              <a:spcAft>
                <a:spcPts val="1167"/>
              </a:spcAft>
              <a:buChar char="•"/>
            </a:lvl5pPr>
            <a:lvl6pPr marL="1704677" indent="-222349">
              <a:lnSpc>
                <a:spcPct val="110000"/>
              </a:lnSpc>
              <a:spcBef>
                <a:spcPts val="0"/>
              </a:spcBef>
              <a:spcAft>
                <a:spcPts val="1167"/>
              </a:spcAft>
              <a:buChar char="•"/>
            </a:lvl6pPr>
            <a:lvl7pPr marL="2001143" indent="-222349">
              <a:lnSpc>
                <a:spcPct val="110000"/>
              </a:lnSpc>
              <a:spcBef>
                <a:spcPts val="0"/>
              </a:spcBef>
              <a:spcAft>
                <a:spcPts val="1167"/>
              </a:spcAft>
              <a:buChar char="•"/>
            </a:lvl7pPr>
            <a:lvl8pPr marL="2297609" indent="-222349">
              <a:lnSpc>
                <a:spcPct val="110000"/>
              </a:lnSpc>
              <a:spcBef>
                <a:spcPts val="0"/>
              </a:spcBef>
              <a:spcAft>
                <a:spcPts val="1167"/>
              </a:spcAft>
              <a:buChar char="•"/>
            </a:lvl8pPr>
            <a:lvl9pPr marL="2594074" indent="-222349">
              <a:lnSpc>
                <a:spcPct val="110000"/>
              </a:lnSpc>
              <a:spcBef>
                <a:spcPts val="0"/>
              </a:spcBef>
              <a:spcAft>
                <a:spcPts val="1167"/>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40BE7D2-C080-4598-801E-DB7E17FBE8E4}"/>
              </a:ext>
            </a:extLst>
          </p:cNvPr>
          <p:cNvSpPr>
            <a:spLocks xmlns:a="http://schemas.openxmlformats.org/drawingml/2006/main" noGrp="1"/>
          </p:cNvSpPr>
          <p:nvPr>
            <p:ph type="title" idx="0"/>
          </p:nvPr>
        </p:nvSpPr>
        <p:spPr>
          <a:xfrm xmlns:a="http://schemas.openxmlformats.org/drawingml/2006/main">
            <a:off x="667048" y="622300"/>
            <a:ext cx="10524530" cy="977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21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E1BED7B-A4F4-4602-A717-9C8019616847}"/>
              </a:ext>
            </a:extLst>
          </p:cNvPr>
          <p:cNvSpPr>
            <a:spLocks xmlns:a="http://schemas.openxmlformats.org/drawingml/2006/main" noGrp="1"/>
          </p:cNvSpPr>
          <p:nvPr>
            <p:ph type="body" idx="1"/>
          </p:nvPr>
        </p:nvSpPr>
        <p:spPr>
          <a:xfrm xmlns:a="http://schemas.openxmlformats.org/drawingml/2006/main">
            <a:off x="667048" y="2222500"/>
            <a:ext cx="4891683" cy="4978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043" b="0">
                <a:solidFill>
                  <a:schemeClr val="tx1"/>
                </a:solidFill>
                <a:latin typeface="+mn-lt"/>
                <a:ea typeface="+mn-lt"/>
                <a:cs typeface="+mn-lt"/>
              </a:defRPr>
            </a:defPPr>
            <a:lvl1pPr marL="222349" indent="-222349">
              <a:lnSpc>
                <a:spcPct val="110000"/>
              </a:lnSpc>
              <a:spcBef>
                <a:spcPts val="0"/>
              </a:spcBef>
              <a:spcAft>
                <a:spcPts val="1167"/>
              </a:spcAft>
              <a:buChar char="•"/>
            </a:lvl1pPr>
            <a:lvl2pPr marL="518815" indent="-222349">
              <a:lnSpc>
                <a:spcPct val="110000"/>
              </a:lnSpc>
              <a:spcBef>
                <a:spcPts val="0"/>
              </a:spcBef>
              <a:spcAft>
                <a:spcPts val="1167"/>
              </a:spcAft>
              <a:buChar char="•"/>
            </a:lvl2pPr>
            <a:lvl3pPr marL="815280" indent="-222349">
              <a:lnSpc>
                <a:spcPct val="110000"/>
              </a:lnSpc>
              <a:spcBef>
                <a:spcPts val="0"/>
              </a:spcBef>
              <a:spcAft>
                <a:spcPts val="1167"/>
              </a:spcAft>
              <a:buChar char="•"/>
            </a:lvl3pPr>
            <a:lvl4pPr marL="1111746" indent="-222349">
              <a:lnSpc>
                <a:spcPct val="110000"/>
              </a:lnSpc>
              <a:spcBef>
                <a:spcPts val="0"/>
              </a:spcBef>
              <a:spcAft>
                <a:spcPts val="1167"/>
              </a:spcAft>
              <a:buChar char="•"/>
            </a:lvl4pPr>
            <a:lvl5pPr marL="1408212" indent="-222349">
              <a:lnSpc>
                <a:spcPct val="110000"/>
              </a:lnSpc>
              <a:spcBef>
                <a:spcPts val="0"/>
              </a:spcBef>
              <a:spcAft>
                <a:spcPts val="1167"/>
              </a:spcAft>
              <a:buChar char="•"/>
            </a:lvl5pPr>
            <a:lvl6pPr marL="1704677" indent="-222349">
              <a:lnSpc>
                <a:spcPct val="110000"/>
              </a:lnSpc>
              <a:spcBef>
                <a:spcPts val="0"/>
              </a:spcBef>
              <a:spcAft>
                <a:spcPts val="1167"/>
              </a:spcAft>
              <a:buChar char="•"/>
            </a:lvl6pPr>
            <a:lvl7pPr marL="2001143" indent="-222349">
              <a:lnSpc>
                <a:spcPct val="110000"/>
              </a:lnSpc>
              <a:spcBef>
                <a:spcPts val="0"/>
              </a:spcBef>
              <a:spcAft>
                <a:spcPts val="1167"/>
              </a:spcAft>
              <a:buChar char="•"/>
            </a:lvl7pPr>
            <a:lvl8pPr marL="2297609" indent="-222349">
              <a:lnSpc>
                <a:spcPct val="110000"/>
              </a:lnSpc>
              <a:spcBef>
                <a:spcPts val="0"/>
              </a:spcBef>
              <a:spcAft>
                <a:spcPts val="1167"/>
              </a:spcAft>
              <a:buChar char="•"/>
            </a:lvl8pPr>
            <a:lvl9pPr marL="2594074" indent="-222349">
              <a:lnSpc>
                <a:spcPct val="110000"/>
              </a:lnSpc>
              <a:spcBef>
                <a:spcPts val="0"/>
              </a:spcBef>
              <a:spcAft>
                <a:spcPts val="1167"/>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2A1F20F-8BB8-46AD-A210-CED5270CEE42}"/>
              </a:ext>
            </a:extLst>
          </p:cNvPr>
          <p:cNvSpPr>
            <a:spLocks xmlns:a="http://schemas.openxmlformats.org/drawingml/2006/main" noGrp="1"/>
          </p:cNvSpPr>
          <p:nvPr>
            <p:ph type="body" idx="2"/>
          </p:nvPr>
        </p:nvSpPr>
        <p:spPr>
          <a:xfrm xmlns:a="http://schemas.openxmlformats.org/drawingml/2006/main">
            <a:off x="6299895" y="2222500"/>
            <a:ext cx="4891683" cy="4978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043" b="0">
                <a:solidFill>
                  <a:schemeClr val="tx1"/>
                </a:solidFill>
                <a:latin typeface="+mn-lt"/>
                <a:ea typeface="+mn-lt"/>
                <a:cs typeface="+mn-lt"/>
              </a:defRPr>
            </a:defPPr>
            <a:lvl1pPr marL="222349" indent="-222349">
              <a:lnSpc>
                <a:spcPct val="110000"/>
              </a:lnSpc>
              <a:spcBef>
                <a:spcPts val="0"/>
              </a:spcBef>
              <a:spcAft>
                <a:spcPts val="1167"/>
              </a:spcAft>
              <a:buChar char="•"/>
            </a:lvl1pPr>
            <a:lvl2pPr marL="518815" indent="-222349">
              <a:lnSpc>
                <a:spcPct val="110000"/>
              </a:lnSpc>
              <a:spcBef>
                <a:spcPts val="0"/>
              </a:spcBef>
              <a:spcAft>
                <a:spcPts val="1167"/>
              </a:spcAft>
              <a:buChar char="•"/>
            </a:lvl2pPr>
            <a:lvl3pPr marL="815280" indent="-222349">
              <a:lnSpc>
                <a:spcPct val="110000"/>
              </a:lnSpc>
              <a:spcBef>
                <a:spcPts val="0"/>
              </a:spcBef>
              <a:spcAft>
                <a:spcPts val="1167"/>
              </a:spcAft>
              <a:buChar char="•"/>
            </a:lvl3pPr>
            <a:lvl4pPr marL="1111746" indent="-222349">
              <a:lnSpc>
                <a:spcPct val="110000"/>
              </a:lnSpc>
              <a:spcBef>
                <a:spcPts val="0"/>
              </a:spcBef>
              <a:spcAft>
                <a:spcPts val="1167"/>
              </a:spcAft>
              <a:buChar char="•"/>
            </a:lvl4pPr>
            <a:lvl5pPr marL="1408212" indent="-222349">
              <a:lnSpc>
                <a:spcPct val="110000"/>
              </a:lnSpc>
              <a:spcBef>
                <a:spcPts val="0"/>
              </a:spcBef>
              <a:spcAft>
                <a:spcPts val="1167"/>
              </a:spcAft>
              <a:buChar char="•"/>
            </a:lvl5pPr>
            <a:lvl6pPr marL="1704677" indent="-222349">
              <a:lnSpc>
                <a:spcPct val="110000"/>
              </a:lnSpc>
              <a:spcBef>
                <a:spcPts val="0"/>
              </a:spcBef>
              <a:spcAft>
                <a:spcPts val="1167"/>
              </a:spcAft>
              <a:buChar char="•"/>
            </a:lvl6pPr>
            <a:lvl7pPr marL="2001143" indent="-222349">
              <a:lnSpc>
                <a:spcPct val="110000"/>
              </a:lnSpc>
              <a:spcBef>
                <a:spcPts val="0"/>
              </a:spcBef>
              <a:spcAft>
                <a:spcPts val="1167"/>
              </a:spcAft>
              <a:buChar char="•"/>
            </a:lvl7pPr>
            <a:lvl8pPr marL="2297609" indent="-222349">
              <a:lnSpc>
                <a:spcPct val="110000"/>
              </a:lnSpc>
              <a:spcBef>
                <a:spcPts val="0"/>
              </a:spcBef>
              <a:spcAft>
                <a:spcPts val="1167"/>
              </a:spcAft>
              <a:buChar char="•"/>
            </a:lvl8pPr>
            <a:lvl9pPr marL="2594074" indent="-222349">
              <a:lnSpc>
                <a:spcPct val="110000"/>
              </a:lnSpc>
              <a:spcBef>
                <a:spcPts val="0"/>
              </a:spcBef>
              <a:spcAft>
                <a:spcPts val="1167"/>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09A9734-C893-46F2-8404-2D1B12047949}"/>
              </a:ext>
            </a:extLst>
          </p:cNvPr>
          <p:cNvSpPr>
            <a:spLocks xmlns:a="http://schemas.openxmlformats.org/drawingml/2006/main" noGrp="1"/>
          </p:cNvSpPr>
          <p:nvPr>
            <p:ph type="title" idx="0"/>
          </p:nvPr>
        </p:nvSpPr>
        <p:spPr>
          <a:xfrm xmlns:a="http://schemas.openxmlformats.org/drawingml/2006/main">
            <a:off x="667048" y="622300"/>
            <a:ext cx="10524530" cy="977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21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9B25BD4-CFFD-402A-A2AA-754883BA691C}"/>
              </a:ext>
            </a:extLst>
          </p:cNvPr>
          <p:cNvSpPr>
            <a:spLocks xmlns:a="http://schemas.openxmlformats.org/drawingml/2006/main" noGrp="1"/>
          </p:cNvSpPr>
          <p:nvPr>
            <p:ph type="body" idx="1"/>
          </p:nvPr>
        </p:nvSpPr>
        <p:spPr>
          <a:xfrm xmlns:a="http://schemas.openxmlformats.org/drawingml/2006/main">
            <a:off x="667048" y="2222500"/>
            <a:ext cx="4891683" cy="4978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88" b="0">
                <a:solidFill>
                  <a:schemeClr val="tx1"/>
                </a:solidFill>
                <a:latin typeface="+mn-lt"/>
                <a:ea typeface="+mn-lt"/>
                <a:cs typeface="+mn-lt"/>
              </a:defRPr>
            </a:defPPr>
            <a:lvl1pPr marL="222349" indent="-222349">
              <a:lnSpc>
                <a:spcPct val="110000"/>
              </a:lnSpc>
              <a:spcBef>
                <a:spcPts val="0"/>
              </a:spcBef>
              <a:spcAft>
                <a:spcPts val="1167"/>
              </a:spcAft>
              <a:buChar char="•"/>
            </a:lvl1pPr>
            <a:lvl2pPr marL="518815" indent="-222349">
              <a:lnSpc>
                <a:spcPct val="110000"/>
              </a:lnSpc>
              <a:spcBef>
                <a:spcPts val="0"/>
              </a:spcBef>
              <a:spcAft>
                <a:spcPts val="1167"/>
              </a:spcAft>
              <a:buChar char="•"/>
            </a:lvl2pPr>
            <a:lvl3pPr marL="815280" indent="-222349">
              <a:lnSpc>
                <a:spcPct val="110000"/>
              </a:lnSpc>
              <a:spcBef>
                <a:spcPts val="0"/>
              </a:spcBef>
              <a:spcAft>
                <a:spcPts val="1167"/>
              </a:spcAft>
              <a:buChar char="•"/>
            </a:lvl3pPr>
            <a:lvl4pPr marL="1111746" indent="-222349">
              <a:lnSpc>
                <a:spcPct val="110000"/>
              </a:lnSpc>
              <a:spcBef>
                <a:spcPts val="0"/>
              </a:spcBef>
              <a:spcAft>
                <a:spcPts val="1167"/>
              </a:spcAft>
              <a:buChar char="•"/>
            </a:lvl4pPr>
            <a:lvl5pPr marL="1408212" indent="-222349">
              <a:lnSpc>
                <a:spcPct val="110000"/>
              </a:lnSpc>
              <a:spcBef>
                <a:spcPts val="0"/>
              </a:spcBef>
              <a:spcAft>
                <a:spcPts val="1167"/>
              </a:spcAft>
              <a:buChar char="•"/>
            </a:lvl5pPr>
            <a:lvl6pPr marL="1704677" indent="-222349">
              <a:lnSpc>
                <a:spcPct val="110000"/>
              </a:lnSpc>
              <a:spcBef>
                <a:spcPts val="0"/>
              </a:spcBef>
              <a:spcAft>
                <a:spcPts val="1167"/>
              </a:spcAft>
              <a:buChar char="•"/>
            </a:lvl6pPr>
            <a:lvl7pPr marL="2001143" indent="-222349">
              <a:lnSpc>
                <a:spcPct val="110000"/>
              </a:lnSpc>
              <a:spcBef>
                <a:spcPts val="0"/>
              </a:spcBef>
              <a:spcAft>
                <a:spcPts val="1167"/>
              </a:spcAft>
              <a:buChar char="•"/>
            </a:lvl7pPr>
            <a:lvl8pPr marL="2297609" indent="-222349">
              <a:lnSpc>
                <a:spcPct val="110000"/>
              </a:lnSpc>
              <a:spcBef>
                <a:spcPts val="0"/>
              </a:spcBef>
              <a:spcAft>
                <a:spcPts val="1167"/>
              </a:spcAft>
              <a:buChar char="•"/>
            </a:lvl8pPr>
            <a:lvl9pPr marL="2594074" indent="-222349">
              <a:lnSpc>
                <a:spcPct val="110000"/>
              </a:lnSpc>
              <a:spcBef>
                <a:spcPts val="0"/>
              </a:spcBef>
              <a:spcAft>
                <a:spcPts val="1167"/>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2fe0dfc201e4693" /><Relationship Type="http://schemas.openxmlformats.org/officeDocument/2006/relationships/slideLayout" Target="/ppt/slideLayouts/slideLayout1.xml" Id="R2b5f5876ff654525" /><Relationship Type="http://schemas.openxmlformats.org/officeDocument/2006/relationships/slideLayout" Target="/ppt/slideLayouts/slideLayout2.xml" Id="R133018e921b942b3" /><Relationship Type="http://schemas.openxmlformats.org/officeDocument/2006/relationships/slideLayout" Target="/ppt/slideLayouts/slideLayout3.xml" Id="R2cc5d46d059e4d33" /><Relationship Type="http://schemas.openxmlformats.org/officeDocument/2006/relationships/slideLayout" Target="/ppt/slideLayouts/slideLayout4.xml" Id="R1e5b4dce4d694501" /><Relationship Type="http://schemas.openxmlformats.org/officeDocument/2006/relationships/slideLayout" Target="/ppt/slideLayouts/slideLayout5.xml" Id="R6b4fc49059304d10" /><Relationship Type="http://schemas.openxmlformats.org/officeDocument/2006/relationships/slideLayout" Target="/ppt/slideLayouts/slideLayout6.xml" Id="R57cdb50a707f426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b5f5876ff654525"/>
    <p:sldLayoutId xmlns:r="http://schemas.openxmlformats.org/officeDocument/2006/relationships" id="2147483650" r:id="R133018e921b942b3"/>
    <p:sldLayoutId xmlns:r="http://schemas.openxmlformats.org/officeDocument/2006/relationships" id="2147483651" r:id="R2cc5d46d059e4d33"/>
    <p:sldLayoutId xmlns:r="http://schemas.openxmlformats.org/officeDocument/2006/relationships" id="2147483652" r:id="R1e5b4dce4d694501"/>
    <p:sldLayoutId xmlns:r="http://schemas.openxmlformats.org/officeDocument/2006/relationships" id="2147483653" r:id="R6b4fc49059304d10"/>
    <p:sldLayoutId xmlns:r="http://schemas.openxmlformats.org/officeDocument/2006/relationships" id="2147483654" r:id="R57cdb50a707f426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73c9f5ebec54900" /><Relationship Type="http://schemas.openxmlformats.org/officeDocument/2006/relationships/notesSlide" Target="/ppt/notesSlides/notesSlide1.xml" Id="R029535d9392e496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5" name="pdf-path-3">
            <a:extLst xmlns:a="http://schemas.openxmlformats.org/drawingml/2006/main">
              <a:ext uri="{FF2B5EF4-FFF2-40B4-BE49-F238E27FC236}">
                <a16:creationId xmlns:a16="http://schemas.microsoft.com/office/drawing/2014/main" id="{1E0B841B-E606-4EDE-A968-4B0669DD0B97}"/>
              </a:ext>
            </a:extLst>
          </p:cNvPr>
          <p:cNvSpPr>
            <a:spLocks xmlns:a="http://schemas.openxmlformats.org/drawingml/2006/main" noGrp="1"/>
          </p:cNvSpPr>
          <p:nvPr/>
        </p:nvSpPr>
        <p:spPr>
          <a:xfrm xmlns:a="http://schemas.openxmlformats.org/drawingml/2006/main">
            <a:off x="25403" y="39796"/>
            <a:ext cx="11803676" cy="7910887"/>
          </a:xfrm>
          <a:custGeom xmlns:a="http://schemas.openxmlformats.org/drawingml/2006/main">
            <a:pathLst>
              <a:path w="11803676" h="7910887">
                <a:moveTo>
                  <a:pt x="0" y="0"/>
                </a:moveTo>
                <a:lnTo>
                  <a:pt x="11803676" y="0"/>
                </a:lnTo>
                <a:lnTo>
                  <a:pt x="11803676" y="7910887"/>
                </a:lnTo>
                <a:lnTo>
                  <a:pt x="0" y="7910887"/>
                </a:lnTo>
                <a:close/>
              </a:path>
            </a:pathLst>
          </a:custGeom>
          <a:solidFill xmlns:a="http://schemas.openxmlformats.org/drawingml/2006/main">
            <a:srgbClr val="FFFFFF"/>
          </a:solidFill>
          <a:ln xmlns:a="http://schemas.openxmlformats.org/drawingml/2006/main" w="0">
            <a:noFill/>
            <a:prstDash val="solid"/>
          </a:ln>
        </p:spPr>
      </p:sp>
      <p:sp>
        <p:nvSpPr>
          <p:cNvPr id="2" name="pdf-path-4">
            <a:extLst xmlns:a="http://schemas.openxmlformats.org/drawingml/2006/main">
              <a:ext uri="{FF2B5EF4-FFF2-40B4-BE49-F238E27FC236}">
                <a16:creationId xmlns:a16="http://schemas.microsoft.com/office/drawing/2014/main" id="{29444830-4922-45A2-9F72-786860715FE9}"/>
              </a:ext>
            </a:extLst>
          </p:cNvPr>
          <p:cNvSpPr>
            <a:spLocks xmlns:a="http://schemas.openxmlformats.org/drawingml/2006/main" noGrp="1"/>
          </p:cNvSpPr>
          <p:nvPr/>
        </p:nvSpPr>
        <p:spPr>
          <a:xfrm xmlns:a="http://schemas.openxmlformats.org/drawingml/2006/main">
            <a:off x="25403" y="39796"/>
            <a:ext cx="11808840" cy="7914179"/>
          </a:xfrm>
          <a:custGeom xmlns:a="http://schemas.openxmlformats.org/drawingml/2006/main">
            <a:pathLst>
              <a:path w="11808840" h="7914179">
                <a:moveTo>
                  <a:pt x="0" y="0"/>
                </a:moveTo>
                <a:lnTo>
                  <a:pt x="11808840" y="0"/>
                </a:lnTo>
                <a:lnTo>
                  <a:pt x="11808840" y="7914179"/>
                </a:lnTo>
                <a:lnTo>
                  <a:pt x="0" y="7914179"/>
                </a:lnTo>
                <a:close/>
              </a:path>
            </a:pathLst>
          </a:custGeom>
          <a:solidFill xmlns:a="http://schemas.openxmlformats.org/drawingml/2006/main">
            <a:srgbClr val="FFFFFF"/>
          </a:solidFill>
          <a:ln xmlns:a="http://schemas.openxmlformats.org/drawingml/2006/main" w="0">
            <a:noFill/>
            <a:prstDash val="solid"/>
          </a:ln>
        </p:spPr>
      </p:sp>
      <p:sp>
        <p:nvSpPr>
          <p:cNvPr id="3" name="pdf-path-5">
            <a:extLst xmlns:a="http://schemas.openxmlformats.org/drawingml/2006/main">
              <a:ext uri="{FF2B5EF4-FFF2-40B4-BE49-F238E27FC236}">
                <a16:creationId xmlns:a16="http://schemas.microsoft.com/office/drawing/2014/main" id="{8724225C-E522-4356-963F-AD9ED1DFB3FD}"/>
              </a:ext>
            </a:extLst>
          </p:cNvPr>
          <p:cNvSpPr>
            <a:spLocks xmlns:a="http://schemas.openxmlformats.org/drawingml/2006/main" noGrp="1"/>
          </p:cNvSpPr>
          <p:nvPr/>
        </p:nvSpPr>
        <p:spPr>
          <a:xfrm xmlns:a="http://schemas.openxmlformats.org/drawingml/2006/main">
            <a:off x="5893516" y="2272943"/>
            <a:ext cx="5921727" cy="5662095"/>
          </a:xfrm>
          <a:custGeom xmlns:a="http://schemas.openxmlformats.org/drawingml/2006/main">
            <a:pathLst>
              <a:path w="5921727" h="5662095">
                <a:moveTo>
                  <a:pt x="0" y="352409"/>
                </a:moveTo>
                <a:cubicBezTo>
                  <a:pt x="0" y="157779"/>
                  <a:pt x="157778" y="0"/>
                  <a:pt x="352409" y="0"/>
                </a:cubicBezTo>
                <a:lnTo>
                  <a:pt x="5569314" y="0"/>
                </a:lnTo>
                <a:cubicBezTo>
                  <a:pt x="5763943" y="0"/>
                  <a:pt x="5921727" y="157779"/>
                  <a:pt x="5921727" y="352409"/>
                </a:cubicBezTo>
                <a:lnTo>
                  <a:pt x="5921727" y="5309686"/>
                </a:lnTo>
                <a:cubicBezTo>
                  <a:pt x="5921727" y="5504316"/>
                  <a:pt x="5763943" y="5662095"/>
                  <a:pt x="5569314" y="5662095"/>
                </a:cubicBezTo>
                <a:lnTo>
                  <a:pt x="352409" y="5662095"/>
                </a:lnTo>
                <a:cubicBezTo>
                  <a:pt x="157778" y="5662095"/>
                  <a:pt x="0" y="5504316"/>
                  <a:pt x="0" y="5309686"/>
                </a:cubicBezTo>
                <a:lnTo>
                  <a:pt x="0" y="352409"/>
                </a:lnTo>
              </a:path>
            </a:pathLst>
          </a:custGeom>
          <a:solidFill xmlns:a="http://schemas.openxmlformats.org/drawingml/2006/main">
            <a:srgbClr val="F3ECE0">
              <a:alpha val="25000"/>
            </a:srgbClr>
          </a:solidFill>
          <a:ln xmlns:a="http://schemas.openxmlformats.org/drawingml/2006/main" w="0">
            <a:noFill/>
            <a:prstDash val="solid"/>
          </a:ln>
        </p:spPr>
      </p:sp>
      <p:sp>
        <p:nvSpPr>
          <p:cNvPr id="4" name="pdf-path-6">
            <a:extLst xmlns:a="http://schemas.openxmlformats.org/drawingml/2006/main">
              <a:ext uri="{FF2B5EF4-FFF2-40B4-BE49-F238E27FC236}">
                <a16:creationId xmlns:a16="http://schemas.microsoft.com/office/drawing/2014/main" id="{61A9E041-6FC8-491A-88F6-17502987B17C}"/>
              </a:ext>
            </a:extLst>
          </p:cNvPr>
          <p:cNvSpPr>
            <a:spLocks xmlns:a="http://schemas.openxmlformats.org/drawingml/2006/main" noGrp="1"/>
          </p:cNvSpPr>
          <p:nvPr/>
        </p:nvSpPr>
        <p:spPr>
          <a:xfrm xmlns:a="http://schemas.openxmlformats.org/drawingml/2006/main">
            <a:off x="5893516" y="2272943"/>
            <a:ext cx="5921721" cy="5662095"/>
          </a:xfrm>
          <a:custGeom xmlns:a="http://schemas.openxmlformats.org/drawingml/2006/main">
            <a:pathLst>
              <a:path w="5921721" h="5662095">
                <a:moveTo>
                  <a:pt x="0" y="352409"/>
                </a:moveTo>
                <a:cubicBezTo>
                  <a:pt x="0" y="157779"/>
                  <a:pt x="157779" y="0"/>
                  <a:pt x="352409" y="0"/>
                </a:cubicBezTo>
                <a:lnTo>
                  <a:pt x="5569313" y="0"/>
                </a:lnTo>
                <a:cubicBezTo>
                  <a:pt x="5763943" y="0"/>
                  <a:pt x="5921721" y="157779"/>
                  <a:pt x="5921721" y="352409"/>
                </a:cubicBezTo>
                <a:lnTo>
                  <a:pt x="5921721" y="5309686"/>
                </a:lnTo>
                <a:cubicBezTo>
                  <a:pt x="5921721" y="5504316"/>
                  <a:pt x="5763943" y="5662095"/>
                  <a:pt x="5569313" y="5662095"/>
                </a:cubicBezTo>
                <a:lnTo>
                  <a:pt x="352409" y="5662095"/>
                </a:lnTo>
                <a:cubicBezTo>
                  <a:pt x="157779" y="5662095"/>
                  <a:pt x="0" y="5504316"/>
                  <a:pt x="0" y="5309686"/>
                </a:cubicBezTo>
                <a:lnTo>
                  <a:pt x="0" y="352409"/>
                </a:lnTo>
              </a:path>
            </a:pathLst>
          </a:custGeom>
          <a:noFill xmlns:a="http://schemas.openxmlformats.org/drawingml/2006/main"/>
          <a:ln xmlns:a="http://schemas.openxmlformats.org/drawingml/2006/main" w="34052">
            <a:solidFill>
              <a:srgbClr val="F8CBAD"/>
            </a:solidFill>
            <a:prstDash val="solid"/>
          </a:ln>
        </p:spPr>
      </p:sp>
      <p:sp>
        <p:nvSpPr>
          <p:cNvPr id="5" name="pdf-path-7">
            <a:extLst xmlns:a="http://schemas.openxmlformats.org/drawingml/2006/main">
              <a:ext uri="{FF2B5EF4-FFF2-40B4-BE49-F238E27FC236}">
                <a16:creationId xmlns:a16="http://schemas.microsoft.com/office/drawing/2014/main" id="{4FE720F2-EB83-482C-BC4E-4FDB07DCE3F1}"/>
              </a:ext>
            </a:extLst>
          </p:cNvPr>
          <p:cNvSpPr>
            <a:spLocks xmlns:a="http://schemas.openxmlformats.org/drawingml/2006/main" noGrp="1"/>
          </p:cNvSpPr>
          <p:nvPr/>
        </p:nvSpPr>
        <p:spPr>
          <a:xfrm xmlns:a="http://schemas.openxmlformats.org/drawingml/2006/main">
            <a:off x="5892280" y="58734"/>
            <a:ext cx="5921727" cy="2103431"/>
          </a:xfrm>
          <a:custGeom xmlns:a="http://schemas.openxmlformats.org/drawingml/2006/main">
            <a:pathLst>
              <a:path w="5921727" h="2103431">
                <a:moveTo>
                  <a:pt x="0" y="392476"/>
                </a:moveTo>
                <a:cubicBezTo>
                  <a:pt x="0" y="175718"/>
                  <a:pt x="175717" y="0"/>
                  <a:pt x="392475" y="0"/>
                </a:cubicBezTo>
                <a:lnTo>
                  <a:pt x="5529246" y="0"/>
                </a:lnTo>
                <a:cubicBezTo>
                  <a:pt x="5746008" y="0"/>
                  <a:pt x="5921727" y="175718"/>
                  <a:pt x="5921727" y="392476"/>
                </a:cubicBezTo>
                <a:lnTo>
                  <a:pt x="5921727" y="1710955"/>
                </a:lnTo>
                <a:cubicBezTo>
                  <a:pt x="5921727" y="1927713"/>
                  <a:pt x="5746008" y="2103431"/>
                  <a:pt x="5529246" y="2103431"/>
                </a:cubicBezTo>
                <a:lnTo>
                  <a:pt x="392475" y="2103431"/>
                </a:lnTo>
                <a:cubicBezTo>
                  <a:pt x="175717" y="2103431"/>
                  <a:pt x="0" y="1927713"/>
                  <a:pt x="0" y="1710955"/>
                </a:cubicBezTo>
                <a:lnTo>
                  <a:pt x="0" y="392476"/>
                </a:lnTo>
              </a:path>
            </a:pathLst>
          </a:custGeom>
          <a:solidFill xmlns:a="http://schemas.openxmlformats.org/drawingml/2006/main">
            <a:srgbClr val="F3ECE0">
              <a:alpha val="25000"/>
            </a:srgbClr>
          </a:solidFill>
          <a:ln xmlns:a="http://schemas.openxmlformats.org/drawingml/2006/main" w="0">
            <a:noFill/>
            <a:prstDash val="solid"/>
          </a:ln>
        </p:spPr>
      </p:sp>
      <p:sp>
        <p:nvSpPr>
          <p:cNvPr id="6" name="pdf-path-8">
            <a:extLst xmlns:a="http://schemas.openxmlformats.org/drawingml/2006/main">
              <a:ext uri="{FF2B5EF4-FFF2-40B4-BE49-F238E27FC236}">
                <a16:creationId xmlns:a16="http://schemas.microsoft.com/office/drawing/2014/main" id="{74965E47-EF71-4FCA-AD06-A8B1E4D52236}"/>
              </a:ext>
            </a:extLst>
          </p:cNvPr>
          <p:cNvSpPr>
            <a:spLocks xmlns:a="http://schemas.openxmlformats.org/drawingml/2006/main" noGrp="1"/>
          </p:cNvSpPr>
          <p:nvPr/>
        </p:nvSpPr>
        <p:spPr>
          <a:xfrm xmlns:a="http://schemas.openxmlformats.org/drawingml/2006/main">
            <a:off x="5892280" y="58734"/>
            <a:ext cx="5921721" cy="2103431"/>
          </a:xfrm>
          <a:custGeom xmlns:a="http://schemas.openxmlformats.org/drawingml/2006/main">
            <a:pathLst>
              <a:path w="5921721" h="2103431">
                <a:moveTo>
                  <a:pt x="0" y="392477"/>
                </a:moveTo>
                <a:cubicBezTo>
                  <a:pt x="0" y="175718"/>
                  <a:pt x="175718" y="0"/>
                  <a:pt x="392476" y="0"/>
                </a:cubicBezTo>
                <a:lnTo>
                  <a:pt x="5529246" y="0"/>
                </a:lnTo>
                <a:cubicBezTo>
                  <a:pt x="5746004" y="0"/>
                  <a:pt x="5921721" y="175718"/>
                  <a:pt x="5921721" y="392477"/>
                </a:cubicBezTo>
                <a:lnTo>
                  <a:pt x="5921721" y="1710955"/>
                </a:lnTo>
                <a:cubicBezTo>
                  <a:pt x="5921721" y="1927714"/>
                  <a:pt x="5746004" y="2103431"/>
                  <a:pt x="5529246" y="2103431"/>
                </a:cubicBezTo>
                <a:lnTo>
                  <a:pt x="392476" y="2103431"/>
                </a:lnTo>
                <a:cubicBezTo>
                  <a:pt x="175718" y="2103431"/>
                  <a:pt x="0" y="1927714"/>
                  <a:pt x="0" y="1710955"/>
                </a:cubicBezTo>
                <a:lnTo>
                  <a:pt x="0" y="392477"/>
                </a:lnTo>
              </a:path>
            </a:pathLst>
          </a:custGeom>
          <a:noFill xmlns:a="http://schemas.openxmlformats.org/drawingml/2006/main"/>
          <a:ln xmlns:a="http://schemas.openxmlformats.org/drawingml/2006/main" w="34052">
            <a:solidFill>
              <a:srgbClr val="F8CBAD"/>
            </a:solidFill>
            <a:prstDash val="solid"/>
          </a:ln>
        </p:spPr>
      </p:sp>
      <p:sp>
        <p:nvSpPr>
          <p:cNvPr id="7" name="pdf-path-9">
            <a:extLst xmlns:a="http://schemas.openxmlformats.org/drawingml/2006/main">
              <a:ext uri="{FF2B5EF4-FFF2-40B4-BE49-F238E27FC236}">
                <a16:creationId xmlns:a16="http://schemas.microsoft.com/office/drawing/2014/main" id="{62A67240-2246-453C-8AA3-CC53EE97401D}"/>
              </a:ext>
            </a:extLst>
          </p:cNvPr>
          <p:cNvSpPr>
            <a:spLocks xmlns:a="http://schemas.openxmlformats.org/drawingml/2006/main" noGrp="1"/>
          </p:cNvSpPr>
          <p:nvPr/>
        </p:nvSpPr>
        <p:spPr>
          <a:xfrm xmlns:a="http://schemas.openxmlformats.org/drawingml/2006/main">
            <a:off x="45646" y="58734"/>
            <a:ext cx="5769311" cy="7882830"/>
          </a:xfrm>
          <a:custGeom xmlns:a="http://schemas.openxmlformats.org/drawingml/2006/main">
            <a:pathLst>
              <a:path w="5769311" h="7882830">
                <a:moveTo>
                  <a:pt x="0" y="397270"/>
                </a:moveTo>
                <a:cubicBezTo>
                  <a:pt x="0" y="177864"/>
                  <a:pt x="177864" y="0"/>
                  <a:pt x="397271" y="0"/>
                </a:cubicBezTo>
                <a:lnTo>
                  <a:pt x="5372040" y="0"/>
                </a:lnTo>
                <a:cubicBezTo>
                  <a:pt x="5591447" y="0"/>
                  <a:pt x="5769311" y="177864"/>
                  <a:pt x="5769311" y="397270"/>
                </a:cubicBezTo>
                <a:lnTo>
                  <a:pt x="5769311" y="7485559"/>
                </a:lnTo>
                <a:cubicBezTo>
                  <a:pt x="5769311" y="7704965"/>
                  <a:pt x="5591447" y="7882830"/>
                  <a:pt x="5372040" y="7882830"/>
                </a:cubicBezTo>
                <a:lnTo>
                  <a:pt x="397271" y="7882830"/>
                </a:lnTo>
                <a:cubicBezTo>
                  <a:pt x="177864" y="7882830"/>
                  <a:pt x="0" y="7704965"/>
                  <a:pt x="0" y="7485559"/>
                </a:cubicBezTo>
                <a:lnTo>
                  <a:pt x="0" y="397270"/>
                </a:lnTo>
              </a:path>
            </a:pathLst>
          </a:custGeom>
          <a:solidFill xmlns:a="http://schemas.openxmlformats.org/drawingml/2006/main">
            <a:srgbClr val="F3ECE0">
              <a:alpha val="25000"/>
            </a:srgbClr>
          </a:solidFill>
          <a:ln xmlns:a="http://schemas.openxmlformats.org/drawingml/2006/main" w="0">
            <a:noFill/>
            <a:prstDash val="solid"/>
          </a:ln>
        </p:spPr>
      </p:sp>
      <p:sp>
        <p:nvSpPr>
          <p:cNvPr id="8" name="pdf-path-10">
            <a:extLst xmlns:a="http://schemas.openxmlformats.org/drawingml/2006/main">
              <a:ext uri="{FF2B5EF4-FFF2-40B4-BE49-F238E27FC236}">
                <a16:creationId xmlns:a16="http://schemas.microsoft.com/office/drawing/2014/main" id="{C6AE3B63-3078-4876-87D1-076C8B6E76CE}"/>
              </a:ext>
            </a:extLst>
          </p:cNvPr>
          <p:cNvSpPr>
            <a:spLocks xmlns:a="http://schemas.openxmlformats.org/drawingml/2006/main" noGrp="1"/>
          </p:cNvSpPr>
          <p:nvPr/>
        </p:nvSpPr>
        <p:spPr>
          <a:xfrm xmlns:a="http://schemas.openxmlformats.org/drawingml/2006/main">
            <a:off x="45646" y="58734"/>
            <a:ext cx="5769312" cy="7882831"/>
          </a:xfrm>
          <a:custGeom xmlns:a="http://schemas.openxmlformats.org/drawingml/2006/main">
            <a:pathLst>
              <a:path w="5769312" h="7882831">
                <a:moveTo>
                  <a:pt x="0" y="397271"/>
                </a:moveTo>
                <a:cubicBezTo>
                  <a:pt x="0" y="177864"/>
                  <a:pt x="177864" y="0"/>
                  <a:pt x="397271" y="0"/>
                </a:cubicBezTo>
                <a:lnTo>
                  <a:pt x="5372040" y="0"/>
                </a:lnTo>
                <a:cubicBezTo>
                  <a:pt x="5591447" y="0"/>
                  <a:pt x="5769312" y="177864"/>
                  <a:pt x="5769312" y="397271"/>
                </a:cubicBezTo>
                <a:lnTo>
                  <a:pt x="5769312" y="7485560"/>
                </a:lnTo>
                <a:cubicBezTo>
                  <a:pt x="5769312" y="7704967"/>
                  <a:pt x="5591447" y="7882831"/>
                  <a:pt x="5372040" y="7882831"/>
                </a:cubicBezTo>
                <a:lnTo>
                  <a:pt x="397271" y="7882831"/>
                </a:lnTo>
                <a:cubicBezTo>
                  <a:pt x="177864" y="7882831"/>
                  <a:pt x="0" y="7704967"/>
                  <a:pt x="0" y="7485560"/>
                </a:cubicBezTo>
                <a:lnTo>
                  <a:pt x="0" y="397271"/>
                </a:lnTo>
              </a:path>
            </a:pathLst>
          </a:custGeom>
          <a:noFill xmlns:a="http://schemas.openxmlformats.org/drawingml/2006/main"/>
          <a:ln xmlns:a="http://schemas.openxmlformats.org/drawingml/2006/main" w="34052">
            <a:solidFill>
              <a:srgbClr val="F8CBAD"/>
            </a:solidFill>
            <a:prstDash val="solid"/>
          </a:ln>
        </p:spPr>
      </p:sp>
      <p:sp>
        <p:nvSpPr>
          <p:cNvPr id="9" name="pdf-path-11">
            <a:extLst xmlns:a="http://schemas.openxmlformats.org/drawingml/2006/main">
              <a:ext uri="{FF2B5EF4-FFF2-40B4-BE49-F238E27FC236}">
                <a16:creationId xmlns:a16="http://schemas.microsoft.com/office/drawing/2014/main" id="{29814677-C0DE-4CFF-BBE1-5B4959A441BA}"/>
              </a:ext>
            </a:extLst>
          </p:cNvPr>
          <p:cNvSpPr>
            <a:spLocks xmlns:a="http://schemas.openxmlformats.org/drawingml/2006/main" noGrp="1"/>
          </p:cNvSpPr>
          <p:nvPr/>
        </p:nvSpPr>
        <p:spPr>
          <a:xfrm xmlns:a="http://schemas.openxmlformats.org/drawingml/2006/main">
            <a:off x="1543111" y="5239650"/>
            <a:ext cx="1671504" cy="879013"/>
          </a:xfrm>
          <a:custGeom xmlns:a="http://schemas.openxmlformats.org/drawingml/2006/main">
            <a:pathLst>
              <a:path w="1671504" h="879013">
                <a:moveTo>
                  <a:pt x="0" y="879013"/>
                </a:moveTo>
                <a:lnTo>
                  <a:pt x="219754" y="0"/>
                </a:lnTo>
                <a:lnTo>
                  <a:pt x="1451751" y="0"/>
                </a:lnTo>
                <a:lnTo>
                  <a:pt x="1671504" y="879013"/>
                </a:lnTo>
                <a:lnTo>
                  <a:pt x="0" y="879013"/>
                </a:lnTo>
              </a:path>
            </a:pathLst>
          </a:custGeom>
          <a:solidFill xmlns:a="http://schemas.openxmlformats.org/drawingml/2006/main">
            <a:srgbClr val="009E73">
              <a:alpha val="50000"/>
            </a:srgbClr>
          </a:solidFill>
          <a:ln xmlns:a="http://schemas.openxmlformats.org/drawingml/2006/main" w="0">
            <a:noFill/>
            <a:prstDash val="solid"/>
          </a:ln>
        </p:spPr>
      </p:sp>
      <p:sp>
        <p:nvSpPr>
          <p:cNvPr id="10" name="pdf-path-12">
            <a:extLst xmlns:a="http://schemas.openxmlformats.org/drawingml/2006/main">
              <a:ext uri="{FF2B5EF4-FFF2-40B4-BE49-F238E27FC236}">
                <a16:creationId xmlns:a16="http://schemas.microsoft.com/office/drawing/2014/main" id="{EA15136C-69EA-401E-8378-F6113C56C8B8}"/>
              </a:ext>
            </a:extLst>
          </p:cNvPr>
          <p:cNvSpPr>
            <a:spLocks xmlns:a="http://schemas.openxmlformats.org/drawingml/2006/main" noGrp="1"/>
          </p:cNvSpPr>
          <p:nvPr/>
        </p:nvSpPr>
        <p:spPr>
          <a:xfrm xmlns:a="http://schemas.openxmlformats.org/drawingml/2006/main">
            <a:off x="1543111" y="5239650"/>
            <a:ext cx="1671504" cy="879013"/>
          </a:xfrm>
          <a:custGeom xmlns:a="http://schemas.openxmlformats.org/drawingml/2006/main">
            <a:pathLst>
              <a:path w="1671504" h="879013">
                <a:moveTo>
                  <a:pt x="0" y="879013"/>
                </a:moveTo>
                <a:lnTo>
                  <a:pt x="219754" y="0"/>
                </a:lnTo>
                <a:lnTo>
                  <a:pt x="1451751" y="0"/>
                </a:lnTo>
                <a:lnTo>
                  <a:pt x="1671504" y="879013"/>
                </a:lnTo>
                <a:lnTo>
                  <a:pt x="0" y="879013"/>
                </a:lnTo>
              </a:path>
            </a:pathLst>
          </a:custGeom>
          <a:noFill xmlns:a="http://schemas.openxmlformats.org/drawingml/2006/main"/>
          <a:ln xmlns:a="http://schemas.openxmlformats.org/drawingml/2006/main" w="36889">
            <a:solidFill>
              <a:srgbClr val="009E73"/>
            </a:solidFill>
            <a:prstDash val="solid"/>
          </a:ln>
        </p:spPr>
      </p:sp>
      <p:sp>
        <p:nvSpPr>
          <p:cNvPr id="11" name="pdf-path-13">
            <a:extLst xmlns:a="http://schemas.openxmlformats.org/drawingml/2006/main">
              <a:ext uri="{FF2B5EF4-FFF2-40B4-BE49-F238E27FC236}">
                <a16:creationId xmlns:a16="http://schemas.microsoft.com/office/drawing/2014/main" id="{4A772025-A2F0-479A-A7DB-FBDDDDB97029}"/>
              </a:ext>
            </a:extLst>
          </p:cNvPr>
          <p:cNvSpPr>
            <a:spLocks xmlns:a="http://schemas.openxmlformats.org/drawingml/2006/main" noGrp="1"/>
          </p:cNvSpPr>
          <p:nvPr/>
        </p:nvSpPr>
        <p:spPr>
          <a:xfrm xmlns:a="http://schemas.openxmlformats.org/drawingml/2006/main">
            <a:off x="3800819" y="5567515"/>
            <a:ext cx="1556465" cy="461903"/>
          </a:xfrm>
          <a:custGeom xmlns:a="http://schemas.openxmlformats.org/drawingml/2006/main">
            <a:pathLst>
              <a:path w="1556465" h="461903">
                <a:moveTo>
                  <a:pt x="0" y="76986"/>
                </a:moveTo>
                <a:cubicBezTo>
                  <a:pt x="0" y="34468"/>
                  <a:pt x="34467" y="0"/>
                  <a:pt x="76985" y="0"/>
                </a:cubicBezTo>
                <a:lnTo>
                  <a:pt x="1479480" y="0"/>
                </a:lnTo>
                <a:cubicBezTo>
                  <a:pt x="1521998" y="0"/>
                  <a:pt x="1556465" y="34468"/>
                  <a:pt x="1556465" y="76986"/>
                </a:cubicBezTo>
                <a:lnTo>
                  <a:pt x="1556465" y="384917"/>
                </a:lnTo>
                <a:cubicBezTo>
                  <a:pt x="1556465" y="427436"/>
                  <a:pt x="1521998" y="461903"/>
                  <a:pt x="1479480" y="461903"/>
                </a:cubicBezTo>
                <a:lnTo>
                  <a:pt x="76985" y="461903"/>
                </a:lnTo>
                <a:cubicBezTo>
                  <a:pt x="34467" y="461903"/>
                  <a:pt x="0" y="427436"/>
                  <a:pt x="0" y="384917"/>
                </a:cubicBezTo>
                <a:lnTo>
                  <a:pt x="0" y="76986"/>
                </a:lnTo>
              </a:path>
            </a:pathLst>
          </a:custGeom>
          <a:solidFill xmlns:a="http://schemas.openxmlformats.org/drawingml/2006/main">
            <a:srgbClr val="D9D9D9">
              <a:alpha val="90000"/>
            </a:srgbClr>
          </a:solidFill>
          <a:ln xmlns:a="http://schemas.openxmlformats.org/drawingml/2006/main" w="0">
            <a:noFill/>
            <a:prstDash val="solid"/>
          </a:ln>
        </p:spPr>
      </p:sp>
      <p:sp>
        <p:nvSpPr>
          <p:cNvPr id="12" name="pdf-path-14">
            <a:extLst xmlns:a="http://schemas.openxmlformats.org/drawingml/2006/main">
              <a:ext uri="{FF2B5EF4-FFF2-40B4-BE49-F238E27FC236}">
                <a16:creationId xmlns:a16="http://schemas.microsoft.com/office/drawing/2014/main" id="{97621655-F560-46B6-AFA4-17FA7ED0A98E}"/>
              </a:ext>
            </a:extLst>
          </p:cNvPr>
          <p:cNvSpPr>
            <a:spLocks xmlns:a="http://schemas.openxmlformats.org/drawingml/2006/main" noGrp="1"/>
          </p:cNvSpPr>
          <p:nvPr/>
        </p:nvSpPr>
        <p:spPr>
          <a:xfrm xmlns:a="http://schemas.openxmlformats.org/drawingml/2006/main">
            <a:off x="3800819" y="5567515"/>
            <a:ext cx="1556465" cy="461904"/>
          </a:xfrm>
          <a:custGeom xmlns:a="http://schemas.openxmlformats.org/drawingml/2006/main">
            <a:pathLst>
              <a:path w="1556465" h="461904">
                <a:moveTo>
                  <a:pt x="0" y="76986"/>
                </a:moveTo>
                <a:cubicBezTo>
                  <a:pt x="0" y="34467"/>
                  <a:pt x="34468" y="0"/>
                  <a:pt x="76986" y="0"/>
                </a:cubicBezTo>
                <a:lnTo>
                  <a:pt x="1479480" y="0"/>
                </a:lnTo>
                <a:cubicBezTo>
                  <a:pt x="1521999" y="0"/>
                  <a:pt x="1556465" y="34467"/>
                  <a:pt x="1556465" y="76986"/>
                </a:cubicBezTo>
                <a:lnTo>
                  <a:pt x="1556465" y="384917"/>
                </a:lnTo>
                <a:cubicBezTo>
                  <a:pt x="1556465" y="427436"/>
                  <a:pt x="1521999" y="461904"/>
                  <a:pt x="1479480" y="461904"/>
                </a:cubicBezTo>
                <a:lnTo>
                  <a:pt x="76986" y="461904"/>
                </a:lnTo>
                <a:cubicBezTo>
                  <a:pt x="34468" y="461904"/>
                  <a:pt x="0" y="427436"/>
                  <a:pt x="0" y="384917"/>
                </a:cubicBezTo>
                <a:lnTo>
                  <a:pt x="0" y="76986"/>
                </a:lnTo>
              </a:path>
            </a:pathLst>
          </a:custGeom>
          <a:noFill xmlns:a="http://schemas.openxmlformats.org/drawingml/2006/main"/>
          <a:ln xmlns:a="http://schemas.openxmlformats.org/drawingml/2006/main" w="36889">
            <a:solidFill>
              <a:srgbClr val="7F7F7F"/>
            </a:solidFill>
            <a:prstDash val="solid"/>
          </a:ln>
        </p:spPr>
      </p:sp>
      <p:sp>
        <p:nvSpPr>
          <p:cNvPr id="13" name="pdf-text-2-0">
            <a:extLst xmlns:a="http://schemas.openxmlformats.org/drawingml/2006/main">
              <a:ext uri="{FF2B5EF4-FFF2-40B4-BE49-F238E27FC236}">
                <a16:creationId xmlns:a16="http://schemas.microsoft.com/office/drawing/2014/main" id="{188D85BB-F329-4315-82A9-66E04E337B12}"/>
              </a:ext>
            </a:extLst>
          </p:cNvPr>
          <p:cNvSpPr>
            <a:spLocks xmlns:a="http://schemas.openxmlformats.org/drawingml/2006/main" noGrp="1"/>
          </p:cNvSpPr>
          <p:nvPr/>
        </p:nvSpPr>
        <p:spPr>
          <a:xfrm xmlns:a="http://schemas.openxmlformats.org/drawingml/2006/main">
            <a:off x="3973016" y="5713953"/>
            <a:ext cx="1212848" cy="2270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501" b="1" i="0">
                <a:solidFill>
                  <a:srgbClr val="000000"/>
                </a:solidFill>
                <a:latin typeface="Arial"/>
                <a:ea typeface="Arial"/>
                <a:cs typeface="Arial"/>
              </a:defRPr>
            </a:defPPr>
          </a:lstStyle>
          <a:p xmlns:a="http://schemas.openxmlformats.org/drawingml/2006/main">
            <a:pPr algn="ctr">
              <a:defRPr sz="1501" b="1" i="0">
                <a:solidFill>
                  <a:srgbClr val="000000"/>
                </a:solidFill>
                <a:latin typeface="Arial"/>
                <a:ea typeface="Arial"/>
                <a:cs typeface="Arial"/>
              </a:defRPr>
            </a:pPr>
            <a:r>
              <a:rPr sz="1501" b="1" i="0">
                <a:solidFill>
                  <a:srgbClr val="000000"/>
                </a:solidFill>
                <a:latin typeface="Arial"/>
                <a:ea typeface="Arial"/>
                <a:cs typeface="Arial"/>
              </a:rPr>
              <a:t>Environment</a:t>
            </a:r>
          </a:p>
        </p:txBody>
      </p:sp>
      <p:sp>
        <p:nvSpPr>
          <p:cNvPr id="14" name="pdf-path-16">
            <a:extLst xmlns:a="http://schemas.openxmlformats.org/drawingml/2006/main">
              <a:ext uri="{FF2B5EF4-FFF2-40B4-BE49-F238E27FC236}">
                <a16:creationId xmlns:a16="http://schemas.microsoft.com/office/drawing/2014/main" id="{CE582505-B19F-4C0E-9F3C-782DACCF8E76}"/>
              </a:ext>
            </a:extLst>
          </p:cNvPr>
          <p:cNvSpPr>
            <a:spLocks xmlns:a="http://schemas.openxmlformats.org/drawingml/2006/main" noGrp="1"/>
          </p:cNvSpPr>
          <p:nvPr/>
        </p:nvSpPr>
        <p:spPr>
          <a:xfrm xmlns:a="http://schemas.openxmlformats.org/drawingml/2006/main">
            <a:off x="3940760" y="3313531"/>
            <a:ext cx="1671502" cy="879014"/>
          </a:xfrm>
          <a:custGeom xmlns:a="http://schemas.openxmlformats.org/drawingml/2006/main">
            <a:pathLst>
              <a:path w="1671502" h="879014">
                <a:moveTo>
                  <a:pt x="0" y="0"/>
                </a:moveTo>
                <a:lnTo>
                  <a:pt x="219753" y="879014"/>
                </a:lnTo>
                <a:lnTo>
                  <a:pt x="1451750" y="879014"/>
                </a:lnTo>
                <a:lnTo>
                  <a:pt x="1671502" y="0"/>
                </a:lnTo>
                <a:lnTo>
                  <a:pt x="0" y="0"/>
                </a:lnTo>
              </a:path>
            </a:pathLst>
          </a:custGeom>
          <a:solidFill xmlns:a="http://schemas.openxmlformats.org/drawingml/2006/main">
            <a:srgbClr val="D05F07">
              <a:alpha val="50000"/>
            </a:srgbClr>
          </a:solidFill>
          <a:ln xmlns:a="http://schemas.openxmlformats.org/drawingml/2006/main" w="0">
            <a:noFill/>
            <a:prstDash val="solid"/>
          </a:ln>
        </p:spPr>
      </p:sp>
      <p:sp>
        <p:nvSpPr>
          <p:cNvPr id="15" name="pdf-path-17">
            <a:extLst xmlns:a="http://schemas.openxmlformats.org/drawingml/2006/main">
              <a:ext uri="{FF2B5EF4-FFF2-40B4-BE49-F238E27FC236}">
                <a16:creationId xmlns:a16="http://schemas.microsoft.com/office/drawing/2014/main" id="{C2F093C3-9466-4175-A9A8-177DF8A184E2}"/>
              </a:ext>
            </a:extLst>
          </p:cNvPr>
          <p:cNvSpPr>
            <a:spLocks xmlns:a="http://schemas.openxmlformats.org/drawingml/2006/main" noGrp="1"/>
          </p:cNvSpPr>
          <p:nvPr/>
        </p:nvSpPr>
        <p:spPr>
          <a:xfrm xmlns:a="http://schemas.openxmlformats.org/drawingml/2006/main">
            <a:off x="3940760" y="3313531"/>
            <a:ext cx="1671503" cy="879013"/>
          </a:xfrm>
          <a:custGeom xmlns:a="http://schemas.openxmlformats.org/drawingml/2006/main">
            <a:pathLst>
              <a:path w="1671503" h="879013">
                <a:moveTo>
                  <a:pt x="0" y="0"/>
                </a:moveTo>
                <a:lnTo>
                  <a:pt x="219754" y="879013"/>
                </a:lnTo>
                <a:lnTo>
                  <a:pt x="1451751" y="879013"/>
                </a:lnTo>
                <a:lnTo>
                  <a:pt x="1671503" y="0"/>
                </a:lnTo>
                <a:lnTo>
                  <a:pt x="0" y="0"/>
                </a:lnTo>
              </a:path>
            </a:pathLst>
          </a:custGeom>
          <a:noFill xmlns:a="http://schemas.openxmlformats.org/drawingml/2006/main"/>
          <a:ln xmlns:a="http://schemas.openxmlformats.org/drawingml/2006/main" w="36889">
            <a:solidFill>
              <a:srgbClr val="D05F07"/>
            </a:solidFill>
            <a:prstDash val="solid"/>
          </a:ln>
        </p:spPr>
      </p:sp>
      <p:sp>
        <p:nvSpPr>
          <p:cNvPr id="16" name="pdf-text-3-0">
            <a:extLst xmlns:a="http://schemas.openxmlformats.org/drawingml/2006/main">
              <a:ext uri="{FF2B5EF4-FFF2-40B4-BE49-F238E27FC236}">
                <a16:creationId xmlns:a16="http://schemas.microsoft.com/office/drawing/2014/main" id="{0083C700-80AB-420A-9365-EC40D45C61CA}"/>
              </a:ext>
            </a:extLst>
          </p:cNvPr>
          <p:cNvSpPr>
            <a:spLocks xmlns:a="http://schemas.openxmlformats.org/drawingml/2006/main" noGrp="1"/>
          </p:cNvSpPr>
          <p:nvPr/>
        </p:nvSpPr>
        <p:spPr>
          <a:xfrm xmlns:a="http://schemas.openxmlformats.org/drawingml/2006/main">
            <a:off x="4329358" y="3526473"/>
            <a:ext cx="893622" cy="2270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501" b="1" i="0">
                <a:solidFill>
                  <a:srgbClr val="000000"/>
                </a:solidFill>
                <a:latin typeface="Arial"/>
                <a:ea typeface="Arial"/>
                <a:cs typeface="Arial"/>
              </a:defRPr>
            </a:defPPr>
          </a:lstStyle>
          <a:p xmlns:a="http://schemas.openxmlformats.org/drawingml/2006/main">
            <a:pPr algn="ctr">
              <a:defRPr sz="1501" b="1" i="0">
                <a:solidFill>
                  <a:srgbClr val="000000"/>
                </a:solidFill>
                <a:latin typeface="Arial"/>
                <a:ea typeface="Arial"/>
                <a:cs typeface="Arial"/>
              </a:defRPr>
            </a:pPr>
            <a:r>
              <a:rPr sz="1501" b="1" i="0">
                <a:solidFill>
                  <a:srgbClr val="000000"/>
                </a:solidFill>
                <a:latin typeface="Arial"/>
                <a:ea typeface="Arial"/>
                <a:cs typeface="Arial"/>
              </a:rPr>
              <a:t>Skill Prior</a:t>
            </a:r>
          </a:p>
        </p:txBody>
      </p:sp>
      <p:sp>
        <p:nvSpPr>
          <p:cNvPr id="17" name="pdf-path-27-part-0">
            <a:extLst xmlns:a="http://schemas.openxmlformats.org/drawingml/2006/main">
              <a:ext uri="{FF2B5EF4-FFF2-40B4-BE49-F238E27FC236}">
                <a16:creationId xmlns:a16="http://schemas.microsoft.com/office/drawing/2014/main" id="{39B0BB73-2433-484C-B856-91A2057A525E}"/>
              </a:ext>
            </a:extLst>
          </p:cNvPr>
          <p:cNvSpPr>
            <a:spLocks xmlns:a="http://schemas.openxmlformats.org/drawingml/2006/main" noGrp="1"/>
          </p:cNvSpPr>
          <p:nvPr/>
        </p:nvSpPr>
        <p:spPr>
          <a:xfrm xmlns:a="http://schemas.openxmlformats.org/drawingml/2006/main">
            <a:off x="2331052" y="4198128"/>
            <a:ext cx="68115" cy="300884"/>
          </a:xfrm>
          <a:custGeom xmlns:a="http://schemas.openxmlformats.org/drawingml/2006/main">
            <a:pathLst>
              <a:path w="68115" h="300884">
                <a:moveTo>
                  <a:pt x="67962" y="0"/>
                </a:moveTo>
                <a:lnTo>
                  <a:pt x="68115" y="215744"/>
                </a:lnTo>
                <a:lnTo>
                  <a:pt x="34063" y="215767"/>
                </a:lnTo>
                <a:lnTo>
                  <a:pt x="33910" y="25"/>
                </a:lnTo>
                <a:lnTo>
                  <a:pt x="67962" y="0"/>
                </a:lnTo>
              </a:path>
            </a:pathLst>
          </a:custGeom>
          <a:solidFill xmlns:a="http://schemas.openxmlformats.org/drawingml/2006/main">
            <a:srgbClr val="000000"/>
          </a:solidFill>
          <a:ln xmlns:a="http://schemas.openxmlformats.org/drawingml/2006/main" w="0">
            <a:noFill/>
            <a:prstDash val="solid"/>
          </a:ln>
        </p:spPr>
      </p:sp>
      <p:sp>
        <p:nvSpPr>
          <p:cNvPr id="18" name="pdf-path-27-part-1">
            <a:extLst xmlns:a="http://schemas.openxmlformats.org/drawingml/2006/main">
              <a:ext uri="{FF2B5EF4-FFF2-40B4-BE49-F238E27FC236}">
                <a16:creationId xmlns:a16="http://schemas.microsoft.com/office/drawing/2014/main" id="{90920389-9693-4AB8-876D-68F2538C06FA}"/>
              </a:ext>
            </a:extLst>
          </p:cNvPr>
          <p:cNvSpPr>
            <a:spLocks xmlns:a="http://schemas.openxmlformats.org/drawingml/2006/main" noGrp="1"/>
          </p:cNvSpPr>
          <p:nvPr/>
        </p:nvSpPr>
        <p:spPr>
          <a:xfrm xmlns:a="http://schemas.openxmlformats.org/drawingml/2006/main">
            <a:off x="2331052" y="4198128"/>
            <a:ext cx="68115" cy="300884"/>
          </a:xfrm>
          <a:custGeom xmlns:a="http://schemas.openxmlformats.org/drawingml/2006/main">
            <a:pathLst>
              <a:path w="68115" h="300884">
                <a:moveTo>
                  <a:pt x="102155" y="198693"/>
                </a:moveTo>
                <a:lnTo>
                  <a:pt x="51150" y="300884"/>
                </a:lnTo>
                <a:lnTo>
                  <a:pt x="0" y="198765"/>
                </a:lnTo>
                <a:lnTo>
                  <a:pt x="102155" y="198693"/>
                </a:lnTo>
              </a:path>
            </a:pathLst>
          </a:custGeom>
          <a:solidFill xmlns:a="http://schemas.openxmlformats.org/drawingml/2006/main">
            <a:srgbClr val="000000"/>
          </a:solidFill>
          <a:ln xmlns:a="http://schemas.openxmlformats.org/drawingml/2006/main" w="0">
            <a:noFill/>
            <a:prstDash val="solid"/>
          </a:ln>
        </p:spPr>
      </p:sp>
      <p:sp>
        <p:nvSpPr>
          <p:cNvPr id="19" name="pdf-path-28-part-0">
            <a:extLst xmlns:a="http://schemas.openxmlformats.org/drawingml/2006/main">
              <a:ext uri="{FF2B5EF4-FFF2-40B4-BE49-F238E27FC236}">
                <a16:creationId xmlns:a16="http://schemas.microsoft.com/office/drawing/2014/main" id="{65FD8279-122E-4143-BDFF-A14AF06AE12D}"/>
              </a:ext>
            </a:extLst>
          </p:cNvPr>
          <p:cNvSpPr>
            <a:spLocks xmlns:a="http://schemas.openxmlformats.org/drawingml/2006/main" noGrp="1"/>
          </p:cNvSpPr>
          <p:nvPr/>
        </p:nvSpPr>
        <p:spPr>
          <a:xfrm xmlns:a="http://schemas.openxmlformats.org/drawingml/2006/main">
            <a:off x="2362624" y="4877726"/>
            <a:ext cx="68258" cy="361924"/>
          </a:xfrm>
          <a:custGeom xmlns:a="http://schemas.openxmlformats.org/drawingml/2006/main">
            <a:pathLst>
              <a:path w="68258" h="361924">
                <a:moveTo>
                  <a:pt x="2552" y="0"/>
                </a:moveTo>
                <a:lnTo>
                  <a:pt x="0" y="276642"/>
                </a:lnTo>
                <a:lnTo>
                  <a:pt x="34049" y="276956"/>
                </a:lnTo>
                <a:lnTo>
                  <a:pt x="36603" y="315"/>
                </a:lnTo>
                <a:lnTo>
                  <a:pt x="2552" y="0"/>
                </a:lnTo>
              </a:path>
            </a:pathLst>
          </a:custGeom>
          <a:solidFill xmlns:a="http://schemas.openxmlformats.org/drawingml/2006/main">
            <a:srgbClr val="000000"/>
          </a:solidFill>
          <a:ln xmlns:a="http://schemas.openxmlformats.org/drawingml/2006/main" w="0">
            <a:noFill/>
            <a:prstDash val="solid"/>
          </a:ln>
        </p:spPr>
      </p:sp>
      <p:sp>
        <p:nvSpPr>
          <p:cNvPr id="20" name="pdf-path-28-part-1">
            <a:extLst xmlns:a="http://schemas.openxmlformats.org/drawingml/2006/main">
              <a:ext uri="{FF2B5EF4-FFF2-40B4-BE49-F238E27FC236}">
                <a16:creationId xmlns:a16="http://schemas.microsoft.com/office/drawing/2014/main" id="{659D1737-6986-467D-8F42-96130BA7E3EB}"/>
              </a:ext>
            </a:extLst>
          </p:cNvPr>
          <p:cNvSpPr>
            <a:spLocks xmlns:a="http://schemas.openxmlformats.org/drawingml/2006/main" noGrp="1"/>
          </p:cNvSpPr>
          <p:nvPr/>
        </p:nvSpPr>
        <p:spPr>
          <a:xfrm xmlns:a="http://schemas.openxmlformats.org/drawingml/2006/main">
            <a:off x="2362624" y="4877726"/>
            <a:ext cx="68258" cy="361924"/>
          </a:xfrm>
          <a:custGeom xmlns:a="http://schemas.openxmlformats.org/drawingml/2006/main">
            <a:pathLst>
              <a:path w="68258" h="361924">
                <a:moveTo>
                  <a:pt x="-33894" y="259303"/>
                </a:moveTo>
                <a:lnTo>
                  <a:pt x="16239" y="361924"/>
                </a:lnTo>
                <a:lnTo>
                  <a:pt x="68258" y="260245"/>
                </a:lnTo>
                <a:lnTo>
                  <a:pt x="-33894" y="259303"/>
                </a:lnTo>
              </a:path>
            </a:pathLst>
          </a:custGeom>
          <a:solidFill xmlns:a="http://schemas.openxmlformats.org/drawingml/2006/main">
            <a:srgbClr val="000000"/>
          </a:solidFill>
          <a:ln xmlns:a="http://schemas.openxmlformats.org/drawingml/2006/main" w="0">
            <a:noFill/>
            <a:prstDash val="solid"/>
          </a:ln>
        </p:spPr>
      </p:sp>
      <p:sp>
        <p:nvSpPr>
          <p:cNvPr id="21" name="pdf-path-29">
            <a:extLst xmlns:a="http://schemas.openxmlformats.org/drawingml/2006/main">
              <a:ext uri="{FF2B5EF4-FFF2-40B4-BE49-F238E27FC236}">
                <a16:creationId xmlns:a16="http://schemas.microsoft.com/office/drawing/2014/main" id="{DA127B99-21F8-4A9F-B8E3-798B0FE23BB7}"/>
              </a:ext>
            </a:extLst>
          </p:cNvPr>
          <p:cNvSpPr>
            <a:spLocks xmlns:a="http://schemas.openxmlformats.org/drawingml/2006/main" noGrp="1"/>
          </p:cNvSpPr>
          <p:nvPr/>
        </p:nvSpPr>
        <p:spPr>
          <a:xfrm xmlns:a="http://schemas.openxmlformats.org/drawingml/2006/main">
            <a:off x="2377713" y="5034214"/>
            <a:ext cx="1178224" cy="2748"/>
          </a:xfrm>
          <a:custGeom xmlns:a="http://schemas.openxmlformats.org/drawingml/2006/main">
            <a:pathLst>
              <a:path w="1178224" h="2748">
                <a:moveTo>
                  <a:pt x="1178224" y="0"/>
                </a:moveTo>
                <a:lnTo>
                  <a:pt x="0" y="2748"/>
                </a:lnTo>
              </a:path>
            </a:pathLst>
          </a:custGeom>
          <a:noFill xmlns:a="http://schemas.openxmlformats.org/drawingml/2006/main"/>
          <a:ln xmlns:a="http://schemas.openxmlformats.org/drawingml/2006/main" w="34052">
            <a:solidFill>
              <a:srgbClr val="000000"/>
            </a:solidFill>
            <a:prstDash val="solid"/>
          </a:ln>
        </p:spPr>
      </p:sp>
      <p:sp>
        <p:nvSpPr>
          <p:cNvPr id="22" name="pdf-path-30-part-0">
            <a:extLst xmlns:a="http://schemas.openxmlformats.org/drawingml/2006/main">
              <a:ext uri="{FF2B5EF4-FFF2-40B4-BE49-F238E27FC236}">
                <a16:creationId xmlns:a16="http://schemas.microsoft.com/office/drawing/2014/main" id="{981D91DC-DA79-4C04-B212-172BC8F4F2D8}"/>
              </a:ext>
            </a:extLst>
          </p:cNvPr>
          <p:cNvSpPr>
            <a:spLocks xmlns:a="http://schemas.openxmlformats.org/drawingml/2006/main" noGrp="1"/>
          </p:cNvSpPr>
          <p:nvPr/>
        </p:nvSpPr>
        <p:spPr>
          <a:xfrm xmlns:a="http://schemas.openxmlformats.org/drawingml/2006/main">
            <a:off x="2318056" y="6688931"/>
            <a:ext cx="68104" cy="237575"/>
          </a:xfrm>
          <a:custGeom xmlns:a="http://schemas.openxmlformats.org/drawingml/2006/main">
            <a:pathLst>
              <a:path w="68104" h="237575">
                <a:moveTo>
                  <a:pt x="68102" y="0"/>
                </a:moveTo>
                <a:lnTo>
                  <a:pt x="68104" y="152446"/>
                </a:lnTo>
                <a:lnTo>
                  <a:pt x="34052" y="152446"/>
                </a:lnTo>
                <a:lnTo>
                  <a:pt x="34051" y="0"/>
                </a:lnTo>
                <a:lnTo>
                  <a:pt x="68102" y="0"/>
                </a:lnTo>
              </a:path>
            </a:pathLst>
          </a:custGeom>
          <a:solidFill xmlns:a="http://schemas.openxmlformats.org/drawingml/2006/main">
            <a:srgbClr val="000000"/>
          </a:solidFill>
          <a:ln xmlns:a="http://schemas.openxmlformats.org/drawingml/2006/main" w="0">
            <a:noFill/>
            <a:prstDash val="solid"/>
          </a:ln>
        </p:spPr>
      </p:sp>
      <p:sp>
        <p:nvSpPr>
          <p:cNvPr id="23" name="pdf-path-30-part-1">
            <a:extLst xmlns:a="http://schemas.openxmlformats.org/drawingml/2006/main">
              <a:ext uri="{FF2B5EF4-FFF2-40B4-BE49-F238E27FC236}">
                <a16:creationId xmlns:a16="http://schemas.microsoft.com/office/drawing/2014/main" id="{0C6C9C20-7973-47AB-8058-EA8EA39487C3}"/>
              </a:ext>
            </a:extLst>
          </p:cNvPr>
          <p:cNvSpPr>
            <a:spLocks xmlns:a="http://schemas.openxmlformats.org/drawingml/2006/main" noGrp="1"/>
          </p:cNvSpPr>
          <p:nvPr/>
        </p:nvSpPr>
        <p:spPr>
          <a:xfrm xmlns:a="http://schemas.openxmlformats.org/drawingml/2006/main">
            <a:off x="2318056" y="6688931"/>
            <a:ext cx="68104" cy="237575"/>
          </a:xfrm>
          <a:custGeom xmlns:a="http://schemas.openxmlformats.org/drawingml/2006/main">
            <a:pathLst>
              <a:path w="68104" h="237575">
                <a:moveTo>
                  <a:pt x="102155" y="135419"/>
                </a:moveTo>
                <a:lnTo>
                  <a:pt x="51078" y="237575"/>
                </a:lnTo>
                <a:lnTo>
                  <a:pt x="0" y="135420"/>
                </a:lnTo>
                <a:lnTo>
                  <a:pt x="102155" y="135419"/>
                </a:lnTo>
              </a:path>
            </a:pathLst>
          </a:custGeom>
          <a:solidFill xmlns:a="http://schemas.openxmlformats.org/drawingml/2006/main">
            <a:srgbClr val="000000"/>
          </a:solidFill>
          <a:ln xmlns:a="http://schemas.openxmlformats.org/drawingml/2006/main" w="0">
            <a:noFill/>
            <a:prstDash val="solid"/>
          </a:ln>
        </p:spPr>
      </p:sp>
      <p:sp>
        <p:nvSpPr>
          <p:cNvPr id="24" name="pdf-path-31-part-0">
            <a:extLst xmlns:a="http://schemas.openxmlformats.org/drawingml/2006/main">
              <a:ext uri="{FF2B5EF4-FFF2-40B4-BE49-F238E27FC236}">
                <a16:creationId xmlns:a16="http://schemas.microsoft.com/office/drawing/2014/main" id="{27BE61E4-A647-4009-B80E-6847CADE8539}"/>
              </a:ext>
            </a:extLst>
          </p:cNvPr>
          <p:cNvSpPr>
            <a:spLocks xmlns:a="http://schemas.openxmlformats.org/drawingml/2006/main" noGrp="1"/>
          </p:cNvSpPr>
          <p:nvPr/>
        </p:nvSpPr>
        <p:spPr>
          <a:xfrm xmlns:a="http://schemas.openxmlformats.org/drawingml/2006/main">
            <a:off x="2594407" y="6029417"/>
            <a:ext cx="2001671" cy="492066"/>
          </a:xfrm>
          <a:custGeom xmlns:a="http://schemas.openxmlformats.org/drawingml/2006/main">
            <a:pathLst>
              <a:path w="2001671" h="492066">
                <a:moveTo>
                  <a:pt x="0" y="492066"/>
                </a:moveTo>
                <a:lnTo>
                  <a:pt x="2001671" y="492066"/>
                </a:lnTo>
                <a:lnTo>
                  <a:pt x="2001671" y="85129"/>
                </a:lnTo>
                <a:lnTo>
                  <a:pt x="1967619" y="85129"/>
                </a:lnTo>
                <a:lnTo>
                  <a:pt x="1967619" y="475040"/>
                </a:lnTo>
                <a:lnTo>
                  <a:pt x="1984645" y="458014"/>
                </a:lnTo>
                <a:lnTo>
                  <a:pt x="0" y="458014"/>
                </a:lnTo>
                <a:lnTo>
                  <a:pt x="0" y="492066"/>
                </a:lnTo>
              </a:path>
            </a:pathLst>
          </a:custGeom>
          <a:solidFill xmlns:a="http://schemas.openxmlformats.org/drawingml/2006/main">
            <a:srgbClr val="000000"/>
          </a:solidFill>
          <a:ln xmlns:a="http://schemas.openxmlformats.org/drawingml/2006/main" w="0">
            <a:noFill/>
            <a:prstDash val="solid"/>
          </a:ln>
        </p:spPr>
      </p:sp>
      <p:sp>
        <p:nvSpPr>
          <p:cNvPr id="25" name="pdf-path-31-part-1">
            <a:extLst xmlns:a="http://schemas.openxmlformats.org/drawingml/2006/main">
              <a:ext uri="{FF2B5EF4-FFF2-40B4-BE49-F238E27FC236}">
                <a16:creationId xmlns:a16="http://schemas.microsoft.com/office/drawing/2014/main" id="{7A824F46-797F-4FD6-94BA-3DD4C0224C0B}"/>
              </a:ext>
            </a:extLst>
          </p:cNvPr>
          <p:cNvSpPr>
            <a:spLocks xmlns:a="http://schemas.openxmlformats.org/drawingml/2006/main" noGrp="1"/>
          </p:cNvSpPr>
          <p:nvPr/>
        </p:nvSpPr>
        <p:spPr>
          <a:xfrm xmlns:a="http://schemas.openxmlformats.org/drawingml/2006/main">
            <a:off x="2594407" y="6029417"/>
            <a:ext cx="2001671" cy="492066"/>
          </a:xfrm>
          <a:custGeom xmlns:a="http://schemas.openxmlformats.org/drawingml/2006/main">
            <a:pathLst>
              <a:path w="2001671" h="492066">
                <a:moveTo>
                  <a:pt x="2035722" y="102155"/>
                </a:moveTo>
                <a:lnTo>
                  <a:pt x="1984645" y="0"/>
                </a:lnTo>
                <a:lnTo>
                  <a:pt x="1933567" y="102155"/>
                </a:lnTo>
                <a:lnTo>
                  <a:pt x="2035722" y="102155"/>
                </a:lnTo>
              </a:path>
            </a:pathLst>
          </a:custGeom>
          <a:solidFill xmlns:a="http://schemas.openxmlformats.org/drawingml/2006/main">
            <a:srgbClr val="000000"/>
          </a:solidFill>
          <a:ln xmlns:a="http://schemas.openxmlformats.org/drawingml/2006/main" w="0">
            <a:noFill/>
            <a:prstDash val="solid"/>
          </a:ln>
        </p:spPr>
      </p:sp>
      <p:sp>
        <p:nvSpPr>
          <p:cNvPr id="26" name="pdf-path-32-part-0">
            <a:extLst xmlns:a="http://schemas.openxmlformats.org/drawingml/2006/main">
              <a:ext uri="{FF2B5EF4-FFF2-40B4-BE49-F238E27FC236}">
                <a16:creationId xmlns:a16="http://schemas.microsoft.com/office/drawing/2014/main" id="{8E14484B-49C4-4B19-BF7D-C7C94BB60C1B}"/>
              </a:ext>
            </a:extLst>
          </p:cNvPr>
          <p:cNvSpPr>
            <a:spLocks xmlns:a="http://schemas.openxmlformats.org/drawingml/2006/main" noGrp="1"/>
          </p:cNvSpPr>
          <p:nvPr/>
        </p:nvSpPr>
        <p:spPr>
          <a:xfrm xmlns:a="http://schemas.openxmlformats.org/drawingml/2006/main">
            <a:off x="3937309" y="5017189"/>
            <a:ext cx="658769" cy="550326"/>
          </a:xfrm>
          <a:custGeom xmlns:a="http://schemas.openxmlformats.org/drawingml/2006/main">
            <a:pathLst>
              <a:path w="658769" h="550326">
                <a:moveTo>
                  <a:pt x="658769" y="550326"/>
                </a:moveTo>
                <a:lnTo>
                  <a:pt x="658769" y="0"/>
                </a:lnTo>
                <a:lnTo>
                  <a:pt x="85129" y="0"/>
                </a:lnTo>
                <a:lnTo>
                  <a:pt x="85129" y="34051"/>
                </a:lnTo>
                <a:lnTo>
                  <a:pt x="641743" y="34051"/>
                </a:lnTo>
                <a:lnTo>
                  <a:pt x="624717" y="17026"/>
                </a:lnTo>
                <a:lnTo>
                  <a:pt x="624717" y="550326"/>
                </a:lnTo>
                <a:lnTo>
                  <a:pt x="658769" y="550326"/>
                </a:lnTo>
              </a:path>
            </a:pathLst>
          </a:custGeom>
          <a:solidFill xmlns:a="http://schemas.openxmlformats.org/drawingml/2006/main">
            <a:srgbClr val="000000"/>
          </a:solidFill>
          <a:ln xmlns:a="http://schemas.openxmlformats.org/drawingml/2006/main" w="0">
            <a:noFill/>
            <a:prstDash val="solid"/>
          </a:ln>
        </p:spPr>
      </p:sp>
      <p:sp>
        <p:nvSpPr>
          <p:cNvPr id="27" name="pdf-path-32-part-1">
            <a:extLst xmlns:a="http://schemas.openxmlformats.org/drawingml/2006/main">
              <a:ext uri="{FF2B5EF4-FFF2-40B4-BE49-F238E27FC236}">
                <a16:creationId xmlns:a16="http://schemas.microsoft.com/office/drawing/2014/main" id="{5254B945-4E44-45DF-836D-F275798BC847}"/>
              </a:ext>
            </a:extLst>
          </p:cNvPr>
          <p:cNvSpPr>
            <a:spLocks xmlns:a="http://schemas.openxmlformats.org/drawingml/2006/main" noGrp="1"/>
          </p:cNvSpPr>
          <p:nvPr/>
        </p:nvSpPr>
        <p:spPr>
          <a:xfrm xmlns:a="http://schemas.openxmlformats.org/drawingml/2006/main">
            <a:off x="3937309" y="5017189"/>
            <a:ext cx="658769" cy="550326"/>
          </a:xfrm>
          <a:custGeom xmlns:a="http://schemas.openxmlformats.org/drawingml/2006/main">
            <a:pathLst>
              <a:path w="658769" h="550326">
                <a:moveTo>
                  <a:pt x="102155" y="-34052"/>
                </a:moveTo>
                <a:lnTo>
                  <a:pt x="0" y="17026"/>
                </a:lnTo>
                <a:lnTo>
                  <a:pt x="102155" y="68103"/>
                </a:lnTo>
                <a:lnTo>
                  <a:pt x="102155" y="-34052"/>
                </a:lnTo>
              </a:path>
            </a:pathLst>
          </a:custGeom>
          <a:solidFill xmlns:a="http://schemas.openxmlformats.org/drawingml/2006/main">
            <a:srgbClr val="000000"/>
          </a:solidFill>
          <a:ln xmlns:a="http://schemas.openxmlformats.org/drawingml/2006/main" w="0">
            <a:noFill/>
            <a:prstDash val="solid"/>
          </a:ln>
        </p:spPr>
      </p:sp>
      <p:sp>
        <p:nvSpPr>
          <p:cNvPr id="28" name="pdf-path-33-part-0">
            <a:extLst xmlns:a="http://schemas.openxmlformats.org/drawingml/2006/main">
              <a:ext uri="{FF2B5EF4-FFF2-40B4-BE49-F238E27FC236}">
                <a16:creationId xmlns:a16="http://schemas.microsoft.com/office/drawing/2014/main" id="{C775EA9C-EDB3-4D6E-9B10-F14A332F9C4F}"/>
              </a:ext>
            </a:extLst>
          </p:cNvPr>
          <p:cNvSpPr>
            <a:spLocks xmlns:a="http://schemas.openxmlformats.org/drawingml/2006/main" noGrp="1"/>
          </p:cNvSpPr>
          <p:nvPr/>
        </p:nvSpPr>
        <p:spPr>
          <a:xfrm xmlns:a="http://schemas.openxmlformats.org/drawingml/2006/main">
            <a:off x="4329222" y="2929619"/>
            <a:ext cx="464314" cy="383912"/>
          </a:xfrm>
          <a:custGeom xmlns:a="http://schemas.openxmlformats.org/drawingml/2006/main">
            <a:pathLst>
              <a:path w="464314" h="383912">
                <a:moveTo>
                  <a:pt x="0" y="0"/>
                </a:moveTo>
                <a:lnTo>
                  <a:pt x="464314" y="0"/>
                </a:lnTo>
                <a:lnTo>
                  <a:pt x="464314" y="298783"/>
                </a:lnTo>
                <a:lnTo>
                  <a:pt x="430263" y="298783"/>
                </a:lnTo>
                <a:lnTo>
                  <a:pt x="430263" y="17026"/>
                </a:lnTo>
                <a:lnTo>
                  <a:pt x="447288" y="34052"/>
                </a:lnTo>
                <a:lnTo>
                  <a:pt x="0" y="34052"/>
                </a:lnTo>
                <a:lnTo>
                  <a:pt x="0" y="0"/>
                </a:lnTo>
              </a:path>
            </a:pathLst>
          </a:custGeom>
          <a:solidFill xmlns:a="http://schemas.openxmlformats.org/drawingml/2006/main">
            <a:srgbClr val="000000"/>
          </a:solidFill>
          <a:ln xmlns:a="http://schemas.openxmlformats.org/drawingml/2006/main" w="0">
            <a:noFill/>
            <a:prstDash val="solid"/>
          </a:ln>
        </p:spPr>
      </p:sp>
      <p:sp>
        <p:nvSpPr>
          <p:cNvPr id="29" name="pdf-path-33-part-1">
            <a:extLst xmlns:a="http://schemas.openxmlformats.org/drawingml/2006/main">
              <a:ext uri="{FF2B5EF4-FFF2-40B4-BE49-F238E27FC236}">
                <a16:creationId xmlns:a16="http://schemas.microsoft.com/office/drawing/2014/main" id="{3B0078D2-B244-41A0-89B8-9D6A72751EDF}"/>
              </a:ext>
            </a:extLst>
          </p:cNvPr>
          <p:cNvSpPr>
            <a:spLocks xmlns:a="http://schemas.openxmlformats.org/drawingml/2006/main" noGrp="1"/>
          </p:cNvSpPr>
          <p:nvPr/>
        </p:nvSpPr>
        <p:spPr>
          <a:xfrm xmlns:a="http://schemas.openxmlformats.org/drawingml/2006/main">
            <a:off x="4329222" y="2929619"/>
            <a:ext cx="464314" cy="383912"/>
          </a:xfrm>
          <a:custGeom xmlns:a="http://schemas.openxmlformats.org/drawingml/2006/main">
            <a:pathLst>
              <a:path w="464314" h="383912">
                <a:moveTo>
                  <a:pt x="498366" y="281757"/>
                </a:moveTo>
                <a:lnTo>
                  <a:pt x="447288" y="383912"/>
                </a:lnTo>
                <a:lnTo>
                  <a:pt x="396211" y="281757"/>
                </a:lnTo>
                <a:lnTo>
                  <a:pt x="498366" y="281757"/>
                </a:lnTo>
              </a:path>
            </a:pathLst>
          </a:custGeom>
          <a:solidFill xmlns:a="http://schemas.openxmlformats.org/drawingml/2006/main">
            <a:srgbClr val="000000"/>
          </a:solidFill>
          <a:ln xmlns:a="http://schemas.openxmlformats.org/drawingml/2006/main" w="0">
            <a:noFill/>
            <a:prstDash val="solid"/>
          </a:ln>
        </p:spPr>
      </p:sp>
      <p:sp>
        <p:nvSpPr>
          <p:cNvPr id="30" name="pdf-path-34-part-0">
            <a:extLst xmlns:a="http://schemas.openxmlformats.org/drawingml/2006/main">
              <a:ext uri="{FF2B5EF4-FFF2-40B4-BE49-F238E27FC236}">
                <a16:creationId xmlns:a16="http://schemas.microsoft.com/office/drawing/2014/main" id="{E8A7960E-B48B-41B4-B215-C4B07C802188}"/>
              </a:ext>
            </a:extLst>
          </p:cNvPr>
          <p:cNvSpPr>
            <a:spLocks xmlns:a="http://schemas.openxmlformats.org/drawingml/2006/main" noGrp="1"/>
          </p:cNvSpPr>
          <p:nvPr/>
        </p:nvSpPr>
        <p:spPr>
          <a:xfrm xmlns:a="http://schemas.openxmlformats.org/drawingml/2006/main">
            <a:off x="3288486" y="4192545"/>
            <a:ext cx="1505051" cy="512929"/>
          </a:xfrm>
          <a:custGeom xmlns:a="http://schemas.openxmlformats.org/drawingml/2006/main">
            <a:pathLst>
              <a:path w="1505051" h="512929">
                <a:moveTo>
                  <a:pt x="1505051" y="0"/>
                </a:moveTo>
                <a:lnTo>
                  <a:pt x="1505051" y="512929"/>
                </a:lnTo>
                <a:lnTo>
                  <a:pt x="85129" y="512929"/>
                </a:lnTo>
                <a:lnTo>
                  <a:pt x="85129" y="478878"/>
                </a:lnTo>
                <a:lnTo>
                  <a:pt x="1488026" y="478878"/>
                </a:lnTo>
                <a:lnTo>
                  <a:pt x="1471000" y="495904"/>
                </a:lnTo>
                <a:lnTo>
                  <a:pt x="1471000" y="0"/>
                </a:lnTo>
                <a:lnTo>
                  <a:pt x="1505051" y="0"/>
                </a:lnTo>
              </a:path>
            </a:pathLst>
          </a:custGeom>
          <a:solidFill xmlns:a="http://schemas.openxmlformats.org/drawingml/2006/main">
            <a:srgbClr val="000000"/>
          </a:solidFill>
          <a:ln xmlns:a="http://schemas.openxmlformats.org/drawingml/2006/main" w="0">
            <a:noFill/>
            <a:prstDash val="solid"/>
          </a:ln>
        </p:spPr>
      </p:sp>
      <p:sp>
        <p:nvSpPr>
          <p:cNvPr id="31" name="pdf-path-34-part-1">
            <a:extLst xmlns:a="http://schemas.openxmlformats.org/drawingml/2006/main">
              <a:ext uri="{FF2B5EF4-FFF2-40B4-BE49-F238E27FC236}">
                <a16:creationId xmlns:a16="http://schemas.microsoft.com/office/drawing/2014/main" id="{E162A47D-1E31-4394-86A6-F2C9E949942D}"/>
              </a:ext>
            </a:extLst>
          </p:cNvPr>
          <p:cNvSpPr>
            <a:spLocks xmlns:a="http://schemas.openxmlformats.org/drawingml/2006/main" noGrp="1"/>
          </p:cNvSpPr>
          <p:nvPr/>
        </p:nvSpPr>
        <p:spPr>
          <a:xfrm xmlns:a="http://schemas.openxmlformats.org/drawingml/2006/main">
            <a:off x="3288486" y="4192545"/>
            <a:ext cx="1505051" cy="512929"/>
          </a:xfrm>
          <a:custGeom xmlns:a="http://schemas.openxmlformats.org/drawingml/2006/main">
            <a:pathLst>
              <a:path w="1505051" h="512929">
                <a:moveTo>
                  <a:pt x="102155" y="546981"/>
                </a:moveTo>
                <a:lnTo>
                  <a:pt x="0" y="495904"/>
                </a:lnTo>
                <a:lnTo>
                  <a:pt x="102155" y="444826"/>
                </a:lnTo>
                <a:lnTo>
                  <a:pt x="102155" y="546981"/>
                </a:lnTo>
              </a:path>
            </a:pathLst>
          </a:custGeom>
          <a:solidFill xmlns:a="http://schemas.openxmlformats.org/drawingml/2006/main">
            <a:srgbClr val="000000"/>
          </a:solidFill>
          <a:ln xmlns:a="http://schemas.openxmlformats.org/drawingml/2006/main" w="0">
            <a:noFill/>
            <a:prstDash val="solid"/>
          </a:ln>
        </p:spPr>
      </p:sp>
      <p:sp>
        <p:nvSpPr>
          <p:cNvPr id="32" name="pdf-text-12-0">
            <a:extLst xmlns:a="http://schemas.openxmlformats.org/drawingml/2006/main">
              <a:ext uri="{FF2B5EF4-FFF2-40B4-BE49-F238E27FC236}">
                <a16:creationId xmlns:a16="http://schemas.microsoft.com/office/drawing/2014/main" id="{B0662CF1-8792-4959-8C19-F92850431B3D}"/>
              </a:ext>
            </a:extLst>
          </p:cNvPr>
          <p:cNvSpPr>
            <a:spLocks xmlns:a="http://schemas.openxmlformats.org/drawingml/2006/main" noGrp="1"/>
          </p:cNvSpPr>
          <p:nvPr/>
        </p:nvSpPr>
        <p:spPr>
          <a:xfrm xmlns:a="http://schemas.openxmlformats.org/drawingml/2006/main">
            <a:off x="1773545" y="5466057"/>
            <a:ext cx="1225740" cy="2270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501" b="1" i="0">
                <a:solidFill>
                  <a:srgbClr val="000000"/>
                </a:solidFill>
                <a:latin typeface="Arial"/>
                <a:ea typeface="Arial"/>
                <a:cs typeface="Arial"/>
              </a:defRPr>
            </a:defPPr>
          </a:lstStyle>
          <a:p xmlns:a="http://schemas.openxmlformats.org/drawingml/2006/main">
            <a:pPr algn="ctr">
              <a:defRPr sz="1501" b="1" i="0">
                <a:solidFill>
                  <a:srgbClr val="000000"/>
                </a:solidFill>
                <a:latin typeface="Arial"/>
                <a:ea typeface="Arial"/>
                <a:cs typeface="Arial"/>
              </a:defRPr>
            </a:pPr>
            <a:r>
              <a:rPr sz="1501" b="1" i="0">
                <a:solidFill>
                  <a:srgbClr val="000000"/>
                </a:solidFill>
                <a:latin typeface="Arial"/>
                <a:ea typeface="Arial"/>
                <a:cs typeface="Arial"/>
              </a:rPr>
              <a:t>Skill Decoder</a:t>
            </a:r>
          </a:p>
        </p:txBody>
      </p:sp>
      <p:sp>
        <p:nvSpPr>
          <p:cNvPr id="33" name="pdf-path-50">
            <a:extLst xmlns:a="http://schemas.openxmlformats.org/drawingml/2006/main">
              <a:ext uri="{FF2B5EF4-FFF2-40B4-BE49-F238E27FC236}">
                <a16:creationId xmlns:a16="http://schemas.microsoft.com/office/drawing/2014/main" id="{0DEF207C-8876-42A6-A757-45CDEE9BF78B}"/>
              </a:ext>
            </a:extLst>
          </p:cNvPr>
          <p:cNvSpPr>
            <a:spLocks xmlns:a="http://schemas.openxmlformats.org/drawingml/2006/main" noGrp="1"/>
          </p:cNvSpPr>
          <p:nvPr/>
        </p:nvSpPr>
        <p:spPr>
          <a:xfrm xmlns:a="http://schemas.openxmlformats.org/drawingml/2006/main">
            <a:off x="3555937" y="4843528"/>
            <a:ext cx="381371" cy="381371"/>
          </a:xfrm>
          <a:custGeom xmlns:a="http://schemas.openxmlformats.org/drawingml/2006/main">
            <a:pathLst>
              <a:path w="381371" h="381371">
                <a:moveTo>
                  <a:pt x="0" y="190686"/>
                </a:moveTo>
                <a:cubicBezTo>
                  <a:pt x="0" y="85374"/>
                  <a:pt x="85374" y="0"/>
                  <a:pt x="190686" y="0"/>
                </a:cubicBezTo>
                <a:cubicBezTo>
                  <a:pt x="295999" y="0"/>
                  <a:pt x="381371" y="85374"/>
                  <a:pt x="381371" y="190686"/>
                </a:cubicBezTo>
                <a:cubicBezTo>
                  <a:pt x="381371" y="295997"/>
                  <a:pt x="295999" y="381371"/>
                  <a:pt x="190686" y="381371"/>
                </a:cubicBezTo>
                <a:cubicBezTo>
                  <a:pt x="85374" y="381371"/>
                  <a:pt x="0" y="295997"/>
                  <a:pt x="0" y="190686"/>
                </a:cubicBezTo>
              </a:path>
            </a:pathLst>
          </a:custGeom>
          <a:solidFill xmlns:a="http://schemas.openxmlformats.org/drawingml/2006/main">
            <a:srgbClr val="FFE699">
              <a:alpha val="90000"/>
            </a:srgbClr>
          </a:solidFill>
          <a:ln xmlns:a="http://schemas.openxmlformats.org/drawingml/2006/main" w="0">
            <a:noFill/>
            <a:prstDash val="solid"/>
          </a:ln>
        </p:spPr>
      </p:sp>
      <p:sp>
        <p:nvSpPr>
          <p:cNvPr id="34" name="pdf-path-51">
            <a:extLst xmlns:a="http://schemas.openxmlformats.org/drawingml/2006/main">
              <a:ext uri="{FF2B5EF4-FFF2-40B4-BE49-F238E27FC236}">
                <a16:creationId xmlns:a16="http://schemas.microsoft.com/office/drawing/2014/main" id="{6AEB089A-6871-4D35-BA37-2E05E2B8C503}"/>
              </a:ext>
            </a:extLst>
          </p:cNvPr>
          <p:cNvSpPr>
            <a:spLocks xmlns:a="http://schemas.openxmlformats.org/drawingml/2006/main" noGrp="1"/>
          </p:cNvSpPr>
          <p:nvPr/>
        </p:nvSpPr>
        <p:spPr>
          <a:xfrm xmlns:a="http://schemas.openxmlformats.org/drawingml/2006/main">
            <a:off x="3555937" y="4843528"/>
            <a:ext cx="381371" cy="381371"/>
          </a:xfrm>
          <a:custGeom xmlns:a="http://schemas.openxmlformats.org/drawingml/2006/main">
            <a:pathLst>
              <a:path w="381371" h="381371">
                <a:moveTo>
                  <a:pt x="0" y="190685"/>
                </a:moveTo>
                <a:cubicBezTo>
                  <a:pt x="0" y="85373"/>
                  <a:pt x="85373" y="0"/>
                  <a:pt x="190685" y="0"/>
                </a:cubicBezTo>
                <a:cubicBezTo>
                  <a:pt x="295998" y="0"/>
                  <a:pt x="381371" y="85373"/>
                  <a:pt x="381371" y="190685"/>
                </a:cubicBezTo>
                <a:cubicBezTo>
                  <a:pt x="381371" y="295998"/>
                  <a:pt x="295998" y="381371"/>
                  <a:pt x="190685" y="381371"/>
                </a:cubicBezTo>
                <a:cubicBezTo>
                  <a:pt x="85373" y="381371"/>
                  <a:pt x="0" y="295998"/>
                  <a:pt x="0" y="190685"/>
                </a:cubicBezTo>
              </a:path>
            </a:pathLst>
          </a:custGeom>
          <a:noFill xmlns:a="http://schemas.openxmlformats.org/drawingml/2006/main"/>
          <a:ln xmlns:a="http://schemas.openxmlformats.org/drawingml/2006/main" w="36889">
            <a:solidFill>
              <a:srgbClr val="FFD966"/>
            </a:solidFill>
            <a:prstDash val="solid"/>
          </a:ln>
        </p:spPr>
      </p:sp>
      <p:sp>
        <p:nvSpPr>
          <p:cNvPr id="35" name="pdf-path-54">
            <a:extLst xmlns:a="http://schemas.openxmlformats.org/drawingml/2006/main">
              <a:ext uri="{FF2B5EF4-FFF2-40B4-BE49-F238E27FC236}">
                <a16:creationId xmlns:a16="http://schemas.microsoft.com/office/drawing/2014/main" id="{CBBB352C-B4B4-47C8-AA8A-6A80FF6FF0BA}"/>
              </a:ext>
            </a:extLst>
          </p:cNvPr>
          <p:cNvSpPr>
            <a:spLocks xmlns:a="http://schemas.openxmlformats.org/drawingml/2006/main" noGrp="1"/>
          </p:cNvSpPr>
          <p:nvPr/>
        </p:nvSpPr>
        <p:spPr>
          <a:xfrm xmlns:a="http://schemas.openxmlformats.org/drawingml/2006/main">
            <a:off x="427863" y="649261"/>
            <a:ext cx="3914479" cy="335113"/>
          </a:xfrm>
          <a:custGeom xmlns:a="http://schemas.openxmlformats.org/drawingml/2006/main">
            <a:pathLst>
              <a:path w="3914479" h="335113">
                <a:moveTo>
                  <a:pt x="0" y="0"/>
                </a:moveTo>
                <a:lnTo>
                  <a:pt x="3914479" y="0"/>
                </a:lnTo>
                <a:lnTo>
                  <a:pt x="3914479" y="335113"/>
                </a:lnTo>
                <a:lnTo>
                  <a:pt x="0" y="335113"/>
                </a:lnTo>
                <a:close/>
              </a:path>
            </a:pathLst>
          </a:custGeom>
          <a:solidFill xmlns:a="http://schemas.openxmlformats.org/drawingml/2006/main">
            <a:srgbClr val="FFDB59">
              <a:alpha val="80000"/>
            </a:srgbClr>
          </a:solidFill>
          <a:ln xmlns:a="http://schemas.openxmlformats.org/drawingml/2006/main" w="0">
            <a:noFill/>
            <a:prstDash val="solid"/>
          </a:ln>
        </p:spPr>
      </p:sp>
      <p:sp>
        <p:nvSpPr>
          <p:cNvPr id="36" name="pdf-path-55">
            <a:extLst xmlns:a="http://schemas.openxmlformats.org/drawingml/2006/main">
              <a:ext uri="{FF2B5EF4-FFF2-40B4-BE49-F238E27FC236}">
                <a16:creationId xmlns:a16="http://schemas.microsoft.com/office/drawing/2014/main" id="{8FC67206-EB9D-4664-9C30-AAF7ACA8A525}"/>
              </a:ext>
            </a:extLst>
          </p:cNvPr>
          <p:cNvSpPr>
            <a:spLocks xmlns:a="http://schemas.openxmlformats.org/drawingml/2006/main" noGrp="1"/>
          </p:cNvSpPr>
          <p:nvPr/>
        </p:nvSpPr>
        <p:spPr>
          <a:xfrm xmlns:a="http://schemas.openxmlformats.org/drawingml/2006/main">
            <a:off x="427863" y="649261"/>
            <a:ext cx="3914479" cy="335112"/>
          </a:xfrm>
          <a:custGeom xmlns:a="http://schemas.openxmlformats.org/drawingml/2006/main">
            <a:pathLst>
              <a:path w="3914479" h="335112">
                <a:moveTo>
                  <a:pt x="0" y="0"/>
                </a:moveTo>
                <a:lnTo>
                  <a:pt x="3914479" y="0"/>
                </a:lnTo>
                <a:lnTo>
                  <a:pt x="3914479" y="335112"/>
                </a:lnTo>
                <a:lnTo>
                  <a:pt x="0" y="335112"/>
                </a:lnTo>
                <a:close/>
              </a:path>
            </a:pathLst>
          </a:custGeom>
          <a:noFill xmlns:a="http://schemas.openxmlformats.org/drawingml/2006/main"/>
          <a:ln xmlns:a="http://schemas.openxmlformats.org/drawingml/2006/main" w="36889">
            <a:solidFill>
              <a:srgbClr val="FFDB59"/>
            </a:solidFill>
            <a:prstDash val="solid"/>
          </a:ln>
        </p:spPr>
      </p:sp>
      <p:sp>
        <p:nvSpPr>
          <p:cNvPr id="37" name="pdf-text-29-0">
            <a:extLst xmlns:a="http://schemas.openxmlformats.org/drawingml/2006/main">
              <a:ext uri="{FF2B5EF4-FFF2-40B4-BE49-F238E27FC236}">
                <a16:creationId xmlns:a16="http://schemas.microsoft.com/office/drawing/2014/main" id="{979116DB-2F0F-4B70-8AAF-815FD03671F3}"/>
              </a:ext>
            </a:extLst>
          </p:cNvPr>
          <p:cNvSpPr>
            <a:spLocks xmlns:a="http://schemas.openxmlformats.org/drawingml/2006/main" noGrp="1"/>
          </p:cNvSpPr>
          <p:nvPr/>
        </p:nvSpPr>
        <p:spPr>
          <a:xfrm xmlns:a="http://schemas.openxmlformats.org/drawingml/2006/main">
            <a:off x="2164504" y="731511"/>
            <a:ext cx="441208" cy="2270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501" b="1" i="0">
                <a:solidFill>
                  <a:srgbClr val="000000"/>
                </a:solidFill>
                <a:latin typeface="Arial"/>
                <a:ea typeface="Arial"/>
                <a:cs typeface="Arial"/>
              </a:defRPr>
            </a:defPPr>
          </a:lstStyle>
          <a:p xmlns:a="http://schemas.openxmlformats.org/drawingml/2006/main">
            <a:pPr algn="ctr">
              <a:defRPr sz="1501" b="1" i="0">
                <a:solidFill>
                  <a:srgbClr val="000000"/>
                </a:solidFill>
                <a:latin typeface="Arial"/>
                <a:ea typeface="Arial"/>
                <a:cs typeface="Arial"/>
              </a:defRPr>
            </a:pPr>
            <a:r>
              <a:rPr sz="1501" b="1" i="0">
                <a:solidFill>
                  <a:srgbClr val="000000"/>
                </a:solidFill>
                <a:latin typeface="Arial"/>
                <a:ea typeface="Arial"/>
                <a:cs typeface="Arial"/>
              </a:rPr>
              <a:t>Data</a:t>
            </a:r>
          </a:p>
        </p:txBody>
      </p:sp>
      <p:sp>
        <p:nvSpPr>
          <p:cNvPr id="38" name="pdf-path-57">
            <a:extLst xmlns:a="http://schemas.openxmlformats.org/drawingml/2006/main">
              <a:ext uri="{FF2B5EF4-FFF2-40B4-BE49-F238E27FC236}">
                <a16:creationId xmlns:a16="http://schemas.microsoft.com/office/drawing/2014/main" id="{449FD487-D8EB-47E9-B918-B21A4FEA0DFC}"/>
              </a:ext>
            </a:extLst>
          </p:cNvPr>
          <p:cNvSpPr>
            <a:spLocks xmlns:a="http://schemas.openxmlformats.org/drawingml/2006/main" noGrp="1"/>
          </p:cNvSpPr>
          <p:nvPr/>
        </p:nvSpPr>
        <p:spPr>
          <a:xfrm xmlns:a="http://schemas.openxmlformats.org/drawingml/2006/main">
            <a:off x="1376732" y="1170615"/>
            <a:ext cx="2030096" cy="683235"/>
          </a:xfrm>
          <a:custGeom xmlns:a="http://schemas.openxmlformats.org/drawingml/2006/main">
            <a:pathLst>
              <a:path w="2030096" h="683235">
                <a:moveTo>
                  <a:pt x="0" y="113873"/>
                </a:moveTo>
                <a:cubicBezTo>
                  <a:pt x="0" y="50982"/>
                  <a:pt x="50982" y="0"/>
                  <a:pt x="113872" y="0"/>
                </a:cubicBezTo>
                <a:lnTo>
                  <a:pt x="1916223" y="0"/>
                </a:lnTo>
                <a:cubicBezTo>
                  <a:pt x="1979113" y="0"/>
                  <a:pt x="2030096" y="50982"/>
                  <a:pt x="2030096" y="113873"/>
                </a:cubicBezTo>
                <a:lnTo>
                  <a:pt x="2030096" y="569362"/>
                </a:lnTo>
                <a:cubicBezTo>
                  <a:pt x="2030096" y="632252"/>
                  <a:pt x="1979113" y="683235"/>
                  <a:pt x="1916223" y="683235"/>
                </a:cubicBezTo>
                <a:lnTo>
                  <a:pt x="113872" y="683235"/>
                </a:lnTo>
                <a:cubicBezTo>
                  <a:pt x="50982" y="683235"/>
                  <a:pt x="0" y="632252"/>
                  <a:pt x="0" y="569362"/>
                </a:cubicBezTo>
                <a:lnTo>
                  <a:pt x="0" y="113873"/>
                </a:lnTo>
              </a:path>
            </a:pathLst>
          </a:custGeom>
          <a:solidFill xmlns:a="http://schemas.openxmlformats.org/drawingml/2006/main">
            <a:srgbClr val="2D6E8E">
              <a:alpha val="50000"/>
            </a:srgbClr>
          </a:solidFill>
          <a:ln xmlns:a="http://schemas.openxmlformats.org/drawingml/2006/main" w="0">
            <a:noFill/>
            <a:prstDash val="solid"/>
          </a:ln>
        </p:spPr>
      </p:sp>
      <p:sp>
        <p:nvSpPr>
          <p:cNvPr id="39" name="pdf-path-58">
            <a:extLst xmlns:a="http://schemas.openxmlformats.org/drawingml/2006/main">
              <a:ext uri="{FF2B5EF4-FFF2-40B4-BE49-F238E27FC236}">
                <a16:creationId xmlns:a16="http://schemas.microsoft.com/office/drawing/2014/main" id="{8CF7CC68-A8A2-4676-ADE6-9C26A8DC95AB}"/>
              </a:ext>
            </a:extLst>
          </p:cNvPr>
          <p:cNvSpPr>
            <a:spLocks xmlns:a="http://schemas.openxmlformats.org/drawingml/2006/main" noGrp="1"/>
          </p:cNvSpPr>
          <p:nvPr/>
        </p:nvSpPr>
        <p:spPr>
          <a:xfrm xmlns:a="http://schemas.openxmlformats.org/drawingml/2006/main">
            <a:off x="1376732" y="1170615"/>
            <a:ext cx="2030097" cy="683236"/>
          </a:xfrm>
          <a:custGeom xmlns:a="http://schemas.openxmlformats.org/drawingml/2006/main">
            <a:pathLst>
              <a:path w="2030097" h="683236">
                <a:moveTo>
                  <a:pt x="0" y="113874"/>
                </a:moveTo>
                <a:cubicBezTo>
                  <a:pt x="0" y="50983"/>
                  <a:pt x="50983" y="0"/>
                  <a:pt x="113873" y="0"/>
                </a:cubicBezTo>
                <a:lnTo>
                  <a:pt x="1916224" y="0"/>
                </a:lnTo>
                <a:cubicBezTo>
                  <a:pt x="1979114" y="0"/>
                  <a:pt x="2030097" y="50983"/>
                  <a:pt x="2030097" y="113874"/>
                </a:cubicBezTo>
                <a:lnTo>
                  <a:pt x="2030097" y="569363"/>
                </a:lnTo>
                <a:cubicBezTo>
                  <a:pt x="2030097" y="632253"/>
                  <a:pt x="1979114" y="683236"/>
                  <a:pt x="1916224" y="683236"/>
                </a:cubicBezTo>
                <a:lnTo>
                  <a:pt x="113873" y="683236"/>
                </a:lnTo>
                <a:cubicBezTo>
                  <a:pt x="50983" y="683236"/>
                  <a:pt x="0" y="632253"/>
                  <a:pt x="0" y="569363"/>
                </a:cubicBezTo>
                <a:lnTo>
                  <a:pt x="0" y="113874"/>
                </a:lnTo>
              </a:path>
            </a:pathLst>
          </a:custGeom>
          <a:noFill xmlns:a="http://schemas.openxmlformats.org/drawingml/2006/main"/>
          <a:ln xmlns:a="http://schemas.openxmlformats.org/drawingml/2006/main" w="36889">
            <a:solidFill>
              <a:srgbClr val="2D6E8E"/>
            </a:solidFill>
            <a:prstDash val="solid"/>
          </a:ln>
        </p:spPr>
      </p:sp>
      <p:sp>
        <p:nvSpPr>
          <p:cNvPr id="40" name="pdf-text-30-0">
            <a:extLst xmlns:a="http://schemas.openxmlformats.org/drawingml/2006/main">
              <a:ext uri="{FF2B5EF4-FFF2-40B4-BE49-F238E27FC236}">
                <a16:creationId xmlns:a16="http://schemas.microsoft.com/office/drawing/2014/main" id="{39AB7B47-BB40-4233-BFA1-B371377EFEEE}"/>
              </a:ext>
            </a:extLst>
          </p:cNvPr>
          <p:cNvSpPr>
            <a:spLocks xmlns:a="http://schemas.openxmlformats.org/drawingml/2006/main" noGrp="1"/>
          </p:cNvSpPr>
          <p:nvPr/>
        </p:nvSpPr>
        <p:spPr>
          <a:xfrm xmlns:a="http://schemas.openxmlformats.org/drawingml/2006/main">
            <a:off x="1810092" y="1292683"/>
            <a:ext cx="1163120" cy="2270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501" b="1" i="0">
                <a:solidFill>
                  <a:srgbClr val="000000"/>
                </a:solidFill>
                <a:latin typeface="Arial"/>
                <a:ea typeface="Arial"/>
                <a:cs typeface="Arial"/>
              </a:defRPr>
            </a:defPPr>
          </a:lstStyle>
          <a:p xmlns:a="http://schemas.openxmlformats.org/drawingml/2006/main">
            <a:pPr algn="ctr">
              <a:defRPr sz="1501" b="1" i="0">
                <a:solidFill>
                  <a:srgbClr val="000000"/>
                </a:solidFill>
                <a:latin typeface="Arial"/>
                <a:ea typeface="Arial"/>
                <a:cs typeface="Arial"/>
              </a:defRPr>
            </a:pPr>
            <a:r>
              <a:rPr sz="1501" b="1" i="0">
                <a:solidFill>
                  <a:srgbClr val="000000"/>
                </a:solidFill>
                <a:latin typeface="Arial"/>
                <a:ea typeface="Arial"/>
                <a:cs typeface="Arial"/>
              </a:rPr>
              <a:t>State-Action</a:t>
            </a:r>
          </a:p>
        </p:txBody>
      </p:sp>
      <p:sp>
        <p:nvSpPr>
          <p:cNvPr id="41" name="pdf-text-33-0">
            <a:extLst xmlns:a="http://schemas.openxmlformats.org/drawingml/2006/main">
              <a:ext uri="{FF2B5EF4-FFF2-40B4-BE49-F238E27FC236}">
                <a16:creationId xmlns:a16="http://schemas.microsoft.com/office/drawing/2014/main" id="{E016EBFB-3911-41D4-A4A4-8AB7C32E2A97}"/>
              </a:ext>
            </a:extLst>
          </p:cNvPr>
          <p:cNvSpPr>
            <a:spLocks xmlns:a="http://schemas.openxmlformats.org/drawingml/2006/main" noGrp="1"/>
          </p:cNvSpPr>
          <p:nvPr/>
        </p:nvSpPr>
        <p:spPr>
          <a:xfrm xmlns:a="http://schemas.openxmlformats.org/drawingml/2006/main">
            <a:off x="1632683" y="1565097"/>
            <a:ext cx="1517268" cy="2270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501" b="1" i="0">
                <a:solidFill>
                  <a:srgbClr val="000000"/>
                </a:solidFill>
                <a:latin typeface="Arial"/>
                <a:ea typeface="Arial"/>
                <a:cs typeface="Arial"/>
              </a:defRPr>
            </a:defPPr>
          </a:lstStyle>
          <a:p xmlns:a="http://schemas.openxmlformats.org/drawingml/2006/main">
            <a:pPr algn="ctr">
              <a:defRPr sz="1501" b="1" i="0">
                <a:solidFill>
                  <a:srgbClr val="000000"/>
                </a:solidFill>
                <a:latin typeface="Arial"/>
                <a:ea typeface="Arial"/>
                <a:cs typeface="Arial"/>
              </a:defRPr>
            </a:pPr>
            <a:r>
              <a:rPr sz="1501" b="1" i="0">
                <a:solidFill>
                  <a:srgbClr val="000000"/>
                </a:solidFill>
                <a:latin typeface="Arial"/>
                <a:ea typeface="Arial"/>
                <a:cs typeface="Arial"/>
              </a:rPr>
              <a:t>Novelty Module</a:t>
            </a:r>
          </a:p>
        </p:txBody>
      </p:sp>
      <p:sp>
        <p:nvSpPr>
          <p:cNvPr id="42" name="pdf-path-64">
            <a:extLst xmlns:a="http://schemas.openxmlformats.org/drawingml/2006/main">
              <a:ext uri="{FF2B5EF4-FFF2-40B4-BE49-F238E27FC236}">
                <a16:creationId xmlns:a16="http://schemas.microsoft.com/office/drawing/2014/main" id="{FF01F34B-5BF3-4975-A76D-BBF8EC198DF9}"/>
              </a:ext>
            </a:extLst>
          </p:cNvPr>
          <p:cNvSpPr>
            <a:spLocks xmlns:a="http://schemas.openxmlformats.org/drawingml/2006/main" noGrp="1"/>
          </p:cNvSpPr>
          <p:nvPr/>
        </p:nvSpPr>
        <p:spPr>
          <a:xfrm xmlns:a="http://schemas.openxmlformats.org/drawingml/2006/main">
            <a:off x="1546236" y="3319127"/>
            <a:ext cx="1671503" cy="879013"/>
          </a:xfrm>
          <a:custGeom xmlns:a="http://schemas.openxmlformats.org/drawingml/2006/main">
            <a:pathLst>
              <a:path w="1671503" h="879013">
                <a:moveTo>
                  <a:pt x="0" y="0"/>
                </a:moveTo>
                <a:lnTo>
                  <a:pt x="219754" y="879013"/>
                </a:lnTo>
                <a:lnTo>
                  <a:pt x="1451750" y="879013"/>
                </a:lnTo>
                <a:lnTo>
                  <a:pt x="1671503" y="0"/>
                </a:lnTo>
                <a:lnTo>
                  <a:pt x="0" y="0"/>
                </a:lnTo>
              </a:path>
            </a:pathLst>
          </a:custGeom>
          <a:solidFill xmlns:a="http://schemas.openxmlformats.org/drawingml/2006/main">
            <a:srgbClr val="A6D932">
              <a:alpha val="50000"/>
            </a:srgbClr>
          </a:solidFill>
          <a:ln xmlns:a="http://schemas.openxmlformats.org/drawingml/2006/main" w="0">
            <a:noFill/>
            <a:prstDash val="solid"/>
          </a:ln>
        </p:spPr>
      </p:sp>
      <p:sp>
        <p:nvSpPr>
          <p:cNvPr id="43" name="pdf-path-65">
            <a:extLst xmlns:a="http://schemas.openxmlformats.org/drawingml/2006/main">
              <a:ext uri="{FF2B5EF4-FFF2-40B4-BE49-F238E27FC236}">
                <a16:creationId xmlns:a16="http://schemas.microsoft.com/office/drawing/2014/main" id="{7FE103E1-B1FB-4499-98E1-4BD74F336827}"/>
              </a:ext>
            </a:extLst>
          </p:cNvPr>
          <p:cNvSpPr>
            <a:spLocks xmlns:a="http://schemas.openxmlformats.org/drawingml/2006/main" noGrp="1"/>
          </p:cNvSpPr>
          <p:nvPr/>
        </p:nvSpPr>
        <p:spPr>
          <a:xfrm xmlns:a="http://schemas.openxmlformats.org/drawingml/2006/main">
            <a:off x="1546236" y="3319127"/>
            <a:ext cx="1671503" cy="879013"/>
          </a:xfrm>
          <a:custGeom xmlns:a="http://schemas.openxmlformats.org/drawingml/2006/main">
            <a:pathLst>
              <a:path w="1671503" h="879013">
                <a:moveTo>
                  <a:pt x="0" y="0"/>
                </a:moveTo>
                <a:lnTo>
                  <a:pt x="219754" y="879013"/>
                </a:lnTo>
                <a:lnTo>
                  <a:pt x="1451751" y="879013"/>
                </a:lnTo>
                <a:lnTo>
                  <a:pt x="1671503" y="0"/>
                </a:lnTo>
                <a:lnTo>
                  <a:pt x="0" y="0"/>
                </a:lnTo>
              </a:path>
            </a:pathLst>
          </a:custGeom>
          <a:noFill xmlns:a="http://schemas.openxmlformats.org/drawingml/2006/main"/>
          <a:ln xmlns:a="http://schemas.openxmlformats.org/drawingml/2006/main" w="36889">
            <a:solidFill>
              <a:srgbClr val="A6D932"/>
            </a:solidFill>
            <a:prstDash val="solid"/>
          </a:ln>
        </p:spPr>
      </p:sp>
      <p:sp>
        <p:nvSpPr>
          <p:cNvPr id="44" name="pdf-text-35-0">
            <a:extLst xmlns:a="http://schemas.openxmlformats.org/drawingml/2006/main">
              <a:ext uri="{FF2B5EF4-FFF2-40B4-BE49-F238E27FC236}">
                <a16:creationId xmlns:a16="http://schemas.microsoft.com/office/drawing/2014/main" id="{341D1F69-67DB-4BD0-9D1B-AC05B7C5B71B}"/>
              </a:ext>
            </a:extLst>
          </p:cNvPr>
          <p:cNvSpPr>
            <a:spLocks xmlns:a="http://schemas.openxmlformats.org/drawingml/2006/main" noGrp="1"/>
          </p:cNvSpPr>
          <p:nvPr/>
        </p:nvSpPr>
        <p:spPr>
          <a:xfrm xmlns:a="http://schemas.openxmlformats.org/drawingml/2006/main">
            <a:off x="1769501" y="3550991"/>
            <a:ext cx="1200088" cy="2270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501" b="1" i="0">
                <a:solidFill>
                  <a:srgbClr val="000000"/>
                </a:solidFill>
                <a:latin typeface="Arial"/>
                <a:ea typeface="Arial"/>
                <a:cs typeface="Arial"/>
              </a:defRPr>
            </a:defPPr>
          </a:lstStyle>
          <a:p xmlns:a="http://schemas.openxmlformats.org/drawingml/2006/main">
            <a:pPr algn="ctr">
              <a:defRPr sz="1501" b="1" i="0">
                <a:solidFill>
                  <a:srgbClr val="000000"/>
                </a:solidFill>
                <a:latin typeface="Arial"/>
                <a:ea typeface="Arial"/>
                <a:cs typeface="Arial"/>
              </a:defRPr>
            </a:pPr>
            <a:r>
              <a:rPr sz="1501" b="1" i="0">
                <a:solidFill>
                  <a:srgbClr val="000000"/>
                </a:solidFill>
                <a:latin typeface="Arial"/>
                <a:ea typeface="Arial"/>
                <a:cs typeface="Arial"/>
              </a:rPr>
              <a:t>Skill Encoder</a:t>
            </a:r>
          </a:p>
        </p:txBody>
      </p:sp>
      <p:sp>
        <p:nvSpPr>
          <p:cNvPr id="45" name="pdf-path-76-part-0">
            <a:extLst xmlns:a="http://schemas.openxmlformats.org/drawingml/2006/main">
              <a:ext uri="{FF2B5EF4-FFF2-40B4-BE49-F238E27FC236}">
                <a16:creationId xmlns:a16="http://schemas.microsoft.com/office/drawing/2014/main" id="{F095E6C2-A06B-4B04-9A0C-4F6576889C8D}"/>
              </a:ext>
            </a:extLst>
          </p:cNvPr>
          <p:cNvSpPr>
            <a:spLocks xmlns:a="http://schemas.openxmlformats.org/drawingml/2006/main" noGrp="1"/>
          </p:cNvSpPr>
          <p:nvPr/>
        </p:nvSpPr>
        <p:spPr>
          <a:xfrm xmlns:a="http://schemas.openxmlformats.org/drawingml/2006/main">
            <a:off x="2365364" y="3114120"/>
            <a:ext cx="68183" cy="205007"/>
          </a:xfrm>
          <a:custGeom xmlns:a="http://schemas.openxmlformats.org/drawingml/2006/main">
            <a:pathLst>
              <a:path w="68183" h="205007">
                <a:moveTo>
                  <a:pt x="565" y="0"/>
                </a:moveTo>
                <a:lnTo>
                  <a:pt x="0" y="119798"/>
                </a:lnTo>
                <a:lnTo>
                  <a:pt x="34052" y="119960"/>
                </a:lnTo>
                <a:lnTo>
                  <a:pt x="34617" y="161"/>
                </a:lnTo>
                <a:lnTo>
                  <a:pt x="565" y="0"/>
                </a:lnTo>
              </a:path>
            </a:pathLst>
          </a:custGeom>
          <a:solidFill xmlns:a="http://schemas.openxmlformats.org/drawingml/2006/main">
            <a:srgbClr val="000000"/>
          </a:solidFill>
          <a:ln xmlns:a="http://schemas.openxmlformats.org/drawingml/2006/main" w="0">
            <a:noFill/>
            <a:prstDash val="solid"/>
          </a:ln>
        </p:spPr>
      </p:sp>
      <p:sp>
        <p:nvSpPr>
          <p:cNvPr id="46" name="pdf-path-76-part-1">
            <a:extLst xmlns:a="http://schemas.openxmlformats.org/drawingml/2006/main">
              <a:ext uri="{FF2B5EF4-FFF2-40B4-BE49-F238E27FC236}">
                <a16:creationId xmlns:a16="http://schemas.microsoft.com/office/drawing/2014/main" id="{F4097455-2017-43EB-B4B1-1D3630101123}"/>
              </a:ext>
            </a:extLst>
          </p:cNvPr>
          <p:cNvSpPr>
            <a:spLocks xmlns:a="http://schemas.openxmlformats.org/drawingml/2006/main" noGrp="1"/>
          </p:cNvSpPr>
          <p:nvPr/>
        </p:nvSpPr>
        <p:spPr>
          <a:xfrm xmlns:a="http://schemas.openxmlformats.org/drawingml/2006/main">
            <a:off x="2365364" y="3114120"/>
            <a:ext cx="68183" cy="205007"/>
          </a:xfrm>
          <a:custGeom xmlns:a="http://schemas.openxmlformats.org/drawingml/2006/main">
            <a:pathLst>
              <a:path w="68183" h="205007">
                <a:moveTo>
                  <a:pt x="-33971" y="102612"/>
                </a:moveTo>
                <a:lnTo>
                  <a:pt x="16623" y="205007"/>
                </a:lnTo>
                <a:lnTo>
                  <a:pt x="68183" y="103095"/>
                </a:lnTo>
                <a:lnTo>
                  <a:pt x="-33971" y="102612"/>
                </a:lnTo>
              </a:path>
            </a:pathLst>
          </a:custGeom>
          <a:solidFill xmlns:a="http://schemas.openxmlformats.org/drawingml/2006/main">
            <a:srgbClr val="000000"/>
          </a:solidFill>
          <a:ln xmlns:a="http://schemas.openxmlformats.org/drawingml/2006/main" w="0">
            <a:noFill/>
            <a:prstDash val="solid"/>
          </a:ln>
        </p:spPr>
      </p:sp>
      <p:sp>
        <p:nvSpPr>
          <p:cNvPr id="47" name="pdf-path-77-part-0">
            <a:extLst xmlns:a="http://schemas.openxmlformats.org/drawingml/2006/main">
              <a:ext uri="{FF2B5EF4-FFF2-40B4-BE49-F238E27FC236}">
                <a16:creationId xmlns:a16="http://schemas.microsoft.com/office/drawing/2014/main" id="{2BCE3178-2919-448C-A6F9-B4B0541DEF36}"/>
              </a:ext>
            </a:extLst>
          </p:cNvPr>
          <p:cNvSpPr>
            <a:spLocks xmlns:a="http://schemas.openxmlformats.org/drawingml/2006/main" noGrp="1"/>
          </p:cNvSpPr>
          <p:nvPr/>
        </p:nvSpPr>
        <p:spPr>
          <a:xfrm xmlns:a="http://schemas.openxmlformats.org/drawingml/2006/main">
            <a:off x="2370010" y="1853656"/>
            <a:ext cx="68293" cy="500731"/>
          </a:xfrm>
          <a:custGeom xmlns:a="http://schemas.openxmlformats.org/drawingml/2006/main">
            <a:pathLst>
              <a:path w="68293" h="500731">
                <a:moveTo>
                  <a:pt x="4744" y="0"/>
                </a:moveTo>
                <a:lnTo>
                  <a:pt x="0" y="415412"/>
                </a:lnTo>
                <a:lnTo>
                  <a:pt x="34049" y="415802"/>
                </a:lnTo>
                <a:lnTo>
                  <a:pt x="38794" y="388"/>
                </a:lnTo>
                <a:lnTo>
                  <a:pt x="4744" y="0"/>
                </a:lnTo>
              </a:path>
            </a:pathLst>
          </a:custGeom>
          <a:solidFill xmlns:a="http://schemas.openxmlformats.org/drawingml/2006/main">
            <a:srgbClr val="000000"/>
          </a:solidFill>
          <a:ln xmlns:a="http://schemas.openxmlformats.org/drawingml/2006/main" w="0">
            <a:noFill/>
            <a:prstDash val="solid"/>
          </a:ln>
        </p:spPr>
      </p:sp>
      <p:sp>
        <p:nvSpPr>
          <p:cNvPr id="48" name="pdf-path-77-part-1">
            <a:extLst xmlns:a="http://schemas.openxmlformats.org/drawingml/2006/main">
              <a:ext uri="{FF2B5EF4-FFF2-40B4-BE49-F238E27FC236}">
                <a16:creationId xmlns:a16="http://schemas.microsoft.com/office/drawing/2014/main" id="{0BEB3465-6D76-48F7-BB6D-1C8590DFB3EB}"/>
              </a:ext>
            </a:extLst>
          </p:cNvPr>
          <p:cNvSpPr>
            <a:spLocks xmlns:a="http://schemas.openxmlformats.org/drawingml/2006/main" noGrp="1"/>
          </p:cNvSpPr>
          <p:nvPr/>
        </p:nvSpPr>
        <p:spPr>
          <a:xfrm xmlns:a="http://schemas.openxmlformats.org/drawingml/2006/main">
            <a:off x="2370010" y="1853656"/>
            <a:ext cx="68293" cy="500731"/>
          </a:xfrm>
          <a:custGeom xmlns:a="http://schemas.openxmlformats.org/drawingml/2006/main">
            <a:pathLst>
              <a:path w="68293" h="500731">
                <a:moveTo>
                  <a:pt x="-33855" y="397999"/>
                </a:moveTo>
                <a:lnTo>
                  <a:pt x="16052" y="500731"/>
                </a:lnTo>
                <a:lnTo>
                  <a:pt x="68293" y="399165"/>
                </a:lnTo>
                <a:lnTo>
                  <a:pt x="-33855" y="397999"/>
                </a:lnTo>
              </a:path>
            </a:pathLst>
          </a:custGeom>
          <a:solidFill xmlns:a="http://schemas.openxmlformats.org/drawingml/2006/main">
            <a:srgbClr val="000000"/>
          </a:solidFill>
          <a:ln xmlns:a="http://schemas.openxmlformats.org/drawingml/2006/main" w="0">
            <a:noFill/>
            <a:prstDash val="solid"/>
          </a:ln>
        </p:spPr>
      </p:sp>
      <p:sp>
        <p:nvSpPr>
          <p:cNvPr id="49" name="pdf-path-78-part-0">
            <a:extLst xmlns:a="http://schemas.openxmlformats.org/drawingml/2006/main">
              <a:ext uri="{FF2B5EF4-FFF2-40B4-BE49-F238E27FC236}">
                <a16:creationId xmlns:a16="http://schemas.microsoft.com/office/drawing/2014/main" id="{D1636981-9769-42B6-A4B9-44AE821110AA}"/>
              </a:ext>
            </a:extLst>
          </p:cNvPr>
          <p:cNvSpPr>
            <a:spLocks xmlns:a="http://schemas.openxmlformats.org/drawingml/2006/main" noGrp="1"/>
          </p:cNvSpPr>
          <p:nvPr/>
        </p:nvSpPr>
        <p:spPr>
          <a:xfrm xmlns:a="http://schemas.openxmlformats.org/drawingml/2006/main">
            <a:off x="2337074" y="983763"/>
            <a:ext cx="68670" cy="186852"/>
          </a:xfrm>
          <a:custGeom xmlns:a="http://schemas.openxmlformats.org/drawingml/2006/main">
            <a:pathLst>
              <a:path w="68670" h="186852">
                <a:moveTo>
                  <a:pt x="65043" y="0"/>
                </a:moveTo>
                <a:lnTo>
                  <a:pt x="68670" y="101168"/>
                </a:lnTo>
                <a:lnTo>
                  <a:pt x="34641" y="102386"/>
                </a:lnTo>
                <a:lnTo>
                  <a:pt x="31013" y="1220"/>
                </a:lnTo>
                <a:lnTo>
                  <a:pt x="65043" y="0"/>
                </a:lnTo>
              </a:path>
            </a:pathLst>
          </a:custGeom>
          <a:solidFill xmlns:a="http://schemas.openxmlformats.org/drawingml/2006/main">
            <a:srgbClr val="000000"/>
          </a:solidFill>
          <a:ln xmlns:a="http://schemas.openxmlformats.org/drawingml/2006/main" w="0">
            <a:noFill/>
            <a:prstDash val="solid"/>
          </a:ln>
        </p:spPr>
      </p:sp>
      <p:sp>
        <p:nvSpPr>
          <p:cNvPr id="50" name="pdf-path-78-part-1">
            <a:extLst xmlns:a="http://schemas.openxmlformats.org/drawingml/2006/main">
              <a:ext uri="{FF2B5EF4-FFF2-40B4-BE49-F238E27FC236}">
                <a16:creationId xmlns:a16="http://schemas.microsoft.com/office/drawing/2014/main" id="{01FBB16F-12EC-46FD-9FA3-7DDC550D8F36}"/>
              </a:ext>
            </a:extLst>
          </p:cNvPr>
          <p:cNvSpPr>
            <a:spLocks xmlns:a="http://schemas.openxmlformats.org/drawingml/2006/main" noGrp="1"/>
          </p:cNvSpPr>
          <p:nvPr/>
        </p:nvSpPr>
        <p:spPr>
          <a:xfrm xmlns:a="http://schemas.openxmlformats.org/drawingml/2006/main">
            <a:off x="2337074" y="983763"/>
            <a:ext cx="68670" cy="186852"/>
          </a:xfrm>
          <a:custGeom xmlns:a="http://schemas.openxmlformats.org/drawingml/2006/main">
            <a:pathLst>
              <a:path w="68670" h="186852">
                <a:moveTo>
                  <a:pt x="102090" y="82931"/>
                </a:moveTo>
                <a:lnTo>
                  <a:pt x="54705" y="186852"/>
                </a:lnTo>
                <a:lnTo>
                  <a:pt x="0" y="86592"/>
                </a:lnTo>
                <a:lnTo>
                  <a:pt x="102090" y="82931"/>
                </a:lnTo>
              </a:path>
            </a:pathLst>
          </a:custGeom>
          <a:solidFill xmlns:a="http://schemas.openxmlformats.org/drawingml/2006/main">
            <a:srgbClr val="000000"/>
          </a:solidFill>
          <a:ln xmlns:a="http://schemas.openxmlformats.org/drawingml/2006/main" w="0">
            <a:noFill/>
            <a:prstDash val="solid"/>
          </a:ln>
        </p:spPr>
      </p:sp>
      <p:sp>
        <p:nvSpPr>
          <p:cNvPr id="51" name="pdf-path-79-part-0">
            <a:extLst xmlns:a="http://schemas.openxmlformats.org/drawingml/2006/main">
              <a:ext uri="{FF2B5EF4-FFF2-40B4-BE49-F238E27FC236}">
                <a16:creationId xmlns:a16="http://schemas.microsoft.com/office/drawing/2014/main" id="{55C901BF-CB85-4B69-98F0-DB3B0893A692}"/>
              </a:ext>
            </a:extLst>
          </p:cNvPr>
          <p:cNvSpPr>
            <a:spLocks xmlns:a="http://schemas.openxmlformats.org/drawingml/2006/main" noGrp="1"/>
          </p:cNvSpPr>
          <p:nvPr/>
        </p:nvSpPr>
        <p:spPr>
          <a:xfrm xmlns:a="http://schemas.openxmlformats.org/drawingml/2006/main">
            <a:off x="3227517" y="4203941"/>
            <a:ext cx="1497067" cy="435299"/>
          </a:xfrm>
          <a:custGeom xmlns:a="http://schemas.openxmlformats.org/drawingml/2006/main">
            <a:pathLst>
              <a:path w="1497067" h="435299">
                <a:moveTo>
                  <a:pt x="0" y="435299"/>
                </a:moveTo>
                <a:lnTo>
                  <a:pt x="1497067" y="435299"/>
                </a:lnTo>
                <a:lnTo>
                  <a:pt x="1497067" y="85129"/>
                </a:lnTo>
                <a:lnTo>
                  <a:pt x="1463016" y="85129"/>
                </a:lnTo>
                <a:lnTo>
                  <a:pt x="1463016" y="418273"/>
                </a:lnTo>
                <a:lnTo>
                  <a:pt x="1480042" y="401247"/>
                </a:lnTo>
                <a:lnTo>
                  <a:pt x="0" y="401247"/>
                </a:lnTo>
                <a:lnTo>
                  <a:pt x="0" y="435299"/>
                </a:lnTo>
              </a:path>
            </a:pathLst>
          </a:custGeom>
          <a:solidFill xmlns:a="http://schemas.openxmlformats.org/drawingml/2006/main">
            <a:srgbClr val="D05F07"/>
          </a:solidFill>
          <a:ln xmlns:a="http://schemas.openxmlformats.org/drawingml/2006/main" w="0">
            <a:noFill/>
            <a:prstDash val="solid"/>
          </a:ln>
        </p:spPr>
      </p:sp>
      <p:sp>
        <p:nvSpPr>
          <p:cNvPr id="52" name="pdf-path-79-part-1">
            <a:extLst xmlns:a="http://schemas.openxmlformats.org/drawingml/2006/main">
              <a:ext uri="{FF2B5EF4-FFF2-40B4-BE49-F238E27FC236}">
                <a16:creationId xmlns:a16="http://schemas.microsoft.com/office/drawing/2014/main" id="{D6570449-861F-48DC-80B7-9046F4718C6C}"/>
              </a:ext>
            </a:extLst>
          </p:cNvPr>
          <p:cNvSpPr>
            <a:spLocks xmlns:a="http://schemas.openxmlformats.org/drawingml/2006/main" noGrp="1"/>
          </p:cNvSpPr>
          <p:nvPr/>
        </p:nvSpPr>
        <p:spPr>
          <a:xfrm xmlns:a="http://schemas.openxmlformats.org/drawingml/2006/main">
            <a:off x="3227517" y="4203941"/>
            <a:ext cx="1497067" cy="435299"/>
          </a:xfrm>
          <a:custGeom xmlns:a="http://schemas.openxmlformats.org/drawingml/2006/main">
            <a:pathLst>
              <a:path w="1497067" h="435299">
                <a:moveTo>
                  <a:pt x="1531119" y="102155"/>
                </a:moveTo>
                <a:lnTo>
                  <a:pt x="1480042" y="0"/>
                </a:lnTo>
                <a:lnTo>
                  <a:pt x="1428964" y="102155"/>
                </a:lnTo>
                <a:lnTo>
                  <a:pt x="1531119" y="102155"/>
                </a:lnTo>
              </a:path>
            </a:pathLst>
          </a:custGeom>
          <a:solidFill xmlns:a="http://schemas.openxmlformats.org/drawingml/2006/main">
            <a:srgbClr val="D05F07"/>
          </a:solidFill>
          <a:ln xmlns:a="http://schemas.openxmlformats.org/drawingml/2006/main" w="0">
            <a:noFill/>
            <a:prstDash val="solid"/>
          </a:ln>
        </p:spPr>
      </p:sp>
      <p:sp>
        <p:nvSpPr>
          <p:cNvPr id="53" name="pdf-path-80-part-0">
            <a:extLst xmlns:a="http://schemas.openxmlformats.org/drawingml/2006/main">
              <a:ext uri="{FF2B5EF4-FFF2-40B4-BE49-F238E27FC236}">
                <a16:creationId xmlns:a16="http://schemas.microsoft.com/office/drawing/2014/main" id="{D2238948-E3EC-4FB5-A185-5EAAFD2338FB}"/>
              </a:ext>
            </a:extLst>
          </p:cNvPr>
          <p:cNvSpPr>
            <a:spLocks xmlns:a="http://schemas.openxmlformats.org/drawingml/2006/main" noGrp="1"/>
          </p:cNvSpPr>
          <p:nvPr/>
        </p:nvSpPr>
        <p:spPr>
          <a:xfrm xmlns:a="http://schemas.openxmlformats.org/drawingml/2006/main">
            <a:off x="2417883" y="4198141"/>
            <a:ext cx="68105" cy="276275"/>
          </a:xfrm>
          <a:custGeom xmlns:a="http://schemas.openxmlformats.org/drawingml/2006/main">
            <a:pathLst>
              <a:path w="68105" h="276275">
                <a:moveTo>
                  <a:pt x="68103" y="276275"/>
                </a:moveTo>
                <a:lnTo>
                  <a:pt x="68105" y="85129"/>
                </a:lnTo>
                <a:lnTo>
                  <a:pt x="34053" y="85129"/>
                </a:lnTo>
                <a:lnTo>
                  <a:pt x="34052" y="276275"/>
                </a:lnTo>
                <a:lnTo>
                  <a:pt x="68103" y="276275"/>
                </a:lnTo>
              </a:path>
            </a:pathLst>
          </a:custGeom>
          <a:solidFill xmlns:a="http://schemas.openxmlformats.org/drawingml/2006/main">
            <a:srgbClr val="A6D932"/>
          </a:solidFill>
          <a:ln xmlns:a="http://schemas.openxmlformats.org/drawingml/2006/main" w="0">
            <a:noFill/>
            <a:prstDash val="solid"/>
          </a:ln>
        </p:spPr>
      </p:sp>
      <p:sp>
        <p:nvSpPr>
          <p:cNvPr id="54" name="pdf-path-80-part-1">
            <a:extLst xmlns:a="http://schemas.openxmlformats.org/drawingml/2006/main">
              <a:ext uri="{FF2B5EF4-FFF2-40B4-BE49-F238E27FC236}">
                <a16:creationId xmlns:a16="http://schemas.microsoft.com/office/drawing/2014/main" id="{9CECDDC3-19E8-49DC-9631-E3AE99D4CDD0}"/>
              </a:ext>
            </a:extLst>
          </p:cNvPr>
          <p:cNvSpPr>
            <a:spLocks xmlns:a="http://schemas.openxmlformats.org/drawingml/2006/main" noGrp="1"/>
          </p:cNvSpPr>
          <p:nvPr/>
        </p:nvSpPr>
        <p:spPr>
          <a:xfrm xmlns:a="http://schemas.openxmlformats.org/drawingml/2006/main">
            <a:off x="2417883" y="4198141"/>
            <a:ext cx="68105" cy="276275"/>
          </a:xfrm>
          <a:custGeom xmlns:a="http://schemas.openxmlformats.org/drawingml/2006/main">
            <a:pathLst>
              <a:path w="68105" h="276275">
                <a:moveTo>
                  <a:pt x="102155" y="102155"/>
                </a:moveTo>
                <a:lnTo>
                  <a:pt x="51078" y="0"/>
                </a:lnTo>
                <a:lnTo>
                  <a:pt x="0" y="102155"/>
                </a:lnTo>
                <a:lnTo>
                  <a:pt x="102155" y="102155"/>
                </a:lnTo>
              </a:path>
            </a:pathLst>
          </a:custGeom>
          <a:solidFill xmlns:a="http://schemas.openxmlformats.org/drawingml/2006/main">
            <a:srgbClr val="A6D932"/>
          </a:solidFill>
          <a:ln xmlns:a="http://schemas.openxmlformats.org/drawingml/2006/main" w="0">
            <a:noFill/>
            <a:prstDash val="solid"/>
          </a:ln>
        </p:spPr>
      </p:sp>
      <p:sp>
        <p:nvSpPr>
          <p:cNvPr id="55" name="pdf-path-81-part-0">
            <a:extLst xmlns:a="http://schemas.openxmlformats.org/drawingml/2006/main">
              <a:ext uri="{FF2B5EF4-FFF2-40B4-BE49-F238E27FC236}">
                <a16:creationId xmlns:a16="http://schemas.microsoft.com/office/drawing/2014/main" id="{312BE324-210B-4454-9937-819B0C60B637}"/>
              </a:ext>
            </a:extLst>
          </p:cNvPr>
          <p:cNvSpPr>
            <a:spLocks xmlns:a="http://schemas.openxmlformats.org/drawingml/2006/main" noGrp="1"/>
          </p:cNvSpPr>
          <p:nvPr/>
        </p:nvSpPr>
        <p:spPr>
          <a:xfrm xmlns:a="http://schemas.openxmlformats.org/drawingml/2006/main">
            <a:off x="2246002" y="4198141"/>
            <a:ext cx="68103" cy="283133"/>
          </a:xfrm>
          <a:custGeom xmlns:a="http://schemas.openxmlformats.org/drawingml/2006/main">
            <a:pathLst>
              <a:path w="68103" h="283133">
                <a:moveTo>
                  <a:pt x="68102" y="283133"/>
                </a:moveTo>
                <a:lnTo>
                  <a:pt x="68103" y="85129"/>
                </a:lnTo>
                <a:lnTo>
                  <a:pt x="34051" y="85129"/>
                </a:lnTo>
                <a:lnTo>
                  <a:pt x="34051" y="283133"/>
                </a:lnTo>
                <a:lnTo>
                  <a:pt x="68102" y="283133"/>
                </a:lnTo>
              </a:path>
            </a:pathLst>
          </a:custGeom>
          <a:solidFill xmlns:a="http://schemas.openxmlformats.org/drawingml/2006/main">
            <a:srgbClr val="009E73"/>
          </a:solidFill>
          <a:ln xmlns:a="http://schemas.openxmlformats.org/drawingml/2006/main" w="0">
            <a:noFill/>
            <a:prstDash val="solid"/>
          </a:ln>
        </p:spPr>
      </p:sp>
      <p:sp>
        <p:nvSpPr>
          <p:cNvPr id="56" name="pdf-path-81-part-1">
            <a:extLst xmlns:a="http://schemas.openxmlformats.org/drawingml/2006/main">
              <a:ext uri="{FF2B5EF4-FFF2-40B4-BE49-F238E27FC236}">
                <a16:creationId xmlns:a16="http://schemas.microsoft.com/office/drawing/2014/main" id="{4E3916A9-CD30-4555-AB75-8A29AD5E6454}"/>
              </a:ext>
            </a:extLst>
          </p:cNvPr>
          <p:cNvSpPr>
            <a:spLocks xmlns:a="http://schemas.openxmlformats.org/drawingml/2006/main" noGrp="1"/>
          </p:cNvSpPr>
          <p:nvPr/>
        </p:nvSpPr>
        <p:spPr>
          <a:xfrm xmlns:a="http://schemas.openxmlformats.org/drawingml/2006/main">
            <a:off x="2246002" y="4198141"/>
            <a:ext cx="68103" cy="283133"/>
          </a:xfrm>
          <a:custGeom xmlns:a="http://schemas.openxmlformats.org/drawingml/2006/main">
            <a:pathLst>
              <a:path w="68103" h="283133">
                <a:moveTo>
                  <a:pt x="102155" y="102155"/>
                </a:moveTo>
                <a:lnTo>
                  <a:pt x="51077" y="0"/>
                </a:lnTo>
                <a:lnTo>
                  <a:pt x="0" y="102155"/>
                </a:lnTo>
                <a:lnTo>
                  <a:pt x="102155" y="102155"/>
                </a:lnTo>
              </a:path>
            </a:pathLst>
          </a:custGeom>
          <a:solidFill xmlns:a="http://schemas.openxmlformats.org/drawingml/2006/main">
            <a:srgbClr val="009E73"/>
          </a:solidFill>
          <a:ln xmlns:a="http://schemas.openxmlformats.org/drawingml/2006/main" w="0">
            <a:noFill/>
            <a:prstDash val="solid"/>
          </a:ln>
        </p:spPr>
      </p:sp>
      <p:sp>
        <p:nvSpPr>
          <p:cNvPr id="57" name="pdf-path-82-part-0">
            <a:extLst xmlns:a="http://schemas.openxmlformats.org/drawingml/2006/main">
              <a:ext uri="{FF2B5EF4-FFF2-40B4-BE49-F238E27FC236}">
                <a16:creationId xmlns:a16="http://schemas.microsoft.com/office/drawing/2014/main" id="{0E7ECB45-765B-48FA-94C0-29A22F283920}"/>
              </a:ext>
            </a:extLst>
          </p:cNvPr>
          <p:cNvSpPr>
            <a:spLocks xmlns:a="http://schemas.openxmlformats.org/drawingml/2006/main" noGrp="1"/>
          </p:cNvSpPr>
          <p:nvPr/>
        </p:nvSpPr>
        <p:spPr>
          <a:xfrm xmlns:a="http://schemas.openxmlformats.org/drawingml/2006/main">
            <a:off x="2233781" y="4877884"/>
            <a:ext cx="68104" cy="335619"/>
          </a:xfrm>
          <a:custGeom xmlns:a="http://schemas.openxmlformats.org/drawingml/2006/main">
            <a:pathLst>
              <a:path w="68104" h="335619">
                <a:moveTo>
                  <a:pt x="68103" y="335619"/>
                </a:moveTo>
                <a:lnTo>
                  <a:pt x="68104" y="85129"/>
                </a:lnTo>
                <a:lnTo>
                  <a:pt x="34052" y="85129"/>
                </a:lnTo>
                <a:lnTo>
                  <a:pt x="34051" y="335619"/>
                </a:lnTo>
                <a:lnTo>
                  <a:pt x="68103" y="335619"/>
                </a:lnTo>
              </a:path>
            </a:pathLst>
          </a:custGeom>
          <a:solidFill xmlns:a="http://schemas.openxmlformats.org/drawingml/2006/main">
            <a:srgbClr val="009E73"/>
          </a:solidFill>
          <a:ln xmlns:a="http://schemas.openxmlformats.org/drawingml/2006/main" w="0">
            <a:noFill/>
            <a:prstDash val="solid"/>
          </a:ln>
        </p:spPr>
      </p:sp>
      <p:sp>
        <p:nvSpPr>
          <p:cNvPr id="58" name="pdf-path-82-part-1">
            <a:extLst xmlns:a="http://schemas.openxmlformats.org/drawingml/2006/main">
              <a:ext uri="{FF2B5EF4-FFF2-40B4-BE49-F238E27FC236}">
                <a16:creationId xmlns:a16="http://schemas.microsoft.com/office/drawing/2014/main" id="{BD559331-BA46-4678-B6FA-046CC47D2738}"/>
              </a:ext>
            </a:extLst>
          </p:cNvPr>
          <p:cNvSpPr>
            <a:spLocks xmlns:a="http://schemas.openxmlformats.org/drawingml/2006/main" noGrp="1"/>
          </p:cNvSpPr>
          <p:nvPr/>
        </p:nvSpPr>
        <p:spPr>
          <a:xfrm xmlns:a="http://schemas.openxmlformats.org/drawingml/2006/main">
            <a:off x="2233781" y="4877884"/>
            <a:ext cx="68104" cy="335619"/>
          </a:xfrm>
          <a:custGeom xmlns:a="http://schemas.openxmlformats.org/drawingml/2006/main">
            <a:pathLst>
              <a:path w="68104" h="335619">
                <a:moveTo>
                  <a:pt x="102155" y="102155"/>
                </a:moveTo>
                <a:lnTo>
                  <a:pt x="51078" y="0"/>
                </a:lnTo>
                <a:lnTo>
                  <a:pt x="0" y="102155"/>
                </a:lnTo>
                <a:lnTo>
                  <a:pt x="102155" y="102155"/>
                </a:lnTo>
              </a:path>
            </a:pathLst>
          </a:custGeom>
          <a:solidFill xmlns:a="http://schemas.openxmlformats.org/drawingml/2006/main">
            <a:srgbClr val="009E73"/>
          </a:solidFill>
          <a:ln xmlns:a="http://schemas.openxmlformats.org/drawingml/2006/main" w="0">
            <a:noFill/>
            <a:prstDash val="solid"/>
          </a:ln>
        </p:spPr>
      </p:sp>
      <p:sp>
        <p:nvSpPr>
          <p:cNvPr id="59" name="pdf-path-83-part-0">
            <a:extLst xmlns:a="http://schemas.openxmlformats.org/drawingml/2006/main">
              <a:ext uri="{FF2B5EF4-FFF2-40B4-BE49-F238E27FC236}">
                <a16:creationId xmlns:a16="http://schemas.microsoft.com/office/drawing/2014/main" id="{D75CCAAE-47EF-4788-B062-4887F0A48429}"/>
              </a:ext>
            </a:extLst>
          </p:cNvPr>
          <p:cNvSpPr>
            <a:spLocks xmlns:a="http://schemas.openxmlformats.org/drawingml/2006/main" noGrp="1"/>
          </p:cNvSpPr>
          <p:nvPr/>
        </p:nvSpPr>
        <p:spPr>
          <a:xfrm xmlns:a="http://schemas.openxmlformats.org/drawingml/2006/main">
            <a:off x="2229924" y="6112606"/>
            <a:ext cx="68103" cy="202797"/>
          </a:xfrm>
          <a:custGeom xmlns:a="http://schemas.openxmlformats.org/drawingml/2006/main">
            <a:pathLst>
              <a:path w="68103" h="202797">
                <a:moveTo>
                  <a:pt x="68103" y="202797"/>
                </a:moveTo>
                <a:lnTo>
                  <a:pt x="68103" y="85129"/>
                </a:lnTo>
                <a:lnTo>
                  <a:pt x="34052" y="85129"/>
                </a:lnTo>
                <a:lnTo>
                  <a:pt x="34052" y="202797"/>
                </a:lnTo>
                <a:lnTo>
                  <a:pt x="68103" y="202797"/>
                </a:lnTo>
              </a:path>
            </a:pathLst>
          </a:custGeom>
          <a:solidFill xmlns:a="http://schemas.openxmlformats.org/drawingml/2006/main">
            <a:srgbClr val="009E73"/>
          </a:solidFill>
          <a:ln xmlns:a="http://schemas.openxmlformats.org/drawingml/2006/main" w="0">
            <a:noFill/>
            <a:prstDash val="solid"/>
          </a:ln>
        </p:spPr>
      </p:sp>
      <p:sp>
        <p:nvSpPr>
          <p:cNvPr id="60" name="pdf-path-83-part-1">
            <a:extLst xmlns:a="http://schemas.openxmlformats.org/drawingml/2006/main">
              <a:ext uri="{FF2B5EF4-FFF2-40B4-BE49-F238E27FC236}">
                <a16:creationId xmlns:a16="http://schemas.microsoft.com/office/drawing/2014/main" id="{7AC39A1D-85DF-446F-B24B-B230C0C288B5}"/>
              </a:ext>
            </a:extLst>
          </p:cNvPr>
          <p:cNvSpPr>
            <a:spLocks xmlns:a="http://schemas.openxmlformats.org/drawingml/2006/main" noGrp="1"/>
          </p:cNvSpPr>
          <p:nvPr/>
        </p:nvSpPr>
        <p:spPr>
          <a:xfrm xmlns:a="http://schemas.openxmlformats.org/drawingml/2006/main">
            <a:off x="2229924" y="6112606"/>
            <a:ext cx="68103" cy="202797"/>
          </a:xfrm>
          <a:custGeom xmlns:a="http://schemas.openxmlformats.org/drawingml/2006/main">
            <a:pathLst>
              <a:path w="68103" h="202797">
                <a:moveTo>
                  <a:pt x="102155" y="102155"/>
                </a:moveTo>
                <a:lnTo>
                  <a:pt x="51078" y="0"/>
                </a:lnTo>
                <a:lnTo>
                  <a:pt x="0" y="102155"/>
                </a:lnTo>
                <a:lnTo>
                  <a:pt x="102155" y="102155"/>
                </a:lnTo>
              </a:path>
            </a:pathLst>
          </a:custGeom>
          <a:solidFill xmlns:a="http://schemas.openxmlformats.org/drawingml/2006/main">
            <a:srgbClr val="009E73"/>
          </a:solidFill>
          <a:ln xmlns:a="http://schemas.openxmlformats.org/drawingml/2006/main" w="0">
            <a:noFill/>
            <a:prstDash val="solid"/>
          </a:ln>
        </p:spPr>
      </p:sp>
      <p:sp>
        <p:nvSpPr>
          <p:cNvPr id="61" name="pdf-path-84">
            <a:extLst xmlns:a="http://schemas.openxmlformats.org/drawingml/2006/main">
              <a:ext uri="{FF2B5EF4-FFF2-40B4-BE49-F238E27FC236}">
                <a16:creationId xmlns:a16="http://schemas.microsoft.com/office/drawing/2014/main" id="{F219D8DA-EDEE-4566-AF4F-D1F5A51BBA9D}"/>
              </a:ext>
            </a:extLst>
          </p:cNvPr>
          <p:cNvSpPr>
            <a:spLocks xmlns:a="http://schemas.openxmlformats.org/drawingml/2006/main" noGrp="1"/>
          </p:cNvSpPr>
          <p:nvPr/>
        </p:nvSpPr>
        <p:spPr>
          <a:xfrm xmlns:a="http://schemas.openxmlformats.org/drawingml/2006/main">
            <a:off x="2189018" y="6307560"/>
            <a:ext cx="381371" cy="381371"/>
          </a:xfrm>
          <a:custGeom xmlns:a="http://schemas.openxmlformats.org/drawingml/2006/main">
            <a:pathLst>
              <a:path w="381371" h="381371">
                <a:moveTo>
                  <a:pt x="0" y="190685"/>
                </a:moveTo>
                <a:cubicBezTo>
                  <a:pt x="0" y="85372"/>
                  <a:pt x="85373" y="0"/>
                  <a:pt x="190685" y="0"/>
                </a:cubicBezTo>
                <a:cubicBezTo>
                  <a:pt x="295997" y="0"/>
                  <a:pt x="381371" y="85372"/>
                  <a:pt x="381371" y="190685"/>
                </a:cubicBezTo>
                <a:cubicBezTo>
                  <a:pt x="381371" y="295997"/>
                  <a:pt x="295997" y="381371"/>
                  <a:pt x="190685" y="381371"/>
                </a:cubicBezTo>
                <a:cubicBezTo>
                  <a:pt x="85373" y="381371"/>
                  <a:pt x="0" y="295997"/>
                  <a:pt x="0" y="190685"/>
                </a:cubicBezTo>
              </a:path>
            </a:pathLst>
          </a:custGeom>
          <a:solidFill xmlns:a="http://schemas.openxmlformats.org/drawingml/2006/main">
            <a:srgbClr val="FFDB59">
              <a:alpha val="80000"/>
            </a:srgbClr>
          </a:solidFill>
          <a:ln xmlns:a="http://schemas.openxmlformats.org/drawingml/2006/main" w="0">
            <a:noFill/>
            <a:prstDash val="solid"/>
          </a:ln>
        </p:spPr>
      </p:sp>
      <p:sp>
        <p:nvSpPr>
          <p:cNvPr id="62" name="pdf-path-85">
            <a:extLst xmlns:a="http://schemas.openxmlformats.org/drawingml/2006/main">
              <a:ext uri="{FF2B5EF4-FFF2-40B4-BE49-F238E27FC236}">
                <a16:creationId xmlns:a16="http://schemas.microsoft.com/office/drawing/2014/main" id="{CA5ADA87-A352-4661-BD8D-D1054287AA3B}"/>
              </a:ext>
            </a:extLst>
          </p:cNvPr>
          <p:cNvSpPr>
            <a:spLocks xmlns:a="http://schemas.openxmlformats.org/drawingml/2006/main" noGrp="1"/>
          </p:cNvSpPr>
          <p:nvPr/>
        </p:nvSpPr>
        <p:spPr>
          <a:xfrm xmlns:a="http://schemas.openxmlformats.org/drawingml/2006/main">
            <a:off x="2189018" y="6307560"/>
            <a:ext cx="381371" cy="381371"/>
          </a:xfrm>
          <a:custGeom xmlns:a="http://schemas.openxmlformats.org/drawingml/2006/main">
            <a:pathLst>
              <a:path w="381371" h="381371">
                <a:moveTo>
                  <a:pt x="0" y="190685"/>
                </a:moveTo>
                <a:cubicBezTo>
                  <a:pt x="0" y="85373"/>
                  <a:pt x="85373" y="0"/>
                  <a:pt x="190685" y="0"/>
                </a:cubicBezTo>
                <a:cubicBezTo>
                  <a:pt x="295998" y="0"/>
                  <a:pt x="381371" y="85373"/>
                  <a:pt x="381371" y="190685"/>
                </a:cubicBezTo>
                <a:cubicBezTo>
                  <a:pt x="381371" y="295998"/>
                  <a:pt x="295998" y="381371"/>
                  <a:pt x="190685" y="381371"/>
                </a:cubicBezTo>
                <a:cubicBezTo>
                  <a:pt x="85373" y="381371"/>
                  <a:pt x="0" y="295998"/>
                  <a:pt x="0" y="190685"/>
                </a:cubicBezTo>
              </a:path>
            </a:pathLst>
          </a:custGeom>
          <a:noFill xmlns:a="http://schemas.openxmlformats.org/drawingml/2006/main"/>
          <a:ln xmlns:a="http://schemas.openxmlformats.org/drawingml/2006/main" w="36889">
            <a:solidFill>
              <a:srgbClr val="FFDB59"/>
            </a:solidFill>
            <a:prstDash val="solid"/>
          </a:ln>
        </p:spPr>
      </p:sp>
      <p:sp>
        <p:nvSpPr>
          <p:cNvPr id="63" name="pdf-path-89-part-0">
            <a:extLst xmlns:a="http://schemas.openxmlformats.org/drawingml/2006/main">
              <a:ext uri="{FF2B5EF4-FFF2-40B4-BE49-F238E27FC236}">
                <a16:creationId xmlns:a16="http://schemas.microsoft.com/office/drawing/2014/main" id="{EE8F2E1C-3F8B-4BBB-BE4D-92C46CCB7B91}"/>
              </a:ext>
            </a:extLst>
          </p:cNvPr>
          <p:cNvSpPr>
            <a:spLocks xmlns:a="http://schemas.openxmlformats.org/drawingml/2006/main" noGrp="1"/>
          </p:cNvSpPr>
          <p:nvPr/>
        </p:nvSpPr>
        <p:spPr>
          <a:xfrm xmlns:a="http://schemas.openxmlformats.org/drawingml/2006/main">
            <a:off x="2328172" y="6118587"/>
            <a:ext cx="68179" cy="188973"/>
          </a:xfrm>
          <a:custGeom xmlns:a="http://schemas.openxmlformats.org/drawingml/2006/main">
            <a:pathLst>
              <a:path w="68179" h="188973">
                <a:moveTo>
                  <a:pt x="67717" y="0"/>
                </a:moveTo>
                <a:lnTo>
                  <a:pt x="68179" y="103768"/>
                </a:lnTo>
                <a:lnTo>
                  <a:pt x="34127" y="103919"/>
                </a:lnTo>
                <a:lnTo>
                  <a:pt x="33665" y="153"/>
                </a:lnTo>
                <a:lnTo>
                  <a:pt x="67717" y="0"/>
                </a:lnTo>
              </a:path>
            </a:pathLst>
          </a:custGeom>
          <a:solidFill xmlns:a="http://schemas.openxmlformats.org/drawingml/2006/main">
            <a:srgbClr val="000000"/>
          </a:solidFill>
          <a:ln xmlns:a="http://schemas.openxmlformats.org/drawingml/2006/main" w="0">
            <a:noFill/>
            <a:prstDash val="solid"/>
          </a:ln>
        </p:spPr>
      </p:sp>
      <p:sp>
        <p:nvSpPr>
          <p:cNvPr id="64" name="pdf-path-89-part-1">
            <a:extLst xmlns:a="http://schemas.openxmlformats.org/drawingml/2006/main">
              <a:ext uri="{FF2B5EF4-FFF2-40B4-BE49-F238E27FC236}">
                <a16:creationId xmlns:a16="http://schemas.microsoft.com/office/drawing/2014/main" id="{E6F162BF-C066-4599-84EC-622156D43B63}"/>
              </a:ext>
            </a:extLst>
          </p:cNvPr>
          <p:cNvSpPr>
            <a:spLocks xmlns:a="http://schemas.openxmlformats.org/drawingml/2006/main" noGrp="1"/>
          </p:cNvSpPr>
          <p:nvPr/>
        </p:nvSpPr>
        <p:spPr>
          <a:xfrm xmlns:a="http://schemas.openxmlformats.org/drawingml/2006/main">
            <a:off x="2328172" y="6118587"/>
            <a:ext cx="68179" cy="188973"/>
          </a:xfrm>
          <a:custGeom xmlns:a="http://schemas.openxmlformats.org/drawingml/2006/main">
            <a:pathLst>
              <a:path w="68179" h="188973">
                <a:moveTo>
                  <a:pt x="102154" y="86591"/>
                </a:moveTo>
                <a:lnTo>
                  <a:pt x="51532" y="188973"/>
                </a:lnTo>
                <a:lnTo>
                  <a:pt x="0" y="87046"/>
                </a:lnTo>
                <a:lnTo>
                  <a:pt x="102154" y="86591"/>
                </a:lnTo>
              </a:path>
            </a:pathLst>
          </a:custGeom>
          <a:solidFill xmlns:a="http://schemas.openxmlformats.org/drawingml/2006/main">
            <a:srgbClr val="000000"/>
          </a:solidFill>
          <a:ln xmlns:a="http://schemas.openxmlformats.org/drawingml/2006/main" w="0">
            <a:noFill/>
            <a:prstDash val="solid"/>
          </a:ln>
        </p:spPr>
      </p:sp>
      <p:sp>
        <p:nvSpPr>
          <p:cNvPr id="65" name="pdf-path-90">
            <a:extLst xmlns:a="http://schemas.openxmlformats.org/drawingml/2006/main">
              <a:ext uri="{FF2B5EF4-FFF2-40B4-BE49-F238E27FC236}">
                <a16:creationId xmlns:a16="http://schemas.microsoft.com/office/drawing/2014/main" id="{1BB8771A-CB11-4088-8470-CE06216CDE26}"/>
              </a:ext>
            </a:extLst>
          </p:cNvPr>
          <p:cNvSpPr>
            <a:spLocks xmlns:a="http://schemas.openxmlformats.org/drawingml/2006/main" noGrp="1"/>
          </p:cNvSpPr>
          <p:nvPr/>
        </p:nvSpPr>
        <p:spPr>
          <a:xfrm xmlns:a="http://schemas.openxmlformats.org/drawingml/2006/main">
            <a:off x="1475916" y="4499012"/>
            <a:ext cx="1812569" cy="378872"/>
          </a:xfrm>
          <a:custGeom xmlns:a="http://schemas.openxmlformats.org/drawingml/2006/main">
            <a:pathLst>
              <a:path w="1812569" h="378872">
                <a:moveTo>
                  <a:pt x="0" y="63148"/>
                </a:moveTo>
                <a:cubicBezTo>
                  <a:pt x="0" y="28272"/>
                  <a:pt x="28272" y="0"/>
                  <a:pt x="63147" y="0"/>
                </a:cubicBezTo>
                <a:lnTo>
                  <a:pt x="1749423" y="0"/>
                </a:lnTo>
                <a:cubicBezTo>
                  <a:pt x="1784298" y="0"/>
                  <a:pt x="1812569" y="28272"/>
                  <a:pt x="1812569" y="63148"/>
                </a:cubicBezTo>
                <a:lnTo>
                  <a:pt x="1812569" y="315725"/>
                </a:lnTo>
                <a:cubicBezTo>
                  <a:pt x="1812569" y="350600"/>
                  <a:pt x="1784298" y="378872"/>
                  <a:pt x="1749423" y="378872"/>
                </a:cubicBezTo>
                <a:lnTo>
                  <a:pt x="63147" y="378872"/>
                </a:lnTo>
                <a:cubicBezTo>
                  <a:pt x="28272" y="378872"/>
                  <a:pt x="0" y="350600"/>
                  <a:pt x="0" y="315725"/>
                </a:cubicBezTo>
                <a:lnTo>
                  <a:pt x="0" y="63148"/>
                </a:lnTo>
              </a:path>
            </a:pathLst>
          </a:custGeom>
          <a:solidFill xmlns:a="http://schemas.openxmlformats.org/drawingml/2006/main">
            <a:srgbClr val="FFFFFF"/>
          </a:solidFill>
          <a:ln xmlns:a="http://schemas.openxmlformats.org/drawingml/2006/main" w="0">
            <a:noFill/>
            <a:prstDash val="solid"/>
          </a:ln>
        </p:spPr>
      </p:sp>
      <p:sp>
        <p:nvSpPr>
          <p:cNvPr id="66" name="pdf-path-91">
            <a:extLst xmlns:a="http://schemas.openxmlformats.org/drawingml/2006/main">
              <a:ext uri="{FF2B5EF4-FFF2-40B4-BE49-F238E27FC236}">
                <a16:creationId xmlns:a16="http://schemas.microsoft.com/office/drawing/2014/main" id="{D03E6010-8D65-4B62-A266-9F4CFBC01D55}"/>
              </a:ext>
            </a:extLst>
          </p:cNvPr>
          <p:cNvSpPr>
            <a:spLocks xmlns:a="http://schemas.openxmlformats.org/drawingml/2006/main" noGrp="1"/>
          </p:cNvSpPr>
          <p:nvPr/>
        </p:nvSpPr>
        <p:spPr>
          <a:xfrm xmlns:a="http://schemas.openxmlformats.org/drawingml/2006/main">
            <a:off x="1475916" y="4499012"/>
            <a:ext cx="1812569" cy="378871"/>
          </a:xfrm>
          <a:custGeom xmlns:a="http://schemas.openxmlformats.org/drawingml/2006/main">
            <a:pathLst>
              <a:path w="1812569" h="378871">
                <a:moveTo>
                  <a:pt x="0" y="63147"/>
                </a:moveTo>
                <a:cubicBezTo>
                  <a:pt x="0" y="28272"/>
                  <a:pt x="28272" y="0"/>
                  <a:pt x="63147" y="0"/>
                </a:cubicBezTo>
                <a:lnTo>
                  <a:pt x="1749423" y="0"/>
                </a:lnTo>
                <a:cubicBezTo>
                  <a:pt x="1784298" y="0"/>
                  <a:pt x="1812569" y="28272"/>
                  <a:pt x="1812569" y="63147"/>
                </a:cubicBezTo>
                <a:lnTo>
                  <a:pt x="1812569" y="315724"/>
                </a:lnTo>
                <a:cubicBezTo>
                  <a:pt x="1812569" y="350599"/>
                  <a:pt x="1784298" y="378871"/>
                  <a:pt x="1749423" y="378871"/>
                </a:cubicBezTo>
                <a:lnTo>
                  <a:pt x="63147" y="378871"/>
                </a:lnTo>
                <a:cubicBezTo>
                  <a:pt x="28272" y="378871"/>
                  <a:pt x="0" y="350599"/>
                  <a:pt x="0" y="315724"/>
                </a:cubicBezTo>
                <a:lnTo>
                  <a:pt x="0" y="63147"/>
                </a:lnTo>
              </a:path>
            </a:pathLst>
          </a:custGeom>
          <a:noFill xmlns:a="http://schemas.openxmlformats.org/drawingml/2006/main"/>
          <a:ln xmlns:a="http://schemas.openxmlformats.org/drawingml/2006/main" w="25539">
            <a:solidFill>
              <a:srgbClr val="000000"/>
            </a:solidFill>
            <a:prstDash val="dash"/>
          </a:ln>
        </p:spPr>
      </p:sp>
      <p:sp>
        <p:nvSpPr>
          <p:cNvPr id="67" name="pdf-text-48-0">
            <a:extLst xmlns:a="http://schemas.openxmlformats.org/drawingml/2006/main">
              <a:ext uri="{FF2B5EF4-FFF2-40B4-BE49-F238E27FC236}">
                <a16:creationId xmlns:a16="http://schemas.microsoft.com/office/drawing/2014/main" id="{46ED7D55-306D-43AD-80DD-1B9585A8C6E0}"/>
              </a:ext>
            </a:extLst>
          </p:cNvPr>
          <p:cNvSpPr>
            <a:spLocks xmlns:a="http://schemas.openxmlformats.org/drawingml/2006/main" noGrp="1"/>
          </p:cNvSpPr>
          <p:nvPr/>
        </p:nvSpPr>
        <p:spPr>
          <a:xfrm xmlns:a="http://schemas.openxmlformats.org/drawingml/2006/main">
            <a:off x="1711808" y="4612034"/>
            <a:ext cx="1341688" cy="2043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351" b="1" i="0">
                <a:solidFill>
                  <a:srgbClr val="000000"/>
                </a:solidFill>
                <a:latin typeface="Arial"/>
                <a:ea typeface="Arial"/>
                <a:cs typeface="Arial"/>
              </a:defRPr>
            </a:defPPr>
          </a:lstStyle>
          <a:p xmlns:a="http://schemas.openxmlformats.org/drawingml/2006/main">
            <a:pPr algn="ctr">
              <a:defRPr sz="1351" b="1" i="0">
                <a:solidFill>
                  <a:srgbClr val="000000"/>
                </a:solidFill>
                <a:latin typeface="Arial"/>
                <a:ea typeface="Arial"/>
                <a:cs typeface="Arial"/>
              </a:defRPr>
            </a:pPr>
            <a:r>
              <a:rPr sz="1351" b="1" i="0">
                <a:solidFill>
                  <a:srgbClr val="000000"/>
                </a:solidFill>
                <a:latin typeface="Arial"/>
                <a:ea typeface="Arial"/>
                <a:cs typeface="Arial"/>
              </a:rPr>
              <a:t>Skill Embedding</a:t>
            </a:r>
          </a:p>
        </p:txBody>
      </p:sp>
      <p:sp>
        <p:nvSpPr>
          <p:cNvPr id="68" name="pdf-path-93">
            <a:extLst xmlns:a="http://schemas.openxmlformats.org/drawingml/2006/main">
              <a:ext uri="{FF2B5EF4-FFF2-40B4-BE49-F238E27FC236}">
                <a16:creationId xmlns:a16="http://schemas.microsoft.com/office/drawing/2014/main" id="{6516EC9A-4E6C-4D4D-A8EF-D09E53E9E966}"/>
              </a:ext>
            </a:extLst>
          </p:cNvPr>
          <p:cNvSpPr>
            <a:spLocks xmlns:a="http://schemas.openxmlformats.org/drawingml/2006/main" noGrp="1"/>
          </p:cNvSpPr>
          <p:nvPr/>
        </p:nvSpPr>
        <p:spPr>
          <a:xfrm xmlns:a="http://schemas.openxmlformats.org/drawingml/2006/main">
            <a:off x="7947368" y="5258662"/>
            <a:ext cx="1671502" cy="879013"/>
          </a:xfrm>
          <a:custGeom xmlns:a="http://schemas.openxmlformats.org/drawingml/2006/main">
            <a:pathLst>
              <a:path w="1671502" h="879013">
                <a:moveTo>
                  <a:pt x="0" y="879013"/>
                </a:moveTo>
                <a:lnTo>
                  <a:pt x="219753" y="0"/>
                </a:lnTo>
                <a:lnTo>
                  <a:pt x="1451750" y="0"/>
                </a:lnTo>
                <a:lnTo>
                  <a:pt x="1671502" y="879013"/>
                </a:lnTo>
                <a:lnTo>
                  <a:pt x="0" y="879013"/>
                </a:lnTo>
              </a:path>
            </a:pathLst>
          </a:custGeom>
          <a:solidFill xmlns:a="http://schemas.openxmlformats.org/drawingml/2006/main">
            <a:srgbClr val="009E73">
              <a:alpha val="50000"/>
            </a:srgbClr>
          </a:solidFill>
          <a:ln xmlns:a="http://schemas.openxmlformats.org/drawingml/2006/main" w="0">
            <a:noFill/>
            <a:prstDash val="solid"/>
          </a:ln>
        </p:spPr>
      </p:sp>
      <p:sp>
        <p:nvSpPr>
          <p:cNvPr id="69" name="pdf-path-94">
            <a:extLst xmlns:a="http://schemas.openxmlformats.org/drawingml/2006/main">
              <a:ext uri="{FF2B5EF4-FFF2-40B4-BE49-F238E27FC236}">
                <a16:creationId xmlns:a16="http://schemas.microsoft.com/office/drawing/2014/main" id="{C8E95804-6F74-4D2D-B8A7-435BC1A639E8}"/>
              </a:ext>
            </a:extLst>
          </p:cNvPr>
          <p:cNvSpPr>
            <a:spLocks xmlns:a="http://schemas.openxmlformats.org/drawingml/2006/main" noGrp="1"/>
          </p:cNvSpPr>
          <p:nvPr/>
        </p:nvSpPr>
        <p:spPr>
          <a:xfrm xmlns:a="http://schemas.openxmlformats.org/drawingml/2006/main">
            <a:off x="7947368" y="5258662"/>
            <a:ext cx="1671503" cy="879013"/>
          </a:xfrm>
          <a:custGeom xmlns:a="http://schemas.openxmlformats.org/drawingml/2006/main">
            <a:pathLst>
              <a:path w="1671503" h="879013">
                <a:moveTo>
                  <a:pt x="0" y="879013"/>
                </a:moveTo>
                <a:lnTo>
                  <a:pt x="219754" y="0"/>
                </a:lnTo>
                <a:lnTo>
                  <a:pt x="1451751" y="0"/>
                </a:lnTo>
                <a:lnTo>
                  <a:pt x="1671503" y="879013"/>
                </a:lnTo>
                <a:lnTo>
                  <a:pt x="0" y="879013"/>
                </a:lnTo>
              </a:path>
            </a:pathLst>
          </a:custGeom>
          <a:noFill xmlns:a="http://schemas.openxmlformats.org/drawingml/2006/main"/>
          <a:ln xmlns:a="http://schemas.openxmlformats.org/drawingml/2006/main" w="36889">
            <a:solidFill>
              <a:srgbClr val="009E73"/>
            </a:solidFill>
            <a:prstDash val="solid"/>
          </a:ln>
        </p:spPr>
      </p:sp>
      <p:sp>
        <p:nvSpPr>
          <p:cNvPr id="70" name="pdf-path-95">
            <a:extLst xmlns:a="http://schemas.openxmlformats.org/drawingml/2006/main">
              <a:ext uri="{FF2B5EF4-FFF2-40B4-BE49-F238E27FC236}">
                <a16:creationId xmlns:a16="http://schemas.microsoft.com/office/drawing/2014/main" id="{7EAC271E-8F4B-4EC5-8548-BED0507B05A1}"/>
              </a:ext>
            </a:extLst>
          </p:cNvPr>
          <p:cNvSpPr>
            <a:spLocks xmlns:a="http://schemas.openxmlformats.org/drawingml/2006/main" noGrp="1"/>
          </p:cNvSpPr>
          <p:nvPr/>
        </p:nvSpPr>
        <p:spPr>
          <a:xfrm xmlns:a="http://schemas.openxmlformats.org/drawingml/2006/main">
            <a:off x="6120480" y="5573770"/>
            <a:ext cx="1556465" cy="461903"/>
          </a:xfrm>
          <a:custGeom xmlns:a="http://schemas.openxmlformats.org/drawingml/2006/main">
            <a:pathLst>
              <a:path w="1556465" h="461903">
                <a:moveTo>
                  <a:pt x="0" y="76986"/>
                </a:moveTo>
                <a:cubicBezTo>
                  <a:pt x="0" y="34468"/>
                  <a:pt x="34467" y="0"/>
                  <a:pt x="76985" y="0"/>
                </a:cubicBezTo>
                <a:lnTo>
                  <a:pt x="1479479" y="0"/>
                </a:lnTo>
                <a:cubicBezTo>
                  <a:pt x="1521998" y="0"/>
                  <a:pt x="1556465" y="34468"/>
                  <a:pt x="1556465" y="76986"/>
                </a:cubicBezTo>
                <a:lnTo>
                  <a:pt x="1556465" y="384918"/>
                </a:lnTo>
                <a:cubicBezTo>
                  <a:pt x="1556465" y="427436"/>
                  <a:pt x="1521998" y="461903"/>
                  <a:pt x="1479479" y="461903"/>
                </a:cubicBezTo>
                <a:lnTo>
                  <a:pt x="76985" y="461903"/>
                </a:lnTo>
                <a:cubicBezTo>
                  <a:pt x="34467" y="461903"/>
                  <a:pt x="0" y="427436"/>
                  <a:pt x="0" y="384918"/>
                </a:cubicBezTo>
                <a:lnTo>
                  <a:pt x="0" y="76986"/>
                </a:lnTo>
              </a:path>
            </a:pathLst>
          </a:custGeom>
          <a:solidFill xmlns:a="http://schemas.openxmlformats.org/drawingml/2006/main">
            <a:srgbClr val="D9D9D9">
              <a:alpha val="90000"/>
            </a:srgbClr>
          </a:solidFill>
          <a:ln xmlns:a="http://schemas.openxmlformats.org/drawingml/2006/main" w="0">
            <a:noFill/>
            <a:prstDash val="solid"/>
          </a:ln>
        </p:spPr>
      </p:sp>
      <p:sp>
        <p:nvSpPr>
          <p:cNvPr id="71" name="pdf-path-96">
            <a:extLst xmlns:a="http://schemas.openxmlformats.org/drawingml/2006/main">
              <a:ext uri="{FF2B5EF4-FFF2-40B4-BE49-F238E27FC236}">
                <a16:creationId xmlns:a16="http://schemas.microsoft.com/office/drawing/2014/main" id="{5D73D1EF-69A0-4FE3-B505-4D42510D0009}"/>
              </a:ext>
            </a:extLst>
          </p:cNvPr>
          <p:cNvSpPr>
            <a:spLocks xmlns:a="http://schemas.openxmlformats.org/drawingml/2006/main" noGrp="1"/>
          </p:cNvSpPr>
          <p:nvPr/>
        </p:nvSpPr>
        <p:spPr>
          <a:xfrm xmlns:a="http://schemas.openxmlformats.org/drawingml/2006/main">
            <a:off x="6120480" y="5573770"/>
            <a:ext cx="1556466" cy="461904"/>
          </a:xfrm>
          <a:custGeom xmlns:a="http://schemas.openxmlformats.org/drawingml/2006/main">
            <a:pathLst>
              <a:path w="1556466" h="461904">
                <a:moveTo>
                  <a:pt x="0" y="76986"/>
                </a:moveTo>
                <a:cubicBezTo>
                  <a:pt x="0" y="34467"/>
                  <a:pt x="34467" y="0"/>
                  <a:pt x="76985" y="0"/>
                </a:cubicBezTo>
                <a:lnTo>
                  <a:pt x="1479481" y="0"/>
                </a:lnTo>
                <a:cubicBezTo>
                  <a:pt x="1521999" y="0"/>
                  <a:pt x="1556466" y="34467"/>
                  <a:pt x="1556466" y="76986"/>
                </a:cubicBezTo>
                <a:lnTo>
                  <a:pt x="1556466" y="384917"/>
                </a:lnTo>
                <a:cubicBezTo>
                  <a:pt x="1556466" y="427436"/>
                  <a:pt x="1521999" y="461904"/>
                  <a:pt x="1479481" y="461904"/>
                </a:cubicBezTo>
                <a:lnTo>
                  <a:pt x="76985" y="461904"/>
                </a:lnTo>
                <a:cubicBezTo>
                  <a:pt x="34467" y="461904"/>
                  <a:pt x="0" y="427436"/>
                  <a:pt x="0" y="384917"/>
                </a:cubicBezTo>
                <a:lnTo>
                  <a:pt x="0" y="76986"/>
                </a:lnTo>
              </a:path>
            </a:pathLst>
          </a:custGeom>
          <a:noFill xmlns:a="http://schemas.openxmlformats.org/drawingml/2006/main"/>
          <a:ln xmlns:a="http://schemas.openxmlformats.org/drawingml/2006/main" w="36889">
            <a:solidFill>
              <a:srgbClr val="7F7F7F"/>
            </a:solidFill>
            <a:prstDash val="solid"/>
          </a:ln>
        </p:spPr>
      </p:sp>
      <p:sp>
        <p:nvSpPr>
          <p:cNvPr id="72" name="pdf-text-49-0">
            <a:extLst xmlns:a="http://schemas.openxmlformats.org/drawingml/2006/main">
              <a:ext uri="{FF2B5EF4-FFF2-40B4-BE49-F238E27FC236}">
                <a16:creationId xmlns:a16="http://schemas.microsoft.com/office/drawing/2014/main" id="{0F051AD2-9219-4961-AFE1-3413E8619203}"/>
              </a:ext>
            </a:extLst>
          </p:cNvPr>
          <p:cNvSpPr>
            <a:spLocks xmlns:a="http://schemas.openxmlformats.org/drawingml/2006/main" noGrp="1"/>
          </p:cNvSpPr>
          <p:nvPr/>
        </p:nvSpPr>
        <p:spPr>
          <a:xfrm xmlns:a="http://schemas.openxmlformats.org/drawingml/2006/main">
            <a:off x="6292677" y="5719402"/>
            <a:ext cx="1212848" cy="2270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501" b="1" i="0">
                <a:solidFill>
                  <a:srgbClr val="000000"/>
                </a:solidFill>
                <a:latin typeface="Arial"/>
                <a:ea typeface="Arial"/>
                <a:cs typeface="Arial"/>
              </a:defRPr>
            </a:defPPr>
          </a:lstStyle>
          <a:p xmlns:a="http://schemas.openxmlformats.org/drawingml/2006/main">
            <a:pPr algn="ctr">
              <a:defRPr sz="1501" b="1" i="0">
                <a:solidFill>
                  <a:srgbClr val="000000"/>
                </a:solidFill>
                <a:latin typeface="Arial"/>
                <a:ea typeface="Arial"/>
                <a:cs typeface="Arial"/>
              </a:defRPr>
            </a:pPr>
            <a:r>
              <a:rPr sz="1501" b="1" i="0">
                <a:solidFill>
                  <a:srgbClr val="000000"/>
                </a:solidFill>
                <a:latin typeface="Arial"/>
                <a:ea typeface="Arial"/>
                <a:cs typeface="Arial"/>
              </a:rPr>
              <a:t>Environment</a:t>
            </a:r>
          </a:p>
        </p:txBody>
      </p:sp>
      <p:sp>
        <p:nvSpPr>
          <p:cNvPr id="73" name="pdf-path-98">
            <a:extLst xmlns:a="http://schemas.openxmlformats.org/drawingml/2006/main">
              <a:ext uri="{FF2B5EF4-FFF2-40B4-BE49-F238E27FC236}">
                <a16:creationId xmlns:a16="http://schemas.microsoft.com/office/drawing/2014/main" id="{692A1883-5672-461A-8FFB-70C821CF47EE}"/>
              </a:ext>
            </a:extLst>
          </p:cNvPr>
          <p:cNvSpPr>
            <a:spLocks xmlns:a="http://schemas.openxmlformats.org/drawingml/2006/main" noGrp="1"/>
          </p:cNvSpPr>
          <p:nvPr/>
        </p:nvSpPr>
        <p:spPr>
          <a:xfrm xmlns:a="http://schemas.openxmlformats.org/drawingml/2006/main">
            <a:off x="10031181" y="3321141"/>
            <a:ext cx="1671499" cy="879013"/>
          </a:xfrm>
          <a:custGeom xmlns:a="http://schemas.openxmlformats.org/drawingml/2006/main">
            <a:pathLst>
              <a:path w="1671499" h="879013">
                <a:moveTo>
                  <a:pt x="0" y="0"/>
                </a:moveTo>
                <a:lnTo>
                  <a:pt x="219755" y="879013"/>
                </a:lnTo>
                <a:lnTo>
                  <a:pt x="1451751" y="879013"/>
                </a:lnTo>
                <a:lnTo>
                  <a:pt x="1671499" y="0"/>
                </a:lnTo>
                <a:lnTo>
                  <a:pt x="0" y="0"/>
                </a:lnTo>
              </a:path>
            </a:pathLst>
          </a:custGeom>
          <a:solidFill xmlns:a="http://schemas.openxmlformats.org/drawingml/2006/main">
            <a:srgbClr val="D05F07">
              <a:alpha val="50000"/>
            </a:srgbClr>
          </a:solidFill>
          <a:ln xmlns:a="http://schemas.openxmlformats.org/drawingml/2006/main" w="0">
            <a:noFill/>
            <a:prstDash val="solid"/>
          </a:ln>
        </p:spPr>
      </p:sp>
      <p:sp>
        <p:nvSpPr>
          <p:cNvPr id="74" name="pdf-path-99">
            <a:extLst xmlns:a="http://schemas.openxmlformats.org/drawingml/2006/main">
              <a:ext uri="{FF2B5EF4-FFF2-40B4-BE49-F238E27FC236}">
                <a16:creationId xmlns:a16="http://schemas.microsoft.com/office/drawing/2014/main" id="{833610CE-41ED-4CCB-9290-592CE725B5D0}"/>
              </a:ext>
            </a:extLst>
          </p:cNvPr>
          <p:cNvSpPr>
            <a:spLocks xmlns:a="http://schemas.openxmlformats.org/drawingml/2006/main" noGrp="1"/>
          </p:cNvSpPr>
          <p:nvPr/>
        </p:nvSpPr>
        <p:spPr>
          <a:xfrm xmlns:a="http://schemas.openxmlformats.org/drawingml/2006/main">
            <a:off x="10031181" y="3321141"/>
            <a:ext cx="1671503" cy="879013"/>
          </a:xfrm>
          <a:custGeom xmlns:a="http://schemas.openxmlformats.org/drawingml/2006/main">
            <a:pathLst>
              <a:path w="1671503" h="879013">
                <a:moveTo>
                  <a:pt x="0" y="0"/>
                </a:moveTo>
                <a:lnTo>
                  <a:pt x="219754" y="879013"/>
                </a:lnTo>
                <a:lnTo>
                  <a:pt x="1451751" y="879013"/>
                </a:lnTo>
                <a:lnTo>
                  <a:pt x="1671503" y="0"/>
                </a:lnTo>
                <a:lnTo>
                  <a:pt x="0" y="0"/>
                </a:lnTo>
              </a:path>
            </a:pathLst>
          </a:custGeom>
          <a:noFill xmlns:a="http://schemas.openxmlformats.org/drawingml/2006/main"/>
          <a:ln xmlns:a="http://schemas.openxmlformats.org/drawingml/2006/main" w="36889">
            <a:solidFill>
              <a:srgbClr val="D05F07"/>
            </a:solidFill>
            <a:prstDash val="solid"/>
          </a:ln>
        </p:spPr>
      </p:sp>
      <p:sp>
        <p:nvSpPr>
          <p:cNvPr id="75" name="pdf-text-50-0">
            <a:extLst xmlns:a="http://schemas.openxmlformats.org/drawingml/2006/main">
              <a:ext uri="{FF2B5EF4-FFF2-40B4-BE49-F238E27FC236}">
                <a16:creationId xmlns:a16="http://schemas.microsoft.com/office/drawing/2014/main" id="{3E9CE6EE-104B-4A25-AE72-71010B573DB7}"/>
              </a:ext>
            </a:extLst>
          </p:cNvPr>
          <p:cNvSpPr>
            <a:spLocks xmlns:a="http://schemas.openxmlformats.org/drawingml/2006/main" noGrp="1"/>
          </p:cNvSpPr>
          <p:nvPr/>
        </p:nvSpPr>
        <p:spPr>
          <a:xfrm xmlns:a="http://schemas.openxmlformats.org/drawingml/2006/main">
            <a:off x="10435643" y="3523750"/>
            <a:ext cx="893622" cy="2270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501" b="1" i="0">
                <a:solidFill>
                  <a:srgbClr val="000000"/>
                </a:solidFill>
                <a:latin typeface="Arial"/>
                <a:ea typeface="Arial"/>
                <a:cs typeface="Arial"/>
              </a:defRPr>
            </a:defPPr>
          </a:lstStyle>
          <a:p xmlns:a="http://schemas.openxmlformats.org/drawingml/2006/main">
            <a:pPr algn="ctr">
              <a:defRPr sz="1501" b="1" i="0">
                <a:solidFill>
                  <a:srgbClr val="000000"/>
                </a:solidFill>
                <a:latin typeface="Arial"/>
                <a:ea typeface="Arial"/>
                <a:cs typeface="Arial"/>
              </a:defRPr>
            </a:pPr>
            <a:r>
              <a:rPr sz="1501" b="1" i="0">
                <a:solidFill>
                  <a:srgbClr val="000000"/>
                </a:solidFill>
                <a:latin typeface="Arial"/>
                <a:ea typeface="Arial"/>
                <a:cs typeface="Arial"/>
              </a:rPr>
              <a:t>Skill Prior</a:t>
            </a:r>
          </a:p>
        </p:txBody>
      </p:sp>
      <p:sp>
        <p:nvSpPr>
          <p:cNvPr id="76" name="pdf-path-109-part-0">
            <a:extLst xmlns:a="http://schemas.openxmlformats.org/drawingml/2006/main">
              <a:ext uri="{FF2B5EF4-FFF2-40B4-BE49-F238E27FC236}">
                <a16:creationId xmlns:a16="http://schemas.microsoft.com/office/drawing/2014/main" id="{817487ED-9EF8-4E48-B6D4-44DE9F084ACE}"/>
              </a:ext>
            </a:extLst>
          </p:cNvPr>
          <p:cNvSpPr>
            <a:spLocks xmlns:a="http://schemas.openxmlformats.org/drawingml/2006/main" noGrp="1"/>
          </p:cNvSpPr>
          <p:nvPr/>
        </p:nvSpPr>
        <p:spPr>
          <a:xfrm xmlns:a="http://schemas.openxmlformats.org/drawingml/2006/main">
            <a:off x="8768736" y="4169945"/>
            <a:ext cx="68104" cy="261237"/>
          </a:xfrm>
          <a:custGeom xmlns:a="http://schemas.openxmlformats.org/drawingml/2006/main">
            <a:pathLst>
              <a:path w="68104" h="261237">
                <a:moveTo>
                  <a:pt x="0" y="0"/>
                </a:moveTo>
                <a:lnTo>
                  <a:pt x="0" y="176107"/>
                </a:lnTo>
                <a:lnTo>
                  <a:pt x="34052" y="176107"/>
                </a:lnTo>
                <a:lnTo>
                  <a:pt x="34052" y="0"/>
                </a:lnTo>
                <a:lnTo>
                  <a:pt x="0" y="0"/>
                </a:lnTo>
              </a:path>
            </a:pathLst>
          </a:custGeom>
          <a:solidFill xmlns:a="http://schemas.openxmlformats.org/drawingml/2006/main">
            <a:srgbClr val="000000"/>
          </a:solidFill>
          <a:ln xmlns:a="http://schemas.openxmlformats.org/drawingml/2006/main" w="0">
            <a:noFill/>
            <a:prstDash val="solid"/>
          </a:ln>
        </p:spPr>
      </p:sp>
      <p:sp>
        <p:nvSpPr>
          <p:cNvPr id="77" name="pdf-path-109-part-1">
            <a:extLst xmlns:a="http://schemas.openxmlformats.org/drawingml/2006/main">
              <a:ext uri="{FF2B5EF4-FFF2-40B4-BE49-F238E27FC236}">
                <a16:creationId xmlns:a16="http://schemas.microsoft.com/office/drawing/2014/main" id="{32A0BBAA-68A9-462D-BBD6-EAB2F3DAD9AD}"/>
              </a:ext>
            </a:extLst>
          </p:cNvPr>
          <p:cNvSpPr>
            <a:spLocks xmlns:a="http://schemas.openxmlformats.org/drawingml/2006/main" noGrp="1"/>
          </p:cNvSpPr>
          <p:nvPr/>
        </p:nvSpPr>
        <p:spPr>
          <a:xfrm xmlns:a="http://schemas.openxmlformats.org/drawingml/2006/main">
            <a:off x="8768736" y="4169945"/>
            <a:ext cx="68104" cy="261237"/>
          </a:xfrm>
          <a:custGeom xmlns:a="http://schemas.openxmlformats.org/drawingml/2006/main">
            <a:pathLst>
              <a:path w="68104" h="261237">
                <a:moveTo>
                  <a:pt x="-34051" y="159081"/>
                </a:moveTo>
                <a:lnTo>
                  <a:pt x="17025" y="261237"/>
                </a:lnTo>
                <a:lnTo>
                  <a:pt x="68104" y="159081"/>
                </a:lnTo>
                <a:lnTo>
                  <a:pt x="-34051" y="159081"/>
                </a:lnTo>
              </a:path>
            </a:pathLst>
          </a:custGeom>
          <a:solidFill xmlns:a="http://schemas.openxmlformats.org/drawingml/2006/main">
            <a:srgbClr val="000000"/>
          </a:solidFill>
          <a:ln xmlns:a="http://schemas.openxmlformats.org/drawingml/2006/main" w="0">
            <a:noFill/>
            <a:prstDash val="solid"/>
          </a:ln>
        </p:spPr>
      </p:sp>
      <p:sp>
        <p:nvSpPr>
          <p:cNvPr id="78" name="pdf-path-110-part-0">
            <a:extLst xmlns:a="http://schemas.openxmlformats.org/drawingml/2006/main">
              <a:ext uri="{FF2B5EF4-FFF2-40B4-BE49-F238E27FC236}">
                <a16:creationId xmlns:a16="http://schemas.microsoft.com/office/drawing/2014/main" id="{17D3ECFC-4D75-4DE5-889B-766E6625E4A9}"/>
              </a:ext>
            </a:extLst>
          </p:cNvPr>
          <p:cNvSpPr>
            <a:spLocks xmlns:a="http://schemas.openxmlformats.org/drawingml/2006/main" noGrp="1"/>
          </p:cNvSpPr>
          <p:nvPr/>
        </p:nvSpPr>
        <p:spPr>
          <a:xfrm xmlns:a="http://schemas.openxmlformats.org/drawingml/2006/main">
            <a:off x="8768232" y="4822062"/>
            <a:ext cx="68510" cy="436601"/>
          </a:xfrm>
          <a:custGeom xmlns:a="http://schemas.openxmlformats.org/drawingml/2006/main">
            <a:pathLst>
              <a:path w="68510" h="436601">
                <a:moveTo>
                  <a:pt x="8806" y="0"/>
                </a:moveTo>
                <a:lnTo>
                  <a:pt x="0" y="351070"/>
                </a:lnTo>
                <a:lnTo>
                  <a:pt x="34041" y="351924"/>
                </a:lnTo>
                <a:lnTo>
                  <a:pt x="42847" y="854"/>
                </a:lnTo>
                <a:lnTo>
                  <a:pt x="8806" y="0"/>
                </a:lnTo>
              </a:path>
            </a:pathLst>
          </a:custGeom>
          <a:solidFill xmlns:a="http://schemas.openxmlformats.org/drawingml/2006/main">
            <a:srgbClr val="000000"/>
          </a:solidFill>
          <a:ln xmlns:a="http://schemas.openxmlformats.org/drawingml/2006/main" w="0">
            <a:noFill/>
            <a:prstDash val="solid"/>
          </a:ln>
        </p:spPr>
      </p:sp>
      <p:sp>
        <p:nvSpPr>
          <p:cNvPr id="79" name="pdf-path-110-part-1">
            <a:extLst xmlns:a="http://schemas.openxmlformats.org/drawingml/2006/main">
              <a:ext uri="{FF2B5EF4-FFF2-40B4-BE49-F238E27FC236}">
                <a16:creationId xmlns:a16="http://schemas.microsoft.com/office/drawing/2014/main" id="{91ABA7D6-1D1D-43D4-9D0A-126C75F73B81}"/>
              </a:ext>
            </a:extLst>
          </p:cNvPr>
          <p:cNvSpPr>
            <a:spLocks xmlns:a="http://schemas.openxmlformats.org/drawingml/2006/main" noGrp="1"/>
          </p:cNvSpPr>
          <p:nvPr/>
        </p:nvSpPr>
        <p:spPr>
          <a:xfrm xmlns:a="http://schemas.openxmlformats.org/drawingml/2006/main">
            <a:off x="8768232" y="4822062"/>
            <a:ext cx="68510" cy="436601"/>
          </a:xfrm>
          <a:custGeom xmlns:a="http://schemas.openxmlformats.org/drawingml/2006/main">
            <a:pathLst>
              <a:path w="68510" h="436601">
                <a:moveTo>
                  <a:pt x="-33613" y="333197"/>
                </a:moveTo>
                <a:lnTo>
                  <a:pt x="14887" y="436601"/>
                </a:lnTo>
                <a:lnTo>
                  <a:pt x="68510" y="335757"/>
                </a:lnTo>
                <a:lnTo>
                  <a:pt x="-33613" y="333197"/>
                </a:lnTo>
              </a:path>
            </a:pathLst>
          </a:custGeom>
          <a:solidFill xmlns:a="http://schemas.openxmlformats.org/drawingml/2006/main">
            <a:srgbClr val="000000"/>
          </a:solidFill>
          <a:ln xmlns:a="http://schemas.openxmlformats.org/drawingml/2006/main" w="0">
            <a:noFill/>
            <a:prstDash val="solid"/>
          </a:ln>
        </p:spPr>
      </p:sp>
      <p:sp>
        <p:nvSpPr>
          <p:cNvPr id="80" name="pdf-path-111">
            <a:extLst xmlns:a="http://schemas.openxmlformats.org/drawingml/2006/main">
              <a:ext uri="{FF2B5EF4-FFF2-40B4-BE49-F238E27FC236}">
                <a16:creationId xmlns:a16="http://schemas.microsoft.com/office/drawing/2014/main" id="{5CFA8D75-A92B-4647-8091-55D881BB904B}"/>
              </a:ext>
            </a:extLst>
          </p:cNvPr>
          <p:cNvSpPr>
            <a:spLocks xmlns:a="http://schemas.openxmlformats.org/drawingml/2006/main" noGrp="1"/>
          </p:cNvSpPr>
          <p:nvPr/>
        </p:nvSpPr>
        <p:spPr>
          <a:xfrm xmlns:a="http://schemas.openxmlformats.org/drawingml/2006/main">
            <a:off x="6898712" y="5010964"/>
            <a:ext cx="1886869" cy="95"/>
          </a:xfrm>
          <a:custGeom xmlns:a="http://schemas.openxmlformats.org/drawingml/2006/main">
            <a:pathLst>
              <a:path w="1886869" h="95">
                <a:moveTo>
                  <a:pt x="1886869" y="0"/>
                </a:moveTo>
                <a:lnTo>
                  <a:pt x="0" y="1"/>
                </a:lnTo>
              </a:path>
            </a:pathLst>
          </a:custGeom>
          <a:noFill xmlns:a="http://schemas.openxmlformats.org/drawingml/2006/main"/>
          <a:ln xmlns:a="http://schemas.openxmlformats.org/drawingml/2006/main" w="34052">
            <a:solidFill>
              <a:srgbClr val="000000"/>
            </a:solidFill>
            <a:prstDash val="solid"/>
          </a:ln>
        </p:spPr>
      </p:sp>
      <p:sp>
        <p:nvSpPr>
          <p:cNvPr id="81" name="pdf-path-112-part-0">
            <a:extLst xmlns:a="http://schemas.openxmlformats.org/drawingml/2006/main">
              <a:ext uri="{FF2B5EF4-FFF2-40B4-BE49-F238E27FC236}">
                <a16:creationId xmlns:a16="http://schemas.microsoft.com/office/drawing/2014/main" id="{C02DD871-7362-4129-9433-EEDF0A05723E}"/>
              </a:ext>
            </a:extLst>
          </p:cNvPr>
          <p:cNvSpPr>
            <a:spLocks xmlns:a="http://schemas.openxmlformats.org/drawingml/2006/main" noGrp="1"/>
          </p:cNvSpPr>
          <p:nvPr/>
        </p:nvSpPr>
        <p:spPr>
          <a:xfrm xmlns:a="http://schemas.openxmlformats.org/drawingml/2006/main">
            <a:off x="8744079" y="6710954"/>
            <a:ext cx="68104" cy="217747"/>
          </a:xfrm>
          <a:custGeom xmlns:a="http://schemas.openxmlformats.org/drawingml/2006/main">
            <a:pathLst>
              <a:path w="68104" h="217747">
                <a:moveTo>
                  <a:pt x="68102" y="0"/>
                </a:moveTo>
                <a:lnTo>
                  <a:pt x="68104" y="132617"/>
                </a:lnTo>
                <a:lnTo>
                  <a:pt x="34052" y="132617"/>
                </a:lnTo>
                <a:lnTo>
                  <a:pt x="34051" y="0"/>
                </a:lnTo>
                <a:lnTo>
                  <a:pt x="68102" y="0"/>
                </a:lnTo>
              </a:path>
            </a:pathLst>
          </a:custGeom>
          <a:solidFill xmlns:a="http://schemas.openxmlformats.org/drawingml/2006/main">
            <a:srgbClr val="000000"/>
          </a:solidFill>
          <a:ln xmlns:a="http://schemas.openxmlformats.org/drawingml/2006/main" w="0">
            <a:noFill/>
            <a:prstDash val="solid"/>
          </a:ln>
        </p:spPr>
      </p:sp>
      <p:sp>
        <p:nvSpPr>
          <p:cNvPr id="82" name="pdf-path-112-part-1">
            <a:extLst xmlns:a="http://schemas.openxmlformats.org/drawingml/2006/main">
              <a:ext uri="{FF2B5EF4-FFF2-40B4-BE49-F238E27FC236}">
                <a16:creationId xmlns:a16="http://schemas.microsoft.com/office/drawing/2014/main" id="{77B6A60A-3698-4483-B03A-39E64C744B8C}"/>
              </a:ext>
            </a:extLst>
          </p:cNvPr>
          <p:cNvSpPr>
            <a:spLocks xmlns:a="http://schemas.openxmlformats.org/drawingml/2006/main" noGrp="1"/>
          </p:cNvSpPr>
          <p:nvPr/>
        </p:nvSpPr>
        <p:spPr>
          <a:xfrm xmlns:a="http://schemas.openxmlformats.org/drawingml/2006/main">
            <a:off x="8744079" y="6710954"/>
            <a:ext cx="68104" cy="217747"/>
          </a:xfrm>
          <a:custGeom xmlns:a="http://schemas.openxmlformats.org/drawingml/2006/main">
            <a:pathLst>
              <a:path w="68104" h="217747">
                <a:moveTo>
                  <a:pt x="102155" y="115591"/>
                </a:moveTo>
                <a:lnTo>
                  <a:pt x="51078" y="217747"/>
                </a:lnTo>
                <a:lnTo>
                  <a:pt x="0" y="115591"/>
                </a:lnTo>
                <a:lnTo>
                  <a:pt x="102155" y="115591"/>
                </a:lnTo>
              </a:path>
            </a:pathLst>
          </a:custGeom>
          <a:solidFill xmlns:a="http://schemas.openxmlformats.org/drawingml/2006/main">
            <a:srgbClr val="000000"/>
          </a:solidFill>
          <a:ln xmlns:a="http://schemas.openxmlformats.org/drawingml/2006/main" w="0">
            <a:noFill/>
            <a:prstDash val="solid"/>
          </a:ln>
        </p:spPr>
      </p:sp>
      <p:sp>
        <p:nvSpPr>
          <p:cNvPr id="83" name="pdf-path-113-part-0">
            <a:extLst xmlns:a="http://schemas.openxmlformats.org/drawingml/2006/main">
              <a:ext uri="{FF2B5EF4-FFF2-40B4-BE49-F238E27FC236}">
                <a16:creationId xmlns:a16="http://schemas.microsoft.com/office/drawing/2014/main" id="{1AE97BB3-E792-4369-85F0-846E463DC4FB}"/>
              </a:ext>
            </a:extLst>
          </p:cNvPr>
          <p:cNvSpPr>
            <a:spLocks xmlns:a="http://schemas.openxmlformats.org/drawingml/2006/main" noGrp="1"/>
          </p:cNvSpPr>
          <p:nvPr/>
        </p:nvSpPr>
        <p:spPr>
          <a:xfrm xmlns:a="http://schemas.openxmlformats.org/drawingml/2006/main">
            <a:off x="6881686" y="6035673"/>
            <a:ext cx="1712909" cy="459953"/>
          </a:xfrm>
          <a:custGeom xmlns:a="http://schemas.openxmlformats.org/drawingml/2006/main">
            <a:pathLst>
              <a:path w="1712909" h="459953">
                <a:moveTo>
                  <a:pt x="1712909" y="459953"/>
                </a:moveTo>
                <a:lnTo>
                  <a:pt x="0" y="459953"/>
                </a:lnTo>
                <a:lnTo>
                  <a:pt x="0" y="85129"/>
                </a:lnTo>
                <a:lnTo>
                  <a:pt x="34052" y="85129"/>
                </a:lnTo>
                <a:lnTo>
                  <a:pt x="34052" y="442927"/>
                </a:lnTo>
                <a:lnTo>
                  <a:pt x="17026" y="425902"/>
                </a:lnTo>
                <a:lnTo>
                  <a:pt x="1712909" y="425902"/>
                </a:lnTo>
                <a:lnTo>
                  <a:pt x="1712909" y="459953"/>
                </a:lnTo>
              </a:path>
            </a:pathLst>
          </a:custGeom>
          <a:solidFill xmlns:a="http://schemas.openxmlformats.org/drawingml/2006/main">
            <a:srgbClr val="000000"/>
          </a:solidFill>
          <a:ln xmlns:a="http://schemas.openxmlformats.org/drawingml/2006/main" w="0">
            <a:noFill/>
            <a:prstDash val="solid"/>
          </a:ln>
        </p:spPr>
      </p:sp>
      <p:sp>
        <p:nvSpPr>
          <p:cNvPr id="84" name="pdf-path-113-part-1">
            <a:extLst xmlns:a="http://schemas.openxmlformats.org/drawingml/2006/main">
              <a:ext uri="{FF2B5EF4-FFF2-40B4-BE49-F238E27FC236}">
                <a16:creationId xmlns:a16="http://schemas.microsoft.com/office/drawing/2014/main" id="{B183EC1A-E6DD-417A-8C14-33EEEDBD8BF4}"/>
              </a:ext>
            </a:extLst>
          </p:cNvPr>
          <p:cNvSpPr>
            <a:spLocks xmlns:a="http://schemas.openxmlformats.org/drawingml/2006/main" noGrp="1"/>
          </p:cNvSpPr>
          <p:nvPr/>
        </p:nvSpPr>
        <p:spPr>
          <a:xfrm xmlns:a="http://schemas.openxmlformats.org/drawingml/2006/main">
            <a:off x="6881686" y="6035673"/>
            <a:ext cx="1712909" cy="459953"/>
          </a:xfrm>
          <a:custGeom xmlns:a="http://schemas.openxmlformats.org/drawingml/2006/main">
            <a:pathLst>
              <a:path w="1712909" h="459953">
                <a:moveTo>
                  <a:pt x="-34051" y="102155"/>
                </a:moveTo>
                <a:lnTo>
                  <a:pt x="17026" y="0"/>
                </a:lnTo>
                <a:lnTo>
                  <a:pt x="68104" y="102155"/>
                </a:lnTo>
                <a:lnTo>
                  <a:pt x="-34051" y="102155"/>
                </a:lnTo>
              </a:path>
            </a:pathLst>
          </a:custGeom>
          <a:solidFill xmlns:a="http://schemas.openxmlformats.org/drawingml/2006/main">
            <a:srgbClr val="000000"/>
          </a:solidFill>
          <a:ln xmlns:a="http://schemas.openxmlformats.org/drawingml/2006/main" w="0">
            <a:noFill/>
            <a:prstDash val="solid"/>
          </a:ln>
        </p:spPr>
      </p:sp>
      <p:sp>
        <p:nvSpPr>
          <p:cNvPr id="85" name="pdf-path-114-part-0">
            <a:extLst xmlns:a="http://schemas.openxmlformats.org/drawingml/2006/main">
              <a:ext uri="{FF2B5EF4-FFF2-40B4-BE49-F238E27FC236}">
                <a16:creationId xmlns:a16="http://schemas.microsoft.com/office/drawing/2014/main" id="{8E3E1297-872E-4FFD-833D-A02466E15727}"/>
              </a:ext>
            </a:extLst>
          </p:cNvPr>
          <p:cNvSpPr>
            <a:spLocks xmlns:a="http://schemas.openxmlformats.org/drawingml/2006/main" noGrp="1"/>
          </p:cNvSpPr>
          <p:nvPr/>
        </p:nvSpPr>
        <p:spPr>
          <a:xfrm xmlns:a="http://schemas.openxmlformats.org/drawingml/2006/main">
            <a:off x="6881686" y="2790597"/>
            <a:ext cx="1721686" cy="2783173"/>
          </a:xfrm>
          <a:custGeom xmlns:a="http://schemas.openxmlformats.org/drawingml/2006/main">
            <a:pathLst>
              <a:path w="1721686" h="2783173">
                <a:moveTo>
                  <a:pt x="0" y="2783173"/>
                </a:moveTo>
                <a:lnTo>
                  <a:pt x="0" y="0"/>
                </a:lnTo>
                <a:lnTo>
                  <a:pt x="1636556" y="0"/>
                </a:lnTo>
                <a:lnTo>
                  <a:pt x="1636556" y="34052"/>
                </a:lnTo>
                <a:lnTo>
                  <a:pt x="17026" y="34052"/>
                </a:lnTo>
                <a:lnTo>
                  <a:pt x="34052" y="17026"/>
                </a:lnTo>
                <a:lnTo>
                  <a:pt x="34052" y="2783173"/>
                </a:lnTo>
                <a:lnTo>
                  <a:pt x="0" y="2783173"/>
                </a:lnTo>
              </a:path>
            </a:pathLst>
          </a:custGeom>
          <a:solidFill xmlns:a="http://schemas.openxmlformats.org/drawingml/2006/main">
            <a:srgbClr val="000000"/>
          </a:solidFill>
          <a:ln xmlns:a="http://schemas.openxmlformats.org/drawingml/2006/main" w="0">
            <a:noFill/>
            <a:prstDash val="solid"/>
          </a:ln>
        </p:spPr>
      </p:sp>
      <p:sp>
        <p:nvSpPr>
          <p:cNvPr id="86" name="pdf-path-114-part-1">
            <a:extLst xmlns:a="http://schemas.openxmlformats.org/drawingml/2006/main">
              <a:ext uri="{FF2B5EF4-FFF2-40B4-BE49-F238E27FC236}">
                <a16:creationId xmlns:a16="http://schemas.microsoft.com/office/drawing/2014/main" id="{7BE8EDFC-60A9-4364-9590-045C0A58633A}"/>
              </a:ext>
            </a:extLst>
          </p:cNvPr>
          <p:cNvSpPr>
            <a:spLocks xmlns:a="http://schemas.openxmlformats.org/drawingml/2006/main" noGrp="1"/>
          </p:cNvSpPr>
          <p:nvPr/>
        </p:nvSpPr>
        <p:spPr>
          <a:xfrm xmlns:a="http://schemas.openxmlformats.org/drawingml/2006/main">
            <a:off x="6881686" y="2790597"/>
            <a:ext cx="1721686" cy="2783173"/>
          </a:xfrm>
          <a:custGeom xmlns:a="http://schemas.openxmlformats.org/drawingml/2006/main">
            <a:pathLst>
              <a:path w="1721686" h="2783173">
                <a:moveTo>
                  <a:pt x="1619531" y="-34051"/>
                </a:moveTo>
                <a:lnTo>
                  <a:pt x="1721686" y="17026"/>
                </a:lnTo>
                <a:lnTo>
                  <a:pt x="1619531" y="68104"/>
                </a:lnTo>
                <a:lnTo>
                  <a:pt x="1619531" y="-34051"/>
                </a:lnTo>
              </a:path>
            </a:pathLst>
          </a:custGeom>
          <a:solidFill xmlns:a="http://schemas.openxmlformats.org/drawingml/2006/main">
            <a:srgbClr val="000000"/>
          </a:solidFill>
          <a:ln xmlns:a="http://schemas.openxmlformats.org/drawingml/2006/main" w="0">
            <a:noFill/>
            <a:prstDash val="solid"/>
          </a:ln>
        </p:spPr>
      </p:sp>
      <p:sp>
        <p:nvSpPr>
          <p:cNvPr id="87" name="pdf-path-115-part-0">
            <a:extLst xmlns:a="http://schemas.openxmlformats.org/drawingml/2006/main">
              <a:ext uri="{FF2B5EF4-FFF2-40B4-BE49-F238E27FC236}">
                <a16:creationId xmlns:a16="http://schemas.microsoft.com/office/drawing/2014/main" id="{BBDB2645-558E-4084-B636-7EDE7B270373}"/>
              </a:ext>
            </a:extLst>
          </p:cNvPr>
          <p:cNvSpPr>
            <a:spLocks xmlns:a="http://schemas.openxmlformats.org/drawingml/2006/main" noGrp="1"/>
          </p:cNvSpPr>
          <p:nvPr/>
        </p:nvSpPr>
        <p:spPr>
          <a:xfrm xmlns:a="http://schemas.openxmlformats.org/drawingml/2006/main">
            <a:off x="8984919" y="2770058"/>
            <a:ext cx="1899040" cy="551083"/>
          </a:xfrm>
          <a:custGeom xmlns:a="http://schemas.openxmlformats.org/drawingml/2006/main">
            <a:pathLst>
              <a:path w="1899040" h="551083">
                <a:moveTo>
                  <a:pt x="0" y="0"/>
                </a:moveTo>
                <a:lnTo>
                  <a:pt x="1899040" y="0"/>
                </a:lnTo>
                <a:lnTo>
                  <a:pt x="1899040" y="465954"/>
                </a:lnTo>
                <a:lnTo>
                  <a:pt x="1864988" y="465954"/>
                </a:lnTo>
                <a:lnTo>
                  <a:pt x="1864988" y="17026"/>
                </a:lnTo>
                <a:lnTo>
                  <a:pt x="1882014" y="34051"/>
                </a:lnTo>
                <a:lnTo>
                  <a:pt x="0" y="34051"/>
                </a:lnTo>
                <a:lnTo>
                  <a:pt x="0" y="0"/>
                </a:lnTo>
              </a:path>
            </a:pathLst>
          </a:custGeom>
          <a:solidFill xmlns:a="http://schemas.openxmlformats.org/drawingml/2006/main">
            <a:srgbClr val="000000"/>
          </a:solidFill>
          <a:ln xmlns:a="http://schemas.openxmlformats.org/drawingml/2006/main" w="0">
            <a:noFill/>
            <a:prstDash val="solid"/>
          </a:ln>
        </p:spPr>
      </p:sp>
      <p:sp>
        <p:nvSpPr>
          <p:cNvPr id="88" name="pdf-path-115-part-1">
            <a:extLst xmlns:a="http://schemas.openxmlformats.org/drawingml/2006/main">
              <a:ext uri="{FF2B5EF4-FFF2-40B4-BE49-F238E27FC236}">
                <a16:creationId xmlns:a16="http://schemas.microsoft.com/office/drawing/2014/main" id="{3C18C928-752C-4AF3-A0E5-DC0514BE9F09}"/>
              </a:ext>
            </a:extLst>
          </p:cNvPr>
          <p:cNvSpPr>
            <a:spLocks xmlns:a="http://schemas.openxmlformats.org/drawingml/2006/main" noGrp="1"/>
          </p:cNvSpPr>
          <p:nvPr/>
        </p:nvSpPr>
        <p:spPr>
          <a:xfrm xmlns:a="http://schemas.openxmlformats.org/drawingml/2006/main">
            <a:off x="8984919" y="2770058"/>
            <a:ext cx="1899040" cy="551083"/>
          </a:xfrm>
          <a:custGeom xmlns:a="http://schemas.openxmlformats.org/drawingml/2006/main">
            <a:pathLst>
              <a:path w="1899040" h="551083">
                <a:moveTo>
                  <a:pt x="1933092" y="448928"/>
                </a:moveTo>
                <a:lnTo>
                  <a:pt x="1882014" y="551083"/>
                </a:lnTo>
                <a:lnTo>
                  <a:pt x="1830936" y="448928"/>
                </a:lnTo>
                <a:lnTo>
                  <a:pt x="1933092" y="448928"/>
                </a:lnTo>
              </a:path>
            </a:pathLst>
          </a:custGeom>
          <a:solidFill xmlns:a="http://schemas.openxmlformats.org/drawingml/2006/main">
            <a:srgbClr val="000000"/>
          </a:solidFill>
          <a:ln xmlns:a="http://schemas.openxmlformats.org/drawingml/2006/main" w="0">
            <a:noFill/>
            <a:prstDash val="solid"/>
          </a:ln>
        </p:spPr>
      </p:sp>
      <p:sp>
        <p:nvSpPr>
          <p:cNvPr id="89" name="pdf-path-116-part-0">
            <a:extLst xmlns:a="http://schemas.openxmlformats.org/drawingml/2006/main">
              <a:ext uri="{FF2B5EF4-FFF2-40B4-BE49-F238E27FC236}">
                <a16:creationId xmlns:a16="http://schemas.microsoft.com/office/drawing/2014/main" id="{DF42D057-06A2-42B6-8277-6A17441F7200}"/>
              </a:ext>
            </a:extLst>
          </p:cNvPr>
          <p:cNvSpPr>
            <a:spLocks xmlns:a="http://schemas.openxmlformats.org/drawingml/2006/main" noGrp="1"/>
          </p:cNvSpPr>
          <p:nvPr/>
        </p:nvSpPr>
        <p:spPr>
          <a:xfrm xmlns:a="http://schemas.openxmlformats.org/drawingml/2006/main">
            <a:off x="9700343" y="4200154"/>
            <a:ext cx="1183616" cy="449925"/>
          </a:xfrm>
          <a:custGeom xmlns:a="http://schemas.openxmlformats.org/drawingml/2006/main">
            <a:pathLst>
              <a:path w="1183616" h="449925">
                <a:moveTo>
                  <a:pt x="1183616" y="0"/>
                </a:moveTo>
                <a:lnTo>
                  <a:pt x="1183616" y="136207"/>
                </a:lnTo>
                <a:lnTo>
                  <a:pt x="1149565" y="136207"/>
                </a:lnTo>
                <a:lnTo>
                  <a:pt x="1149565" y="0"/>
                </a:lnTo>
                <a:lnTo>
                  <a:pt x="1183616" y="0"/>
                </a:lnTo>
              </a:path>
            </a:pathLst>
          </a:custGeom>
          <a:solidFill xmlns:a="http://schemas.openxmlformats.org/drawingml/2006/main">
            <a:srgbClr val="FF0000"/>
          </a:solidFill>
          <a:ln xmlns:a="http://schemas.openxmlformats.org/drawingml/2006/main" w="0">
            <a:noFill/>
            <a:prstDash val="solid"/>
          </a:ln>
        </p:spPr>
      </p:sp>
      <p:sp>
        <p:nvSpPr>
          <p:cNvPr id="90" name="pdf-path-116-part-1">
            <a:extLst xmlns:a="http://schemas.openxmlformats.org/drawingml/2006/main">
              <a:ext uri="{FF2B5EF4-FFF2-40B4-BE49-F238E27FC236}">
                <a16:creationId xmlns:a16="http://schemas.microsoft.com/office/drawing/2014/main" id="{B2B94A47-DA26-4CBD-9715-FD2273B2193F}"/>
              </a:ext>
            </a:extLst>
          </p:cNvPr>
          <p:cNvSpPr>
            <a:spLocks xmlns:a="http://schemas.openxmlformats.org/drawingml/2006/main" noGrp="1"/>
          </p:cNvSpPr>
          <p:nvPr/>
        </p:nvSpPr>
        <p:spPr>
          <a:xfrm xmlns:a="http://schemas.openxmlformats.org/drawingml/2006/main">
            <a:off x="9700343" y="4200154"/>
            <a:ext cx="1183616" cy="449925"/>
          </a:xfrm>
          <a:custGeom xmlns:a="http://schemas.openxmlformats.org/drawingml/2006/main">
            <a:pathLst>
              <a:path w="1183616" h="449925">
                <a:moveTo>
                  <a:pt x="1183616" y="238362"/>
                </a:moveTo>
                <a:lnTo>
                  <a:pt x="1183616" y="374568"/>
                </a:lnTo>
                <a:lnTo>
                  <a:pt x="1149565" y="374568"/>
                </a:lnTo>
                <a:lnTo>
                  <a:pt x="1149565" y="238362"/>
                </a:lnTo>
                <a:lnTo>
                  <a:pt x="1183616" y="238362"/>
                </a:lnTo>
              </a:path>
            </a:pathLst>
          </a:custGeom>
          <a:solidFill xmlns:a="http://schemas.openxmlformats.org/drawingml/2006/main">
            <a:srgbClr val="FF0000"/>
          </a:solidFill>
          <a:ln xmlns:a="http://schemas.openxmlformats.org/drawingml/2006/main" w="0">
            <a:noFill/>
            <a:prstDash val="solid"/>
          </a:ln>
        </p:spPr>
      </p:sp>
      <p:sp>
        <p:nvSpPr>
          <p:cNvPr id="91" name="pdf-path-116-part-2">
            <a:extLst xmlns:a="http://schemas.openxmlformats.org/drawingml/2006/main">
              <a:ext uri="{FF2B5EF4-FFF2-40B4-BE49-F238E27FC236}">
                <a16:creationId xmlns:a16="http://schemas.microsoft.com/office/drawing/2014/main" id="{D22B211E-F3F6-443B-9052-CF54F16E7F9B}"/>
              </a:ext>
            </a:extLst>
          </p:cNvPr>
          <p:cNvSpPr>
            <a:spLocks xmlns:a="http://schemas.openxmlformats.org/drawingml/2006/main" noGrp="1"/>
          </p:cNvSpPr>
          <p:nvPr/>
        </p:nvSpPr>
        <p:spPr>
          <a:xfrm xmlns:a="http://schemas.openxmlformats.org/drawingml/2006/main">
            <a:off x="9700343" y="4200154"/>
            <a:ext cx="1183616" cy="449925"/>
          </a:xfrm>
          <a:custGeom xmlns:a="http://schemas.openxmlformats.org/drawingml/2006/main">
            <a:pathLst>
              <a:path w="1183616" h="449925">
                <a:moveTo>
                  <a:pt x="986560" y="449925"/>
                </a:moveTo>
                <a:lnTo>
                  <a:pt x="1122767" y="449925"/>
                </a:lnTo>
                <a:lnTo>
                  <a:pt x="1122767" y="415873"/>
                </a:lnTo>
                <a:lnTo>
                  <a:pt x="986560" y="415873"/>
                </a:lnTo>
                <a:close/>
              </a:path>
            </a:pathLst>
          </a:custGeom>
          <a:solidFill xmlns:a="http://schemas.openxmlformats.org/drawingml/2006/main">
            <a:srgbClr val="FF0000"/>
          </a:solidFill>
          <a:ln xmlns:a="http://schemas.openxmlformats.org/drawingml/2006/main" w="0">
            <a:noFill/>
            <a:prstDash val="solid"/>
          </a:ln>
        </p:spPr>
      </p:sp>
      <p:sp>
        <p:nvSpPr>
          <p:cNvPr id="92" name="pdf-path-116-part-3">
            <a:extLst xmlns:a="http://schemas.openxmlformats.org/drawingml/2006/main">
              <a:ext uri="{FF2B5EF4-FFF2-40B4-BE49-F238E27FC236}">
                <a16:creationId xmlns:a16="http://schemas.microsoft.com/office/drawing/2014/main" id="{7E3C0618-5D74-476C-8ED3-9D4C620B4B3F}"/>
              </a:ext>
            </a:extLst>
          </p:cNvPr>
          <p:cNvSpPr>
            <a:spLocks xmlns:a="http://schemas.openxmlformats.org/drawingml/2006/main" noGrp="1"/>
          </p:cNvSpPr>
          <p:nvPr/>
        </p:nvSpPr>
        <p:spPr>
          <a:xfrm xmlns:a="http://schemas.openxmlformats.org/drawingml/2006/main">
            <a:off x="9700343" y="4200154"/>
            <a:ext cx="1183616" cy="449925"/>
          </a:xfrm>
          <a:custGeom xmlns:a="http://schemas.openxmlformats.org/drawingml/2006/main">
            <a:pathLst>
              <a:path w="1183616" h="449925">
                <a:moveTo>
                  <a:pt x="748198" y="449925"/>
                </a:moveTo>
                <a:lnTo>
                  <a:pt x="884404" y="449925"/>
                </a:lnTo>
                <a:lnTo>
                  <a:pt x="884404" y="415873"/>
                </a:lnTo>
                <a:lnTo>
                  <a:pt x="748198" y="415873"/>
                </a:lnTo>
                <a:close/>
              </a:path>
            </a:pathLst>
          </a:custGeom>
          <a:solidFill xmlns:a="http://schemas.openxmlformats.org/drawingml/2006/main">
            <a:srgbClr val="FF0000"/>
          </a:solidFill>
          <a:ln xmlns:a="http://schemas.openxmlformats.org/drawingml/2006/main" w="0">
            <a:noFill/>
            <a:prstDash val="solid"/>
          </a:ln>
        </p:spPr>
      </p:sp>
      <p:sp>
        <p:nvSpPr>
          <p:cNvPr id="93" name="pdf-path-116-part-4">
            <a:extLst xmlns:a="http://schemas.openxmlformats.org/drawingml/2006/main">
              <a:ext uri="{FF2B5EF4-FFF2-40B4-BE49-F238E27FC236}">
                <a16:creationId xmlns:a16="http://schemas.microsoft.com/office/drawing/2014/main" id="{95BEA343-DCB0-406A-A152-67ACFFF7405A}"/>
              </a:ext>
            </a:extLst>
          </p:cNvPr>
          <p:cNvSpPr>
            <a:spLocks xmlns:a="http://schemas.openxmlformats.org/drawingml/2006/main" noGrp="1"/>
          </p:cNvSpPr>
          <p:nvPr/>
        </p:nvSpPr>
        <p:spPr>
          <a:xfrm xmlns:a="http://schemas.openxmlformats.org/drawingml/2006/main">
            <a:off x="9700343" y="4200154"/>
            <a:ext cx="1183616" cy="449925"/>
          </a:xfrm>
          <a:custGeom xmlns:a="http://schemas.openxmlformats.org/drawingml/2006/main">
            <a:pathLst>
              <a:path w="1183616" h="449925">
                <a:moveTo>
                  <a:pt x="509836" y="449925"/>
                </a:moveTo>
                <a:lnTo>
                  <a:pt x="646043" y="449925"/>
                </a:lnTo>
                <a:lnTo>
                  <a:pt x="646043" y="415873"/>
                </a:lnTo>
                <a:lnTo>
                  <a:pt x="509836" y="415873"/>
                </a:lnTo>
                <a:close/>
              </a:path>
            </a:pathLst>
          </a:custGeom>
          <a:solidFill xmlns:a="http://schemas.openxmlformats.org/drawingml/2006/main">
            <a:srgbClr val="FF0000"/>
          </a:solidFill>
          <a:ln xmlns:a="http://schemas.openxmlformats.org/drawingml/2006/main" w="0">
            <a:noFill/>
            <a:prstDash val="solid"/>
          </a:ln>
        </p:spPr>
      </p:sp>
      <p:sp>
        <p:nvSpPr>
          <p:cNvPr id="94" name="pdf-path-116-part-5">
            <a:extLst xmlns:a="http://schemas.openxmlformats.org/drawingml/2006/main">
              <a:ext uri="{FF2B5EF4-FFF2-40B4-BE49-F238E27FC236}">
                <a16:creationId xmlns:a16="http://schemas.microsoft.com/office/drawing/2014/main" id="{2CA43E15-1C19-43F8-8865-8A6242B4D3F4}"/>
              </a:ext>
            </a:extLst>
          </p:cNvPr>
          <p:cNvSpPr>
            <a:spLocks xmlns:a="http://schemas.openxmlformats.org/drawingml/2006/main" noGrp="1"/>
          </p:cNvSpPr>
          <p:nvPr/>
        </p:nvSpPr>
        <p:spPr>
          <a:xfrm xmlns:a="http://schemas.openxmlformats.org/drawingml/2006/main">
            <a:off x="9700343" y="4200154"/>
            <a:ext cx="1183616" cy="449925"/>
          </a:xfrm>
          <a:custGeom xmlns:a="http://schemas.openxmlformats.org/drawingml/2006/main">
            <a:pathLst>
              <a:path w="1183616" h="449925">
                <a:moveTo>
                  <a:pt x="271475" y="449925"/>
                </a:moveTo>
                <a:lnTo>
                  <a:pt x="407681" y="449925"/>
                </a:lnTo>
                <a:lnTo>
                  <a:pt x="407681" y="415873"/>
                </a:lnTo>
                <a:lnTo>
                  <a:pt x="271475" y="415873"/>
                </a:lnTo>
                <a:close/>
              </a:path>
            </a:pathLst>
          </a:custGeom>
          <a:solidFill xmlns:a="http://schemas.openxmlformats.org/drawingml/2006/main">
            <a:srgbClr val="FF0000"/>
          </a:solidFill>
          <a:ln xmlns:a="http://schemas.openxmlformats.org/drawingml/2006/main" w="0">
            <a:noFill/>
            <a:prstDash val="solid"/>
          </a:ln>
        </p:spPr>
      </p:sp>
      <p:sp>
        <p:nvSpPr>
          <p:cNvPr id="95" name="pdf-path-116-part-6">
            <a:extLst xmlns:a="http://schemas.openxmlformats.org/drawingml/2006/main">
              <a:ext uri="{FF2B5EF4-FFF2-40B4-BE49-F238E27FC236}">
                <a16:creationId xmlns:a16="http://schemas.microsoft.com/office/drawing/2014/main" id="{00D04965-A080-453E-8FEB-41554F360ED7}"/>
              </a:ext>
            </a:extLst>
          </p:cNvPr>
          <p:cNvSpPr>
            <a:spLocks xmlns:a="http://schemas.openxmlformats.org/drawingml/2006/main" noGrp="1"/>
          </p:cNvSpPr>
          <p:nvPr/>
        </p:nvSpPr>
        <p:spPr>
          <a:xfrm xmlns:a="http://schemas.openxmlformats.org/drawingml/2006/main">
            <a:off x="9700343" y="4200154"/>
            <a:ext cx="1183616" cy="449925"/>
          </a:xfrm>
          <a:custGeom xmlns:a="http://schemas.openxmlformats.org/drawingml/2006/main">
            <a:pathLst>
              <a:path w="1183616" h="449925">
                <a:moveTo>
                  <a:pt x="85129" y="449925"/>
                </a:moveTo>
                <a:lnTo>
                  <a:pt x="169320" y="449925"/>
                </a:lnTo>
                <a:lnTo>
                  <a:pt x="169320" y="415873"/>
                </a:lnTo>
                <a:lnTo>
                  <a:pt x="85129" y="415873"/>
                </a:lnTo>
                <a:close/>
              </a:path>
            </a:pathLst>
          </a:custGeom>
          <a:solidFill xmlns:a="http://schemas.openxmlformats.org/drawingml/2006/main">
            <a:srgbClr val="FF0000"/>
          </a:solidFill>
          <a:ln xmlns:a="http://schemas.openxmlformats.org/drawingml/2006/main" w="0">
            <a:noFill/>
            <a:prstDash val="solid"/>
          </a:ln>
        </p:spPr>
      </p:sp>
      <p:sp>
        <p:nvSpPr>
          <p:cNvPr id="96" name="pdf-path-116-part-7">
            <a:extLst xmlns:a="http://schemas.openxmlformats.org/drawingml/2006/main">
              <a:ext uri="{FF2B5EF4-FFF2-40B4-BE49-F238E27FC236}">
                <a16:creationId xmlns:a16="http://schemas.microsoft.com/office/drawing/2014/main" id="{4E70311F-D60A-4F22-A2EA-E3FB176AF4DC}"/>
              </a:ext>
            </a:extLst>
          </p:cNvPr>
          <p:cNvSpPr>
            <a:spLocks xmlns:a="http://schemas.openxmlformats.org/drawingml/2006/main" noGrp="1"/>
          </p:cNvSpPr>
          <p:nvPr/>
        </p:nvSpPr>
        <p:spPr>
          <a:xfrm xmlns:a="http://schemas.openxmlformats.org/drawingml/2006/main">
            <a:off x="9700343" y="4200154"/>
            <a:ext cx="1183616" cy="449925"/>
          </a:xfrm>
          <a:custGeom xmlns:a="http://schemas.openxmlformats.org/drawingml/2006/main">
            <a:pathLst>
              <a:path w="1183616" h="449925">
                <a:moveTo>
                  <a:pt x="102155" y="483976"/>
                </a:moveTo>
                <a:lnTo>
                  <a:pt x="0" y="432899"/>
                </a:lnTo>
                <a:lnTo>
                  <a:pt x="102155" y="381822"/>
                </a:lnTo>
                <a:lnTo>
                  <a:pt x="102155" y="483976"/>
                </a:lnTo>
              </a:path>
            </a:pathLst>
          </a:custGeom>
          <a:solidFill xmlns:a="http://schemas.openxmlformats.org/drawingml/2006/main">
            <a:srgbClr val="FF0000"/>
          </a:solidFill>
          <a:ln xmlns:a="http://schemas.openxmlformats.org/drawingml/2006/main" w="0">
            <a:noFill/>
            <a:prstDash val="solid"/>
          </a:ln>
        </p:spPr>
      </p:sp>
      <p:sp>
        <p:nvSpPr>
          <p:cNvPr id="97" name="pdf-text-59-0">
            <a:extLst xmlns:a="http://schemas.openxmlformats.org/drawingml/2006/main">
              <a:ext uri="{FF2B5EF4-FFF2-40B4-BE49-F238E27FC236}">
                <a16:creationId xmlns:a16="http://schemas.microsoft.com/office/drawing/2014/main" id="{FB979EC8-A3E9-4557-A432-5E8C4325788D}"/>
              </a:ext>
            </a:extLst>
          </p:cNvPr>
          <p:cNvSpPr>
            <a:spLocks xmlns:a="http://schemas.openxmlformats.org/drawingml/2006/main" noGrp="1"/>
          </p:cNvSpPr>
          <p:nvPr/>
        </p:nvSpPr>
        <p:spPr>
          <a:xfrm xmlns:a="http://schemas.openxmlformats.org/drawingml/2006/main">
            <a:off x="8180833" y="5482402"/>
            <a:ext cx="1225740" cy="2270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501" b="1" i="0">
                <a:solidFill>
                  <a:srgbClr val="000000"/>
                </a:solidFill>
                <a:latin typeface="Arial"/>
                <a:ea typeface="Arial"/>
                <a:cs typeface="Arial"/>
              </a:defRPr>
            </a:defPPr>
          </a:lstStyle>
          <a:p xmlns:a="http://schemas.openxmlformats.org/drawingml/2006/main">
            <a:pPr algn="ctr">
              <a:defRPr sz="1501" b="1" i="0">
                <a:solidFill>
                  <a:srgbClr val="000000"/>
                </a:solidFill>
                <a:latin typeface="Arial"/>
                <a:ea typeface="Arial"/>
                <a:cs typeface="Arial"/>
              </a:defRPr>
            </a:pPr>
            <a:r>
              <a:rPr sz="1501" b="1" i="0">
                <a:solidFill>
                  <a:srgbClr val="000000"/>
                </a:solidFill>
                <a:latin typeface="Arial"/>
                <a:ea typeface="Arial"/>
                <a:cs typeface="Arial"/>
              </a:rPr>
              <a:t>Skill Decoder</a:t>
            </a:r>
          </a:p>
        </p:txBody>
      </p:sp>
      <p:sp>
        <p:nvSpPr>
          <p:cNvPr id="98" name="pdf-path-132">
            <a:extLst xmlns:a="http://schemas.openxmlformats.org/drawingml/2006/main">
              <a:ext uri="{FF2B5EF4-FFF2-40B4-BE49-F238E27FC236}">
                <a16:creationId xmlns:a16="http://schemas.microsoft.com/office/drawing/2014/main" id="{5A397E85-DE38-49E3-BE82-DD2911FCC57C}"/>
              </a:ext>
            </a:extLst>
          </p:cNvPr>
          <p:cNvSpPr>
            <a:spLocks xmlns:a="http://schemas.openxmlformats.org/drawingml/2006/main" noGrp="1"/>
          </p:cNvSpPr>
          <p:nvPr/>
        </p:nvSpPr>
        <p:spPr>
          <a:xfrm xmlns:a="http://schemas.openxmlformats.org/drawingml/2006/main">
            <a:off x="8603371" y="2616937"/>
            <a:ext cx="381371" cy="381370"/>
          </a:xfrm>
          <a:custGeom xmlns:a="http://schemas.openxmlformats.org/drawingml/2006/main">
            <a:pathLst>
              <a:path w="381371" h="381370">
                <a:moveTo>
                  <a:pt x="0" y="190685"/>
                </a:moveTo>
                <a:cubicBezTo>
                  <a:pt x="0" y="85372"/>
                  <a:pt x="85373" y="0"/>
                  <a:pt x="190685" y="0"/>
                </a:cubicBezTo>
                <a:cubicBezTo>
                  <a:pt x="295998" y="0"/>
                  <a:pt x="381371" y="85372"/>
                  <a:pt x="381371" y="190685"/>
                </a:cubicBezTo>
                <a:cubicBezTo>
                  <a:pt x="381371" y="295997"/>
                  <a:pt x="295998" y="381370"/>
                  <a:pt x="190685" y="381370"/>
                </a:cubicBezTo>
                <a:cubicBezTo>
                  <a:pt x="85373" y="381370"/>
                  <a:pt x="0" y="295997"/>
                  <a:pt x="0" y="190685"/>
                </a:cubicBezTo>
              </a:path>
            </a:pathLst>
          </a:custGeom>
          <a:solidFill xmlns:a="http://schemas.openxmlformats.org/drawingml/2006/main">
            <a:srgbClr val="FFE699">
              <a:alpha val="90000"/>
            </a:srgbClr>
          </a:solidFill>
          <a:ln xmlns:a="http://schemas.openxmlformats.org/drawingml/2006/main" w="0">
            <a:noFill/>
            <a:prstDash val="solid"/>
          </a:ln>
        </p:spPr>
      </p:sp>
      <p:sp>
        <p:nvSpPr>
          <p:cNvPr id="99" name="pdf-path-133">
            <a:extLst xmlns:a="http://schemas.openxmlformats.org/drawingml/2006/main">
              <a:ext uri="{FF2B5EF4-FFF2-40B4-BE49-F238E27FC236}">
                <a16:creationId xmlns:a16="http://schemas.microsoft.com/office/drawing/2014/main" id="{7B205A98-D5F0-4480-9D82-B4167B0E4A1D}"/>
              </a:ext>
            </a:extLst>
          </p:cNvPr>
          <p:cNvSpPr>
            <a:spLocks xmlns:a="http://schemas.openxmlformats.org/drawingml/2006/main" noGrp="1"/>
          </p:cNvSpPr>
          <p:nvPr/>
        </p:nvSpPr>
        <p:spPr>
          <a:xfrm xmlns:a="http://schemas.openxmlformats.org/drawingml/2006/main">
            <a:off x="8603371" y="2616937"/>
            <a:ext cx="381371" cy="381371"/>
          </a:xfrm>
          <a:custGeom xmlns:a="http://schemas.openxmlformats.org/drawingml/2006/main">
            <a:pathLst>
              <a:path w="381371" h="381371">
                <a:moveTo>
                  <a:pt x="0" y="190685"/>
                </a:moveTo>
                <a:cubicBezTo>
                  <a:pt x="0" y="85373"/>
                  <a:pt x="85373" y="0"/>
                  <a:pt x="190685" y="0"/>
                </a:cubicBezTo>
                <a:cubicBezTo>
                  <a:pt x="295998" y="0"/>
                  <a:pt x="381371" y="85373"/>
                  <a:pt x="381371" y="190685"/>
                </a:cubicBezTo>
                <a:cubicBezTo>
                  <a:pt x="381371" y="295998"/>
                  <a:pt x="295998" y="381371"/>
                  <a:pt x="190685" y="381371"/>
                </a:cubicBezTo>
                <a:cubicBezTo>
                  <a:pt x="85373" y="381371"/>
                  <a:pt x="0" y="295998"/>
                  <a:pt x="0" y="190685"/>
                </a:cubicBezTo>
              </a:path>
            </a:pathLst>
          </a:custGeom>
          <a:noFill xmlns:a="http://schemas.openxmlformats.org/drawingml/2006/main"/>
          <a:ln xmlns:a="http://schemas.openxmlformats.org/drawingml/2006/main" w="36889">
            <a:solidFill>
              <a:srgbClr val="FFD966"/>
            </a:solidFill>
            <a:prstDash val="solid"/>
          </a:ln>
        </p:spPr>
      </p:sp>
      <p:sp>
        <p:nvSpPr>
          <p:cNvPr id="100" name="pdf-path-136-part-0">
            <a:extLst xmlns:a="http://schemas.openxmlformats.org/drawingml/2006/main">
              <a:ext uri="{FF2B5EF4-FFF2-40B4-BE49-F238E27FC236}">
                <a16:creationId xmlns:a16="http://schemas.microsoft.com/office/drawing/2014/main" id="{5D59A213-B89D-4AD6-864F-E4D91D94E076}"/>
              </a:ext>
            </a:extLst>
          </p:cNvPr>
          <p:cNvSpPr>
            <a:spLocks xmlns:a="http://schemas.openxmlformats.org/drawingml/2006/main" noGrp="1"/>
          </p:cNvSpPr>
          <p:nvPr/>
        </p:nvSpPr>
        <p:spPr>
          <a:xfrm xmlns:a="http://schemas.openxmlformats.org/drawingml/2006/main">
            <a:off x="8774525" y="2998127"/>
            <a:ext cx="68279" cy="323014"/>
          </a:xfrm>
          <a:custGeom xmlns:a="http://schemas.openxmlformats.org/drawingml/2006/main">
            <a:pathLst>
              <a:path w="68279" h="323014">
                <a:moveTo>
                  <a:pt x="2508" y="0"/>
                </a:moveTo>
                <a:lnTo>
                  <a:pt x="0" y="237709"/>
                </a:lnTo>
                <a:lnTo>
                  <a:pt x="34050" y="238068"/>
                </a:lnTo>
                <a:lnTo>
                  <a:pt x="36559" y="360"/>
                </a:lnTo>
                <a:lnTo>
                  <a:pt x="2508" y="0"/>
                </a:lnTo>
              </a:path>
            </a:pathLst>
          </a:custGeom>
          <a:solidFill xmlns:a="http://schemas.openxmlformats.org/drawingml/2006/main">
            <a:srgbClr val="000000"/>
          </a:solidFill>
          <a:ln xmlns:a="http://schemas.openxmlformats.org/drawingml/2006/main" w="0">
            <a:noFill/>
            <a:prstDash val="solid"/>
          </a:ln>
        </p:spPr>
      </p:sp>
      <p:sp>
        <p:nvSpPr>
          <p:cNvPr id="101" name="pdf-path-136-part-1">
            <a:extLst xmlns:a="http://schemas.openxmlformats.org/drawingml/2006/main">
              <a:ext uri="{FF2B5EF4-FFF2-40B4-BE49-F238E27FC236}">
                <a16:creationId xmlns:a16="http://schemas.microsoft.com/office/drawing/2014/main" id="{5538A108-C8EE-42EE-8EEF-98644AF82810}"/>
              </a:ext>
            </a:extLst>
          </p:cNvPr>
          <p:cNvSpPr>
            <a:spLocks xmlns:a="http://schemas.openxmlformats.org/drawingml/2006/main" noGrp="1"/>
          </p:cNvSpPr>
          <p:nvPr/>
        </p:nvSpPr>
        <p:spPr>
          <a:xfrm xmlns:a="http://schemas.openxmlformats.org/drawingml/2006/main">
            <a:off x="8774525" y="2998127"/>
            <a:ext cx="68279" cy="323014"/>
          </a:xfrm>
          <a:custGeom xmlns:a="http://schemas.openxmlformats.org/drawingml/2006/main">
            <a:pathLst>
              <a:path w="68279" h="323014">
                <a:moveTo>
                  <a:pt x="-33869" y="220325"/>
                </a:moveTo>
                <a:lnTo>
                  <a:pt x="16128" y="323014"/>
                </a:lnTo>
                <a:lnTo>
                  <a:pt x="68279" y="221403"/>
                </a:lnTo>
                <a:lnTo>
                  <a:pt x="-33869" y="220325"/>
                </a:lnTo>
              </a:path>
            </a:pathLst>
          </a:custGeom>
          <a:solidFill xmlns:a="http://schemas.openxmlformats.org/drawingml/2006/main">
            <a:srgbClr val="000000"/>
          </a:solidFill>
          <a:ln xmlns:a="http://schemas.openxmlformats.org/drawingml/2006/main" w="0">
            <a:noFill/>
            <a:prstDash val="solid"/>
          </a:ln>
        </p:spPr>
      </p:sp>
      <p:sp>
        <p:nvSpPr>
          <p:cNvPr id="102" name="pdf-path-137">
            <a:extLst xmlns:a="http://schemas.openxmlformats.org/drawingml/2006/main">
              <a:ext uri="{FF2B5EF4-FFF2-40B4-BE49-F238E27FC236}">
                <a16:creationId xmlns:a16="http://schemas.microsoft.com/office/drawing/2014/main" id="{719B85A3-A674-4846-9696-1966F612056C}"/>
              </a:ext>
            </a:extLst>
          </p:cNvPr>
          <p:cNvSpPr>
            <a:spLocks xmlns:a="http://schemas.openxmlformats.org/drawingml/2006/main" noGrp="1"/>
          </p:cNvSpPr>
          <p:nvPr/>
        </p:nvSpPr>
        <p:spPr>
          <a:xfrm xmlns:a="http://schemas.openxmlformats.org/drawingml/2006/main">
            <a:off x="8594769" y="6312738"/>
            <a:ext cx="381371" cy="381371"/>
          </a:xfrm>
          <a:custGeom xmlns:a="http://schemas.openxmlformats.org/drawingml/2006/main">
            <a:pathLst>
              <a:path w="381371" h="381371">
                <a:moveTo>
                  <a:pt x="0" y="190685"/>
                </a:moveTo>
                <a:cubicBezTo>
                  <a:pt x="0" y="85372"/>
                  <a:pt x="85374" y="0"/>
                  <a:pt x="190685" y="0"/>
                </a:cubicBezTo>
                <a:cubicBezTo>
                  <a:pt x="295998" y="0"/>
                  <a:pt x="381371" y="85372"/>
                  <a:pt x="381371" y="190685"/>
                </a:cubicBezTo>
                <a:cubicBezTo>
                  <a:pt x="381371" y="295997"/>
                  <a:pt x="295998" y="381371"/>
                  <a:pt x="190685" y="381371"/>
                </a:cubicBezTo>
                <a:cubicBezTo>
                  <a:pt x="85374" y="381371"/>
                  <a:pt x="0" y="295997"/>
                  <a:pt x="0" y="190685"/>
                </a:cubicBezTo>
              </a:path>
            </a:pathLst>
          </a:custGeom>
          <a:solidFill xmlns:a="http://schemas.openxmlformats.org/drawingml/2006/main">
            <a:srgbClr val="FFDB59">
              <a:alpha val="80000"/>
            </a:srgbClr>
          </a:solidFill>
          <a:ln xmlns:a="http://schemas.openxmlformats.org/drawingml/2006/main" w="0">
            <a:noFill/>
            <a:prstDash val="solid"/>
          </a:ln>
        </p:spPr>
      </p:sp>
      <p:sp>
        <p:nvSpPr>
          <p:cNvPr id="103" name="pdf-path-138">
            <a:extLst xmlns:a="http://schemas.openxmlformats.org/drawingml/2006/main">
              <a:ext uri="{FF2B5EF4-FFF2-40B4-BE49-F238E27FC236}">
                <a16:creationId xmlns:a16="http://schemas.microsoft.com/office/drawing/2014/main" id="{F92BD2F5-71E6-4752-A60C-8091AD9DE111}"/>
              </a:ext>
            </a:extLst>
          </p:cNvPr>
          <p:cNvSpPr>
            <a:spLocks xmlns:a="http://schemas.openxmlformats.org/drawingml/2006/main" noGrp="1"/>
          </p:cNvSpPr>
          <p:nvPr/>
        </p:nvSpPr>
        <p:spPr>
          <a:xfrm xmlns:a="http://schemas.openxmlformats.org/drawingml/2006/main">
            <a:off x="8594769" y="6312738"/>
            <a:ext cx="381371" cy="381371"/>
          </a:xfrm>
          <a:custGeom xmlns:a="http://schemas.openxmlformats.org/drawingml/2006/main">
            <a:pathLst>
              <a:path w="381371" h="381371">
                <a:moveTo>
                  <a:pt x="0" y="190685"/>
                </a:moveTo>
                <a:cubicBezTo>
                  <a:pt x="0" y="85373"/>
                  <a:pt x="85373" y="0"/>
                  <a:pt x="190685" y="0"/>
                </a:cubicBezTo>
                <a:cubicBezTo>
                  <a:pt x="295998" y="0"/>
                  <a:pt x="381371" y="85373"/>
                  <a:pt x="381371" y="190685"/>
                </a:cubicBezTo>
                <a:cubicBezTo>
                  <a:pt x="381371" y="295998"/>
                  <a:pt x="295998" y="381371"/>
                  <a:pt x="190685" y="381371"/>
                </a:cubicBezTo>
                <a:cubicBezTo>
                  <a:pt x="85373" y="381371"/>
                  <a:pt x="0" y="295998"/>
                  <a:pt x="0" y="190685"/>
                </a:cubicBezTo>
              </a:path>
            </a:pathLst>
          </a:custGeom>
          <a:noFill xmlns:a="http://schemas.openxmlformats.org/drawingml/2006/main"/>
          <a:ln xmlns:a="http://schemas.openxmlformats.org/drawingml/2006/main" w="36889">
            <a:solidFill>
              <a:srgbClr val="FFDB59"/>
            </a:solidFill>
            <a:prstDash val="solid"/>
          </a:ln>
        </p:spPr>
      </p:sp>
      <p:sp>
        <p:nvSpPr>
          <p:cNvPr id="104" name="pdf-path-142-part-0">
            <a:extLst xmlns:a="http://schemas.openxmlformats.org/drawingml/2006/main">
              <a:ext uri="{FF2B5EF4-FFF2-40B4-BE49-F238E27FC236}">
                <a16:creationId xmlns:a16="http://schemas.microsoft.com/office/drawing/2014/main" id="{089B77BF-FAFB-4A49-BA76-9D942BD47641}"/>
              </a:ext>
            </a:extLst>
          </p:cNvPr>
          <p:cNvSpPr>
            <a:spLocks xmlns:a="http://schemas.openxmlformats.org/drawingml/2006/main" noGrp="1"/>
          </p:cNvSpPr>
          <p:nvPr/>
        </p:nvSpPr>
        <p:spPr>
          <a:xfrm xmlns:a="http://schemas.openxmlformats.org/drawingml/2006/main">
            <a:off x="8733019" y="6137447"/>
            <a:ext cx="68325" cy="175290"/>
          </a:xfrm>
          <a:custGeom xmlns:a="http://schemas.openxmlformats.org/drawingml/2006/main">
            <a:pathLst>
              <a:path w="68325" h="175290">
                <a:moveTo>
                  <a:pt x="67124" y="0"/>
                </a:moveTo>
                <a:lnTo>
                  <a:pt x="68325" y="89941"/>
                </a:lnTo>
                <a:lnTo>
                  <a:pt x="34276" y="90396"/>
                </a:lnTo>
                <a:lnTo>
                  <a:pt x="33076" y="455"/>
                </a:lnTo>
                <a:lnTo>
                  <a:pt x="67124" y="0"/>
                </a:lnTo>
              </a:path>
            </a:pathLst>
          </a:custGeom>
          <a:solidFill xmlns:a="http://schemas.openxmlformats.org/drawingml/2006/main">
            <a:srgbClr val="000000"/>
          </a:solidFill>
          <a:ln xmlns:a="http://schemas.openxmlformats.org/drawingml/2006/main" w="0">
            <a:noFill/>
            <a:prstDash val="solid"/>
          </a:ln>
        </p:spPr>
      </p:sp>
      <p:sp>
        <p:nvSpPr>
          <p:cNvPr id="105" name="pdf-path-142-part-1">
            <a:extLst xmlns:a="http://schemas.openxmlformats.org/drawingml/2006/main">
              <a:ext uri="{FF2B5EF4-FFF2-40B4-BE49-F238E27FC236}">
                <a16:creationId xmlns:a16="http://schemas.microsoft.com/office/drawing/2014/main" id="{EE6E3D61-B9EF-40EB-8507-BAEF54E245FB}"/>
              </a:ext>
            </a:extLst>
          </p:cNvPr>
          <p:cNvSpPr>
            <a:spLocks xmlns:a="http://schemas.openxmlformats.org/drawingml/2006/main" noGrp="1"/>
          </p:cNvSpPr>
          <p:nvPr/>
        </p:nvSpPr>
        <p:spPr>
          <a:xfrm xmlns:a="http://schemas.openxmlformats.org/drawingml/2006/main">
            <a:off x="8733019" y="6137447"/>
            <a:ext cx="68325" cy="175290"/>
          </a:xfrm>
          <a:custGeom xmlns:a="http://schemas.openxmlformats.org/drawingml/2006/main">
            <a:pathLst>
              <a:path w="68325" h="175290">
                <a:moveTo>
                  <a:pt x="102146" y="72462"/>
                </a:moveTo>
                <a:lnTo>
                  <a:pt x="52437" y="175290"/>
                </a:lnTo>
                <a:lnTo>
                  <a:pt x="0" y="73825"/>
                </a:lnTo>
                <a:lnTo>
                  <a:pt x="102146" y="72462"/>
                </a:lnTo>
              </a:path>
            </a:pathLst>
          </a:custGeom>
          <a:solidFill xmlns:a="http://schemas.openxmlformats.org/drawingml/2006/main">
            <a:srgbClr val="000000"/>
          </a:solidFill>
          <a:ln xmlns:a="http://schemas.openxmlformats.org/drawingml/2006/main" w="0">
            <a:noFill/>
            <a:prstDash val="solid"/>
          </a:ln>
        </p:spPr>
      </p:sp>
      <p:sp>
        <p:nvSpPr>
          <p:cNvPr id="106" name="pdf-path-143">
            <a:extLst xmlns:a="http://schemas.openxmlformats.org/drawingml/2006/main">
              <a:ext uri="{FF2B5EF4-FFF2-40B4-BE49-F238E27FC236}">
                <a16:creationId xmlns:a16="http://schemas.microsoft.com/office/drawing/2014/main" id="{22AA3163-FECD-44B2-BACE-9DF2D417EF91}"/>
              </a:ext>
            </a:extLst>
          </p:cNvPr>
          <p:cNvSpPr>
            <a:spLocks xmlns:a="http://schemas.openxmlformats.org/drawingml/2006/main" noGrp="1"/>
          </p:cNvSpPr>
          <p:nvPr/>
        </p:nvSpPr>
        <p:spPr>
          <a:xfrm xmlns:a="http://schemas.openxmlformats.org/drawingml/2006/main">
            <a:off x="7954900" y="3321141"/>
            <a:ext cx="1671503" cy="879013"/>
          </a:xfrm>
          <a:custGeom xmlns:a="http://schemas.openxmlformats.org/drawingml/2006/main">
            <a:pathLst>
              <a:path w="1671503" h="879013">
                <a:moveTo>
                  <a:pt x="0" y="0"/>
                </a:moveTo>
                <a:lnTo>
                  <a:pt x="219753" y="879013"/>
                </a:lnTo>
                <a:lnTo>
                  <a:pt x="1451752" y="879013"/>
                </a:lnTo>
                <a:lnTo>
                  <a:pt x="1671503" y="0"/>
                </a:lnTo>
                <a:lnTo>
                  <a:pt x="0" y="0"/>
                </a:lnTo>
              </a:path>
            </a:pathLst>
          </a:custGeom>
          <a:solidFill xmlns:a="http://schemas.openxmlformats.org/drawingml/2006/main">
            <a:srgbClr val="461969">
              <a:alpha val="50000"/>
            </a:srgbClr>
          </a:solidFill>
          <a:ln xmlns:a="http://schemas.openxmlformats.org/drawingml/2006/main" w="0">
            <a:noFill/>
            <a:prstDash val="solid"/>
          </a:ln>
        </p:spPr>
      </p:sp>
      <p:sp>
        <p:nvSpPr>
          <p:cNvPr id="107" name="pdf-path-144">
            <a:extLst xmlns:a="http://schemas.openxmlformats.org/drawingml/2006/main">
              <a:ext uri="{FF2B5EF4-FFF2-40B4-BE49-F238E27FC236}">
                <a16:creationId xmlns:a16="http://schemas.microsoft.com/office/drawing/2014/main" id="{A2ADC2B2-ADA8-4644-8DD4-6344EDF5AAA7}"/>
              </a:ext>
            </a:extLst>
          </p:cNvPr>
          <p:cNvSpPr>
            <a:spLocks xmlns:a="http://schemas.openxmlformats.org/drawingml/2006/main" noGrp="1"/>
          </p:cNvSpPr>
          <p:nvPr/>
        </p:nvSpPr>
        <p:spPr>
          <a:xfrm xmlns:a="http://schemas.openxmlformats.org/drawingml/2006/main">
            <a:off x="7954900" y="3321141"/>
            <a:ext cx="1671503" cy="879013"/>
          </a:xfrm>
          <a:custGeom xmlns:a="http://schemas.openxmlformats.org/drawingml/2006/main">
            <a:pathLst>
              <a:path w="1671503" h="879013">
                <a:moveTo>
                  <a:pt x="0" y="0"/>
                </a:moveTo>
                <a:lnTo>
                  <a:pt x="219754" y="879013"/>
                </a:lnTo>
                <a:lnTo>
                  <a:pt x="1451751" y="879013"/>
                </a:lnTo>
                <a:lnTo>
                  <a:pt x="1671503" y="0"/>
                </a:lnTo>
                <a:lnTo>
                  <a:pt x="0" y="0"/>
                </a:lnTo>
              </a:path>
            </a:pathLst>
          </a:custGeom>
          <a:noFill xmlns:a="http://schemas.openxmlformats.org/drawingml/2006/main"/>
          <a:ln xmlns:a="http://schemas.openxmlformats.org/drawingml/2006/main" w="36889">
            <a:solidFill>
              <a:srgbClr val="461969"/>
            </a:solidFill>
            <a:prstDash val="solid"/>
          </a:ln>
        </p:spPr>
      </p:sp>
      <p:sp>
        <p:nvSpPr>
          <p:cNvPr id="108" name="pdf-text-79-0">
            <a:extLst xmlns:a="http://schemas.openxmlformats.org/drawingml/2006/main">
              <a:ext uri="{FF2B5EF4-FFF2-40B4-BE49-F238E27FC236}">
                <a16:creationId xmlns:a16="http://schemas.microsoft.com/office/drawing/2014/main" id="{7C820A35-7DEE-4B42-9705-013B8D5ACE62}"/>
              </a:ext>
            </a:extLst>
          </p:cNvPr>
          <p:cNvSpPr>
            <a:spLocks xmlns:a="http://schemas.openxmlformats.org/drawingml/2006/main" noGrp="1"/>
          </p:cNvSpPr>
          <p:nvPr/>
        </p:nvSpPr>
        <p:spPr>
          <a:xfrm xmlns:a="http://schemas.openxmlformats.org/drawingml/2006/main">
            <a:off x="8312259" y="3545543"/>
            <a:ext cx="986507" cy="2270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501" b="1" i="0">
                <a:solidFill>
                  <a:srgbClr val="000000"/>
                </a:solidFill>
                <a:latin typeface="Arial"/>
                <a:ea typeface="Arial"/>
                <a:cs typeface="Arial"/>
              </a:defRPr>
            </a:defPPr>
          </a:lstStyle>
          <a:p xmlns:a="http://schemas.openxmlformats.org/drawingml/2006/main">
            <a:pPr algn="ctr">
              <a:defRPr sz="1501" b="1" i="0">
                <a:solidFill>
                  <a:srgbClr val="000000"/>
                </a:solidFill>
                <a:latin typeface="Arial"/>
                <a:ea typeface="Arial"/>
                <a:cs typeface="Arial"/>
              </a:defRPr>
            </a:pPr>
            <a:r>
              <a:rPr sz="1501" b="1" i="0">
                <a:solidFill>
                  <a:srgbClr val="000000"/>
                </a:solidFill>
                <a:latin typeface="Arial"/>
                <a:ea typeface="Arial"/>
                <a:cs typeface="Arial"/>
              </a:rPr>
              <a:t>Skill Policy</a:t>
            </a:r>
          </a:p>
        </p:txBody>
      </p:sp>
      <p:sp>
        <p:nvSpPr>
          <p:cNvPr id="109" name="pdf-path-154">
            <a:extLst xmlns:a="http://schemas.openxmlformats.org/drawingml/2006/main">
              <a:ext uri="{FF2B5EF4-FFF2-40B4-BE49-F238E27FC236}">
                <a16:creationId xmlns:a16="http://schemas.microsoft.com/office/drawing/2014/main" id="{C117F5EF-6433-46CE-8FC2-617AAD807D5A}"/>
              </a:ext>
            </a:extLst>
          </p:cNvPr>
          <p:cNvSpPr>
            <a:spLocks xmlns:a="http://schemas.openxmlformats.org/drawingml/2006/main" noGrp="1"/>
          </p:cNvSpPr>
          <p:nvPr/>
        </p:nvSpPr>
        <p:spPr>
          <a:xfrm xmlns:a="http://schemas.openxmlformats.org/drawingml/2006/main">
            <a:off x="436689" y="2779088"/>
            <a:ext cx="3892532" cy="335113"/>
          </a:xfrm>
          <a:custGeom xmlns:a="http://schemas.openxmlformats.org/drawingml/2006/main">
            <a:pathLst>
              <a:path w="3892532" h="335113">
                <a:moveTo>
                  <a:pt x="0" y="55852"/>
                </a:moveTo>
                <a:cubicBezTo>
                  <a:pt x="0" y="25007"/>
                  <a:pt x="25005" y="0"/>
                  <a:pt x="55851" y="0"/>
                </a:cubicBezTo>
                <a:lnTo>
                  <a:pt x="3836681" y="0"/>
                </a:lnTo>
                <a:cubicBezTo>
                  <a:pt x="3867528" y="0"/>
                  <a:pt x="3892532" y="25007"/>
                  <a:pt x="3892532" y="55852"/>
                </a:cubicBezTo>
                <a:lnTo>
                  <a:pt x="3892532" y="279261"/>
                </a:lnTo>
                <a:cubicBezTo>
                  <a:pt x="3892532" y="310108"/>
                  <a:pt x="3867528" y="335113"/>
                  <a:pt x="3836681" y="335113"/>
                </a:cubicBezTo>
                <a:lnTo>
                  <a:pt x="55851" y="335113"/>
                </a:lnTo>
                <a:cubicBezTo>
                  <a:pt x="25005" y="335113"/>
                  <a:pt x="0" y="310108"/>
                  <a:pt x="0" y="279261"/>
                </a:cubicBezTo>
                <a:lnTo>
                  <a:pt x="0" y="55852"/>
                </a:lnTo>
              </a:path>
            </a:pathLst>
          </a:custGeom>
          <a:solidFill xmlns:a="http://schemas.openxmlformats.org/drawingml/2006/main">
            <a:srgbClr val="FFDB59">
              <a:alpha val="80000"/>
            </a:srgbClr>
          </a:solidFill>
          <a:ln xmlns:a="http://schemas.openxmlformats.org/drawingml/2006/main" w="0">
            <a:noFill/>
            <a:prstDash val="solid"/>
          </a:ln>
        </p:spPr>
      </p:sp>
      <p:sp>
        <p:nvSpPr>
          <p:cNvPr id="110" name="pdf-path-155">
            <a:extLst xmlns:a="http://schemas.openxmlformats.org/drawingml/2006/main">
              <a:ext uri="{FF2B5EF4-FFF2-40B4-BE49-F238E27FC236}">
                <a16:creationId xmlns:a16="http://schemas.microsoft.com/office/drawing/2014/main" id="{AD0B74E5-AF99-4E8E-92EA-6A2A125DFEC7}"/>
              </a:ext>
            </a:extLst>
          </p:cNvPr>
          <p:cNvSpPr>
            <a:spLocks xmlns:a="http://schemas.openxmlformats.org/drawingml/2006/main" noGrp="1"/>
          </p:cNvSpPr>
          <p:nvPr/>
        </p:nvSpPr>
        <p:spPr>
          <a:xfrm xmlns:a="http://schemas.openxmlformats.org/drawingml/2006/main">
            <a:off x="436689" y="2779088"/>
            <a:ext cx="3892533" cy="335112"/>
          </a:xfrm>
          <a:custGeom xmlns:a="http://schemas.openxmlformats.org/drawingml/2006/main">
            <a:pathLst>
              <a:path w="3892533" h="335112">
                <a:moveTo>
                  <a:pt x="0" y="55852"/>
                </a:moveTo>
                <a:cubicBezTo>
                  <a:pt x="0" y="25005"/>
                  <a:pt x="25005" y="0"/>
                  <a:pt x="55851" y="0"/>
                </a:cubicBezTo>
                <a:lnTo>
                  <a:pt x="3836682" y="0"/>
                </a:lnTo>
                <a:cubicBezTo>
                  <a:pt x="3867528" y="0"/>
                  <a:pt x="3892533" y="25005"/>
                  <a:pt x="3892533" y="55852"/>
                </a:cubicBezTo>
                <a:lnTo>
                  <a:pt x="3892533" y="279261"/>
                </a:lnTo>
                <a:cubicBezTo>
                  <a:pt x="3892533" y="310107"/>
                  <a:pt x="3867528" y="335112"/>
                  <a:pt x="3836682" y="335112"/>
                </a:cubicBezTo>
                <a:lnTo>
                  <a:pt x="55851" y="335112"/>
                </a:lnTo>
                <a:cubicBezTo>
                  <a:pt x="25005" y="335112"/>
                  <a:pt x="0" y="310107"/>
                  <a:pt x="0" y="279261"/>
                </a:cubicBezTo>
                <a:lnTo>
                  <a:pt x="0" y="55852"/>
                </a:lnTo>
              </a:path>
            </a:pathLst>
          </a:custGeom>
          <a:noFill xmlns:a="http://schemas.openxmlformats.org/drawingml/2006/main"/>
          <a:ln xmlns:a="http://schemas.openxmlformats.org/drawingml/2006/main" w="34052">
            <a:solidFill>
              <a:srgbClr val="FFDB59"/>
            </a:solidFill>
            <a:prstDash val="solid"/>
          </a:ln>
        </p:spPr>
      </p:sp>
      <p:sp>
        <p:nvSpPr>
          <p:cNvPr id="111" name="pdf-text-112-0">
            <a:extLst xmlns:a="http://schemas.openxmlformats.org/drawingml/2006/main">
              <a:ext uri="{FF2B5EF4-FFF2-40B4-BE49-F238E27FC236}">
                <a16:creationId xmlns:a16="http://schemas.microsoft.com/office/drawing/2014/main" id="{26428EF8-BB68-49EA-BCB9-A00857FEE72F}"/>
              </a:ext>
            </a:extLst>
          </p:cNvPr>
          <p:cNvSpPr>
            <a:spLocks xmlns:a="http://schemas.openxmlformats.org/drawingml/2006/main" noGrp="1"/>
          </p:cNvSpPr>
          <p:nvPr/>
        </p:nvSpPr>
        <p:spPr>
          <a:xfrm xmlns:a="http://schemas.openxmlformats.org/drawingml/2006/main">
            <a:off x="9819211" y="4703285"/>
            <a:ext cx="1048173" cy="18160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201" b="0" i="0">
                <a:solidFill>
                  <a:srgbClr val="FF0000"/>
                </a:solidFill>
                <a:latin typeface="Arial"/>
                <a:ea typeface="Arial"/>
                <a:cs typeface="Arial"/>
              </a:defRPr>
            </a:defPPr>
          </a:lstStyle>
          <a:p xmlns:a="http://schemas.openxmlformats.org/drawingml/2006/main">
            <a:pPr algn="ctr">
              <a:defRPr sz="1201" b="0" i="0">
                <a:solidFill>
                  <a:srgbClr val="FF0000"/>
                </a:solidFill>
                <a:latin typeface="Arial"/>
                <a:ea typeface="Arial"/>
                <a:cs typeface="Arial"/>
              </a:defRPr>
            </a:pPr>
            <a:r>
              <a:rPr sz="1201" b="0" i="0">
                <a:solidFill>
                  <a:srgbClr val="FF0000"/>
                </a:solidFill>
                <a:latin typeface="Arial"/>
                <a:ea typeface="Arial"/>
                <a:cs typeface="Arial"/>
              </a:rPr>
              <a:t>Regularization</a:t>
            </a:r>
          </a:p>
        </p:txBody>
      </p:sp>
      <p:sp>
        <p:nvSpPr>
          <p:cNvPr id="112" name="pdf-path-181">
            <a:extLst xmlns:a="http://schemas.openxmlformats.org/drawingml/2006/main">
              <a:ext uri="{FF2B5EF4-FFF2-40B4-BE49-F238E27FC236}">
                <a16:creationId xmlns:a16="http://schemas.microsoft.com/office/drawing/2014/main" id="{5E1B0B01-D08E-42E7-841E-B35443516862}"/>
              </a:ext>
            </a:extLst>
          </p:cNvPr>
          <p:cNvSpPr>
            <a:spLocks xmlns:a="http://schemas.openxmlformats.org/drawingml/2006/main" noGrp="1"/>
          </p:cNvSpPr>
          <p:nvPr/>
        </p:nvSpPr>
        <p:spPr>
          <a:xfrm xmlns:a="http://schemas.openxmlformats.org/drawingml/2006/main">
            <a:off x="434022" y="7405140"/>
            <a:ext cx="3898307" cy="335112"/>
          </a:xfrm>
          <a:custGeom xmlns:a="http://schemas.openxmlformats.org/drawingml/2006/main">
            <a:pathLst>
              <a:path w="3898307" h="335112">
                <a:moveTo>
                  <a:pt x="0" y="55852"/>
                </a:moveTo>
                <a:cubicBezTo>
                  <a:pt x="0" y="25006"/>
                  <a:pt x="25006" y="0"/>
                  <a:pt x="55853" y="0"/>
                </a:cubicBezTo>
                <a:lnTo>
                  <a:pt x="3842454" y="0"/>
                </a:lnTo>
                <a:cubicBezTo>
                  <a:pt x="3873300" y="0"/>
                  <a:pt x="3898307" y="25006"/>
                  <a:pt x="3898307" y="55852"/>
                </a:cubicBezTo>
                <a:lnTo>
                  <a:pt x="3898307" y="279259"/>
                </a:lnTo>
                <a:cubicBezTo>
                  <a:pt x="3898307" y="310106"/>
                  <a:pt x="3873300" y="335112"/>
                  <a:pt x="3842454" y="335112"/>
                </a:cubicBezTo>
                <a:lnTo>
                  <a:pt x="55853" y="335112"/>
                </a:lnTo>
                <a:cubicBezTo>
                  <a:pt x="25006" y="335112"/>
                  <a:pt x="0" y="310106"/>
                  <a:pt x="0" y="279259"/>
                </a:cubicBezTo>
                <a:lnTo>
                  <a:pt x="0" y="55852"/>
                </a:lnTo>
              </a:path>
            </a:pathLst>
          </a:custGeom>
          <a:solidFill xmlns:a="http://schemas.openxmlformats.org/drawingml/2006/main">
            <a:srgbClr val="FFDB59">
              <a:alpha val="80000"/>
            </a:srgbClr>
          </a:solidFill>
          <a:ln xmlns:a="http://schemas.openxmlformats.org/drawingml/2006/main" w="0">
            <a:noFill/>
            <a:prstDash val="solid"/>
          </a:ln>
        </p:spPr>
      </p:sp>
      <p:sp>
        <p:nvSpPr>
          <p:cNvPr id="113" name="pdf-path-182">
            <a:extLst xmlns:a="http://schemas.openxmlformats.org/drawingml/2006/main">
              <a:ext uri="{FF2B5EF4-FFF2-40B4-BE49-F238E27FC236}">
                <a16:creationId xmlns:a16="http://schemas.microsoft.com/office/drawing/2014/main" id="{9C06725F-12BA-40D2-B08A-EDCE2EF95AB4}"/>
              </a:ext>
            </a:extLst>
          </p:cNvPr>
          <p:cNvSpPr>
            <a:spLocks xmlns:a="http://schemas.openxmlformats.org/drawingml/2006/main" noGrp="1"/>
          </p:cNvSpPr>
          <p:nvPr/>
        </p:nvSpPr>
        <p:spPr>
          <a:xfrm xmlns:a="http://schemas.openxmlformats.org/drawingml/2006/main">
            <a:off x="434022" y="7405140"/>
            <a:ext cx="3898307" cy="335113"/>
          </a:xfrm>
          <a:custGeom xmlns:a="http://schemas.openxmlformats.org/drawingml/2006/main">
            <a:pathLst>
              <a:path w="3898307" h="335113">
                <a:moveTo>
                  <a:pt x="0" y="55852"/>
                </a:moveTo>
                <a:cubicBezTo>
                  <a:pt x="0" y="25006"/>
                  <a:pt x="25006" y="0"/>
                  <a:pt x="55853" y="0"/>
                </a:cubicBezTo>
                <a:lnTo>
                  <a:pt x="3842454" y="0"/>
                </a:lnTo>
                <a:cubicBezTo>
                  <a:pt x="3873301" y="0"/>
                  <a:pt x="3898307" y="25006"/>
                  <a:pt x="3898307" y="55852"/>
                </a:cubicBezTo>
                <a:lnTo>
                  <a:pt x="3898307" y="279259"/>
                </a:lnTo>
                <a:cubicBezTo>
                  <a:pt x="3898307" y="310106"/>
                  <a:pt x="3873301" y="335113"/>
                  <a:pt x="3842454" y="335113"/>
                </a:cubicBezTo>
                <a:lnTo>
                  <a:pt x="55853" y="335113"/>
                </a:lnTo>
                <a:cubicBezTo>
                  <a:pt x="25006" y="335113"/>
                  <a:pt x="0" y="310106"/>
                  <a:pt x="0" y="279259"/>
                </a:cubicBezTo>
                <a:lnTo>
                  <a:pt x="0" y="55852"/>
                </a:lnTo>
              </a:path>
            </a:pathLst>
          </a:custGeom>
          <a:noFill xmlns:a="http://schemas.openxmlformats.org/drawingml/2006/main"/>
          <a:ln xmlns:a="http://schemas.openxmlformats.org/drawingml/2006/main" w="34052">
            <a:solidFill>
              <a:srgbClr val="FFDB59"/>
            </a:solidFill>
            <a:prstDash val="solid"/>
          </a:ln>
        </p:spPr>
      </p:sp>
      <p:sp>
        <p:nvSpPr>
          <p:cNvPr id="114" name="pdf-path-215-part-0">
            <a:extLst xmlns:a="http://schemas.openxmlformats.org/drawingml/2006/main">
              <a:ext uri="{FF2B5EF4-FFF2-40B4-BE49-F238E27FC236}">
                <a16:creationId xmlns:a16="http://schemas.microsoft.com/office/drawing/2014/main" id="{576E8820-F417-4965-A9D8-2F0368684108}"/>
              </a:ext>
            </a:extLst>
          </p:cNvPr>
          <p:cNvSpPr>
            <a:spLocks xmlns:a="http://schemas.openxmlformats.org/drawingml/2006/main" noGrp="1"/>
          </p:cNvSpPr>
          <p:nvPr/>
        </p:nvSpPr>
        <p:spPr>
          <a:xfrm xmlns:a="http://schemas.openxmlformats.org/drawingml/2006/main">
            <a:off x="1994734" y="6139578"/>
            <a:ext cx="68104" cy="776340"/>
          </a:xfrm>
          <a:custGeom xmlns:a="http://schemas.openxmlformats.org/drawingml/2006/main">
            <a:pathLst>
              <a:path w="68104" h="776340">
                <a:moveTo>
                  <a:pt x="68103" y="0"/>
                </a:moveTo>
                <a:lnTo>
                  <a:pt x="68104" y="691211"/>
                </a:lnTo>
                <a:lnTo>
                  <a:pt x="34052" y="691211"/>
                </a:lnTo>
                <a:lnTo>
                  <a:pt x="34051" y="0"/>
                </a:lnTo>
                <a:lnTo>
                  <a:pt x="68103" y="0"/>
                </a:lnTo>
              </a:path>
            </a:pathLst>
          </a:custGeom>
          <a:solidFill xmlns:a="http://schemas.openxmlformats.org/drawingml/2006/main">
            <a:srgbClr val="000000"/>
          </a:solidFill>
          <a:ln xmlns:a="http://schemas.openxmlformats.org/drawingml/2006/main" w="0">
            <a:noFill/>
            <a:prstDash val="solid"/>
          </a:ln>
        </p:spPr>
      </p:sp>
      <p:sp>
        <p:nvSpPr>
          <p:cNvPr id="115" name="pdf-path-215-part-1">
            <a:extLst xmlns:a="http://schemas.openxmlformats.org/drawingml/2006/main">
              <a:ext uri="{FF2B5EF4-FFF2-40B4-BE49-F238E27FC236}">
                <a16:creationId xmlns:a16="http://schemas.microsoft.com/office/drawing/2014/main" id="{92657064-1BF5-49C3-8C66-C745751F5A0D}"/>
              </a:ext>
            </a:extLst>
          </p:cNvPr>
          <p:cNvSpPr>
            <a:spLocks xmlns:a="http://schemas.openxmlformats.org/drawingml/2006/main" noGrp="1"/>
          </p:cNvSpPr>
          <p:nvPr/>
        </p:nvSpPr>
        <p:spPr>
          <a:xfrm xmlns:a="http://schemas.openxmlformats.org/drawingml/2006/main">
            <a:off x="1994734" y="6139578"/>
            <a:ext cx="68104" cy="776340"/>
          </a:xfrm>
          <a:custGeom xmlns:a="http://schemas.openxmlformats.org/drawingml/2006/main">
            <a:pathLst>
              <a:path w="68104" h="776340">
                <a:moveTo>
                  <a:pt x="102155" y="674185"/>
                </a:moveTo>
                <a:lnTo>
                  <a:pt x="51078" y="776340"/>
                </a:lnTo>
                <a:lnTo>
                  <a:pt x="0" y="674185"/>
                </a:lnTo>
                <a:lnTo>
                  <a:pt x="102155" y="674185"/>
                </a:lnTo>
              </a:path>
            </a:pathLst>
          </a:custGeom>
          <a:solidFill xmlns:a="http://schemas.openxmlformats.org/drawingml/2006/main">
            <a:srgbClr val="000000"/>
          </a:solidFill>
          <a:ln xmlns:a="http://schemas.openxmlformats.org/drawingml/2006/main" w="0">
            <a:noFill/>
            <a:prstDash val="solid"/>
          </a:ln>
        </p:spPr>
      </p:sp>
      <p:sp>
        <p:nvSpPr>
          <p:cNvPr id="116" name="pdf-text-148-0">
            <a:extLst xmlns:a="http://schemas.openxmlformats.org/drawingml/2006/main">
              <a:ext uri="{FF2B5EF4-FFF2-40B4-BE49-F238E27FC236}">
                <a16:creationId xmlns:a16="http://schemas.microsoft.com/office/drawing/2014/main" id="{8DC16920-A7F9-413F-9DB8-4F32011B56FF}"/>
              </a:ext>
            </a:extLst>
          </p:cNvPr>
          <p:cNvSpPr>
            <a:spLocks xmlns:a="http://schemas.openxmlformats.org/drawingml/2006/main" noGrp="1"/>
          </p:cNvSpPr>
          <p:nvPr/>
        </p:nvSpPr>
        <p:spPr>
          <a:xfrm xmlns:a="http://schemas.openxmlformats.org/drawingml/2006/main">
            <a:off x="331477" y="262960"/>
            <a:ext cx="1691148" cy="2270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501" b="1" i="0">
                <a:solidFill>
                  <a:srgbClr val="000000"/>
                </a:solidFill>
                <a:latin typeface="Arial"/>
                <a:ea typeface="Arial"/>
                <a:cs typeface="Arial"/>
              </a:defRPr>
            </a:defPPr>
          </a:lstStyle>
          <a:p xmlns:a="http://schemas.openxmlformats.org/drawingml/2006/main">
            <a:pPr algn="ctr">
              <a:defRPr sz="1501" b="1" i="0">
                <a:solidFill>
                  <a:srgbClr val="000000"/>
                </a:solidFill>
                <a:latin typeface="Arial"/>
                <a:ea typeface="Arial"/>
                <a:cs typeface="Arial"/>
              </a:defRPr>
            </a:pPr>
            <a:r>
              <a:rPr sz="1501" b="1" i="0">
                <a:solidFill>
                  <a:srgbClr val="000000"/>
                </a:solidFill>
                <a:latin typeface="Arial"/>
                <a:ea typeface="Arial"/>
                <a:cs typeface="Arial"/>
              </a:rPr>
              <a:t>(ii) Skill Extraction</a:t>
            </a:r>
          </a:p>
        </p:txBody>
      </p:sp>
      <p:sp>
        <p:nvSpPr>
          <p:cNvPr id="117" name="pdf-text-149-0">
            <a:extLst xmlns:a="http://schemas.openxmlformats.org/drawingml/2006/main">
              <a:ext uri="{FF2B5EF4-FFF2-40B4-BE49-F238E27FC236}">
                <a16:creationId xmlns:a16="http://schemas.microsoft.com/office/drawing/2014/main" id="{C2C9E7F4-CE0F-46D0-BBD4-1E64B482E148}"/>
              </a:ext>
            </a:extLst>
          </p:cNvPr>
          <p:cNvSpPr>
            <a:spLocks xmlns:a="http://schemas.openxmlformats.org/drawingml/2006/main" noGrp="1"/>
          </p:cNvSpPr>
          <p:nvPr/>
        </p:nvSpPr>
        <p:spPr>
          <a:xfrm xmlns:a="http://schemas.openxmlformats.org/drawingml/2006/main">
            <a:off x="6135682" y="2472233"/>
            <a:ext cx="1712032" cy="2270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501" b="1" i="0">
                <a:solidFill>
                  <a:srgbClr val="000000"/>
                </a:solidFill>
                <a:latin typeface="Arial"/>
                <a:ea typeface="Arial"/>
                <a:cs typeface="Arial"/>
              </a:defRPr>
            </a:defPPr>
          </a:lstStyle>
          <a:p xmlns:a="http://schemas.openxmlformats.org/drawingml/2006/main">
            <a:pPr algn="ctr">
              <a:defRPr sz="1501" b="1" i="0">
                <a:solidFill>
                  <a:srgbClr val="000000"/>
                </a:solidFill>
                <a:latin typeface="Arial"/>
                <a:ea typeface="Arial"/>
                <a:cs typeface="Arial"/>
              </a:defRPr>
            </a:pPr>
            <a:r>
              <a:rPr sz="1501" b="1" i="0">
                <a:solidFill>
                  <a:srgbClr val="000000"/>
                </a:solidFill>
                <a:latin typeface="Arial"/>
                <a:ea typeface="Arial"/>
                <a:cs typeface="Arial"/>
              </a:rPr>
              <a:t>(iii) Skill Execution</a:t>
            </a:r>
          </a:p>
        </p:txBody>
      </p:sp>
      <p:sp>
        <p:nvSpPr>
          <p:cNvPr id="118" name="pdf-path-221">
            <a:extLst xmlns:a="http://schemas.openxmlformats.org/drawingml/2006/main">
              <a:ext uri="{FF2B5EF4-FFF2-40B4-BE49-F238E27FC236}">
                <a16:creationId xmlns:a16="http://schemas.microsoft.com/office/drawing/2014/main" id="{01B0FF54-6CA5-4078-866E-FB4B4EFF3386}"/>
              </a:ext>
            </a:extLst>
          </p:cNvPr>
          <p:cNvSpPr>
            <a:spLocks xmlns:a="http://schemas.openxmlformats.org/drawingml/2006/main" noGrp="1"/>
          </p:cNvSpPr>
          <p:nvPr/>
        </p:nvSpPr>
        <p:spPr>
          <a:xfrm xmlns:a="http://schemas.openxmlformats.org/drawingml/2006/main">
            <a:off x="439796" y="2354388"/>
            <a:ext cx="3892533" cy="335111"/>
          </a:xfrm>
          <a:custGeom xmlns:a="http://schemas.openxmlformats.org/drawingml/2006/main">
            <a:pathLst>
              <a:path w="3892533" h="335111">
                <a:moveTo>
                  <a:pt x="0" y="55850"/>
                </a:moveTo>
                <a:cubicBezTo>
                  <a:pt x="0" y="25005"/>
                  <a:pt x="25005" y="0"/>
                  <a:pt x="55851" y="0"/>
                </a:cubicBezTo>
                <a:lnTo>
                  <a:pt x="3836682" y="0"/>
                </a:lnTo>
                <a:cubicBezTo>
                  <a:pt x="3867528" y="0"/>
                  <a:pt x="3892533" y="25005"/>
                  <a:pt x="3892533" y="55850"/>
                </a:cubicBezTo>
                <a:lnTo>
                  <a:pt x="3892533" y="279260"/>
                </a:lnTo>
                <a:cubicBezTo>
                  <a:pt x="3892533" y="310106"/>
                  <a:pt x="3867528" y="335111"/>
                  <a:pt x="3836682" y="335111"/>
                </a:cubicBezTo>
                <a:lnTo>
                  <a:pt x="55851" y="335111"/>
                </a:lnTo>
                <a:cubicBezTo>
                  <a:pt x="25005" y="335111"/>
                  <a:pt x="0" y="310106"/>
                  <a:pt x="0" y="279260"/>
                </a:cubicBezTo>
                <a:lnTo>
                  <a:pt x="0" y="55850"/>
                </a:lnTo>
              </a:path>
            </a:pathLst>
          </a:custGeom>
          <a:solidFill xmlns:a="http://schemas.openxmlformats.org/drawingml/2006/main">
            <a:srgbClr val="FFDB59">
              <a:alpha val="80000"/>
            </a:srgbClr>
          </a:solidFill>
          <a:ln xmlns:a="http://schemas.openxmlformats.org/drawingml/2006/main" w="0">
            <a:noFill/>
            <a:prstDash val="solid"/>
          </a:ln>
        </p:spPr>
      </p:sp>
      <p:sp>
        <p:nvSpPr>
          <p:cNvPr id="119" name="pdf-path-222">
            <a:extLst xmlns:a="http://schemas.openxmlformats.org/drawingml/2006/main">
              <a:ext uri="{FF2B5EF4-FFF2-40B4-BE49-F238E27FC236}">
                <a16:creationId xmlns:a16="http://schemas.microsoft.com/office/drawing/2014/main" id="{6FBB4EF1-8614-45AC-A8A8-9A44CF256C17}"/>
              </a:ext>
            </a:extLst>
          </p:cNvPr>
          <p:cNvSpPr>
            <a:spLocks xmlns:a="http://schemas.openxmlformats.org/drawingml/2006/main" noGrp="1"/>
          </p:cNvSpPr>
          <p:nvPr/>
        </p:nvSpPr>
        <p:spPr>
          <a:xfrm xmlns:a="http://schemas.openxmlformats.org/drawingml/2006/main">
            <a:off x="439796" y="2354388"/>
            <a:ext cx="3892533" cy="335112"/>
          </a:xfrm>
          <a:custGeom xmlns:a="http://schemas.openxmlformats.org/drawingml/2006/main">
            <a:pathLst>
              <a:path w="3892533" h="335112">
                <a:moveTo>
                  <a:pt x="0" y="55852"/>
                </a:moveTo>
                <a:cubicBezTo>
                  <a:pt x="0" y="25005"/>
                  <a:pt x="25005" y="0"/>
                  <a:pt x="55851" y="0"/>
                </a:cubicBezTo>
                <a:lnTo>
                  <a:pt x="3836682" y="0"/>
                </a:lnTo>
                <a:cubicBezTo>
                  <a:pt x="3867528" y="0"/>
                  <a:pt x="3892533" y="25005"/>
                  <a:pt x="3892533" y="55852"/>
                </a:cubicBezTo>
                <a:lnTo>
                  <a:pt x="3892533" y="279261"/>
                </a:lnTo>
                <a:cubicBezTo>
                  <a:pt x="3892533" y="310107"/>
                  <a:pt x="3867528" y="335112"/>
                  <a:pt x="3836682" y="335112"/>
                </a:cubicBezTo>
                <a:lnTo>
                  <a:pt x="55851" y="335112"/>
                </a:lnTo>
                <a:cubicBezTo>
                  <a:pt x="25005" y="335112"/>
                  <a:pt x="0" y="310107"/>
                  <a:pt x="0" y="279261"/>
                </a:cubicBezTo>
                <a:lnTo>
                  <a:pt x="0" y="55852"/>
                </a:lnTo>
              </a:path>
            </a:pathLst>
          </a:custGeom>
          <a:noFill xmlns:a="http://schemas.openxmlformats.org/drawingml/2006/main"/>
          <a:ln xmlns:a="http://schemas.openxmlformats.org/drawingml/2006/main" w="34052">
            <a:solidFill>
              <a:srgbClr val="FFDB59"/>
            </a:solidFill>
            <a:prstDash val="solid"/>
          </a:ln>
        </p:spPr>
      </p:sp>
      <p:sp>
        <p:nvSpPr>
          <p:cNvPr id="120" name="pdf-path-249">
            <a:extLst xmlns:a="http://schemas.openxmlformats.org/drawingml/2006/main">
              <a:ext uri="{FF2B5EF4-FFF2-40B4-BE49-F238E27FC236}">
                <a16:creationId xmlns:a16="http://schemas.microsoft.com/office/drawing/2014/main" id="{8586FBB0-B89B-452F-8945-790320A857A9}"/>
              </a:ext>
            </a:extLst>
          </p:cNvPr>
          <p:cNvSpPr>
            <a:spLocks xmlns:a="http://schemas.openxmlformats.org/drawingml/2006/main" noGrp="1"/>
          </p:cNvSpPr>
          <p:nvPr/>
        </p:nvSpPr>
        <p:spPr>
          <a:xfrm xmlns:a="http://schemas.openxmlformats.org/drawingml/2006/main">
            <a:off x="435411" y="6998185"/>
            <a:ext cx="3890374" cy="335112"/>
          </a:xfrm>
          <a:custGeom xmlns:a="http://schemas.openxmlformats.org/drawingml/2006/main">
            <a:pathLst>
              <a:path w="3890374" h="335112">
                <a:moveTo>
                  <a:pt x="0" y="55854"/>
                </a:moveTo>
                <a:cubicBezTo>
                  <a:pt x="0" y="25007"/>
                  <a:pt x="25007" y="0"/>
                  <a:pt x="55854" y="0"/>
                </a:cubicBezTo>
                <a:lnTo>
                  <a:pt x="3834519" y="0"/>
                </a:lnTo>
                <a:cubicBezTo>
                  <a:pt x="3865367" y="0"/>
                  <a:pt x="3890374" y="25007"/>
                  <a:pt x="3890374" y="55854"/>
                </a:cubicBezTo>
                <a:lnTo>
                  <a:pt x="3890374" y="279258"/>
                </a:lnTo>
                <a:cubicBezTo>
                  <a:pt x="3890374" y="310105"/>
                  <a:pt x="3865367" y="335112"/>
                  <a:pt x="3834519" y="335112"/>
                </a:cubicBezTo>
                <a:lnTo>
                  <a:pt x="55854" y="335112"/>
                </a:lnTo>
                <a:cubicBezTo>
                  <a:pt x="25007" y="335112"/>
                  <a:pt x="0" y="310105"/>
                  <a:pt x="0" y="279258"/>
                </a:cubicBezTo>
                <a:lnTo>
                  <a:pt x="0" y="55854"/>
                </a:lnTo>
              </a:path>
            </a:pathLst>
          </a:custGeom>
          <a:solidFill xmlns:a="http://schemas.openxmlformats.org/drawingml/2006/main">
            <a:srgbClr val="FFDB59">
              <a:alpha val="80000"/>
            </a:srgbClr>
          </a:solidFill>
          <a:ln xmlns:a="http://schemas.openxmlformats.org/drawingml/2006/main" w="0">
            <a:noFill/>
            <a:prstDash val="solid"/>
          </a:ln>
        </p:spPr>
      </p:sp>
      <p:sp>
        <p:nvSpPr>
          <p:cNvPr id="121" name="pdf-path-250">
            <a:extLst xmlns:a="http://schemas.openxmlformats.org/drawingml/2006/main">
              <a:ext uri="{FF2B5EF4-FFF2-40B4-BE49-F238E27FC236}">
                <a16:creationId xmlns:a16="http://schemas.microsoft.com/office/drawing/2014/main" id="{B19A9974-D1A8-491B-9AFB-261ABD5F2F39}"/>
              </a:ext>
            </a:extLst>
          </p:cNvPr>
          <p:cNvSpPr>
            <a:spLocks xmlns:a="http://schemas.openxmlformats.org/drawingml/2006/main" noGrp="1"/>
          </p:cNvSpPr>
          <p:nvPr/>
        </p:nvSpPr>
        <p:spPr>
          <a:xfrm xmlns:a="http://schemas.openxmlformats.org/drawingml/2006/main">
            <a:off x="435411" y="6998185"/>
            <a:ext cx="3890374" cy="335113"/>
          </a:xfrm>
          <a:custGeom xmlns:a="http://schemas.openxmlformats.org/drawingml/2006/main">
            <a:pathLst>
              <a:path w="3890374" h="335113">
                <a:moveTo>
                  <a:pt x="0" y="55854"/>
                </a:moveTo>
                <a:cubicBezTo>
                  <a:pt x="0" y="25007"/>
                  <a:pt x="25007" y="0"/>
                  <a:pt x="55854" y="0"/>
                </a:cubicBezTo>
                <a:lnTo>
                  <a:pt x="3834520" y="0"/>
                </a:lnTo>
                <a:cubicBezTo>
                  <a:pt x="3865367" y="0"/>
                  <a:pt x="3890374" y="25007"/>
                  <a:pt x="3890374" y="55854"/>
                </a:cubicBezTo>
                <a:lnTo>
                  <a:pt x="3890374" y="279259"/>
                </a:lnTo>
                <a:cubicBezTo>
                  <a:pt x="3890374" y="310105"/>
                  <a:pt x="3865367" y="335113"/>
                  <a:pt x="3834520" y="335113"/>
                </a:cubicBezTo>
                <a:lnTo>
                  <a:pt x="55854" y="335113"/>
                </a:lnTo>
                <a:cubicBezTo>
                  <a:pt x="25007" y="335113"/>
                  <a:pt x="0" y="310105"/>
                  <a:pt x="0" y="279259"/>
                </a:cubicBezTo>
                <a:lnTo>
                  <a:pt x="0" y="55854"/>
                </a:lnTo>
              </a:path>
            </a:pathLst>
          </a:custGeom>
          <a:noFill xmlns:a="http://schemas.openxmlformats.org/drawingml/2006/main"/>
          <a:ln xmlns:a="http://schemas.openxmlformats.org/drawingml/2006/main" w="34052">
            <a:solidFill>
              <a:srgbClr val="FFDB59"/>
            </a:solidFill>
            <a:prstDash val="solid"/>
          </a:ln>
        </p:spPr>
      </p:sp>
      <p:sp>
        <p:nvSpPr>
          <p:cNvPr id="122" name="pdf-path-282">
            <a:extLst xmlns:a="http://schemas.openxmlformats.org/drawingml/2006/main">
              <a:ext uri="{FF2B5EF4-FFF2-40B4-BE49-F238E27FC236}">
                <a16:creationId xmlns:a16="http://schemas.microsoft.com/office/drawing/2014/main" id="{B86D193B-410E-4B0D-AE7D-535C460A758F}"/>
              </a:ext>
            </a:extLst>
          </p:cNvPr>
          <p:cNvSpPr>
            <a:spLocks xmlns:a="http://schemas.openxmlformats.org/drawingml/2006/main" noGrp="1"/>
          </p:cNvSpPr>
          <p:nvPr/>
        </p:nvSpPr>
        <p:spPr>
          <a:xfrm xmlns:a="http://schemas.openxmlformats.org/drawingml/2006/main">
            <a:off x="6848508" y="7405140"/>
            <a:ext cx="3898307" cy="335112"/>
          </a:xfrm>
          <a:custGeom xmlns:a="http://schemas.openxmlformats.org/drawingml/2006/main">
            <a:pathLst>
              <a:path w="3898307" h="335112">
                <a:moveTo>
                  <a:pt x="0" y="55852"/>
                </a:moveTo>
                <a:cubicBezTo>
                  <a:pt x="0" y="25006"/>
                  <a:pt x="25005" y="0"/>
                  <a:pt x="55853" y="0"/>
                </a:cubicBezTo>
                <a:lnTo>
                  <a:pt x="3842454" y="0"/>
                </a:lnTo>
                <a:cubicBezTo>
                  <a:pt x="3873300" y="0"/>
                  <a:pt x="3898307" y="25006"/>
                  <a:pt x="3898307" y="55852"/>
                </a:cubicBezTo>
                <a:lnTo>
                  <a:pt x="3898307" y="279259"/>
                </a:lnTo>
                <a:cubicBezTo>
                  <a:pt x="3898307" y="310106"/>
                  <a:pt x="3873300" y="335112"/>
                  <a:pt x="3842454" y="335112"/>
                </a:cubicBezTo>
                <a:lnTo>
                  <a:pt x="55853" y="335112"/>
                </a:lnTo>
                <a:cubicBezTo>
                  <a:pt x="25005" y="335112"/>
                  <a:pt x="0" y="310106"/>
                  <a:pt x="0" y="279259"/>
                </a:cubicBezTo>
                <a:lnTo>
                  <a:pt x="0" y="55852"/>
                </a:lnTo>
              </a:path>
            </a:pathLst>
          </a:custGeom>
          <a:solidFill xmlns:a="http://schemas.openxmlformats.org/drawingml/2006/main">
            <a:srgbClr val="FFDB59">
              <a:alpha val="80000"/>
            </a:srgbClr>
          </a:solidFill>
          <a:ln xmlns:a="http://schemas.openxmlformats.org/drawingml/2006/main" w="0">
            <a:noFill/>
            <a:prstDash val="solid"/>
          </a:ln>
        </p:spPr>
      </p:sp>
      <p:sp>
        <p:nvSpPr>
          <p:cNvPr id="123" name="pdf-path-283">
            <a:extLst xmlns:a="http://schemas.openxmlformats.org/drawingml/2006/main">
              <a:ext uri="{FF2B5EF4-FFF2-40B4-BE49-F238E27FC236}">
                <a16:creationId xmlns:a16="http://schemas.microsoft.com/office/drawing/2014/main" id="{C8CDD8FC-19EF-4D53-B3EE-4015E01E3961}"/>
              </a:ext>
            </a:extLst>
          </p:cNvPr>
          <p:cNvSpPr>
            <a:spLocks xmlns:a="http://schemas.openxmlformats.org/drawingml/2006/main" noGrp="1"/>
          </p:cNvSpPr>
          <p:nvPr/>
        </p:nvSpPr>
        <p:spPr>
          <a:xfrm xmlns:a="http://schemas.openxmlformats.org/drawingml/2006/main">
            <a:off x="6848508" y="7405140"/>
            <a:ext cx="3898307" cy="335113"/>
          </a:xfrm>
          <a:custGeom xmlns:a="http://schemas.openxmlformats.org/drawingml/2006/main">
            <a:pathLst>
              <a:path w="3898307" h="335113">
                <a:moveTo>
                  <a:pt x="0" y="55852"/>
                </a:moveTo>
                <a:cubicBezTo>
                  <a:pt x="0" y="25006"/>
                  <a:pt x="25006" y="0"/>
                  <a:pt x="55852" y="0"/>
                </a:cubicBezTo>
                <a:lnTo>
                  <a:pt x="3842454" y="0"/>
                </a:lnTo>
                <a:cubicBezTo>
                  <a:pt x="3873301" y="0"/>
                  <a:pt x="3898307" y="25006"/>
                  <a:pt x="3898307" y="55852"/>
                </a:cubicBezTo>
                <a:lnTo>
                  <a:pt x="3898307" y="279259"/>
                </a:lnTo>
                <a:cubicBezTo>
                  <a:pt x="3898307" y="310106"/>
                  <a:pt x="3873301" y="335113"/>
                  <a:pt x="3842454" y="335113"/>
                </a:cubicBezTo>
                <a:lnTo>
                  <a:pt x="55852" y="335113"/>
                </a:lnTo>
                <a:cubicBezTo>
                  <a:pt x="25006" y="335113"/>
                  <a:pt x="0" y="310106"/>
                  <a:pt x="0" y="279259"/>
                </a:cubicBezTo>
                <a:lnTo>
                  <a:pt x="0" y="55852"/>
                </a:lnTo>
              </a:path>
            </a:pathLst>
          </a:custGeom>
          <a:noFill xmlns:a="http://schemas.openxmlformats.org/drawingml/2006/main"/>
          <a:ln xmlns:a="http://schemas.openxmlformats.org/drawingml/2006/main" w="34052">
            <a:solidFill>
              <a:srgbClr val="FFDB59"/>
            </a:solidFill>
            <a:prstDash val="solid"/>
          </a:ln>
        </p:spPr>
      </p:sp>
      <p:sp>
        <p:nvSpPr>
          <p:cNvPr id="124" name="pdf-path-313">
            <a:extLst xmlns:a="http://schemas.openxmlformats.org/drawingml/2006/main">
              <a:ext uri="{FF2B5EF4-FFF2-40B4-BE49-F238E27FC236}">
                <a16:creationId xmlns:a16="http://schemas.microsoft.com/office/drawing/2014/main" id="{AF94D4B9-568C-4B31-BDFE-9E279C8775D4}"/>
              </a:ext>
            </a:extLst>
          </p:cNvPr>
          <p:cNvSpPr>
            <a:spLocks xmlns:a="http://schemas.openxmlformats.org/drawingml/2006/main" noGrp="1"/>
          </p:cNvSpPr>
          <p:nvPr/>
        </p:nvSpPr>
        <p:spPr>
          <a:xfrm xmlns:a="http://schemas.openxmlformats.org/drawingml/2006/main">
            <a:off x="6849896" y="6998185"/>
            <a:ext cx="3890374" cy="335112"/>
          </a:xfrm>
          <a:custGeom xmlns:a="http://schemas.openxmlformats.org/drawingml/2006/main">
            <a:pathLst>
              <a:path w="3890374" h="335112">
                <a:moveTo>
                  <a:pt x="0" y="55854"/>
                </a:moveTo>
                <a:cubicBezTo>
                  <a:pt x="0" y="25007"/>
                  <a:pt x="25007" y="0"/>
                  <a:pt x="55854" y="0"/>
                </a:cubicBezTo>
                <a:lnTo>
                  <a:pt x="3834519" y="0"/>
                </a:lnTo>
                <a:cubicBezTo>
                  <a:pt x="3865367" y="0"/>
                  <a:pt x="3890374" y="25007"/>
                  <a:pt x="3890374" y="55854"/>
                </a:cubicBezTo>
                <a:lnTo>
                  <a:pt x="3890374" y="279258"/>
                </a:lnTo>
                <a:cubicBezTo>
                  <a:pt x="3890374" y="310105"/>
                  <a:pt x="3865367" y="335112"/>
                  <a:pt x="3834519" y="335112"/>
                </a:cubicBezTo>
                <a:lnTo>
                  <a:pt x="55854" y="335112"/>
                </a:lnTo>
                <a:cubicBezTo>
                  <a:pt x="25007" y="335112"/>
                  <a:pt x="0" y="310105"/>
                  <a:pt x="0" y="279258"/>
                </a:cubicBezTo>
                <a:lnTo>
                  <a:pt x="0" y="55854"/>
                </a:lnTo>
              </a:path>
            </a:pathLst>
          </a:custGeom>
          <a:solidFill xmlns:a="http://schemas.openxmlformats.org/drawingml/2006/main">
            <a:srgbClr val="FFDB59">
              <a:alpha val="80000"/>
            </a:srgbClr>
          </a:solidFill>
          <a:ln xmlns:a="http://schemas.openxmlformats.org/drawingml/2006/main" w="0">
            <a:noFill/>
            <a:prstDash val="solid"/>
          </a:ln>
        </p:spPr>
      </p:sp>
      <p:sp>
        <p:nvSpPr>
          <p:cNvPr id="125" name="pdf-path-314">
            <a:extLst xmlns:a="http://schemas.openxmlformats.org/drawingml/2006/main">
              <a:ext uri="{FF2B5EF4-FFF2-40B4-BE49-F238E27FC236}">
                <a16:creationId xmlns:a16="http://schemas.microsoft.com/office/drawing/2014/main" id="{E1FE77C3-D7FD-4758-965E-BD3770C88EFB}"/>
              </a:ext>
            </a:extLst>
          </p:cNvPr>
          <p:cNvSpPr>
            <a:spLocks xmlns:a="http://schemas.openxmlformats.org/drawingml/2006/main" noGrp="1"/>
          </p:cNvSpPr>
          <p:nvPr/>
        </p:nvSpPr>
        <p:spPr>
          <a:xfrm xmlns:a="http://schemas.openxmlformats.org/drawingml/2006/main">
            <a:off x="6849896" y="6998185"/>
            <a:ext cx="3890374" cy="335113"/>
          </a:xfrm>
          <a:custGeom xmlns:a="http://schemas.openxmlformats.org/drawingml/2006/main">
            <a:pathLst>
              <a:path w="3890374" h="335113">
                <a:moveTo>
                  <a:pt x="0" y="55854"/>
                </a:moveTo>
                <a:cubicBezTo>
                  <a:pt x="0" y="25007"/>
                  <a:pt x="25007" y="0"/>
                  <a:pt x="55854" y="0"/>
                </a:cubicBezTo>
                <a:lnTo>
                  <a:pt x="3834520" y="0"/>
                </a:lnTo>
                <a:cubicBezTo>
                  <a:pt x="3865367" y="0"/>
                  <a:pt x="3890374" y="25007"/>
                  <a:pt x="3890374" y="55854"/>
                </a:cubicBezTo>
                <a:lnTo>
                  <a:pt x="3890374" y="279259"/>
                </a:lnTo>
                <a:cubicBezTo>
                  <a:pt x="3890374" y="310105"/>
                  <a:pt x="3865367" y="335113"/>
                  <a:pt x="3834520" y="335113"/>
                </a:cubicBezTo>
                <a:lnTo>
                  <a:pt x="55854" y="335113"/>
                </a:lnTo>
                <a:cubicBezTo>
                  <a:pt x="25007" y="335113"/>
                  <a:pt x="0" y="310105"/>
                  <a:pt x="0" y="279259"/>
                </a:cubicBezTo>
                <a:lnTo>
                  <a:pt x="0" y="55854"/>
                </a:lnTo>
              </a:path>
            </a:pathLst>
          </a:custGeom>
          <a:noFill xmlns:a="http://schemas.openxmlformats.org/drawingml/2006/main"/>
          <a:ln xmlns:a="http://schemas.openxmlformats.org/drawingml/2006/main" w="34052">
            <a:solidFill>
              <a:srgbClr val="FFDB59"/>
            </a:solidFill>
            <a:prstDash val="solid"/>
          </a:ln>
        </p:spPr>
      </p:sp>
      <p:sp>
        <p:nvSpPr>
          <p:cNvPr id="126" name="pdf-text-264-0">
            <a:extLst xmlns:a="http://schemas.openxmlformats.org/drawingml/2006/main">
              <a:ext uri="{FF2B5EF4-FFF2-40B4-BE49-F238E27FC236}">
                <a16:creationId xmlns:a16="http://schemas.microsoft.com/office/drawing/2014/main" id="{23B45174-4C8F-4DF6-BE53-5CACB76E1EBE}"/>
              </a:ext>
            </a:extLst>
          </p:cNvPr>
          <p:cNvSpPr>
            <a:spLocks xmlns:a="http://schemas.openxmlformats.org/drawingml/2006/main" noGrp="1"/>
          </p:cNvSpPr>
          <p:nvPr/>
        </p:nvSpPr>
        <p:spPr>
          <a:xfrm xmlns:a="http://schemas.openxmlformats.org/drawingml/2006/main">
            <a:off x="6135682" y="262960"/>
            <a:ext cx="1842791" cy="2270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501" b="1" i="0">
                <a:solidFill>
                  <a:srgbClr val="000000"/>
                </a:solidFill>
                <a:latin typeface="Arial"/>
                <a:ea typeface="Arial"/>
                <a:cs typeface="Arial"/>
              </a:defRPr>
            </a:defPPr>
          </a:lstStyle>
          <a:p xmlns:a="http://schemas.openxmlformats.org/drawingml/2006/main">
            <a:pPr algn="ctr">
              <a:defRPr sz="1501" b="1" i="0">
                <a:solidFill>
                  <a:srgbClr val="000000"/>
                </a:solidFill>
                <a:latin typeface="Arial"/>
                <a:ea typeface="Arial"/>
                <a:cs typeface="Arial"/>
              </a:defRPr>
            </a:pPr>
            <a:r>
              <a:rPr sz="1501" b="1" i="0">
                <a:solidFill>
                  <a:srgbClr val="000000"/>
                </a:solidFill>
                <a:latin typeface="Arial"/>
                <a:ea typeface="Arial"/>
                <a:cs typeface="Arial"/>
              </a:rPr>
              <a:t>(i) Novelty Learning</a:t>
            </a:r>
          </a:p>
        </p:txBody>
      </p:sp>
      <p:sp>
        <p:nvSpPr>
          <p:cNvPr id="127" name="pdf-path-344">
            <a:extLst xmlns:a="http://schemas.openxmlformats.org/drawingml/2006/main">
              <a:ext uri="{FF2B5EF4-FFF2-40B4-BE49-F238E27FC236}">
                <a16:creationId xmlns:a16="http://schemas.microsoft.com/office/drawing/2014/main" id="{4ABF1E59-06EB-43BC-97EE-84A050BF315F}"/>
              </a:ext>
            </a:extLst>
          </p:cNvPr>
          <p:cNvSpPr>
            <a:spLocks xmlns:a="http://schemas.openxmlformats.org/drawingml/2006/main" noGrp="1"/>
          </p:cNvSpPr>
          <p:nvPr/>
        </p:nvSpPr>
        <p:spPr>
          <a:xfrm xmlns:a="http://schemas.openxmlformats.org/drawingml/2006/main">
            <a:off x="6120480" y="638455"/>
            <a:ext cx="3497865" cy="335112"/>
          </a:xfrm>
          <a:custGeom xmlns:a="http://schemas.openxmlformats.org/drawingml/2006/main">
            <a:pathLst>
              <a:path w="3497865" h="335112">
                <a:moveTo>
                  <a:pt x="0" y="0"/>
                </a:moveTo>
                <a:lnTo>
                  <a:pt x="3497865" y="0"/>
                </a:lnTo>
                <a:lnTo>
                  <a:pt x="3497865" y="335112"/>
                </a:lnTo>
                <a:lnTo>
                  <a:pt x="0" y="335112"/>
                </a:lnTo>
                <a:close/>
              </a:path>
            </a:pathLst>
          </a:custGeom>
          <a:solidFill xmlns:a="http://schemas.openxmlformats.org/drawingml/2006/main">
            <a:srgbClr val="FFDB59">
              <a:alpha val="80000"/>
            </a:srgbClr>
          </a:solidFill>
          <a:ln xmlns:a="http://schemas.openxmlformats.org/drawingml/2006/main" w="0">
            <a:noFill/>
            <a:prstDash val="solid"/>
          </a:ln>
        </p:spPr>
      </p:sp>
      <p:sp>
        <p:nvSpPr>
          <p:cNvPr id="128" name="pdf-path-345">
            <a:extLst xmlns:a="http://schemas.openxmlformats.org/drawingml/2006/main">
              <a:ext uri="{FF2B5EF4-FFF2-40B4-BE49-F238E27FC236}">
                <a16:creationId xmlns:a16="http://schemas.microsoft.com/office/drawing/2014/main" id="{074969F8-EA1E-4411-BCE6-876143D16636}"/>
              </a:ext>
            </a:extLst>
          </p:cNvPr>
          <p:cNvSpPr>
            <a:spLocks xmlns:a="http://schemas.openxmlformats.org/drawingml/2006/main" noGrp="1"/>
          </p:cNvSpPr>
          <p:nvPr/>
        </p:nvSpPr>
        <p:spPr>
          <a:xfrm xmlns:a="http://schemas.openxmlformats.org/drawingml/2006/main">
            <a:off x="6120480" y="638455"/>
            <a:ext cx="3497865" cy="335112"/>
          </a:xfrm>
          <a:custGeom xmlns:a="http://schemas.openxmlformats.org/drawingml/2006/main">
            <a:pathLst>
              <a:path w="3497865" h="335112">
                <a:moveTo>
                  <a:pt x="0" y="0"/>
                </a:moveTo>
                <a:lnTo>
                  <a:pt x="3497865" y="0"/>
                </a:lnTo>
                <a:lnTo>
                  <a:pt x="3497865" y="335112"/>
                </a:lnTo>
                <a:lnTo>
                  <a:pt x="0" y="335112"/>
                </a:lnTo>
                <a:close/>
              </a:path>
            </a:pathLst>
          </a:custGeom>
          <a:noFill xmlns:a="http://schemas.openxmlformats.org/drawingml/2006/main"/>
          <a:ln xmlns:a="http://schemas.openxmlformats.org/drawingml/2006/main" w="36889">
            <a:solidFill>
              <a:srgbClr val="FFDB59"/>
            </a:solidFill>
            <a:prstDash val="solid"/>
          </a:ln>
        </p:spPr>
      </p:sp>
      <p:sp>
        <p:nvSpPr>
          <p:cNvPr id="129" name="pdf-text-265-0">
            <a:extLst xmlns:a="http://schemas.openxmlformats.org/drawingml/2006/main">
              <a:ext uri="{FF2B5EF4-FFF2-40B4-BE49-F238E27FC236}">
                <a16:creationId xmlns:a16="http://schemas.microsoft.com/office/drawing/2014/main" id="{1EF18BA8-1BC1-4C3B-A9CA-1ABFE48B9AFB}"/>
              </a:ext>
            </a:extLst>
          </p:cNvPr>
          <p:cNvSpPr>
            <a:spLocks xmlns:a="http://schemas.openxmlformats.org/drawingml/2006/main" noGrp="1"/>
          </p:cNvSpPr>
          <p:nvPr/>
        </p:nvSpPr>
        <p:spPr>
          <a:xfrm xmlns:a="http://schemas.openxmlformats.org/drawingml/2006/main">
            <a:off x="7648814" y="720614"/>
            <a:ext cx="441209" cy="2270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501" b="1" i="0">
                <a:solidFill>
                  <a:srgbClr val="000000"/>
                </a:solidFill>
                <a:latin typeface="Arial"/>
                <a:ea typeface="Arial"/>
                <a:cs typeface="Arial"/>
              </a:defRPr>
            </a:defPPr>
          </a:lstStyle>
          <a:p xmlns:a="http://schemas.openxmlformats.org/drawingml/2006/main">
            <a:pPr algn="ctr">
              <a:defRPr sz="1501" b="1" i="0">
                <a:solidFill>
                  <a:srgbClr val="000000"/>
                </a:solidFill>
                <a:latin typeface="Arial"/>
                <a:ea typeface="Arial"/>
                <a:cs typeface="Arial"/>
              </a:defRPr>
            </a:pPr>
            <a:r>
              <a:rPr sz="1501" b="1" i="0">
                <a:solidFill>
                  <a:srgbClr val="000000"/>
                </a:solidFill>
                <a:latin typeface="Arial"/>
                <a:ea typeface="Arial"/>
                <a:cs typeface="Arial"/>
              </a:rPr>
              <a:t>Data</a:t>
            </a:r>
          </a:p>
        </p:txBody>
      </p:sp>
      <p:sp>
        <p:nvSpPr>
          <p:cNvPr id="130" name="pdf-path-350-part-0">
            <a:extLst xmlns:a="http://schemas.openxmlformats.org/drawingml/2006/main">
              <a:ext uri="{FF2B5EF4-FFF2-40B4-BE49-F238E27FC236}">
                <a16:creationId xmlns:a16="http://schemas.microsoft.com/office/drawing/2014/main" id="{40216DAA-88AB-4005-8B97-E0F204750EC3}"/>
              </a:ext>
            </a:extLst>
          </p:cNvPr>
          <p:cNvSpPr>
            <a:spLocks xmlns:a="http://schemas.openxmlformats.org/drawingml/2006/main" noGrp="1"/>
          </p:cNvSpPr>
          <p:nvPr/>
        </p:nvSpPr>
        <p:spPr>
          <a:xfrm xmlns:a="http://schemas.openxmlformats.org/drawingml/2006/main">
            <a:off x="9718516" y="1553748"/>
            <a:ext cx="721255" cy="68105"/>
          </a:xfrm>
          <a:custGeom xmlns:a="http://schemas.openxmlformats.org/drawingml/2006/main">
            <a:pathLst>
              <a:path w="721255" h="68105">
                <a:moveTo>
                  <a:pt x="0" y="0"/>
                </a:moveTo>
                <a:lnTo>
                  <a:pt x="636126" y="1"/>
                </a:lnTo>
                <a:lnTo>
                  <a:pt x="636126" y="34053"/>
                </a:lnTo>
                <a:lnTo>
                  <a:pt x="0" y="34051"/>
                </a:lnTo>
                <a:lnTo>
                  <a:pt x="0" y="0"/>
                </a:lnTo>
              </a:path>
            </a:pathLst>
          </a:custGeom>
          <a:solidFill xmlns:a="http://schemas.openxmlformats.org/drawingml/2006/main">
            <a:srgbClr val="000000"/>
          </a:solidFill>
          <a:ln xmlns:a="http://schemas.openxmlformats.org/drawingml/2006/main" w="0">
            <a:noFill/>
            <a:prstDash val="solid"/>
          </a:ln>
        </p:spPr>
      </p:sp>
      <p:sp>
        <p:nvSpPr>
          <p:cNvPr id="131" name="pdf-path-350-part-1">
            <a:extLst xmlns:a="http://schemas.openxmlformats.org/drawingml/2006/main">
              <a:ext uri="{FF2B5EF4-FFF2-40B4-BE49-F238E27FC236}">
                <a16:creationId xmlns:a16="http://schemas.microsoft.com/office/drawing/2014/main" id="{1DFFFD11-23AF-43FA-AAA0-048F826B3EA3}"/>
              </a:ext>
            </a:extLst>
          </p:cNvPr>
          <p:cNvSpPr>
            <a:spLocks xmlns:a="http://schemas.openxmlformats.org/drawingml/2006/main" noGrp="1"/>
          </p:cNvSpPr>
          <p:nvPr/>
        </p:nvSpPr>
        <p:spPr>
          <a:xfrm xmlns:a="http://schemas.openxmlformats.org/drawingml/2006/main">
            <a:off x="9718516" y="1553748"/>
            <a:ext cx="721255" cy="68105"/>
          </a:xfrm>
          <a:custGeom xmlns:a="http://schemas.openxmlformats.org/drawingml/2006/main">
            <a:pathLst>
              <a:path w="721255" h="68105">
                <a:moveTo>
                  <a:pt x="619100" y="-34051"/>
                </a:moveTo>
                <a:lnTo>
                  <a:pt x="721255" y="17027"/>
                </a:lnTo>
                <a:lnTo>
                  <a:pt x="619100" y="68105"/>
                </a:lnTo>
                <a:lnTo>
                  <a:pt x="619100" y="-34051"/>
                </a:lnTo>
              </a:path>
            </a:pathLst>
          </a:custGeom>
          <a:solidFill xmlns:a="http://schemas.openxmlformats.org/drawingml/2006/main">
            <a:srgbClr val="000000"/>
          </a:solidFill>
          <a:ln xmlns:a="http://schemas.openxmlformats.org/drawingml/2006/main" w="0">
            <a:noFill/>
            <a:prstDash val="solid"/>
          </a:ln>
        </p:spPr>
      </p:sp>
      <p:sp>
        <p:nvSpPr>
          <p:cNvPr id="132" name="pdf-path-363-part-0">
            <a:extLst xmlns:a="http://schemas.openxmlformats.org/drawingml/2006/main">
              <a:ext uri="{FF2B5EF4-FFF2-40B4-BE49-F238E27FC236}">
                <a16:creationId xmlns:a16="http://schemas.microsoft.com/office/drawing/2014/main" id="{D03B9AD1-3687-4626-A4BC-5DC5B3C9479E}"/>
              </a:ext>
            </a:extLst>
          </p:cNvPr>
          <p:cNvSpPr>
            <a:spLocks xmlns:a="http://schemas.openxmlformats.org/drawingml/2006/main" noGrp="1"/>
          </p:cNvSpPr>
          <p:nvPr/>
        </p:nvSpPr>
        <p:spPr>
          <a:xfrm xmlns:a="http://schemas.openxmlformats.org/drawingml/2006/main">
            <a:off x="6771373" y="990201"/>
            <a:ext cx="885747" cy="563998"/>
          </a:xfrm>
          <a:custGeom xmlns:a="http://schemas.openxmlformats.org/drawingml/2006/main">
            <a:pathLst>
              <a:path w="885747" h="563998">
                <a:moveTo>
                  <a:pt x="0" y="0"/>
                </a:moveTo>
                <a:lnTo>
                  <a:pt x="0" y="563998"/>
                </a:lnTo>
                <a:lnTo>
                  <a:pt x="800617" y="563998"/>
                </a:lnTo>
                <a:lnTo>
                  <a:pt x="800617" y="529947"/>
                </a:lnTo>
                <a:lnTo>
                  <a:pt x="17026" y="529947"/>
                </a:lnTo>
                <a:lnTo>
                  <a:pt x="34051" y="546973"/>
                </a:lnTo>
                <a:lnTo>
                  <a:pt x="34051" y="0"/>
                </a:lnTo>
                <a:lnTo>
                  <a:pt x="0" y="0"/>
                </a:lnTo>
              </a:path>
            </a:pathLst>
          </a:custGeom>
          <a:solidFill xmlns:a="http://schemas.openxmlformats.org/drawingml/2006/main">
            <a:srgbClr val="000000"/>
          </a:solidFill>
          <a:ln xmlns:a="http://schemas.openxmlformats.org/drawingml/2006/main" w="0">
            <a:noFill/>
            <a:prstDash val="solid"/>
          </a:ln>
        </p:spPr>
      </p:sp>
      <p:sp>
        <p:nvSpPr>
          <p:cNvPr id="133" name="pdf-path-363-part-1">
            <a:extLst xmlns:a="http://schemas.openxmlformats.org/drawingml/2006/main">
              <a:ext uri="{FF2B5EF4-FFF2-40B4-BE49-F238E27FC236}">
                <a16:creationId xmlns:a16="http://schemas.microsoft.com/office/drawing/2014/main" id="{2B7BF3B1-80AB-4AF1-9B09-EBB029ACFCBC}"/>
              </a:ext>
            </a:extLst>
          </p:cNvPr>
          <p:cNvSpPr>
            <a:spLocks xmlns:a="http://schemas.openxmlformats.org/drawingml/2006/main" noGrp="1"/>
          </p:cNvSpPr>
          <p:nvPr/>
        </p:nvSpPr>
        <p:spPr>
          <a:xfrm xmlns:a="http://schemas.openxmlformats.org/drawingml/2006/main">
            <a:off x="6771373" y="990201"/>
            <a:ext cx="885747" cy="563998"/>
          </a:xfrm>
          <a:custGeom xmlns:a="http://schemas.openxmlformats.org/drawingml/2006/main">
            <a:pathLst>
              <a:path w="885747" h="563998">
                <a:moveTo>
                  <a:pt x="783591" y="598050"/>
                </a:moveTo>
                <a:lnTo>
                  <a:pt x="885747" y="546973"/>
                </a:lnTo>
                <a:lnTo>
                  <a:pt x="783591" y="495895"/>
                </a:lnTo>
                <a:lnTo>
                  <a:pt x="783591" y="598050"/>
                </a:lnTo>
              </a:path>
            </a:pathLst>
          </a:custGeom>
          <a:solidFill xmlns:a="http://schemas.openxmlformats.org/drawingml/2006/main">
            <a:srgbClr val="000000"/>
          </a:solidFill>
          <a:ln xmlns:a="http://schemas.openxmlformats.org/drawingml/2006/main" w="0">
            <a:noFill/>
            <a:prstDash val="solid"/>
          </a:ln>
        </p:spPr>
      </p:sp>
      <p:sp>
        <p:nvSpPr>
          <p:cNvPr id="134" name="pdf-path-364">
            <a:extLst xmlns:a="http://schemas.openxmlformats.org/drawingml/2006/main">
              <a:ext uri="{FF2B5EF4-FFF2-40B4-BE49-F238E27FC236}">
                <a16:creationId xmlns:a16="http://schemas.microsoft.com/office/drawing/2014/main" id="{5B872A38-F1E3-4446-BC39-0FDBD885DE2B}"/>
              </a:ext>
            </a:extLst>
          </p:cNvPr>
          <p:cNvSpPr>
            <a:spLocks xmlns:a="http://schemas.openxmlformats.org/drawingml/2006/main" noGrp="1"/>
          </p:cNvSpPr>
          <p:nvPr/>
        </p:nvSpPr>
        <p:spPr>
          <a:xfrm xmlns:a="http://schemas.openxmlformats.org/drawingml/2006/main">
            <a:off x="7676946" y="1202068"/>
            <a:ext cx="2030097" cy="683235"/>
          </a:xfrm>
          <a:custGeom xmlns:a="http://schemas.openxmlformats.org/drawingml/2006/main">
            <a:pathLst>
              <a:path w="2030097" h="683235">
                <a:moveTo>
                  <a:pt x="0" y="113873"/>
                </a:moveTo>
                <a:cubicBezTo>
                  <a:pt x="0" y="50982"/>
                  <a:pt x="50983" y="0"/>
                  <a:pt x="113873" y="0"/>
                </a:cubicBezTo>
                <a:lnTo>
                  <a:pt x="1916224" y="0"/>
                </a:lnTo>
                <a:cubicBezTo>
                  <a:pt x="1979113" y="0"/>
                  <a:pt x="2030097" y="50982"/>
                  <a:pt x="2030097" y="113873"/>
                </a:cubicBezTo>
                <a:lnTo>
                  <a:pt x="2030097" y="569362"/>
                </a:lnTo>
                <a:cubicBezTo>
                  <a:pt x="2030097" y="632252"/>
                  <a:pt x="1979113" y="683235"/>
                  <a:pt x="1916224" y="683235"/>
                </a:cubicBezTo>
                <a:lnTo>
                  <a:pt x="113873" y="683235"/>
                </a:lnTo>
                <a:cubicBezTo>
                  <a:pt x="50983" y="683235"/>
                  <a:pt x="0" y="632252"/>
                  <a:pt x="0" y="569362"/>
                </a:cubicBezTo>
                <a:lnTo>
                  <a:pt x="0" y="113873"/>
                </a:lnTo>
              </a:path>
            </a:pathLst>
          </a:custGeom>
          <a:solidFill xmlns:a="http://schemas.openxmlformats.org/drawingml/2006/main">
            <a:srgbClr val="2D6E8E">
              <a:alpha val="50000"/>
            </a:srgbClr>
          </a:solidFill>
          <a:ln xmlns:a="http://schemas.openxmlformats.org/drawingml/2006/main" w="0">
            <a:noFill/>
            <a:prstDash val="solid"/>
          </a:ln>
        </p:spPr>
      </p:sp>
      <p:sp>
        <p:nvSpPr>
          <p:cNvPr id="135" name="pdf-path-365">
            <a:extLst xmlns:a="http://schemas.openxmlformats.org/drawingml/2006/main">
              <a:ext uri="{FF2B5EF4-FFF2-40B4-BE49-F238E27FC236}">
                <a16:creationId xmlns:a16="http://schemas.microsoft.com/office/drawing/2014/main" id="{B4086976-96B4-41ED-918A-B8B8A0B1F86D}"/>
              </a:ext>
            </a:extLst>
          </p:cNvPr>
          <p:cNvSpPr>
            <a:spLocks xmlns:a="http://schemas.openxmlformats.org/drawingml/2006/main" noGrp="1"/>
          </p:cNvSpPr>
          <p:nvPr/>
        </p:nvSpPr>
        <p:spPr>
          <a:xfrm xmlns:a="http://schemas.openxmlformats.org/drawingml/2006/main">
            <a:off x="7676946" y="1202068"/>
            <a:ext cx="2030097" cy="683236"/>
          </a:xfrm>
          <a:custGeom xmlns:a="http://schemas.openxmlformats.org/drawingml/2006/main">
            <a:pathLst>
              <a:path w="2030097" h="683236">
                <a:moveTo>
                  <a:pt x="0" y="113874"/>
                </a:moveTo>
                <a:cubicBezTo>
                  <a:pt x="0" y="50983"/>
                  <a:pt x="50983" y="0"/>
                  <a:pt x="113874" y="0"/>
                </a:cubicBezTo>
                <a:lnTo>
                  <a:pt x="1916225" y="0"/>
                </a:lnTo>
                <a:cubicBezTo>
                  <a:pt x="1979114" y="0"/>
                  <a:pt x="2030097" y="50983"/>
                  <a:pt x="2030097" y="113874"/>
                </a:cubicBezTo>
                <a:lnTo>
                  <a:pt x="2030097" y="569363"/>
                </a:lnTo>
                <a:cubicBezTo>
                  <a:pt x="2030097" y="632253"/>
                  <a:pt x="1979114" y="683236"/>
                  <a:pt x="1916225" y="683236"/>
                </a:cubicBezTo>
                <a:lnTo>
                  <a:pt x="113874" y="683236"/>
                </a:lnTo>
                <a:cubicBezTo>
                  <a:pt x="50983" y="683236"/>
                  <a:pt x="0" y="632253"/>
                  <a:pt x="0" y="569363"/>
                </a:cubicBezTo>
                <a:lnTo>
                  <a:pt x="0" y="113874"/>
                </a:lnTo>
              </a:path>
            </a:pathLst>
          </a:custGeom>
          <a:noFill xmlns:a="http://schemas.openxmlformats.org/drawingml/2006/main"/>
          <a:ln xmlns:a="http://schemas.openxmlformats.org/drawingml/2006/main" w="36889">
            <a:solidFill>
              <a:srgbClr val="2D6E8E"/>
            </a:solidFill>
            <a:prstDash val="solid"/>
          </a:ln>
        </p:spPr>
      </p:sp>
      <p:sp>
        <p:nvSpPr>
          <p:cNvPr id="136" name="pdf-text-281-0">
            <a:extLst xmlns:a="http://schemas.openxmlformats.org/drawingml/2006/main">
              <a:ext uri="{FF2B5EF4-FFF2-40B4-BE49-F238E27FC236}">
                <a16:creationId xmlns:a16="http://schemas.microsoft.com/office/drawing/2014/main" id="{26E9ECC2-2A3D-42E8-9352-D20BE79871FD}"/>
              </a:ext>
            </a:extLst>
          </p:cNvPr>
          <p:cNvSpPr>
            <a:spLocks xmlns:a="http://schemas.openxmlformats.org/drawingml/2006/main" noGrp="1"/>
          </p:cNvSpPr>
          <p:nvPr/>
        </p:nvSpPr>
        <p:spPr>
          <a:xfrm xmlns:a="http://schemas.openxmlformats.org/drawingml/2006/main">
            <a:off x="8110306" y="1322649"/>
            <a:ext cx="1163119" cy="2270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501" b="1" i="0">
                <a:solidFill>
                  <a:srgbClr val="000000"/>
                </a:solidFill>
                <a:latin typeface="Arial"/>
                <a:ea typeface="Arial"/>
                <a:cs typeface="Arial"/>
              </a:defRPr>
            </a:defPPr>
          </a:lstStyle>
          <a:p xmlns:a="http://schemas.openxmlformats.org/drawingml/2006/main">
            <a:pPr algn="ctr">
              <a:defRPr sz="1501" b="1" i="0">
                <a:solidFill>
                  <a:srgbClr val="000000"/>
                </a:solidFill>
                <a:latin typeface="Arial"/>
                <a:ea typeface="Arial"/>
                <a:cs typeface="Arial"/>
              </a:defRPr>
            </a:pPr>
            <a:r>
              <a:rPr sz="1501" b="1" i="0">
                <a:solidFill>
                  <a:srgbClr val="000000"/>
                </a:solidFill>
                <a:latin typeface="Arial"/>
                <a:ea typeface="Arial"/>
                <a:cs typeface="Arial"/>
              </a:rPr>
              <a:t>State-Action</a:t>
            </a:r>
          </a:p>
        </p:txBody>
      </p:sp>
      <p:sp>
        <p:nvSpPr>
          <p:cNvPr id="137" name="pdf-text-284-0">
            <a:extLst xmlns:a="http://schemas.openxmlformats.org/drawingml/2006/main">
              <a:ext uri="{FF2B5EF4-FFF2-40B4-BE49-F238E27FC236}">
                <a16:creationId xmlns:a16="http://schemas.microsoft.com/office/drawing/2014/main" id="{0A01997C-3178-48C3-9F3A-06FB85B4EF47}"/>
              </a:ext>
            </a:extLst>
          </p:cNvPr>
          <p:cNvSpPr>
            <a:spLocks xmlns:a="http://schemas.openxmlformats.org/drawingml/2006/main" noGrp="1"/>
          </p:cNvSpPr>
          <p:nvPr/>
        </p:nvSpPr>
        <p:spPr>
          <a:xfrm xmlns:a="http://schemas.openxmlformats.org/drawingml/2006/main">
            <a:off x="7932897" y="1595062"/>
            <a:ext cx="1517267" cy="22701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501" b="1" i="0">
                <a:solidFill>
                  <a:srgbClr val="000000"/>
                </a:solidFill>
                <a:latin typeface="Arial"/>
                <a:ea typeface="Arial"/>
                <a:cs typeface="Arial"/>
              </a:defRPr>
            </a:defPPr>
          </a:lstStyle>
          <a:p xmlns:a="http://schemas.openxmlformats.org/drawingml/2006/main">
            <a:pPr algn="ctr">
              <a:defRPr sz="1501" b="1" i="0">
                <a:solidFill>
                  <a:srgbClr val="000000"/>
                </a:solidFill>
                <a:latin typeface="Arial"/>
                <a:ea typeface="Arial"/>
                <a:cs typeface="Arial"/>
              </a:defRPr>
            </a:pPr>
            <a:r>
              <a:rPr sz="1501" b="1" i="0">
                <a:solidFill>
                  <a:srgbClr val="000000"/>
                </a:solidFill>
                <a:latin typeface="Arial"/>
                <a:ea typeface="Arial"/>
                <a:cs typeface="Arial"/>
              </a:rPr>
              <a:t>Novelty Module</a:t>
            </a:r>
          </a:p>
        </p:txBody>
      </p:sp>
      <p:sp>
        <p:nvSpPr>
          <p:cNvPr id="138" name="pdf-path-371">
            <a:extLst xmlns:a="http://schemas.openxmlformats.org/drawingml/2006/main">
              <a:ext uri="{FF2B5EF4-FFF2-40B4-BE49-F238E27FC236}">
                <a16:creationId xmlns:a16="http://schemas.microsoft.com/office/drawing/2014/main" id="{30AB7C05-B872-4160-8192-4CEB87629045}"/>
              </a:ext>
            </a:extLst>
          </p:cNvPr>
          <p:cNvSpPr>
            <a:spLocks xmlns:a="http://schemas.openxmlformats.org/drawingml/2006/main" noGrp="1"/>
          </p:cNvSpPr>
          <p:nvPr/>
        </p:nvSpPr>
        <p:spPr>
          <a:xfrm xmlns:a="http://schemas.openxmlformats.org/drawingml/2006/main">
            <a:off x="7887773" y="4443618"/>
            <a:ext cx="1812570" cy="378870"/>
          </a:xfrm>
          <a:custGeom xmlns:a="http://schemas.openxmlformats.org/drawingml/2006/main">
            <a:pathLst>
              <a:path w="1812570" h="378870">
                <a:moveTo>
                  <a:pt x="0" y="63147"/>
                </a:moveTo>
                <a:cubicBezTo>
                  <a:pt x="0" y="28271"/>
                  <a:pt x="28271" y="0"/>
                  <a:pt x="63147" y="0"/>
                </a:cubicBezTo>
                <a:lnTo>
                  <a:pt x="1749422" y="0"/>
                </a:lnTo>
                <a:cubicBezTo>
                  <a:pt x="1784297" y="0"/>
                  <a:pt x="1812570" y="28271"/>
                  <a:pt x="1812570" y="63147"/>
                </a:cubicBezTo>
                <a:lnTo>
                  <a:pt x="1812570" y="315724"/>
                </a:lnTo>
                <a:cubicBezTo>
                  <a:pt x="1812570" y="350598"/>
                  <a:pt x="1784297" y="378870"/>
                  <a:pt x="1749422" y="378870"/>
                </a:cubicBezTo>
                <a:lnTo>
                  <a:pt x="63147" y="378870"/>
                </a:lnTo>
                <a:cubicBezTo>
                  <a:pt x="28271" y="378870"/>
                  <a:pt x="0" y="350598"/>
                  <a:pt x="0" y="315724"/>
                </a:cubicBezTo>
                <a:lnTo>
                  <a:pt x="0" y="63147"/>
                </a:lnTo>
              </a:path>
            </a:pathLst>
          </a:custGeom>
          <a:solidFill xmlns:a="http://schemas.openxmlformats.org/drawingml/2006/main">
            <a:srgbClr val="FFFFFF"/>
          </a:solidFill>
          <a:ln xmlns:a="http://schemas.openxmlformats.org/drawingml/2006/main" w="0">
            <a:noFill/>
            <a:prstDash val="solid"/>
          </a:ln>
        </p:spPr>
      </p:sp>
      <p:sp>
        <p:nvSpPr>
          <p:cNvPr id="139" name="pdf-path-372">
            <a:extLst xmlns:a="http://schemas.openxmlformats.org/drawingml/2006/main">
              <a:ext uri="{FF2B5EF4-FFF2-40B4-BE49-F238E27FC236}">
                <a16:creationId xmlns:a16="http://schemas.microsoft.com/office/drawing/2014/main" id="{9A487C86-43BE-428C-ABFC-F29DB6BEE1E3}"/>
              </a:ext>
            </a:extLst>
          </p:cNvPr>
          <p:cNvSpPr>
            <a:spLocks xmlns:a="http://schemas.openxmlformats.org/drawingml/2006/main" noGrp="1"/>
          </p:cNvSpPr>
          <p:nvPr/>
        </p:nvSpPr>
        <p:spPr>
          <a:xfrm xmlns:a="http://schemas.openxmlformats.org/drawingml/2006/main">
            <a:off x="7887773" y="4443618"/>
            <a:ext cx="1812570" cy="378871"/>
          </a:xfrm>
          <a:custGeom xmlns:a="http://schemas.openxmlformats.org/drawingml/2006/main">
            <a:pathLst>
              <a:path w="1812570" h="378871">
                <a:moveTo>
                  <a:pt x="0" y="63147"/>
                </a:moveTo>
                <a:cubicBezTo>
                  <a:pt x="0" y="28272"/>
                  <a:pt x="28272" y="0"/>
                  <a:pt x="63146" y="0"/>
                </a:cubicBezTo>
                <a:lnTo>
                  <a:pt x="1749423" y="0"/>
                </a:lnTo>
                <a:cubicBezTo>
                  <a:pt x="1784297" y="0"/>
                  <a:pt x="1812570" y="28272"/>
                  <a:pt x="1812570" y="63147"/>
                </a:cubicBezTo>
                <a:lnTo>
                  <a:pt x="1812570" y="315724"/>
                </a:lnTo>
                <a:cubicBezTo>
                  <a:pt x="1812570" y="350599"/>
                  <a:pt x="1784297" y="378871"/>
                  <a:pt x="1749423" y="378871"/>
                </a:cubicBezTo>
                <a:lnTo>
                  <a:pt x="63146" y="378871"/>
                </a:lnTo>
                <a:cubicBezTo>
                  <a:pt x="28272" y="378871"/>
                  <a:pt x="0" y="350599"/>
                  <a:pt x="0" y="315724"/>
                </a:cubicBezTo>
                <a:lnTo>
                  <a:pt x="0" y="63147"/>
                </a:lnTo>
              </a:path>
            </a:pathLst>
          </a:custGeom>
          <a:noFill xmlns:a="http://schemas.openxmlformats.org/drawingml/2006/main"/>
          <a:ln xmlns:a="http://schemas.openxmlformats.org/drawingml/2006/main" w="25539">
            <a:solidFill>
              <a:srgbClr val="000000"/>
            </a:solidFill>
            <a:prstDash val="dash"/>
          </a:ln>
        </p:spPr>
      </p:sp>
      <p:sp>
        <p:nvSpPr>
          <p:cNvPr id="140" name="pdf-text-286-0">
            <a:extLst xmlns:a="http://schemas.openxmlformats.org/drawingml/2006/main">
              <a:ext uri="{FF2B5EF4-FFF2-40B4-BE49-F238E27FC236}">
                <a16:creationId xmlns:a16="http://schemas.microsoft.com/office/drawing/2014/main" id="{8F805B05-F42B-4663-8BAD-AE332D2F5E22}"/>
              </a:ext>
            </a:extLst>
          </p:cNvPr>
          <p:cNvSpPr>
            <a:spLocks xmlns:a="http://schemas.openxmlformats.org/drawingml/2006/main" noGrp="1"/>
          </p:cNvSpPr>
          <p:nvPr/>
        </p:nvSpPr>
        <p:spPr>
          <a:xfrm xmlns:a="http://schemas.openxmlformats.org/drawingml/2006/main">
            <a:off x="8123665" y="4557551"/>
            <a:ext cx="1341688" cy="2043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351" b="1" i="0">
                <a:solidFill>
                  <a:srgbClr val="000000"/>
                </a:solidFill>
                <a:latin typeface="Arial"/>
                <a:ea typeface="Arial"/>
                <a:cs typeface="Arial"/>
              </a:defRPr>
            </a:defPPr>
          </a:lstStyle>
          <a:p xmlns:a="http://schemas.openxmlformats.org/drawingml/2006/main">
            <a:pPr algn="ctr">
              <a:defRPr sz="1351" b="1" i="0">
                <a:solidFill>
                  <a:srgbClr val="000000"/>
                </a:solidFill>
                <a:latin typeface="Arial"/>
                <a:ea typeface="Arial"/>
                <a:cs typeface="Arial"/>
              </a:defRPr>
            </a:pPr>
            <a:r>
              <a:rPr sz="1351" b="1" i="0">
                <a:solidFill>
                  <a:srgbClr val="000000"/>
                </a:solidFill>
                <a:latin typeface="Arial"/>
                <a:ea typeface="Arial"/>
                <a:cs typeface="Arial"/>
              </a:rPr>
              <a:t>Skill Embedding</a:t>
            </a:r>
          </a:p>
        </p:txBody>
      </p:sp>
      <p:sp>
        <p:nvSpPr>
          <p:cNvPr id="141" name="pdf-path-374-part-0">
            <a:extLst xmlns:a="http://schemas.openxmlformats.org/drawingml/2006/main">
              <a:ext uri="{FF2B5EF4-FFF2-40B4-BE49-F238E27FC236}">
                <a16:creationId xmlns:a16="http://schemas.microsoft.com/office/drawing/2014/main" id="{CFC300F6-1DAB-4392-8825-42C65EDD2D91}"/>
              </a:ext>
            </a:extLst>
          </p:cNvPr>
          <p:cNvSpPr>
            <a:spLocks xmlns:a="http://schemas.openxmlformats.org/drawingml/2006/main" noGrp="1"/>
          </p:cNvSpPr>
          <p:nvPr/>
        </p:nvSpPr>
        <p:spPr>
          <a:xfrm xmlns:a="http://schemas.openxmlformats.org/drawingml/2006/main">
            <a:off x="9051552" y="6142094"/>
            <a:ext cx="68103" cy="776340"/>
          </a:xfrm>
          <a:custGeom xmlns:a="http://schemas.openxmlformats.org/drawingml/2006/main">
            <a:pathLst>
              <a:path w="68103" h="776340">
                <a:moveTo>
                  <a:pt x="68103" y="0"/>
                </a:moveTo>
                <a:lnTo>
                  <a:pt x="68103" y="691212"/>
                </a:lnTo>
                <a:lnTo>
                  <a:pt x="34051" y="691212"/>
                </a:lnTo>
                <a:lnTo>
                  <a:pt x="34051" y="0"/>
                </a:lnTo>
                <a:lnTo>
                  <a:pt x="68103" y="0"/>
                </a:lnTo>
              </a:path>
            </a:pathLst>
          </a:custGeom>
          <a:solidFill xmlns:a="http://schemas.openxmlformats.org/drawingml/2006/main">
            <a:srgbClr val="000000"/>
          </a:solidFill>
          <a:ln xmlns:a="http://schemas.openxmlformats.org/drawingml/2006/main" w="0">
            <a:noFill/>
            <a:prstDash val="solid"/>
          </a:ln>
        </p:spPr>
      </p:sp>
      <p:sp>
        <p:nvSpPr>
          <p:cNvPr id="142" name="pdf-path-374-part-1">
            <a:extLst xmlns:a="http://schemas.openxmlformats.org/drawingml/2006/main">
              <a:ext uri="{FF2B5EF4-FFF2-40B4-BE49-F238E27FC236}">
                <a16:creationId xmlns:a16="http://schemas.microsoft.com/office/drawing/2014/main" id="{D7BAAECC-1A1B-4D9D-A79B-023849B8A18B}"/>
              </a:ext>
            </a:extLst>
          </p:cNvPr>
          <p:cNvSpPr>
            <a:spLocks xmlns:a="http://schemas.openxmlformats.org/drawingml/2006/main" noGrp="1"/>
          </p:cNvSpPr>
          <p:nvPr/>
        </p:nvSpPr>
        <p:spPr>
          <a:xfrm xmlns:a="http://schemas.openxmlformats.org/drawingml/2006/main">
            <a:off x="9051552" y="6142094"/>
            <a:ext cx="68103" cy="776340"/>
          </a:xfrm>
          <a:custGeom xmlns:a="http://schemas.openxmlformats.org/drawingml/2006/main">
            <a:pathLst>
              <a:path w="68103" h="776340">
                <a:moveTo>
                  <a:pt x="102155" y="674185"/>
                </a:moveTo>
                <a:lnTo>
                  <a:pt x="51077" y="776340"/>
                </a:lnTo>
                <a:lnTo>
                  <a:pt x="0" y="674185"/>
                </a:lnTo>
                <a:lnTo>
                  <a:pt x="102155" y="674185"/>
                </a:lnTo>
              </a:path>
            </a:pathLst>
          </a:custGeom>
          <a:solidFill xmlns:a="http://schemas.openxmlformats.org/drawingml/2006/main">
            <a:srgbClr val="000000"/>
          </a:solidFill>
          <a:ln xmlns:a="http://schemas.openxmlformats.org/drawingml/2006/main" w="0">
            <a:noFill/>
            <a:prstDash val="solid"/>
          </a:ln>
        </p:spPr>
      </p:sp>
      <p:sp>
        <p:nvSpPr>
          <p:cNvPr id="143" name="pdf-path-100000">
            <a:extLst xmlns:a="http://schemas.openxmlformats.org/drawingml/2006/main">
              <a:ext uri="{FF2B5EF4-FFF2-40B4-BE49-F238E27FC236}">
                <a16:creationId xmlns:a16="http://schemas.microsoft.com/office/drawing/2014/main" id="{036A34B0-FADB-440E-A709-E57CC2B588FC}"/>
              </a:ext>
            </a:extLst>
          </p:cNvPr>
          <p:cNvSpPr>
            <a:spLocks xmlns:a="http://schemas.openxmlformats.org/drawingml/2006/main" noGrp="1"/>
          </p:cNvSpPr>
          <p:nvPr/>
        </p:nvSpPr>
        <p:spPr>
          <a:xfrm xmlns:a="http://schemas.openxmlformats.org/drawingml/2006/main">
            <a:off x="4421705" y="3840965"/>
            <a:ext cx="101058" cy="139964"/>
          </a:xfrm>
          <a:custGeom xmlns:a="http://schemas.openxmlformats.org/drawingml/2006/main">
            <a:pathLst>
              <a:path w="101058" h="139964">
                <a:moveTo>
                  <a:pt x="24940" y="34118"/>
                </a:moveTo>
                <a:cubicBezTo>
                  <a:pt x="26337" y="27999"/>
                  <a:pt x="27035" y="22978"/>
                  <a:pt x="27035" y="19054"/>
                </a:cubicBezTo>
                <a:cubicBezTo>
                  <a:pt x="27035" y="16394"/>
                  <a:pt x="26603" y="14465"/>
                  <a:pt x="25738" y="13268"/>
                </a:cubicBezTo>
                <a:cubicBezTo>
                  <a:pt x="24874" y="12071"/>
                  <a:pt x="23510" y="11473"/>
                  <a:pt x="21648" y="11473"/>
                </a:cubicBezTo>
                <a:cubicBezTo>
                  <a:pt x="19586" y="11473"/>
                  <a:pt x="17409" y="12321"/>
                  <a:pt x="15114" y="14016"/>
                </a:cubicBezTo>
                <a:cubicBezTo>
                  <a:pt x="12819" y="15712"/>
                  <a:pt x="9677" y="18788"/>
                  <a:pt x="5687" y="23244"/>
                </a:cubicBezTo>
                <a:lnTo>
                  <a:pt x="0" y="17657"/>
                </a:lnTo>
                <a:cubicBezTo>
                  <a:pt x="5986" y="11406"/>
                  <a:pt x="11057" y="6900"/>
                  <a:pt x="15214" y="4140"/>
                </a:cubicBezTo>
                <a:cubicBezTo>
                  <a:pt x="19370" y="1380"/>
                  <a:pt x="23976" y="0"/>
                  <a:pt x="29031" y="0"/>
                </a:cubicBezTo>
                <a:cubicBezTo>
                  <a:pt x="33154" y="0"/>
                  <a:pt x="36429" y="1363"/>
                  <a:pt x="38857" y="4090"/>
                </a:cubicBezTo>
                <a:cubicBezTo>
                  <a:pt x="41285" y="6817"/>
                  <a:pt x="42498" y="10441"/>
                  <a:pt x="42498" y="14964"/>
                </a:cubicBezTo>
                <a:cubicBezTo>
                  <a:pt x="42498" y="18688"/>
                  <a:pt x="41733" y="22612"/>
                  <a:pt x="40204" y="26736"/>
                </a:cubicBezTo>
                <a:lnTo>
                  <a:pt x="41401" y="27135"/>
                </a:lnTo>
                <a:cubicBezTo>
                  <a:pt x="53705" y="9112"/>
                  <a:pt x="65942" y="100"/>
                  <a:pt x="78113" y="100"/>
                </a:cubicBezTo>
                <a:cubicBezTo>
                  <a:pt x="85362" y="100"/>
                  <a:pt x="90999" y="2860"/>
                  <a:pt x="95022" y="8380"/>
                </a:cubicBezTo>
                <a:cubicBezTo>
                  <a:pt x="99046" y="13900"/>
                  <a:pt x="101058" y="21681"/>
                  <a:pt x="101058" y="31724"/>
                </a:cubicBezTo>
                <a:cubicBezTo>
                  <a:pt x="101058" y="42698"/>
                  <a:pt x="98847" y="53488"/>
                  <a:pt x="94424" y="64096"/>
                </a:cubicBezTo>
                <a:cubicBezTo>
                  <a:pt x="90001" y="74704"/>
                  <a:pt x="83866" y="83117"/>
                  <a:pt x="76018" y="89336"/>
                </a:cubicBezTo>
                <a:cubicBezTo>
                  <a:pt x="68170" y="95554"/>
                  <a:pt x="59391" y="98663"/>
                  <a:pt x="49681" y="98663"/>
                </a:cubicBezTo>
                <a:cubicBezTo>
                  <a:pt x="40835" y="98663"/>
                  <a:pt x="33486" y="96735"/>
                  <a:pt x="27634" y="92877"/>
                </a:cubicBezTo>
                <a:lnTo>
                  <a:pt x="23045" y="114725"/>
                </a:lnTo>
                <a:cubicBezTo>
                  <a:pt x="22047" y="119447"/>
                  <a:pt x="21549" y="123337"/>
                  <a:pt x="21549" y="126397"/>
                </a:cubicBezTo>
                <a:cubicBezTo>
                  <a:pt x="21549" y="129323"/>
                  <a:pt x="22297" y="131402"/>
                  <a:pt x="23793" y="132632"/>
                </a:cubicBezTo>
                <a:cubicBezTo>
                  <a:pt x="25290" y="133862"/>
                  <a:pt x="28199" y="134677"/>
                  <a:pt x="32522" y="135076"/>
                </a:cubicBezTo>
                <a:lnTo>
                  <a:pt x="31724" y="139964"/>
                </a:lnTo>
                <a:lnTo>
                  <a:pt x="898" y="139964"/>
                </a:lnTo>
                <a:lnTo>
                  <a:pt x="24940" y="34118"/>
                </a:lnTo>
                <a:moveTo>
                  <a:pt x="35016" y="62350"/>
                </a:moveTo>
                <a:cubicBezTo>
                  <a:pt x="34351" y="65875"/>
                  <a:pt x="33935" y="68569"/>
                  <a:pt x="33769" y="70431"/>
                </a:cubicBezTo>
                <a:cubicBezTo>
                  <a:pt x="33603" y="72293"/>
                  <a:pt x="33520" y="74122"/>
                  <a:pt x="33520" y="75918"/>
                </a:cubicBezTo>
                <a:cubicBezTo>
                  <a:pt x="33520" y="81105"/>
                  <a:pt x="34633" y="84880"/>
                  <a:pt x="36862" y="87241"/>
                </a:cubicBezTo>
                <a:cubicBezTo>
                  <a:pt x="39090" y="89602"/>
                  <a:pt x="42931" y="90782"/>
                  <a:pt x="48384" y="90782"/>
                </a:cubicBezTo>
                <a:cubicBezTo>
                  <a:pt x="51776" y="90782"/>
                  <a:pt x="54902" y="90117"/>
                  <a:pt x="57762" y="88787"/>
                </a:cubicBezTo>
                <a:cubicBezTo>
                  <a:pt x="60622" y="87457"/>
                  <a:pt x="63331" y="85528"/>
                  <a:pt x="65892" y="83001"/>
                </a:cubicBezTo>
                <a:cubicBezTo>
                  <a:pt x="68453" y="80474"/>
                  <a:pt x="70764" y="77414"/>
                  <a:pt x="72825" y="73823"/>
                </a:cubicBezTo>
                <a:cubicBezTo>
                  <a:pt x="74887" y="70231"/>
                  <a:pt x="76733" y="66058"/>
                  <a:pt x="78362" y="61303"/>
                </a:cubicBezTo>
                <a:cubicBezTo>
                  <a:pt x="79992" y="56548"/>
                  <a:pt x="81222" y="51659"/>
                  <a:pt x="82053" y="46638"/>
                </a:cubicBezTo>
                <a:cubicBezTo>
                  <a:pt x="82885" y="41617"/>
                  <a:pt x="83300" y="36911"/>
                  <a:pt x="83300" y="32522"/>
                </a:cubicBezTo>
                <a:cubicBezTo>
                  <a:pt x="83300" y="25539"/>
                  <a:pt x="82319" y="20335"/>
                  <a:pt x="80358" y="16909"/>
                </a:cubicBezTo>
                <a:cubicBezTo>
                  <a:pt x="78396" y="13484"/>
                  <a:pt x="75286" y="11772"/>
                  <a:pt x="71030" y="11772"/>
                </a:cubicBezTo>
                <a:cubicBezTo>
                  <a:pt x="67638" y="11772"/>
                  <a:pt x="64296" y="12919"/>
                  <a:pt x="61004" y="15214"/>
                </a:cubicBezTo>
                <a:cubicBezTo>
                  <a:pt x="57712" y="17508"/>
                  <a:pt x="54104" y="21182"/>
                  <a:pt x="50180" y="26237"/>
                </a:cubicBezTo>
                <a:cubicBezTo>
                  <a:pt x="46256" y="31291"/>
                  <a:pt x="43196" y="36279"/>
                  <a:pt x="41002" y="41201"/>
                </a:cubicBezTo>
                <a:cubicBezTo>
                  <a:pt x="38807" y="46123"/>
                  <a:pt x="37078" y="51776"/>
                  <a:pt x="35814" y="58161"/>
                </a:cubicBezTo>
                <a:lnTo>
                  <a:pt x="35016" y="62350"/>
                </a:lnTo>
              </a:path>
            </a:pathLst>
          </a:custGeom>
          <a:solidFill xmlns:a="http://schemas.openxmlformats.org/drawingml/2006/main">
            <a:srgbClr val="000000"/>
          </a:solidFill>
          <a:ln xmlns:a="http://schemas.openxmlformats.org/drawingml/2006/main" w="0">
            <a:noFill/>
            <a:prstDash val="solid"/>
          </a:ln>
        </p:spPr>
      </p:sp>
      <p:sp>
        <p:nvSpPr>
          <p:cNvPr id="144" name="pdf-path-100001">
            <a:extLst xmlns:a="http://schemas.openxmlformats.org/drawingml/2006/main">
              <a:ext uri="{FF2B5EF4-FFF2-40B4-BE49-F238E27FC236}">
                <a16:creationId xmlns:a16="http://schemas.microsoft.com/office/drawing/2014/main" id="{532BC0B6-A47E-46DD-A5DE-D3A24439A0DF}"/>
              </a:ext>
            </a:extLst>
          </p:cNvPr>
          <p:cNvSpPr>
            <a:spLocks xmlns:a="http://schemas.openxmlformats.org/drawingml/2006/main" noGrp="1"/>
          </p:cNvSpPr>
          <p:nvPr/>
        </p:nvSpPr>
        <p:spPr>
          <a:xfrm xmlns:a="http://schemas.openxmlformats.org/drawingml/2006/main">
            <a:off x="4527768" y="3908056"/>
            <a:ext cx="76661" cy="104400"/>
          </a:xfrm>
          <a:custGeom xmlns:a="http://schemas.openxmlformats.org/drawingml/2006/main">
            <a:pathLst>
              <a:path w="76661" h="104400">
                <a:moveTo>
                  <a:pt x="58000" y="104400"/>
                </a:moveTo>
                <a:lnTo>
                  <a:pt x="44238" y="104400"/>
                </a:lnTo>
                <a:lnTo>
                  <a:pt x="59657" y="35016"/>
                </a:lnTo>
                <a:cubicBezTo>
                  <a:pt x="60329" y="31798"/>
                  <a:pt x="60966" y="28760"/>
                  <a:pt x="61566" y="25902"/>
                </a:cubicBezTo>
                <a:cubicBezTo>
                  <a:pt x="62167" y="23044"/>
                  <a:pt x="62467" y="20558"/>
                  <a:pt x="62467" y="18445"/>
                </a:cubicBezTo>
                <a:cubicBezTo>
                  <a:pt x="62467" y="12585"/>
                  <a:pt x="59993" y="9655"/>
                  <a:pt x="55046" y="9655"/>
                </a:cubicBezTo>
                <a:cubicBezTo>
                  <a:pt x="53125" y="9655"/>
                  <a:pt x="51215" y="10135"/>
                  <a:pt x="49318" y="11096"/>
                </a:cubicBezTo>
                <a:cubicBezTo>
                  <a:pt x="47421" y="12056"/>
                  <a:pt x="45595" y="13329"/>
                  <a:pt x="43842" y="14914"/>
                </a:cubicBezTo>
                <a:cubicBezTo>
                  <a:pt x="42089" y="16499"/>
                  <a:pt x="40444" y="18289"/>
                  <a:pt x="38906" y="20282"/>
                </a:cubicBezTo>
                <a:cubicBezTo>
                  <a:pt x="37370" y="22275"/>
                  <a:pt x="35989" y="24329"/>
                  <a:pt x="34764" y="26442"/>
                </a:cubicBezTo>
                <a:cubicBezTo>
                  <a:pt x="33539" y="28556"/>
                  <a:pt x="32506" y="30609"/>
                  <a:pt x="31666" y="32603"/>
                </a:cubicBezTo>
                <a:cubicBezTo>
                  <a:pt x="30825" y="34596"/>
                  <a:pt x="30237" y="36361"/>
                  <a:pt x="29901" y="37898"/>
                </a:cubicBezTo>
                <a:lnTo>
                  <a:pt x="22191" y="73563"/>
                </a:lnTo>
                <a:lnTo>
                  <a:pt x="8141" y="73563"/>
                </a:lnTo>
                <a:lnTo>
                  <a:pt x="19237" y="25433"/>
                </a:lnTo>
                <a:cubicBezTo>
                  <a:pt x="19766" y="23368"/>
                  <a:pt x="20150" y="21435"/>
                  <a:pt x="20390" y="19634"/>
                </a:cubicBezTo>
                <a:cubicBezTo>
                  <a:pt x="20630" y="17832"/>
                  <a:pt x="20750" y="16259"/>
                  <a:pt x="20750" y="14914"/>
                </a:cubicBezTo>
                <a:cubicBezTo>
                  <a:pt x="20750" y="11504"/>
                  <a:pt x="19309" y="9799"/>
                  <a:pt x="16427" y="9799"/>
                </a:cubicBezTo>
                <a:cubicBezTo>
                  <a:pt x="14746" y="9799"/>
                  <a:pt x="13029" y="10447"/>
                  <a:pt x="11276" y="11744"/>
                </a:cubicBezTo>
                <a:cubicBezTo>
                  <a:pt x="9523" y="13041"/>
                  <a:pt x="7421" y="14986"/>
                  <a:pt x="4971" y="17580"/>
                </a:cubicBezTo>
                <a:lnTo>
                  <a:pt x="0" y="12825"/>
                </a:lnTo>
                <a:cubicBezTo>
                  <a:pt x="2354" y="10519"/>
                  <a:pt x="4479" y="8562"/>
                  <a:pt x="6376" y="6953"/>
                </a:cubicBezTo>
                <a:cubicBezTo>
                  <a:pt x="8273" y="5344"/>
                  <a:pt x="10075" y="4023"/>
                  <a:pt x="11780" y="2990"/>
                </a:cubicBezTo>
                <a:cubicBezTo>
                  <a:pt x="13485" y="1958"/>
                  <a:pt x="15154" y="1201"/>
                  <a:pt x="16788" y="721"/>
                </a:cubicBezTo>
                <a:cubicBezTo>
                  <a:pt x="18421" y="240"/>
                  <a:pt x="20174" y="0"/>
                  <a:pt x="22047" y="0"/>
                </a:cubicBezTo>
                <a:cubicBezTo>
                  <a:pt x="25553" y="0"/>
                  <a:pt x="28327" y="1129"/>
                  <a:pt x="30369" y="3387"/>
                </a:cubicBezTo>
                <a:cubicBezTo>
                  <a:pt x="32410" y="5644"/>
                  <a:pt x="33431" y="8598"/>
                  <a:pt x="33431" y="12249"/>
                </a:cubicBezTo>
                <a:cubicBezTo>
                  <a:pt x="33431" y="14410"/>
                  <a:pt x="33023" y="16571"/>
                  <a:pt x="32206" y="18733"/>
                </a:cubicBezTo>
                <a:cubicBezTo>
                  <a:pt x="32350" y="18829"/>
                  <a:pt x="32506" y="18889"/>
                  <a:pt x="32674" y="18913"/>
                </a:cubicBezTo>
                <a:cubicBezTo>
                  <a:pt x="32842" y="18937"/>
                  <a:pt x="32999" y="18997"/>
                  <a:pt x="33143" y="19093"/>
                </a:cubicBezTo>
                <a:cubicBezTo>
                  <a:pt x="37466" y="13089"/>
                  <a:pt x="41873" y="8406"/>
                  <a:pt x="46364" y="5043"/>
                </a:cubicBezTo>
                <a:cubicBezTo>
                  <a:pt x="50855" y="1681"/>
                  <a:pt x="55742" y="0"/>
                  <a:pt x="61026" y="0"/>
                </a:cubicBezTo>
                <a:cubicBezTo>
                  <a:pt x="66262" y="0"/>
                  <a:pt x="70176" y="1405"/>
                  <a:pt x="72770" y="4215"/>
                </a:cubicBezTo>
                <a:cubicBezTo>
                  <a:pt x="75364" y="7025"/>
                  <a:pt x="76661" y="10975"/>
                  <a:pt x="76661" y="16067"/>
                </a:cubicBezTo>
                <a:cubicBezTo>
                  <a:pt x="76661" y="17797"/>
                  <a:pt x="76481" y="19850"/>
                  <a:pt x="76120" y="22227"/>
                </a:cubicBezTo>
                <a:cubicBezTo>
                  <a:pt x="75760" y="24605"/>
                  <a:pt x="75244" y="27379"/>
                  <a:pt x="74571" y="30549"/>
                </a:cubicBezTo>
                <a:lnTo>
                  <a:pt x="58000" y="104400"/>
                </a:lnTo>
              </a:path>
            </a:pathLst>
          </a:custGeom>
          <a:solidFill xmlns:a="http://schemas.openxmlformats.org/drawingml/2006/main">
            <a:srgbClr val="000000"/>
          </a:solidFill>
          <a:ln xmlns:a="http://schemas.openxmlformats.org/drawingml/2006/main" w="0">
            <a:noFill/>
            <a:prstDash val="solid"/>
          </a:ln>
        </p:spPr>
      </p:sp>
      <p:sp>
        <p:nvSpPr>
          <p:cNvPr id="145" name="pdf-path-100002">
            <a:extLst xmlns:a="http://schemas.openxmlformats.org/drawingml/2006/main">
              <a:ext uri="{FF2B5EF4-FFF2-40B4-BE49-F238E27FC236}">
                <a16:creationId xmlns:a16="http://schemas.microsoft.com/office/drawing/2014/main" id="{4D68B942-0365-4BF8-A4EC-AB5EBDD34DA3}"/>
              </a:ext>
            </a:extLst>
          </p:cNvPr>
          <p:cNvSpPr>
            <a:spLocks xmlns:a="http://schemas.openxmlformats.org/drawingml/2006/main" noGrp="1"/>
          </p:cNvSpPr>
          <p:nvPr/>
        </p:nvSpPr>
        <p:spPr>
          <a:xfrm xmlns:a="http://schemas.openxmlformats.org/drawingml/2006/main">
            <a:off x="4645097" y="3793878"/>
            <a:ext cx="63049" cy="189246"/>
          </a:xfrm>
          <a:custGeom xmlns:a="http://schemas.openxmlformats.org/drawingml/2006/main">
            <a:pathLst>
              <a:path w="63049" h="189246">
                <a:moveTo>
                  <a:pt x="17259" y="93675"/>
                </a:moveTo>
                <a:cubicBezTo>
                  <a:pt x="17259" y="116953"/>
                  <a:pt x="21000" y="136140"/>
                  <a:pt x="28482" y="151237"/>
                </a:cubicBezTo>
                <a:cubicBezTo>
                  <a:pt x="35964" y="166335"/>
                  <a:pt x="47386" y="176444"/>
                  <a:pt x="62749" y="181565"/>
                </a:cubicBezTo>
                <a:lnTo>
                  <a:pt x="60355" y="189246"/>
                </a:lnTo>
                <a:cubicBezTo>
                  <a:pt x="40869" y="184125"/>
                  <a:pt x="25938" y="173102"/>
                  <a:pt x="15562" y="156175"/>
                </a:cubicBezTo>
                <a:cubicBezTo>
                  <a:pt x="5187" y="139249"/>
                  <a:pt x="0" y="118749"/>
                  <a:pt x="0" y="94673"/>
                </a:cubicBezTo>
                <a:cubicBezTo>
                  <a:pt x="0" y="70664"/>
                  <a:pt x="5204" y="50163"/>
                  <a:pt x="15613" y="33170"/>
                </a:cubicBezTo>
                <a:cubicBezTo>
                  <a:pt x="26021" y="16178"/>
                  <a:pt x="40935" y="5121"/>
                  <a:pt x="60355" y="0"/>
                </a:cubicBezTo>
                <a:lnTo>
                  <a:pt x="63049" y="7681"/>
                </a:lnTo>
                <a:cubicBezTo>
                  <a:pt x="47486" y="12802"/>
                  <a:pt x="35964" y="22795"/>
                  <a:pt x="28482" y="37659"/>
                </a:cubicBezTo>
                <a:cubicBezTo>
                  <a:pt x="21000" y="52524"/>
                  <a:pt x="17259" y="71196"/>
                  <a:pt x="17259" y="93675"/>
                </a:cubicBezTo>
              </a:path>
            </a:pathLst>
          </a:custGeom>
          <a:solidFill xmlns:a="http://schemas.openxmlformats.org/drawingml/2006/main">
            <a:srgbClr val="000000"/>
          </a:solidFill>
          <a:ln xmlns:a="http://schemas.openxmlformats.org/drawingml/2006/main" w="0">
            <a:noFill/>
            <a:prstDash val="solid"/>
          </a:ln>
        </p:spPr>
      </p:sp>
      <p:sp>
        <p:nvSpPr>
          <p:cNvPr id="146" name="pdf-path-100003">
            <a:extLst xmlns:a="http://schemas.openxmlformats.org/drawingml/2006/main">
              <a:ext uri="{FF2B5EF4-FFF2-40B4-BE49-F238E27FC236}">
                <a16:creationId xmlns:a16="http://schemas.microsoft.com/office/drawing/2014/main" id="{D431BA22-FF30-4A5E-A0C3-5BEE4E3426A7}"/>
              </a:ext>
            </a:extLst>
          </p:cNvPr>
          <p:cNvSpPr>
            <a:spLocks xmlns:a="http://schemas.openxmlformats.org/drawingml/2006/main" noGrp="1"/>
          </p:cNvSpPr>
          <p:nvPr/>
        </p:nvSpPr>
        <p:spPr>
          <a:xfrm xmlns:a="http://schemas.openxmlformats.org/drawingml/2006/main">
            <a:off x="4714763" y="3842661"/>
            <a:ext cx="93775" cy="95372"/>
          </a:xfrm>
          <a:custGeom xmlns:a="http://schemas.openxmlformats.org/drawingml/2006/main">
            <a:pathLst>
              <a:path w="93775" h="95372">
                <a:moveTo>
                  <a:pt x="80208" y="67339"/>
                </a:moveTo>
                <a:lnTo>
                  <a:pt x="74122" y="95372"/>
                </a:lnTo>
                <a:lnTo>
                  <a:pt x="1895" y="95372"/>
                </a:lnTo>
                <a:lnTo>
                  <a:pt x="0" y="90483"/>
                </a:lnTo>
                <a:lnTo>
                  <a:pt x="54569" y="27634"/>
                </a:lnTo>
                <a:cubicBezTo>
                  <a:pt x="62284" y="18789"/>
                  <a:pt x="67937" y="12504"/>
                  <a:pt x="71529" y="8779"/>
                </a:cubicBezTo>
                <a:lnTo>
                  <a:pt x="70930" y="8081"/>
                </a:lnTo>
                <a:lnTo>
                  <a:pt x="47586" y="8081"/>
                </a:lnTo>
                <a:cubicBezTo>
                  <a:pt x="44127" y="8081"/>
                  <a:pt x="41600" y="8314"/>
                  <a:pt x="40004" y="8779"/>
                </a:cubicBezTo>
                <a:cubicBezTo>
                  <a:pt x="38408" y="9244"/>
                  <a:pt x="36812" y="10059"/>
                  <a:pt x="35215" y="11223"/>
                </a:cubicBezTo>
                <a:cubicBezTo>
                  <a:pt x="33619" y="12387"/>
                  <a:pt x="31907" y="14116"/>
                  <a:pt x="30078" y="16411"/>
                </a:cubicBezTo>
                <a:cubicBezTo>
                  <a:pt x="28249" y="18705"/>
                  <a:pt x="26203" y="21981"/>
                  <a:pt x="23942" y="26237"/>
                </a:cubicBezTo>
                <a:lnTo>
                  <a:pt x="15064" y="26237"/>
                </a:lnTo>
                <a:lnTo>
                  <a:pt x="20949" y="0"/>
                </a:lnTo>
                <a:lnTo>
                  <a:pt x="91879" y="0"/>
                </a:lnTo>
                <a:lnTo>
                  <a:pt x="93775" y="4988"/>
                </a:lnTo>
                <a:lnTo>
                  <a:pt x="46189" y="59657"/>
                </a:lnTo>
                <a:cubicBezTo>
                  <a:pt x="36944" y="70232"/>
                  <a:pt x="28930" y="79210"/>
                  <a:pt x="22147" y="86593"/>
                </a:cubicBezTo>
                <a:lnTo>
                  <a:pt x="22746" y="87291"/>
                </a:lnTo>
                <a:lnTo>
                  <a:pt x="45292" y="87291"/>
                </a:lnTo>
                <a:cubicBezTo>
                  <a:pt x="49282" y="87291"/>
                  <a:pt x="52341" y="87075"/>
                  <a:pt x="54470" y="86642"/>
                </a:cubicBezTo>
                <a:cubicBezTo>
                  <a:pt x="56598" y="86210"/>
                  <a:pt x="58460" y="85395"/>
                  <a:pt x="60056" y="84198"/>
                </a:cubicBezTo>
                <a:cubicBezTo>
                  <a:pt x="61652" y="83001"/>
                  <a:pt x="63298" y="81189"/>
                  <a:pt x="64994" y="78761"/>
                </a:cubicBezTo>
                <a:cubicBezTo>
                  <a:pt x="66690" y="76334"/>
                  <a:pt x="68802" y="72526"/>
                  <a:pt x="71329" y="67339"/>
                </a:cubicBezTo>
                <a:lnTo>
                  <a:pt x="80208" y="67339"/>
                </a:lnTo>
              </a:path>
            </a:pathLst>
          </a:custGeom>
          <a:solidFill xmlns:a="http://schemas.openxmlformats.org/drawingml/2006/main">
            <a:srgbClr val="000000"/>
          </a:solidFill>
          <a:ln xmlns:a="http://schemas.openxmlformats.org/drawingml/2006/main" w="0">
            <a:noFill/>
            <a:prstDash val="solid"/>
          </a:ln>
        </p:spPr>
      </p:sp>
      <p:sp>
        <p:nvSpPr>
          <p:cNvPr id="147" name="pdf-path-100004">
            <a:extLst xmlns:a="http://schemas.openxmlformats.org/drawingml/2006/main">
              <a:ext uri="{FF2B5EF4-FFF2-40B4-BE49-F238E27FC236}">
                <a16:creationId xmlns:a16="http://schemas.microsoft.com/office/drawing/2014/main" id="{67EB36A5-E104-46F5-A1F1-F04B0E46C3D2}"/>
              </a:ext>
            </a:extLst>
          </p:cNvPr>
          <p:cNvSpPr>
            <a:spLocks xmlns:a="http://schemas.openxmlformats.org/drawingml/2006/main" noGrp="1"/>
          </p:cNvSpPr>
          <p:nvPr/>
        </p:nvSpPr>
        <p:spPr>
          <a:xfrm xmlns:a="http://schemas.openxmlformats.org/drawingml/2006/main">
            <a:off x="4839747" y="3795275"/>
            <a:ext cx="15363" cy="185655"/>
          </a:xfrm>
          <a:custGeom xmlns:a="http://schemas.openxmlformats.org/drawingml/2006/main">
            <a:pathLst>
              <a:path w="15363" h="185655">
                <a:moveTo>
                  <a:pt x="15363" y="185655"/>
                </a:moveTo>
                <a:lnTo>
                  <a:pt x="0" y="185655"/>
                </a:lnTo>
                <a:lnTo>
                  <a:pt x="0" y="0"/>
                </a:lnTo>
                <a:lnTo>
                  <a:pt x="15363" y="0"/>
                </a:lnTo>
                <a:lnTo>
                  <a:pt x="15363" y="185655"/>
                </a:lnTo>
              </a:path>
            </a:pathLst>
          </a:custGeom>
          <a:solidFill xmlns:a="http://schemas.openxmlformats.org/drawingml/2006/main">
            <a:srgbClr val="000000"/>
          </a:solidFill>
          <a:ln xmlns:a="http://schemas.openxmlformats.org/drawingml/2006/main" w="0">
            <a:noFill/>
            <a:prstDash val="solid"/>
          </a:ln>
        </p:spPr>
      </p:sp>
      <p:sp>
        <p:nvSpPr>
          <p:cNvPr id="148" name="pdf-path-100005">
            <a:extLst xmlns:a="http://schemas.openxmlformats.org/drawingml/2006/main">
              <a:ext uri="{FF2B5EF4-FFF2-40B4-BE49-F238E27FC236}">
                <a16:creationId xmlns:a16="http://schemas.microsoft.com/office/drawing/2014/main" id="{6F52636B-7341-46E2-A012-D573ABE58995}"/>
              </a:ext>
            </a:extLst>
          </p:cNvPr>
          <p:cNvSpPr>
            <a:spLocks xmlns:a="http://schemas.openxmlformats.org/drawingml/2006/main" noGrp="1"/>
          </p:cNvSpPr>
          <p:nvPr/>
        </p:nvSpPr>
        <p:spPr>
          <a:xfrm xmlns:a="http://schemas.openxmlformats.org/drawingml/2006/main">
            <a:off x="4885358" y="3841065"/>
            <a:ext cx="82801" cy="98663"/>
          </a:xfrm>
          <a:custGeom xmlns:a="http://schemas.openxmlformats.org/drawingml/2006/main">
            <a:pathLst>
              <a:path w="82801" h="98663">
                <a:moveTo>
                  <a:pt x="70231" y="25838"/>
                </a:moveTo>
                <a:cubicBezTo>
                  <a:pt x="69500" y="19919"/>
                  <a:pt x="67554" y="15429"/>
                  <a:pt x="64396" y="12370"/>
                </a:cubicBezTo>
                <a:cubicBezTo>
                  <a:pt x="61236" y="9311"/>
                  <a:pt x="56265" y="7781"/>
                  <a:pt x="49481" y="7781"/>
                </a:cubicBezTo>
                <a:cubicBezTo>
                  <a:pt x="44227" y="7781"/>
                  <a:pt x="39971" y="9128"/>
                  <a:pt x="36712" y="11821"/>
                </a:cubicBezTo>
                <a:cubicBezTo>
                  <a:pt x="33453" y="14515"/>
                  <a:pt x="31823" y="18056"/>
                  <a:pt x="31823" y="22446"/>
                </a:cubicBezTo>
                <a:cubicBezTo>
                  <a:pt x="31823" y="24840"/>
                  <a:pt x="32239" y="26952"/>
                  <a:pt x="33070" y="28781"/>
                </a:cubicBezTo>
                <a:cubicBezTo>
                  <a:pt x="33902" y="30610"/>
                  <a:pt x="35581" y="32622"/>
                  <a:pt x="38109" y="34816"/>
                </a:cubicBezTo>
                <a:cubicBezTo>
                  <a:pt x="40636" y="37011"/>
                  <a:pt x="44559" y="39705"/>
                  <a:pt x="49881" y="42897"/>
                </a:cubicBezTo>
                <a:cubicBezTo>
                  <a:pt x="54070" y="45424"/>
                  <a:pt x="57429" y="47735"/>
                  <a:pt x="59956" y="49831"/>
                </a:cubicBezTo>
                <a:cubicBezTo>
                  <a:pt x="62483" y="51925"/>
                  <a:pt x="64479" y="54004"/>
                  <a:pt x="65942" y="56066"/>
                </a:cubicBezTo>
                <a:cubicBezTo>
                  <a:pt x="67405" y="58127"/>
                  <a:pt x="68469" y="60305"/>
                  <a:pt x="69134" y="62600"/>
                </a:cubicBezTo>
                <a:cubicBezTo>
                  <a:pt x="69799" y="64894"/>
                  <a:pt x="70132" y="67671"/>
                  <a:pt x="70132" y="70930"/>
                </a:cubicBezTo>
                <a:cubicBezTo>
                  <a:pt x="70132" y="76849"/>
                  <a:pt x="68552" y="81920"/>
                  <a:pt x="65393" y="86143"/>
                </a:cubicBezTo>
                <a:cubicBezTo>
                  <a:pt x="62234" y="90366"/>
                  <a:pt x="57944" y="93509"/>
                  <a:pt x="52524" y="95571"/>
                </a:cubicBezTo>
                <a:cubicBezTo>
                  <a:pt x="47104" y="97632"/>
                  <a:pt x="40935" y="98663"/>
                  <a:pt x="34018" y="98663"/>
                </a:cubicBezTo>
                <a:cubicBezTo>
                  <a:pt x="28498" y="98663"/>
                  <a:pt x="23078" y="98247"/>
                  <a:pt x="17757" y="97416"/>
                </a:cubicBezTo>
                <a:cubicBezTo>
                  <a:pt x="12437" y="96585"/>
                  <a:pt x="6518" y="95172"/>
                  <a:pt x="0" y="93177"/>
                </a:cubicBezTo>
                <a:lnTo>
                  <a:pt x="4788" y="71429"/>
                </a:lnTo>
                <a:lnTo>
                  <a:pt x="12570" y="71429"/>
                </a:lnTo>
                <a:cubicBezTo>
                  <a:pt x="12836" y="77813"/>
                  <a:pt x="14632" y="82635"/>
                  <a:pt x="17957" y="85894"/>
                </a:cubicBezTo>
                <a:cubicBezTo>
                  <a:pt x="21282" y="89153"/>
                  <a:pt x="26569" y="90782"/>
                  <a:pt x="33819" y="90782"/>
                </a:cubicBezTo>
                <a:cubicBezTo>
                  <a:pt x="40137" y="90782"/>
                  <a:pt x="45075" y="89369"/>
                  <a:pt x="48634" y="86543"/>
                </a:cubicBezTo>
                <a:cubicBezTo>
                  <a:pt x="52192" y="83716"/>
                  <a:pt x="53971" y="79709"/>
                  <a:pt x="53971" y="74521"/>
                </a:cubicBezTo>
                <a:cubicBezTo>
                  <a:pt x="53971" y="71528"/>
                  <a:pt x="53472" y="68951"/>
                  <a:pt x="52474" y="66790"/>
                </a:cubicBezTo>
                <a:cubicBezTo>
                  <a:pt x="51477" y="64628"/>
                  <a:pt x="49848" y="62550"/>
                  <a:pt x="47585" y="60554"/>
                </a:cubicBezTo>
                <a:cubicBezTo>
                  <a:pt x="45324" y="58559"/>
                  <a:pt x="41733" y="56066"/>
                  <a:pt x="36811" y="53073"/>
                </a:cubicBezTo>
                <a:cubicBezTo>
                  <a:pt x="31625" y="49947"/>
                  <a:pt x="27583" y="47120"/>
                  <a:pt x="24691" y="44593"/>
                </a:cubicBezTo>
                <a:cubicBezTo>
                  <a:pt x="21798" y="42065"/>
                  <a:pt x="19620" y="39322"/>
                  <a:pt x="18157" y="36363"/>
                </a:cubicBezTo>
                <a:cubicBezTo>
                  <a:pt x="16693" y="33403"/>
                  <a:pt x="15962" y="29995"/>
                  <a:pt x="15962" y="26137"/>
                </a:cubicBezTo>
                <a:cubicBezTo>
                  <a:pt x="15962" y="20883"/>
                  <a:pt x="17375" y="16277"/>
                  <a:pt x="20202" y="12320"/>
                </a:cubicBezTo>
                <a:cubicBezTo>
                  <a:pt x="23028" y="8363"/>
                  <a:pt x="27068" y="5320"/>
                  <a:pt x="32322" y="3192"/>
                </a:cubicBezTo>
                <a:cubicBezTo>
                  <a:pt x="37576" y="1064"/>
                  <a:pt x="43695" y="0"/>
                  <a:pt x="50679" y="0"/>
                </a:cubicBezTo>
                <a:cubicBezTo>
                  <a:pt x="56864" y="0"/>
                  <a:pt x="62500" y="366"/>
                  <a:pt x="67588" y="1097"/>
                </a:cubicBezTo>
                <a:cubicBezTo>
                  <a:pt x="72676" y="1829"/>
                  <a:pt x="77747" y="3092"/>
                  <a:pt x="82801" y="4888"/>
                </a:cubicBezTo>
                <a:lnTo>
                  <a:pt x="78312" y="25838"/>
                </a:lnTo>
                <a:lnTo>
                  <a:pt x="70231" y="25838"/>
                </a:lnTo>
              </a:path>
            </a:pathLst>
          </a:custGeom>
          <a:solidFill xmlns:a="http://schemas.openxmlformats.org/drawingml/2006/main">
            <a:srgbClr val="000000"/>
          </a:solidFill>
          <a:ln xmlns:a="http://schemas.openxmlformats.org/drawingml/2006/main" w="0">
            <a:noFill/>
            <a:prstDash val="solid"/>
          </a:ln>
        </p:spPr>
      </p:sp>
      <p:sp>
        <p:nvSpPr>
          <p:cNvPr id="149" name="pdf-path-100006">
            <a:extLst xmlns:a="http://schemas.openxmlformats.org/drawingml/2006/main">
              <a:ext uri="{FF2B5EF4-FFF2-40B4-BE49-F238E27FC236}">
                <a16:creationId xmlns:a16="http://schemas.microsoft.com/office/drawing/2014/main" id="{E1916E1C-3174-4AF0-94DB-6BA8A623D28C}"/>
              </a:ext>
            </a:extLst>
          </p:cNvPr>
          <p:cNvSpPr>
            <a:spLocks xmlns:a="http://schemas.openxmlformats.org/drawingml/2006/main" noGrp="1"/>
          </p:cNvSpPr>
          <p:nvPr/>
        </p:nvSpPr>
        <p:spPr>
          <a:xfrm xmlns:a="http://schemas.openxmlformats.org/drawingml/2006/main">
            <a:off x="4980668" y="3891269"/>
            <a:ext cx="52380" cy="91647"/>
          </a:xfrm>
          <a:custGeom xmlns:a="http://schemas.openxmlformats.org/drawingml/2006/main">
            <a:pathLst>
              <a:path w="52380" h="91647">
                <a:moveTo>
                  <a:pt x="45391" y="76444"/>
                </a:moveTo>
                <a:cubicBezTo>
                  <a:pt x="42942" y="79182"/>
                  <a:pt x="40612" y="81512"/>
                  <a:pt x="38403" y="83433"/>
                </a:cubicBezTo>
                <a:cubicBezTo>
                  <a:pt x="36193" y="85354"/>
                  <a:pt x="34031" y="86928"/>
                  <a:pt x="31918" y="88152"/>
                </a:cubicBezTo>
                <a:cubicBezTo>
                  <a:pt x="29805" y="89377"/>
                  <a:pt x="27715" y="90266"/>
                  <a:pt x="25650" y="90818"/>
                </a:cubicBezTo>
                <a:cubicBezTo>
                  <a:pt x="23584" y="91371"/>
                  <a:pt x="21471" y="91647"/>
                  <a:pt x="19310" y="91647"/>
                </a:cubicBezTo>
                <a:cubicBezTo>
                  <a:pt x="13593" y="91647"/>
                  <a:pt x="9331" y="90302"/>
                  <a:pt x="6521" y="87612"/>
                </a:cubicBezTo>
                <a:cubicBezTo>
                  <a:pt x="3711" y="84922"/>
                  <a:pt x="2306" y="80959"/>
                  <a:pt x="2306" y="75724"/>
                </a:cubicBezTo>
                <a:cubicBezTo>
                  <a:pt x="2306" y="73947"/>
                  <a:pt x="2438" y="71989"/>
                  <a:pt x="2702" y="69852"/>
                </a:cubicBezTo>
                <a:cubicBezTo>
                  <a:pt x="2967" y="67714"/>
                  <a:pt x="3338" y="65637"/>
                  <a:pt x="3819" y="63620"/>
                </a:cubicBezTo>
                <a:lnTo>
                  <a:pt x="12393" y="26298"/>
                </a:lnTo>
                <a:lnTo>
                  <a:pt x="0" y="26298"/>
                </a:lnTo>
                <a:lnTo>
                  <a:pt x="1441" y="20750"/>
                </a:lnTo>
                <a:cubicBezTo>
                  <a:pt x="4324" y="20750"/>
                  <a:pt x="6569" y="20474"/>
                  <a:pt x="8178" y="19922"/>
                </a:cubicBezTo>
                <a:cubicBezTo>
                  <a:pt x="9787" y="19369"/>
                  <a:pt x="11144" y="18613"/>
                  <a:pt x="12249" y="17652"/>
                </a:cubicBezTo>
                <a:cubicBezTo>
                  <a:pt x="12969" y="16979"/>
                  <a:pt x="13666" y="16151"/>
                  <a:pt x="14338" y="15166"/>
                </a:cubicBezTo>
                <a:cubicBezTo>
                  <a:pt x="15010" y="14182"/>
                  <a:pt x="15683" y="12993"/>
                  <a:pt x="16355" y="11600"/>
                </a:cubicBezTo>
                <a:cubicBezTo>
                  <a:pt x="17028" y="10207"/>
                  <a:pt x="17712" y="8562"/>
                  <a:pt x="18409" y="6665"/>
                </a:cubicBezTo>
                <a:cubicBezTo>
                  <a:pt x="19106" y="4767"/>
                  <a:pt x="19886" y="2545"/>
                  <a:pt x="20750" y="0"/>
                </a:cubicBezTo>
                <a:lnTo>
                  <a:pt x="31990" y="0"/>
                </a:lnTo>
                <a:lnTo>
                  <a:pt x="27883" y="18301"/>
                </a:lnTo>
                <a:lnTo>
                  <a:pt x="52380" y="18301"/>
                </a:lnTo>
                <a:lnTo>
                  <a:pt x="50723" y="26298"/>
                </a:lnTo>
                <a:lnTo>
                  <a:pt x="26298" y="26298"/>
                </a:lnTo>
                <a:lnTo>
                  <a:pt x="18949" y="56487"/>
                </a:lnTo>
                <a:cubicBezTo>
                  <a:pt x="18469" y="58504"/>
                  <a:pt x="18073" y="60317"/>
                  <a:pt x="17761" y="61926"/>
                </a:cubicBezTo>
                <a:cubicBezTo>
                  <a:pt x="17449" y="63536"/>
                  <a:pt x="17196" y="64988"/>
                  <a:pt x="17004" y="66285"/>
                </a:cubicBezTo>
                <a:cubicBezTo>
                  <a:pt x="16812" y="67582"/>
                  <a:pt x="16680" y="68759"/>
                  <a:pt x="16608" y="69816"/>
                </a:cubicBezTo>
                <a:cubicBezTo>
                  <a:pt x="16536" y="70872"/>
                  <a:pt x="16500" y="71857"/>
                  <a:pt x="16500" y="72770"/>
                </a:cubicBezTo>
                <a:cubicBezTo>
                  <a:pt x="16500" y="75652"/>
                  <a:pt x="17100" y="77909"/>
                  <a:pt x="18301" y="79542"/>
                </a:cubicBezTo>
                <a:cubicBezTo>
                  <a:pt x="19501" y="81176"/>
                  <a:pt x="21471" y="81992"/>
                  <a:pt x="24209" y="81992"/>
                </a:cubicBezTo>
                <a:cubicBezTo>
                  <a:pt x="26514" y="81992"/>
                  <a:pt x="28964" y="81139"/>
                  <a:pt x="31558" y="79435"/>
                </a:cubicBezTo>
                <a:cubicBezTo>
                  <a:pt x="34152" y="77729"/>
                  <a:pt x="37105" y="75051"/>
                  <a:pt x="40420" y="71401"/>
                </a:cubicBezTo>
                <a:lnTo>
                  <a:pt x="45391" y="76444"/>
                </a:lnTo>
              </a:path>
            </a:pathLst>
          </a:custGeom>
          <a:solidFill xmlns:a="http://schemas.openxmlformats.org/drawingml/2006/main">
            <a:srgbClr val="000000"/>
          </a:solidFill>
          <a:ln xmlns:a="http://schemas.openxmlformats.org/drawingml/2006/main" w="0">
            <a:noFill/>
            <a:prstDash val="solid"/>
          </a:ln>
        </p:spPr>
      </p:sp>
      <p:sp>
        <p:nvSpPr>
          <p:cNvPr id="150" name="pdf-path-100007">
            <a:extLst xmlns:a="http://schemas.openxmlformats.org/drawingml/2006/main">
              <a:ext uri="{FF2B5EF4-FFF2-40B4-BE49-F238E27FC236}">
                <a16:creationId xmlns:a16="http://schemas.microsoft.com/office/drawing/2014/main" id="{782AB4F5-9227-45AF-AAB1-4A605E8E730D}"/>
              </a:ext>
            </a:extLst>
          </p:cNvPr>
          <p:cNvSpPr>
            <a:spLocks xmlns:a="http://schemas.openxmlformats.org/drawingml/2006/main" noGrp="1"/>
          </p:cNvSpPr>
          <p:nvPr/>
        </p:nvSpPr>
        <p:spPr>
          <a:xfrm xmlns:a="http://schemas.openxmlformats.org/drawingml/2006/main">
            <a:off x="5051923" y="3793879"/>
            <a:ext cx="63049" cy="189246"/>
          </a:xfrm>
          <a:custGeom xmlns:a="http://schemas.openxmlformats.org/drawingml/2006/main">
            <a:pathLst>
              <a:path w="63049" h="189246">
                <a:moveTo>
                  <a:pt x="45790" y="93675"/>
                </a:moveTo>
                <a:cubicBezTo>
                  <a:pt x="45790" y="71196"/>
                  <a:pt x="42066" y="52524"/>
                  <a:pt x="34617" y="37659"/>
                </a:cubicBezTo>
                <a:cubicBezTo>
                  <a:pt x="27168" y="22795"/>
                  <a:pt x="15630" y="12802"/>
                  <a:pt x="0" y="7681"/>
                </a:cubicBezTo>
                <a:lnTo>
                  <a:pt x="2694" y="0"/>
                </a:lnTo>
                <a:cubicBezTo>
                  <a:pt x="22114" y="5121"/>
                  <a:pt x="37028" y="16178"/>
                  <a:pt x="47436" y="33170"/>
                </a:cubicBezTo>
                <a:cubicBezTo>
                  <a:pt x="57845" y="50163"/>
                  <a:pt x="63049" y="70664"/>
                  <a:pt x="63049" y="94673"/>
                </a:cubicBezTo>
                <a:cubicBezTo>
                  <a:pt x="63049" y="118749"/>
                  <a:pt x="57862" y="139249"/>
                  <a:pt x="47486" y="156175"/>
                </a:cubicBezTo>
                <a:cubicBezTo>
                  <a:pt x="37111" y="173102"/>
                  <a:pt x="22180" y="184125"/>
                  <a:pt x="2694" y="189246"/>
                </a:cubicBezTo>
                <a:lnTo>
                  <a:pt x="299" y="181565"/>
                </a:lnTo>
                <a:cubicBezTo>
                  <a:pt x="15663" y="176444"/>
                  <a:pt x="27086" y="166335"/>
                  <a:pt x="34568" y="151237"/>
                </a:cubicBezTo>
                <a:cubicBezTo>
                  <a:pt x="42050" y="136140"/>
                  <a:pt x="45790" y="116953"/>
                  <a:pt x="45790" y="93675"/>
                </a:cubicBezTo>
              </a:path>
            </a:pathLst>
          </a:custGeom>
          <a:solidFill xmlns:a="http://schemas.openxmlformats.org/drawingml/2006/main">
            <a:srgbClr val="000000"/>
          </a:solidFill>
          <a:ln xmlns:a="http://schemas.openxmlformats.org/drawingml/2006/main" w="0">
            <a:noFill/>
            <a:prstDash val="solid"/>
          </a:ln>
        </p:spPr>
      </p:sp>
      <p:sp>
        <p:nvSpPr>
          <p:cNvPr id="151" name="pdf-path-100008">
            <a:extLst xmlns:a="http://schemas.openxmlformats.org/drawingml/2006/main">
              <a:ext uri="{FF2B5EF4-FFF2-40B4-BE49-F238E27FC236}">
                <a16:creationId xmlns:a16="http://schemas.microsoft.com/office/drawing/2014/main" id="{CCB3545D-22C8-4D1B-B6BF-2482F6800F94}"/>
              </a:ext>
            </a:extLst>
          </p:cNvPr>
          <p:cNvSpPr>
            <a:spLocks xmlns:a="http://schemas.openxmlformats.org/drawingml/2006/main" noGrp="1"/>
          </p:cNvSpPr>
          <p:nvPr/>
        </p:nvSpPr>
        <p:spPr>
          <a:xfrm xmlns:a="http://schemas.openxmlformats.org/drawingml/2006/main">
            <a:off x="1751932" y="5780549"/>
            <a:ext cx="101058" cy="139965"/>
          </a:xfrm>
          <a:custGeom xmlns:a="http://schemas.openxmlformats.org/drawingml/2006/main">
            <a:pathLst>
              <a:path w="101058" h="139965">
                <a:moveTo>
                  <a:pt x="24940" y="34119"/>
                </a:moveTo>
                <a:cubicBezTo>
                  <a:pt x="26337" y="28000"/>
                  <a:pt x="27035" y="22978"/>
                  <a:pt x="27035" y="19055"/>
                </a:cubicBezTo>
                <a:cubicBezTo>
                  <a:pt x="27035" y="16394"/>
                  <a:pt x="26603" y="14465"/>
                  <a:pt x="25738" y="13269"/>
                </a:cubicBezTo>
                <a:cubicBezTo>
                  <a:pt x="24874" y="12072"/>
                  <a:pt x="23510" y="11473"/>
                  <a:pt x="21648" y="11473"/>
                </a:cubicBezTo>
                <a:cubicBezTo>
                  <a:pt x="19586" y="11473"/>
                  <a:pt x="17409" y="12321"/>
                  <a:pt x="15114" y="14017"/>
                </a:cubicBezTo>
                <a:cubicBezTo>
                  <a:pt x="12819" y="15712"/>
                  <a:pt x="9677" y="18789"/>
                  <a:pt x="5687" y="23244"/>
                </a:cubicBezTo>
                <a:lnTo>
                  <a:pt x="0" y="17658"/>
                </a:lnTo>
                <a:cubicBezTo>
                  <a:pt x="5986" y="11406"/>
                  <a:pt x="11057" y="6900"/>
                  <a:pt x="15214" y="4140"/>
                </a:cubicBezTo>
                <a:cubicBezTo>
                  <a:pt x="19370" y="1380"/>
                  <a:pt x="23976" y="0"/>
                  <a:pt x="29031" y="0"/>
                </a:cubicBezTo>
                <a:cubicBezTo>
                  <a:pt x="33154" y="0"/>
                  <a:pt x="36429" y="1364"/>
                  <a:pt x="38857" y="4091"/>
                </a:cubicBezTo>
                <a:cubicBezTo>
                  <a:pt x="41285" y="6818"/>
                  <a:pt x="42498" y="10442"/>
                  <a:pt x="42498" y="14964"/>
                </a:cubicBezTo>
                <a:cubicBezTo>
                  <a:pt x="42498" y="18689"/>
                  <a:pt x="41733" y="22613"/>
                  <a:pt x="40204" y="26736"/>
                </a:cubicBezTo>
                <a:lnTo>
                  <a:pt x="41401" y="27135"/>
                </a:lnTo>
                <a:cubicBezTo>
                  <a:pt x="53705" y="9112"/>
                  <a:pt x="65942" y="100"/>
                  <a:pt x="78113" y="100"/>
                </a:cubicBezTo>
                <a:cubicBezTo>
                  <a:pt x="85362" y="100"/>
                  <a:pt x="90999" y="2860"/>
                  <a:pt x="95022" y="8380"/>
                </a:cubicBezTo>
                <a:cubicBezTo>
                  <a:pt x="99046" y="13900"/>
                  <a:pt x="101058" y="21682"/>
                  <a:pt x="101058" y="31724"/>
                </a:cubicBezTo>
                <a:cubicBezTo>
                  <a:pt x="101058" y="42698"/>
                  <a:pt x="98847" y="53489"/>
                  <a:pt x="94424" y="64097"/>
                </a:cubicBezTo>
                <a:cubicBezTo>
                  <a:pt x="90001" y="74704"/>
                  <a:pt x="83866" y="83118"/>
                  <a:pt x="76018" y="89336"/>
                </a:cubicBezTo>
                <a:cubicBezTo>
                  <a:pt x="68170" y="95555"/>
                  <a:pt x="59391" y="98663"/>
                  <a:pt x="49681" y="98663"/>
                </a:cubicBezTo>
                <a:cubicBezTo>
                  <a:pt x="40835" y="98663"/>
                  <a:pt x="33486" y="96735"/>
                  <a:pt x="27634" y="92877"/>
                </a:cubicBezTo>
                <a:lnTo>
                  <a:pt x="23045" y="114726"/>
                </a:lnTo>
                <a:cubicBezTo>
                  <a:pt x="22047" y="119448"/>
                  <a:pt x="21549" y="123338"/>
                  <a:pt x="21549" y="126397"/>
                </a:cubicBezTo>
                <a:cubicBezTo>
                  <a:pt x="21549" y="129324"/>
                  <a:pt x="22297" y="131402"/>
                  <a:pt x="23793" y="132632"/>
                </a:cubicBezTo>
                <a:cubicBezTo>
                  <a:pt x="25290" y="133862"/>
                  <a:pt x="28199" y="134678"/>
                  <a:pt x="32522" y="135076"/>
                </a:cubicBezTo>
                <a:lnTo>
                  <a:pt x="31724" y="139965"/>
                </a:lnTo>
                <a:lnTo>
                  <a:pt x="898" y="139965"/>
                </a:lnTo>
                <a:lnTo>
                  <a:pt x="24940" y="34119"/>
                </a:lnTo>
                <a:moveTo>
                  <a:pt x="35016" y="62351"/>
                </a:moveTo>
                <a:cubicBezTo>
                  <a:pt x="34351" y="65876"/>
                  <a:pt x="33935" y="68569"/>
                  <a:pt x="33769" y="70431"/>
                </a:cubicBezTo>
                <a:cubicBezTo>
                  <a:pt x="33603" y="72294"/>
                  <a:pt x="33520" y="74123"/>
                  <a:pt x="33520" y="75918"/>
                </a:cubicBezTo>
                <a:cubicBezTo>
                  <a:pt x="33520" y="81106"/>
                  <a:pt x="34633" y="84880"/>
                  <a:pt x="36862" y="87241"/>
                </a:cubicBezTo>
                <a:cubicBezTo>
                  <a:pt x="39090" y="89602"/>
                  <a:pt x="42931" y="90783"/>
                  <a:pt x="48384" y="90783"/>
                </a:cubicBezTo>
                <a:cubicBezTo>
                  <a:pt x="51776" y="90783"/>
                  <a:pt x="54902" y="90117"/>
                  <a:pt x="57762" y="88788"/>
                </a:cubicBezTo>
                <a:cubicBezTo>
                  <a:pt x="60622" y="87458"/>
                  <a:pt x="63331" y="85529"/>
                  <a:pt x="65892" y="83002"/>
                </a:cubicBezTo>
                <a:cubicBezTo>
                  <a:pt x="68453" y="80474"/>
                  <a:pt x="70764" y="77414"/>
                  <a:pt x="72825" y="73823"/>
                </a:cubicBezTo>
                <a:cubicBezTo>
                  <a:pt x="74887" y="70232"/>
                  <a:pt x="76733" y="66059"/>
                  <a:pt x="78362" y="61304"/>
                </a:cubicBezTo>
                <a:cubicBezTo>
                  <a:pt x="79992" y="56548"/>
                  <a:pt x="81222" y="51660"/>
                  <a:pt x="82053" y="46638"/>
                </a:cubicBezTo>
                <a:cubicBezTo>
                  <a:pt x="82885" y="41617"/>
                  <a:pt x="83300" y="36912"/>
                  <a:pt x="83300" y="32523"/>
                </a:cubicBezTo>
                <a:cubicBezTo>
                  <a:pt x="83300" y="25539"/>
                  <a:pt x="82319" y="20335"/>
                  <a:pt x="80358" y="16910"/>
                </a:cubicBezTo>
                <a:cubicBezTo>
                  <a:pt x="78396" y="13484"/>
                  <a:pt x="75286" y="11773"/>
                  <a:pt x="71030" y="11773"/>
                </a:cubicBezTo>
                <a:cubicBezTo>
                  <a:pt x="67638" y="11773"/>
                  <a:pt x="64296" y="12919"/>
                  <a:pt x="61004" y="15214"/>
                </a:cubicBezTo>
                <a:cubicBezTo>
                  <a:pt x="57712" y="17509"/>
                  <a:pt x="54104" y="21183"/>
                  <a:pt x="50180" y="26237"/>
                </a:cubicBezTo>
                <a:cubicBezTo>
                  <a:pt x="46256" y="31292"/>
                  <a:pt x="43196" y="36280"/>
                  <a:pt x="41002" y="41201"/>
                </a:cubicBezTo>
                <a:cubicBezTo>
                  <a:pt x="38807" y="46123"/>
                  <a:pt x="37078" y="51776"/>
                  <a:pt x="35814" y="58161"/>
                </a:cubicBezTo>
                <a:lnTo>
                  <a:pt x="35016" y="62351"/>
                </a:lnTo>
              </a:path>
            </a:pathLst>
          </a:custGeom>
          <a:solidFill xmlns:a="http://schemas.openxmlformats.org/drawingml/2006/main">
            <a:srgbClr val="000000"/>
          </a:solidFill>
          <a:ln xmlns:a="http://schemas.openxmlformats.org/drawingml/2006/main" w="0">
            <a:noFill/>
            <a:prstDash val="solid"/>
          </a:ln>
        </p:spPr>
      </p:sp>
      <p:sp>
        <p:nvSpPr>
          <p:cNvPr id="152" name="pdf-path-100009">
            <a:extLst xmlns:a="http://schemas.openxmlformats.org/drawingml/2006/main">
              <a:ext uri="{FF2B5EF4-FFF2-40B4-BE49-F238E27FC236}">
                <a16:creationId xmlns:a16="http://schemas.microsoft.com/office/drawing/2014/main" id="{65FA8086-51A7-4C3A-B05B-BD01C041D126}"/>
              </a:ext>
            </a:extLst>
          </p:cNvPr>
          <p:cNvSpPr>
            <a:spLocks xmlns:a="http://schemas.openxmlformats.org/drawingml/2006/main" noGrp="1"/>
          </p:cNvSpPr>
          <p:nvPr/>
        </p:nvSpPr>
        <p:spPr>
          <a:xfrm xmlns:a="http://schemas.openxmlformats.org/drawingml/2006/main">
            <a:off x="1859240" y="5817813"/>
            <a:ext cx="105841" cy="134228"/>
          </a:xfrm>
          <a:custGeom xmlns:a="http://schemas.openxmlformats.org/drawingml/2006/main">
            <a:pathLst>
              <a:path w="105841" h="134228">
                <a:moveTo>
                  <a:pt x="13977" y="71545"/>
                </a:moveTo>
                <a:cubicBezTo>
                  <a:pt x="14650" y="68183"/>
                  <a:pt x="15323" y="65085"/>
                  <a:pt x="15995" y="62251"/>
                </a:cubicBezTo>
                <a:cubicBezTo>
                  <a:pt x="16667" y="59416"/>
                  <a:pt x="17280" y="56883"/>
                  <a:pt x="17832" y="54649"/>
                </a:cubicBezTo>
                <a:cubicBezTo>
                  <a:pt x="18385" y="52416"/>
                  <a:pt x="18829" y="50482"/>
                  <a:pt x="19165" y="48849"/>
                </a:cubicBezTo>
                <a:cubicBezTo>
                  <a:pt x="19501" y="47217"/>
                  <a:pt x="19669" y="45895"/>
                  <a:pt x="19669" y="44887"/>
                </a:cubicBezTo>
                <a:cubicBezTo>
                  <a:pt x="19669" y="43013"/>
                  <a:pt x="19309" y="41669"/>
                  <a:pt x="18589" y="40852"/>
                </a:cubicBezTo>
                <a:cubicBezTo>
                  <a:pt x="17868" y="40035"/>
                  <a:pt x="16740" y="39627"/>
                  <a:pt x="15202" y="39627"/>
                </a:cubicBezTo>
                <a:cubicBezTo>
                  <a:pt x="13521" y="39627"/>
                  <a:pt x="11864" y="40204"/>
                  <a:pt x="10231" y="41356"/>
                </a:cubicBezTo>
                <a:cubicBezTo>
                  <a:pt x="8598" y="42509"/>
                  <a:pt x="6773" y="44166"/>
                  <a:pt x="4755" y="46328"/>
                </a:cubicBezTo>
                <a:cubicBezTo>
                  <a:pt x="3891" y="45463"/>
                  <a:pt x="3086" y="44670"/>
                  <a:pt x="2341" y="43950"/>
                </a:cubicBezTo>
                <a:cubicBezTo>
                  <a:pt x="1597" y="43230"/>
                  <a:pt x="817" y="42461"/>
                  <a:pt x="0" y="41644"/>
                </a:cubicBezTo>
                <a:cubicBezTo>
                  <a:pt x="2209" y="39531"/>
                  <a:pt x="4239" y="37730"/>
                  <a:pt x="6088" y="36241"/>
                </a:cubicBezTo>
                <a:cubicBezTo>
                  <a:pt x="7937" y="34752"/>
                  <a:pt x="9691" y="33526"/>
                  <a:pt x="11348" y="32566"/>
                </a:cubicBezTo>
                <a:cubicBezTo>
                  <a:pt x="13005" y="31605"/>
                  <a:pt x="14626" y="30909"/>
                  <a:pt x="16211" y="30477"/>
                </a:cubicBezTo>
                <a:cubicBezTo>
                  <a:pt x="17796" y="30044"/>
                  <a:pt x="19453" y="29828"/>
                  <a:pt x="21183" y="29828"/>
                </a:cubicBezTo>
                <a:cubicBezTo>
                  <a:pt x="24977" y="29828"/>
                  <a:pt x="27967" y="31017"/>
                  <a:pt x="30153" y="33395"/>
                </a:cubicBezTo>
                <a:cubicBezTo>
                  <a:pt x="32338" y="35772"/>
                  <a:pt x="33431" y="39003"/>
                  <a:pt x="33431" y="43086"/>
                </a:cubicBezTo>
                <a:cubicBezTo>
                  <a:pt x="33431" y="46784"/>
                  <a:pt x="32638" y="51756"/>
                  <a:pt x="31053" y="57999"/>
                </a:cubicBezTo>
                <a:cubicBezTo>
                  <a:pt x="30525" y="59921"/>
                  <a:pt x="29996" y="61890"/>
                  <a:pt x="29468" y="63907"/>
                </a:cubicBezTo>
                <a:cubicBezTo>
                  <a:pt x="28940" y="65925"/>
                  <a:pt x="28459" y="67919"/>
                  <a:pt x="28027" y="69888"/>
                </a:cubicBezTo>
                <a:cubicBezTo>
                  <a:pt x="27595" y="71857"/>
                  <a:pt x="27235" y="73790"/>
                  <a:pt x="26946" y="75688"/>
                </a:cubicBezTo>
                <a:cubicBezTo>
                  <a:pt x="26658" y="77585"/>
                  <a:pt x="26514" y="79374"/>
                  <a:pt x="26514" y="81055"/>
                </a:cubicBezTo>
                <a:cubicBezTo>
                  <a:pt x="26514" y="90566"/>
                  <a:pt x="32278" y="95826"/>
                  <a:pt x="43806" y="96834"/>
                </a:cubicBezTo>
                <a:lnTo>
                  <a:pt x="65277" y="0"/>
                </a:lnTo>
                <a:lnTo>
                  <a:pt x="78390" y="0"/>
                </a:lnTo>
                <a:lnTo>
                  <a:pt x="56775" y="96834"/>
                </a:lnTo>
                <a:cubicBezTo>
                  <a:pt x="62155" y="96642"/>
                  <a:pt x="67018" y="95393"/>
                  <a:pt x="71365" y="93088"/>
                </a:cubicBezTo>
                <a:cubicBezTo>
                  <a:pt x="75712" y="90782"/>
                  <a:pt x="79422" y="87720"/>
                  <a:pt x="82497" y="83902"/>
                </a:cubicBezTo>
                <a:cubicBezTo>
                  <a:pt x="85571" y="80083"/>
                  <a:pt x="87948" y="75640"/>
                  <a:pt x="89630" y="70572"/>
                </a:cubicBezTo>
                <a:cubicBezTo>
                  <a:pt x="91311" y="65505"/>
                  <a:pt x="92151" y="60065"/>
                  <a:pt x="92151" y="54253"/>
                </a:cubicBezTo>
                <a:cubicBezTo>
                  <a:pt x="92151" y="51035"/>
                  <a:pt x="91863" y="47865"/>
                  <a:pt x="91286" y="44743"/>
                </a:cubicBezTo>
                <a:cubicBezTo>
                  <a:pt x="90710" y="41621"/>
                  <a:pt x="89894" y="38643"/>
                  <a:pt x="88837" y="35809"/>
                </a:cubicBezTo>
                <a:lnTo>
                  <a:pt x="89773" y="31341"/>
                </a:lnTo>
                <a:lnTo>
                  <a:pt x="104328" y="31341"/>
                </a:lnTo>
                <a:cubicBezTo>
                  <a:pt x="104856" y="33503"/>
                  <a:pt x="105240" y="35844"/>
                  <a:pt x="105480" y="38366"/>
                </a:cubicBezTo>
                <a:cubicBezTo>
                  <a:pt x="105720" y="40888"/>
                  <a:pt x="105841" y="43205"/>
                  <a:pt x="105841" y="45319"/>
                </a:cubicBezTo>
                <a:cubicBezTo>
                  <a:pt x="105841" y="50747"/>
                  <a:pt x="105312" y="55970"/>
                  <a:pt x="104255" y="60990"/>
                </a:cubicBezTo>
                <a:cubicBezTo>
                  <a:pt x="103199" y="66009"/>
                  <a:pt x="101626" y="70704"/>
                  <a:pt x="99536" y="75076"/>
                </a:cubicBezTo>
                <a:cubicBezTo>
                  <a:pt x="97447" y="79446"/>
                  <a:pt x="94901" y="83421"/>
                  <a:pt x="91899" y="87000"/>
                </a:cubicBezTo>
                <a:cubicBezTo>
                  <a:pt x="88897" y="90578"/>
                  <a:pt x="85510" y="93652"/>
                  <a:pt x="81740" y="96222"/>
                </a:cubicBezTo>
                <a:cubicBezTo>
                  <a:pt x="77970" y="98792"/>
                  <a:pt x="73863" y="100785"/>
                  <a:pt x="69420" y="102202"/>
                </a:cubicBezTo>
                <a:cubicBezTo>
                  <a:pt x="64977" y="103619"/>
                  <a:pt x="60281" y="104352"/>
                  <a:pt x="55334" y="104400"/>
                </a:cubicBezTo>
                <a:lnTo>
                  <a:pt x="48633" y="134228"/>
                </a:lnTo>
                <a:lnTo>
                  <a:pt x="35304" y="134228"/>
                </a:lnTo>
                <a:lnTo>
                  <a:pt x="42005" y="104111"/>
                </a:lnTo>
                <a:cubicBezTo>
                  <a:pt x="32494" y="103247"/>
                  <a:pt x="25253" y="100845"/>
                  <a:pt x="20282" y="96906"/>
                </a:cubicBezTo>
                <a:cubicBezTo>
                  <a:pt x="15310" y="92967"/>
                  <a:pt x="12825" y="87636"/>
                  <a:pt x="12825" y="80911"/>
                </a:cubicBezTo>
                <a:cubicBezTo>
                  <a:pt x="12825" y="79950"/>
                  <a:pt x="12909" y="78690"/>
                  <a:pt x="13077" y="77128"/>
                </a:cubicBezTo>
                <a:cubicBezTo>
                  <a:pt x="13245" y="75567"/>
                  <a:pt x="13545" y="73707"/>
                  <a:pt x="13977" y="71545"/>
                </a:cubicBezTo>
              </a:path>
            </a:pathLst>
          </a:custGeom>
          <a:solidFill xmlns:a="http://schemas.openxmlformats.org/drawingml/2006/main">
            <a:srgbClr val="000000"/>
          </a:solidFill>
          <a:ln xmlns:a="http://schemas.openxmlformats.org/drawingml/2006/main" w="0">
            <a:noFill/>
            <a:prstDash val="solid"/>
          </a:ln>
        </p:spPr>
      </p:sp>
      <p:sp>
        <p:nvSpPr>
          <p:cNvPr id="153" name="pdf-path-100010">
            <a:extLst xmlns:a="http://schemas.openxmlformats.org/drawingml/2006/main">
              <a:ext uri="{FF2B5EF4-FFF2-40B4-BE49-F238E27FC236}">
                <a16:creationId xmlns:a16="http://schemas.microsoft.com/office/drawing/2014/main" id="{2BF4ACD9-242C-4F37-AE42-B71B33F90635}"/>
              </a:ext>
            </a:extLst>
          </p:cNvPr>
          <p:cNvSpPr>
            <a:spLocks xmlns:a="http://schemas.openxmlformats.org/drawingml/2006/main" noGrp="1"/>
          </p:cNvSpPr>
          <p:nvPr/>
        </p:nvSpPr>
        <p:spPr>
          <a:xfrm xmlns:a="http://schemas.openxmlformats.org/drawingml/2006/main">
            <a:off x="2002906" y="5733464"/>
            <a:ext cx="63049" cy="189247"/>
          </a:xfrm>
          <a:custGeom xmlns:a="http://schemas.openxmlformats.org/drawingml/2006/main">
            <a:pathLst>
              <a:path w="63049" h="189247">
                <a:moveTo>
                  <a:pt x="17259" y="93675"/>
                </a:moveTo>
                <a:cubicBezTo>
                  <a:pt x="17259" y="116953"/>
                  <a:pt x="21000" y="136140"/>
                  <a:pt x="28482" y="151237"/>
                </a:cubicBezTo>
                <a:cubicBezTo>
                  <a:pt x="35964" y="166335"/>
                  <a:pt x="47386" y="176443"/>
                  <a:pt x="62749" y="181565"/>
                </a:cubicBezTo>
                <a:lnTo>
                  <a:pt x="60355" y="189247"/>
                </a:lnTo>
                <a:cubicBezTo>
                  <a:pt x="40869" y="184125"/>
                  <a:pt x="25938" y="173102"/>
                  <a:pt x="15562" y="156175"/>
                </a:cubicBezTo>
                <a:cubicBezTo>
                  <a:pt x="5187" y="139249"/>
                  <a:pt x="0" y="118748"/>
                  <a:pt x="0" y="94673"/>
                </a:cubicBezTo>
                <a:cubicBezTo>
                  <a:pt x="0" y="70664"/>
                  <a:pt x="5204" y="50163"/>
                  <a:pt x="15613" y="33171"/>
                </a:cubicBezTo>
                <a:cubicBezTo>
                  <a:pt x="26021" y="16178"/>
                  <a:pt x="40935" y="5121"/>
                  <a:pt x="60355" y="0"/>
                </a:cubicBezTo>
                <a:lnTo>
                  <a:pt x="63049" y="7682"/>
                </a:lnTo>
                <a:cubicBezTo>
                  <a:pt x="47486" y="12802"/>
                  <a:pt x="35964" y="22795"/>
                  <a:pt x="28482" y="37660"/>
                </a:cubicBezTo>
                <a:cubicBezTo>
                  <a:pt x="21000" y="52524"/>
                  <a:pt x="17259" y="71196"/>
                  <a:pt x="17259" y="93675"/>
                </a:cubicBezTo>
              </a:path>
            </a:pathLst>
          </a:custGeom>
          <a:solidFill xmlns:a="http://schemas.openxmlformats.org/drawingml/2006/main">
            <a:srgbClr val="000000"/>
          </a:solidFill>
          <a:ln xmlns:a="http://schemas.openxmlformats.org/drawingml/2006/main" w="0">
            <a:noFill/>
            <a:prstDash val="solid"/>
          </a:ln>
        </p:spPr>
      </p:sp>
      <p:sp>
        <p:nvSpPr>
          <p:cNvPr id="154" name="pdf-path-100011">
            <a:extLst xmlns:a="http://schemas.openxmlformats.org/drawingml/2006/main">
              <a:ext uri="{FF2B5EF4-FFF2-40B4-BE49-F238E27FC236}">
                <a16:creationId xmlns:a16="http://schemas.microsoft.com/office/drawing/2014/main" id="{FFDEF7EC-0FD1-44A3-9025-446767EE90E9}"/>
              </a:ext>
            </a:extLst>
          </p:cNvPr>
          <p:cNvSpPr>
            <a:spLocks xmlns:a="http://schemas.openxmlformats.org/drawingml/2006/main" noGrp="1"/>
          </p:cNvSpPr>
          <p:nvPr/>
        </p:nvSpPr>
        <p:spPr>
          <a:xfrm xmlns:a="http://schemas.openxmlformats.org/drawingml/2006/main">
            <a:off x="2080554" y="5780550"/>
            <a:ext cx="100958" cy="98663"/>
          </a:xfrm>
          <a:custGeom xmlns:a="http://schemas.openxmlformats.org/drawingml/2006/main">
            <a:pathLst>
              <a:path w="100958" h="98663">
                <a:moveTo>
                  <a:pt x="75220" y="6585"/>
                </a:moveTo>
                <a:lnTo>
                  <a:pt x="84398" y="0"/>
                </a:lnTo>
                <a:lnTo>
                  <a:pt x="90782" y="1597"/>
                </a:lnTo>
                <a:lnTo>
                  <a:pt x="76117" y="64845"/>
                </a:lnTo>
                <a:cubicBezTo>
                  <a:pt x="74654" y="71163"/>
                  <a:pt x="73923" y="76085"/>
                  <a:pt x="73923" y="79609"/>
                </a:cubicBezTo>
                <a:cubicBezTo>
                  <a:pt x="73923" y="82270"/>
                  <a:pt x="74355" y="84198"/>
                  <a:pt x="75220" y="85395"/>
                </a:cubicBezTo>
                <a:cubicBezTo>
                  <a:pt x="76084" y="86593"/>
                  <a:pt x="77448" y="87191"/>
                  <a:pt x="79310" y="87191"/>
                </a:cubicBezTo>
                <a:cubicBezTo>
                  <a:pt x="81305" y="87191"/>
                  <a:pt x="83433" y="86376"/>
                  <a:pt x="85694" y="84747"/>
                </a:cubicBezTo>
                <a:cubicBezTo>
                  <a:pt x="87956" y="83118"/>
                  <a:pt x="91148" y="80009"/>
                  <a:pt x="95272" y="75419"/>
                </a:cubicBezTo>
                <a:lnTo>
                  <a:pt x="100958" y="81006"/>
                </a:lnTo>
                <a:cubicBezTo>
                  <a:pt x="94972" y="87391"/>
                  <a:pt x="89868" y="91930"/>
                  <a:pt x="85645" y="94623"/>
                </a:cubicBezTo>
                <a:cubicBezTo>
                  <a:pt x="81421" y="97317"/>
                  <a:pt x="76849" y="98663"/>
                  <a:pt x="71928" y="98663"/>
                </a:cubicBezTo>
                <a:cubicBezTo>
                  <a:pt x="67804" y="98663"/>
                  <a:pt x="64512" y="97300"/>
                  <a:pt x="62051" y="94574"/>
                </a:cubicBezTo>
                <a:cubicBezTo>
                  <a:pt x="59590" y="91847"/>
                  <a:pt x="58360" y="88223"/>
                  <a:pt x="58360" y="83699"/>
                </a:cubicBezTo>
                <a:cubicBezTo>
                  <a:pt x="58360" y="80042"/>
                  <a:pt x="59125" y="76151"/>
                  <a:pt x="60654" y="72028"/>
                </a:cubicBezTo>
                <a:lnTo>
                  <a:pt x="59358" y="71628"/>
                </a:lnTo>
                <a:cubicBezTo>
                  <a:pt x="52973" y="80939"/>
                  <a:pt x="46921" y="87757"/>
                  <a:pt x="41201" y="92080"/>
                </a:cubicBezTo>
                <a:cubicBezTo>
                  <a:pt x="35482" y="96402"/>
                  <a:pt x="29429" y="98564"/>
                  <a:pt x="23045" y="98564"/>
                </a:cubicBezTo>
                <a:cubicBezTo>
                  <a:pt x="15729" y="98564"/>
                  <a:pt x="10059" y="95804"/>
                  <a:pt x="6035" y="90284"/>
                </a:cubicBezTo>
                <a:cubicBezTo>
                  <a:pt x="2012" y="84764"/>
                  <a:pt x="0" y="77016"/>
                  <a:pt x="0" y="67040"/>
                </a:cubicBezTo>
                <a:cubicBezTo>
                  <a:pt x="0" y="55600"/>
                  <a:pt x="2245" y="44610"/>
                  <a:pt x="6734" y="34069"/>
                </a:cubicBezTo>
                <a:cubicBezTo>
                  <a:pt x="11223" y="23528"/>
                  <a:pt x="17392" y="15214"/>
                  <a:pt x="25239" y="9129"/>
                </a:cubicBezTo>
                <a:cubicBezTo>
                  <a:pt x="33087" y="3043"/>
                  <a:pt x="41833" y="0"/>
                  <a:pt x="51477" y="0"/>
                </a:cubicBezTo>
                <a:cubicBezTo>
                  <a:pt x="55800" y="0"/>
                  <a:pt x="59840" y="482"/>
                  <a:pt x="63597" y="1447"/>
                </a:cubicBezTo>
                <a:cubicBezTo>
                  <a:pt x="67355" y="2411"/>
                  <a:pt x="71229" y="4124"/>
                  <a:pt x="75220" y="6585"/>
                </a:cubicBezTo>
                <a:moveTo>
                  <a:pt x="66441" y="36313"/>
                </a:moveTo>
                <a:cubicBezTo>
                  <a:pt x="67039" y="33587"/>
                  <a:pt x="67438" y="31225"/>
                  <a:pt x="67638" y="29230"/>
                </a:cubicBezTo>
                <a:cubicBezTo>
                  <a:pt x="67837" y="27235"/>
                  <a:pt x="67937" y="25074"/>
                  <a:pt x="67937" y="22745"/>
                </a:cubicBezTo>
                <a:cubicBezTo>
                  <a:pt x="67937" y="17625"/>
                  <a:pt x="66840" y="13867"/>
                  <a:pt x="64645" y="11473"/>
                </a:cubicBezTo>
                <a:cubicBezTo>
                  <a:pt x="62450" y="9079"/>
                  <a:pt x="58726" y="7881"/>
                  <a:pt x="53472" y="7881"/>
                </a:cubicBezTo>
                <a:cubicBezTo>
                  <a:pt x="46621" y="7881"/>
                  <a:pt x="40470" y="10642"/>
                  <a:pt x="35016" y="16162"/>
                </a:cubicBezTo>
                <a:cubicBezTo>
                  <a:pt x="29563" y="21682"/>
                  <a:pt x="25306" y="29081"/>
                  <a:pt x="22247" y="38358"/>
                </a:cubicBezTo>
                <a:cubicBezTo>
                  <a:pt x="19187" y="47636"/>
                  <a:pt x="17657" y="56897"/>
                  <a:pt x="17657" y="66142"/>
                </a:cubicBezTo>
                <a:cubicBezTo>
                  <a:pt x="17657" y="73059"/>
                  <a:pt x="18605" y="78230"/>
                  <a:pt x="20501" y="81654"/>
                </a:cubicBezTo>
                <a:cubicBezTo>
                  <a:pt x="22396" y="85080"/>
                  <a:pt x="25572" y="86792"/>
                  <a:pt x="30028" y="86792"/>
                </a:cubicBezTo>
                <a:cubicBezTo>
                  <a:pt x="34417" y="86792"/>
                  <a:pt x="38724" y="84897"/>
                  <a:pt x="42947" y="81106"/>
                </a:cubicBezTo>
                <a:cubicBezTo>
                  <a:pt x="47170" y="77315"/>
                  <a:pt x="51526" y="71911"/>
                  <a:pt x="56015" y="64895"/>
                </a:cubicBezTo>
                <a:cubicBezTo>
                  <a:pt x="60505" y="57878"/>
                  <a:pt x="63681" y="49781"/>
                  <a:pt x="65543" y="40603"/>
                </a:cubicBezTo>
                <a:lnTo>
                  <a:pt x="66441" y="36313"/>
                </a:lnTo>
              </a:path>
            </a:pathLst>
          </a:custGeom>
          <a:solidFill xmlns:a="http://schemas.openxmlformats.org/drawingml/2006/main">
            <a:srgbClr val="000000"/>
          </a:solidFill>
          <a:ln xmlns:a="http://schemas.openxmlformats.org/drawingml/2006/main" w="0">
            <a:noFill/>
            <a:prstDash val="solid"/>
          </a:ln>
        </p:spPr>
      </p:sp>
      <p:sp>
        <p:nvSpPr>
          <p:cNvPr id="155" name="pdf-path-100012">
            <a:extLst xmlns:a="http://schemas.openxmlformats.org/drawingml/2006/main">
              <a:ext uri="{FF2B5EF4-FFF2-40B4-BE49-F238E27FC236}">
                <a16:creationId xmlns:a16="http://schemas.microsoft.com/office/drawing/2014/main" id="{97C2DCEB-B8B3-4EC2-8080-48C91CDA12B0}"/>
              </a:ext>
            </a:extLst>
          </p:cNvPr>
          <p:cNvSpPr>
            <a:spLocks xmlns:a="http://schemas.openxmlformats.org/drawingml/2006/main" noGrp="1"/>
          </p:cNvSpPr>
          <p:nvPr/>
        </p:nvSpPr>
        <p:spPr>
          <a:xfrm xmlns:a="http://schemas.openxmlformats.org/drawingml/2006/main">
            <a:off x="2193815" y="5830855"/>
            <a:ext cx="52380" cy="91647"/>
          </a:xfrm>
          <a:custGeom xmlns:a="http://schemas.openxmlformats.org/drawingml/2006/main">
            <a:pathLst>
              <a:path w="52380" h="91647">
                <a:moveTo>
                  <a:pt x="45391" y="76445"/>
                </a:moveTo>
                <a:cubicBezTo>
                  <a:pt x="42941" y="79183"/>
                  <a:pt x="40612" y="81512"/>
                  <a:pt x="38402" y="83433"/>
                </a:cubicBezTo>
                <a:cubicBezTo>
                  <a:pt x="36193" y="85355"/>
                  <a:pt x="34031" y="86928"/>
                  <a:pt x="31918" y="88153"/>
                </a:cubicBezTo>
                <a:cubicBezTo>
                  <a:pt x="29804" y="89378"/>
                  <a:pt x="27715" y="90267"/>
                  <a:pt x="25649" y="90819"/>
                </a:cubicBezTo>
                <a:cubicBezTo>
                  <a:pt x="23584" y="91371"/>
                  <a:pt x="21470" y="91647"/>
                  <a:pt x="19309" y="91647"/>
                </a:cubicBezTo>
                <a:cubicBezTo>
                  <a:pt x="13593" y="91647"/>
                  <a:pt x="9330" y="90302"/>
                  <a:pt x="6520" y="87612"/>
                </a:cubicBezTo>
                <a:cubicBezTo>
                  <a:pt x="3711" y="84923"/>
                  <a:pt x="2305" y="80960"/>
                  <a:pt x="2305" y="75724"/>
                </a:cubicBezTo>
                <a:cubicBezTo>
                  <a:pt x="2305" y="73947"/>
                  <a:pt x="2437" y="71990"/>
                  <a:pt x="2702" y="69852"/>
                </a:cubicBezTo>
                <a:cubicBezTo>
                  <a:pt x="2966" y="67715"/>
                  <a:pt x="3338" y="65638"/>
                  <a:pt x="3818" y="63620"/>
                </a:cubicBezTo>
                <a:lnTo>
                  <a:pt x="12392" y="26298"/>
                </a:lnTo>
                <a:lnTo>
                  <a:pt x="0" y="26298"/>
                </a:lnTo>
                <a:lnTo>
                  <a:pt x="1441" y="20750"/>
                </a:lnTo>
                <a:cubicBezTo>
                  <a:pt x="4323" y="20750"/>
                  <a:pt x="6568" y="20475"/>
                  <a:pt x="8178" y="19922"/>
                </a:cubicBezTo>
                <a:cubicBezTo>
                  <a:pt x="9786" y="19370"/>
                  <a:pt x="11143" y="18613"/>
                  <a:pt x="12248" y="17653"/>
                </a:cubicBezTo>
                <a:cubicBezTo>
                  <a:pt x="12969" y="16980"/>
                  <a:pt x="13665" y="16151"/>
                  <a:pt x="14338" y="15167"/>
                </a:cubicBezTo>
                <a:cubicBezTo>
                  <a:pt x="15010" y="14182"/>
                  <a:pt x="15683" y="12993"/>
                  <a:pt x="16355" y="11600"/>
                </a:cubicBezTo>
                <a:cubicBezTo>
                  <a:pt x="17027" y="10207"/>
                  <a:pt x="17712" y="8563"/>
                  <a:pt x="18408" y="6665"/>
                </a:cubicBezTo>
                <a:cubicBezTo>
                  <a:pt x="19105" y="4767"/>
                  <a:pt x="19886" y="2546"/>
                  <a:pt x="20750" y="0"/>
                </a:cubicBezTo>
                <a:lnTo>
                  <a:pt x="31990" y="0"/>
                </a:lnTo>
                <a:lnTo>
                  <a:pt x="27883" y="18301"/>
                </a:lnTo>
                <a:lnTo>
                  <a:pt x="52380" y="18301"/>
                </a:lnTo>
                <a:lnTo>
                  <a:pt x="50723" y="26298"/>
                </a:lnTo>
                <a:lnTo>
                  <a:pt x="26298" y="26298"/>
                </a:lnTo>
                <a:lnTo>
                  <a:pt x="18949" y="56487"/>
                </a:lnTo>
                <a:cubicBezTo>
                  <a:pt x="18468" y="58504"/>
                  <a:pt x="18072" y="60318"/>
                  <a:pt x="17760" y="61927"/>
                </a:cubicBezTo>
                <a:cubicBezTo>
                  <a:pt x="17448" y="63536"/>
                  <a:pt x="17196" y="64989"/>
                  <a:pt x="17003" y="66285"/>
                </a:cubicBezTo>
                <a:cubicBezTo>
                  <a:pt x="16811" y="67583"/>
                  <a:pt x="16679" y="68759"/>
                  <a:pt x="16607" y="69816"/>
                </a:cubicBezTo>
                <a:cubicBezTo>
                  <a:pt x="16535" y="70873"/>
                  <a:pt x="16499" y="71858"/>
                  <a:pt x="16499" y="72770"/>
                </a:cubicBezTo>
                <a:cubicBezTo>
                  <a:pt x="16499" y="75652"/>
                  <a:pt x="17099" y="77910"/>
                  <a:pt x="18300" y="79543"/>
                </a:cubicBezTo>
                <a:cubicBezTo>
                  <a:pt x="19501" y="81176"/>
                  <a:pt x="21470" y="81993"/>
                  <a:pt x="24208" y="81993"/>
                </a:cubicBezTo>
                <a:cubicBezTo>
                  <a:pt x="26514" y="81993"/>
                  <a:pt x="28963" y="81140"/>
                  <a:pt x="31557" y="79435"/>
                </a:cubicBezTo>
                <a:cubicBezTo>
                  <a:pt x="34151" y="77729"/>
                  <a:pt x="37105" y="75052"/>
                  <a:pt x="40419" y="71401"/>
                </a:cubicBezTo>
                <a:lnTo>
                  <a:pt x="45391" y="76445"/>
                </a:lnTo>
              </a:path>
            </a:pathLst>
          </a:custGeom>
          <a:solidFill xmlns:a="http://schemas.openxmlformats.org/drawingml/2006/main">
            <a:srgbClr val="000000"/>
          </a:solidFill>
          <a:ln xmlns:a="http://schemas.openxmlformats.org/drawingml/2006/main" w="0">
            <a:noFill/>
            <a:prstDash val="solid"/>
          </a:ln>
        </p:spPr>
      </p:sp>
      <p:sp>
        <p:nvSpPr>
          <p:cNvPr id="156" name="pdf-path-100013">
            <a:extLst xmlns:a="http://schemas.openxmlformats.org/drawingml/2006/main">
              <a:ext uri="{FF2B5EF4-FFF2-40B4-BE49-F238E27FC236}">
                <a16:creationId xmlns:a16="http://schemas.microsoft.com/office/drawing/2014/main" id="{C5A185FD-621C-41C6-A2C3-14E4FD1864BE}"/>
              </a:ext>
            </a:extLst>
          </p:cNvPr>
          <p:cNvSpPr>
            <a:spLocks xmlns:a="http://schemas.openxmlformats.org/drawingml/2006/main" noGrp="1"/>
          </p:cNvSpPr>
          <p:nvPr/>
        </p:nvSpPr>
        <p:spPr>
          <a:xfrm xmlns:a="http://schemas.openxmlformats.org/drawingml/2006/main">
            <a:off x="2263673" y="5854474"/>
            <a:ext cx="29829" cy="50679"/>
          </a:xfrm>
          <a:custGeom xmlns:a="http://schemas.openxmlformats.org/drawingml/2006/main">
            <a:pathLst>
              <a:path w="29829" h="50679">
                <a:moveTo>
                  <a:pt x="28432" y="0"/>
                </a:moveTo>
                <a:cubicBezTo>
                  <a:pt x="29363" y="4656"/>
                  <a:pt x="29829" y="9244"/>
                  <a:pt x="29829" y="13767"/>
                </a:cubicBezTo>
                <a:cubicBezTo>
                  <a:pt x="29829" y="18423"/>
                  <a:pt x="29031" y="22679"/>
                  <a:pt x="27434" y="26537"/>
                </a:cubicBezTo>
                <a:cubicBezTo>
                  <a:pt x="25838" y="30394"/>
                  <a:pt x="23294" y="34235"/>
                  <a:pt x="19803" y="38059"/>
                </a:cubicBezTo>
                <a:cubicBezTo>
                  <a:pt x="16311" y="41883"/>
                  <a:pt x="11506" y="46090"/>
                  <a:pt x="5387" y="50679"/>
                </a:cubicBezTo>
                <a:lnTo>
                  <a:pt x="0" y="44593"/>
                </a:lnTo>
                <a:cubicBezTo>
                  <a:pt x="3392" y="41401"/>
                  <a:pt x="5853" y="38525"/>
                  <a:pt x="7382" y="35964"/>
                </a:cubicBezTo>
                <a:cubicBezTo>
                  <a:pt x="8912" y="33403"/>
                  <a:pt x="10009" y="30493"/>
                  <a:pt x="10675" y="27235"/>
                </a:cubicBezTo>
                <a:cubicBezTo>
                  <a:pt x="11340" y="23976"/>
                  <a:pt x="11672" y="19886"/>
                  <a:pt x="11672" y="14964"/>
                </a:cubicBezTo>
                <a:cubicBezTo>
                  <a:pt x="11672" y="9910"/>
                  <a:pt x="11439" y="4922"/>
                  <a:pt x="10974" y="0"/>
                </a:cubicBezTo>
                <a:lnTo>
                  <a:pt x="28432" y="0"/>
                </a:lnTo>
              </a:path>
            </a:pathLst>
          </a:custGeom>
          <a:solidFill xmlns:a="http://schemas.openxmlformats.org/drawingml/2006/main">
            <a:srgbClr val="000000"/>
          </a:solidFill>
          <a:ln xmlns:a="http://schemas.openxmlformats.org/drawingml/2006/main" w="0">
            <a:noFill/>
            <a:prstDash val="solid"/>
          </a:ln>
        </p:spPr>
      </p:sp>
      <p:sp>
        <p:nvSpPr>
          <p:cNvPr id="157" name="pdf-path-100014">
            <a:extLst xmlns:a="http://schemas.openxmlformats.org/drawingml/2006/main">
              <a:ext uri="{FF2B5EF4-FFF2-40B4-BE49-F238E27FC236}">
                <a16:creationId xmlns:a16="http://schemas.microsoft.com/office/drawing/2014/main" id="{96375870-34AA-46D9-8C57-CDB5D6CA0597}"/>
              </a:ext>
            </a:extLst>
          </p:cNvPr>
          <p:cNvSpPr>
            <a:spLocks xmlns:a="http://schemas.openxmlformats.org/drawingml/2006/main" noGrp="1"/>
          </p:cNvSpPr>
          <p:nvPr/>
        </p:nvSpPr>
        <p:spPr>
          <a:xfrm xmlns:a="http://schemas.openxmlformats.org/drawingml/2006/main">
            <a:off x="2339392" y="5734862"/>
            <a:ext cx="113328" cy="185655"/>
          </a:xfrm>
          <a:custGeom xmlns:a="http://schemas.openxmlformats.org/drawingml/2006/main">
            <a:pathLst>
              <a:path w="113328" h="185655">
                <a:moveTo>
                  <a:pt x="75319" y="68735"/>
                </a:moveTo>
                <a:cubicBezTo>
                  <a:pt x="91148" y="74321"/>
                  <a:pt x="99062" y="84730"/>
                  <a:pt x="99062" y="99960"/>
                </a:cubicBezTo>
                <a:cubicBezTo>
                  <a:pt x="99062" y="107808"/>
                  <a:pt x="97317" y="115157"/>
                  <a:pt x="93825" y="122007"/>
                </a:cubicBezTo>
                <a:cubicBezTo>
                  <a:pt x="90333" y="128857"/>
                  <a:pt x="85212" y="134294"/>
                  <a:pt x="78462" y="138318"/>
                </a:cubicBezTo>
                <a:cubicBezTo>
                  <a:pt x="71711" y="142341"/>
                  <a:pt x="63947" y="144353"/>
                  <a:pt x="55168" y="144353"/>
                </a:cubicBezTo>
                <a:cubicBezTo>
                  <a:pt x="49514" y="144353"/>
                  <a:pt x="44543" y="143905"/>
                  <a:pt x="40253" y="143007"/>
                </a:cubicBezTo>
                <a:cubicBezTo>
                  <a:pt x="35964" y="142108"/>
                  <a:pt x="31524" y="140562"/>
                  <a:pt x="26936" y="138367"/>
                </a:cubicBezTo>
                <a:lnTo>
                  <a:pt x="16261" y="185655"/>
                </a:lnTo>
                <a:lnTo>
                  <a:pt x="0" y="185655"/>
                </a:lnTo>
                <a:lnTo>
                  <a:pt x="29529" y="53771"/>
                </a:lnTo>
                <a:cubicBezTo>
                  <a:pt x="32190" y="41932"/>
                  <a:pt x="35781" y="32122"/>
                  <a:pt x="40303" y="24341"/>
                </a:cubicBezTo>
                <a:cubicBezTo>
                  <a:pt x="44826" y="16560"/>
                  <a:pt x="50479" y="10558"/>
                  <a:pt x="57262" y="6334"/>
                </a:cubicBezTo>
                <a:cubicBezTo>
                  <a:pt x="64047" y="2111"/>
                  <a:pt x="72027" y="0"/>
                  <a:pt x="81205" y="0"/>
                </a:cubicBezTo>
                <a:cubicBezTo>
                  <a:pt x="91447" y="0"/>
                  <a:pt x="99362" y="2278"/>
                  <a:pt x="104948" y="6833"/>
                </a:cubicBezTo>
                <a:cubicBezTo>
                  <a:pt x="110535" y="11389"/>
                  <a:pt x="113328" y="17857"/>
                  <a:pt x="113328" y="26237"/>
                </a:cubicBezTo>
                <a:cubicBezTo>
                  <a:pt x="113328" y="29628"/>
                  <a:pt x="112846" y="33303"/>
                  <a:pt x="111882" y="37261"/>
                </a:cubicBezTo>
                <a:cubicBezTo>
                  <a:pt x="110917" y="41218"/>
                  <a:pt x="109005" y="45108"/>
                  <a:pt x="106146" y="48932"/>
                </a:cubicBezTo>
                <a:cubicBezTo>
                  <a:pt x="103286" y="52757"/>
                  <a:pt x="99312" y="56298"/>
                  <a:pt x="94224" y="59557"/>
                </a:cubicBezTo>
                <a:cubicBezTo>
                  <a:pt x="89136" y="62816"/>
                  <a:pt x="82901" y="65609"/>
                  <a:pt x="75519" y="67936"/>
                </a:cubicBezTo>
                <a:lnTo>
                  <a:pt x="75319" y="68735"/>
                </a:lnTo>
                <a:moveTo>
                  <a:pt x="58660" y="64345"/>
                </a:moveTo>
                <a:cubicBezTo>
                  <a:pt x="65842" y="63813"/>
                  <a:pt x="72327" y="61752"/>
                  <a:pt x="78113" y="58160"/>
                </a:cubicBezTo>
                <a:cubicBezTo>
                  <a:pt x="83899" y="54569"/>
                  <a:pt x="88438" y="49863"/>
                  <a:pt x="91730" y="44044"/>
                </a:cubicBezTo>
                <a:cubicBezTo>
                  <a:pt x="95022" y="38225"/>
                  <a:pt x="96668" y="31856"/>
                  <a:pt x="96668" y="24939"/>
                </a:cubicBezTo>
                <a:cubicBezTo>
                  <a:pt x="96668" y="19419"/>
                  <a:pt x="95288" y="15196"/>
                  <a:pt x="92528" y="12270"/>
                </a:cubicBezTo>
                <a:cubicBezTo>
                  <a:pt x="89768" y="9344"/>
                  <a:pt x="85661" y="7881"/>
                  <a:pt x="80208" y="7881"/>
                </a:cubicBezTo>
                <a:cubicBezTo>
                  <a:pt x="71761" y="7881"/>
                  <a:pt x="64711" y="11954"/>
                  <a:pt x="59058" y="20101"/>
                </a:cubicBezTo>
                <a:cubicBezTo>
                  <a:pt x="53405" y="28249"/>
                  <a:pt x="48783" y="40602"/>
                  <a:pt x="45192" y="57162"/>
                </a:cubicBezTo>
                <a:lnTo>
                  <a:pt x="31724" y="119713"/>
                </a:lnTo>
                <a:cubicBezTo>
                  <a:pt x="31391" y="121242"/>
                  <a:pt x="31225" y="122539"/>
                  <a:pt x="31225" y="123603"/>
                </a:cubicBezTo>
                <a:cubicBezTo>
                  <a:pt x="31225" y="125399"/>
                  <a:pt x="31641" y="126929"/>
                  <a:pt x="32472" y="128192"/>
                </a:cubicBezTo>
                <a:cubicBezTo>
                  <a:pt x="33304" y="129456"/>
                  <a:pt x="34534" y="130703"/>
                  <a:pt x="36163" y="131934"/>
                </a:cubicBezTo>
                <a:cubicBezTo>
                  <a:pt x="37793" y="133164"/>
                  <a:pt x="39904" y="134228"/>
                  <a:pt x="42498" y="135125"/>
                </a:cubicBezTo>
                <a:cubicBezTo>
                  <a:pt x="45092" y="136023"/>
                  <a:pt x="48384" y="136472"/>
                  <a:pt x="52374" y="136472"/>
                </a:cubicBezTo>
                <a:cubicBezTo>
                  <a:pt x="57761" y="136472"/>
                  <a:pt x="62667" y="134810"/>
                  <a:pt x="67089" y="131484"/>
                </a:cubicBezTo>
                <a:cubicBezTo>
                  <a:pt x="71512" y="128159"/>
                  <a:pt x="74987" y="123437"/>
                  <a:pt x="77514" y="117318"/>
                </a:cubicBezTo>
                <a:cubicBezTo>
                  <a:pt x="80041" y="111200"/>
                  <a:pt x="81305" y="104217"/>
                  <a:pt x="81305" y="96368"/>
                </a:cubicBezTo>
                <a:cubicBezTo>
                  <a:pt x="81305" y="88853"/>
                  <a:pt x="79227" y="82968"/>
                  <a:pt x="75070" y="78711"/>
                </a:cubicBezTo>
                <a:cubicBezTo>
                  <a:pt x="70913" y="74455"/>
                  <a:pt x="64977" y="72027"/>
                  <a:pt x="57262" y="71428"/>
                </a:cubicBezTo>
                <a:lnTo>
                  <a:pt x="58660" y="64345"/>
                </a:lnTo>
              </a:path>
            </a:pathLst>
          </a:custGeom>
          <a:solidFill xmlns:a="http://schemas.openxmlformats.org/drawingml/2006/main">
            <a:srgbClr val="000000"/>
          </a:solidFill>
          <a:ln xmlns:a="http://schemas.openxmlformats.org/drawingml/2006/main" w="0">
            <a:noFill/>
            <a:prstDash val="solid"/>
          </a:ln>
        </p:spPr>
      </p:sp>
      <p:sp>
        <p:nvSpPr>
          <p:cNvPr id="158" name="pdf-path-100015">
            <a:extLst xmlns:a="http://schemas.openxmlformats.org/drawingml/2006/main">
              <a:ext uri="{FF2B5EF4-FFF2-40B4-BE49-F238E27FC236}">
                <a16:creationId xmlns:a16="http://schemas.microsoft.com/office/drawing/2014/main" id="{9B204909-D80D-4D20-B773-5D391A57C8EB}"/>
              </a:ext>
            </a:extLst>
          </p:cNvPr>
          <p:cNvSpPr>
            <a:spLocks xmlns:a="http://schemas.openxmlformats.org/drawingml/2006/main" noGrp="1"/>
          </p:cNvSpPr>
          <p:nvPr/>
        </p:nvSpPr>
        <p:spPr>
          <a:xfrm xmlns:a="http://schemas.openxmlformats.org/drawingml/2006/main">
            <a:off x="2458568" y="5830856"/>
            <a:ext cx="52380" cy="91647"/>
          </a:xfrm>
          <a:custGeom xmlns:a="http://schemas.openxmlformats.org/drawingml/2006/main">
            <a:pathLst>
              <a:path w="52380" h="91647">
                <a:moveTo>
                  <a:pt x="45391" y="76445"/>
                </a:moveTo>
                <a:cubicBezTo>
                  <a:pt x="42941" y="79183"/>
                  <a:pt x="40612" y="81512"/>
                  <a:pt x="38402" y="83433"/>
                </a:cubicBezTo>
                <a:cubicBezTo>
                  <a:pt x="36193" y="85355"/>
                  <a:pt x="34031" y="86928"/>
                  <a:pt x="31918" y="88153"/>
                </a:cubicBezTo>
                <a:cubicBezTo>
                  <a:pt x="29804" y="89378"/>
                  <a:pt x="27715" y="90267"/>
                  <a:pt x="25649" y="90819"/>
                </a:cubicBezTo>
                <a:cubicBezTo>
                  <a:pt x="23584" y="91371"/>
                  <a:pt x="21470" y="91647"/>
                  <a:pt x="19309" y="91647"/>
                </a:cubicBezTo>
                <a:cubicBezTo>
                  <a:pt x="13593" y="91647"/>
                  <a:pt x="9330" y="90302"/>
                  <a:pt x="6520" y="87612"/>
                </a:cubicBezTo>
                <a:cubicBezTo>
                  <a:pt x="3711" y="84923"/>
                  <a:pt x="2305" y="80960"/>
                  <a:pt x="2305" y="75724"/>
                </a:cubicBezTo>
                <a:cubicBezTo>
                  <a:pt x="2305" y="73947"/>
                  <a:pt x="2437" y="71990"/>
                  <a:pt x="2702" y="69852"/>
                </a:cubicBezTo>
                <a:cubicBezTo>
                  <a:pt x="2966" y="67715"/>
                  <a:pt x="3338" y="65638"/>
                  <a:pt x="3818" y="63620"/>
                </a:cubicBezTo>
                <a:lnTo>
                  <a:pt x="12392" y="26298"/>
                </a:lnTo>
                <a:lnTo>
                  <a:pt x="0" y="26298"/>
                </a:lnTo>
                <a:lnTo>
                  <a:pt x="1441" y="20750"/>
                </a:lnTo>
                <a:cubicBezTo>
                  <a:pt x="4323" y="20750"/>
                  <a:pt x="6568" y="20475"/>
                  <a:pt x="8178" y="19922"/>
                </a:cubicBezTo>
                <a:cubicBezTo>
                  <a:pt x="9786" y="19370"/>
                  <a:pt x="11143" y="18613"/>
                  <a:pt x="12248" y="17653"/>
                </a:cubicBezTo>
                <a:cubicBezTo>
                  <a:pt x="12969" y="16980"/>
                  <a:pt x="13665" y="16151"/>
                  <a:pt x="14338" y="15167"/>
                </a:cubicBezTo>
                <a:cubicBezTo>
                  <a:pt x="15010" y="14182"/>
                  <a:pt x="15683" y="12993"/>
                  <a:pt x="16355" y="11600"/>
                </a:cubicBezTo>
                <a:cubicBezTo>
                  <a:pt x="17027" y="10207"/>
                  <a:pt x="17712" y="8563"/>
                  <a:pt x="18408" y="6665"/>
                </a:cubicBezTo>
                <a:cubicBezTo>
                  <a:pt x="19105" y="4767"/>
                  <a:pt x="19886" y="2546"/>
                  <a:pt x="20750" y="0"/>
                </a:cubicBezTo>
                <a:lnTo>
                  <a:pt x="31990" y="0"/>
                </a:lnTo>
                <a:lnTo>
                  <a:pt x="27883" y="18301"/>
                </a:lnTo>
                <a:lnTo>
                  <a:pt x="52380" y="18301"/>
                </a:lnTo>
                <a:lnTo>
                  <a:pt x="50723" y="26298"/>
                </a:lnTo>
                <a:lnTo>
                  <a:pt x="26298" y="26298"/>
                </a:lnTo>
                <a:lnTo>
                  <a:pt x="18949" y="56487"/>
                </a:lnTo>
                <a:cubicBezTo>
                  <a:pt x="18468" y="58504"/>
                  <a:pt x="18072" y="60318"/>
                  <a:pt x="17760" y="61927"/>
                </a:cubicBezTo>
                <a:cubicBezTo>
                  <a:pt x="17448" y="63536"/>
                  <a:pt x="17196" y="64989"/>
                  <a:pt x="17003" y="66285"/>
                </a:cubicBezTo>
                <a:cubicBezTo>
                  <a:pt x="16811" y="67583"/>
                  <a:pt x="16679" y="68759"/>
                  <a:pt x="16607" y="69816"/>
                </a:cubicBezTo>
                <a:cubicBezTo>
                  <a:pt x="16535" y="70873"/>
                  <a:pt x="16499" y="71858"/>
                  <a:pt x="16499" y="72770"/>
                </a:cubicBezTo>
                <a:cubicBezTo>
                  <a:pt x="16499" y="75652"/>
                  <a:pt x="17099" y="77910"/>
                  <a:pt x="18300" y="79543"/>
                </a:cubicBezTo>
                <a:cubicBezTo>
                  <a:pt x="19501" y="81176"/>
                  <a:pt x="21470" y="81993"/>
                  <a:pt x="24208" y="81993"/>
                </a:cubicBezTo>
                <a:cubicBezTo>
                  <a:pt x="26514" y="81993"/>
                  <a:pt x="28963" y="81140"/>
                  <a:pt x="31557" y="79435"/>
                </a:cubicBezTo>
                <a:cubicBezTo>
                  <a:pt x="34151" y="77729"/>
                  <a:pt x="37105" y="75052"/>
                  <a:pt x="40419" y="71401"/>
                </a:cubicBezTo>
                <a:lnTo>
                  <a:pt x="45391" y="76445"/>
                </a:lnTo>
              </a:path>
            </a:pathLst>
          </a:custGeom>
          <a:solidFill xmlns:a="http://schemas.openxmlformats.org/drawingml/2006/main">
            <a:srgbClr val="000000"/>
          </a:solidFill>
          <a:ln xmlns:a="http://schemas.openxmlformats.org/drawingml/2006/main" w="0">
            <a:noFill/>
            <a:prstDash val="solid"/>
          </a:ln>
        </p:spPr>
      </p:sp>
      <p:sp>
        <p:nvSpPr>
          <p:cNvPr id="159" name="pdf-path-100016">
            <a:extLst xmlns:a="http://schemas.openxmlformats.org/drawingml/2006/main">
              <a:ext uri="{FF2B5EF4-FFF2-40B4-BE49-F238E27FC236}">
                <a16:creationId xmlns:a16="http://schemas.microsoft.com/office/drawing/2014/main" id="{14A30ABF-E429-4343-A903-7E5DA7000641}"/>
              </a:ext>
            </a:extLst>
          </p:cNvPr>
          <p:cNvSpPr>
            <a:spLocks xmlns:a="http://schemas.openxmlformats.org/drawingml/2006/main" noGrp="1"/>
          </p:cNvSpPr>
          <p:nvPr/>
        </p:nvSpPr>
        <p:spPr>
          <a:xfrm xmlns:a="http://schemas.openxmlformats.org/drawingml/2006/main">
            <a:off x="2550672" y="5734862"/>
            <a:ext cx="15363" cy="185655"/>
          </a:xfrm>
          <a:custGeom xmlns:a="http://schemas.openxmlformats.org/drawingml/2006/main">
            <a:pathLst>
              <a:path w="15363" h="185655">
                <a:moveTo>
                  <a:pt x="15363" y="185655"/>
                </a:moveTo>
                <a:lnTo>
                  <a:pt x="0" y="185655"/>
                </a:lnTo>
                <a:lnTo>
                  <a:pt x="0" y="0"/>
                </a:lnTo>
                <a:lnTo>
                  <a:pt x="15363" y="0"/>
                </a:lnTo>
                <a:lnTo>
                  <a:pt x="15363" y="185655"/>
                </a:lnTo>
              </a:path>
            </a:pathLst>
          </a:custGeom>
          <a:solidFill xmlns:a="http://schemas.openxmlformats.org/drawingml/2006/main">
            <a:srgbClr val="000000"/>
          </a:solidFill>
          <a:ln xmlns:a="http://schemas.openxmlformats.org/drawingml/2006/main" w="0">
            <a:noFill/>
            <a:prstDash val="solid"/>
          </a:ln>
        </p:spPr>
      </p:sp>
      <p:sp>
        <p:nvSpPr>
          <p:cNvPr id="160" name="pdf-path-100017">
            <a:extLst xmlns:a="http://schemas.openxmlformats.org/drawingml/2006/main">
              <a:ext uri="{FF2B5EF4-FFF2-40B4-BE49-F238E27FC236}">
                <a16:creationId xmlns:a16="http://schemas.microsoft.com/office/drawing/2014/main" id="{69A45194-F7E4-4ACD-B859-750B9B18334B}"/>
              </a:ext>
            </a:extLst>
          </p:cNvPr>
          <p:cNvSpPr>
            <a:spLocks xmlns:a="http://schemas.openxmlformats.org/drawingml/2006/main" noGrp="1"/>
          </p:cNvSpPr>
          <p:nvPr/>
        </p:nvSpPr>
        <p:spPr>
          <a:xfrm xmlns:a="http://schemas.openxmlformats.org/drawingml/2006/main">
            <a:off x="2593791" y="5782248"/>
            <a:ext cx="93775" cy="95372"/>
          </a:xfrm>
          <a:custGeom xmlns:a="http://schemas.openxmlformats.org/drawingml/2006/main">
            <a:pathLst>
              <a:path w="93775" h="95372">
                <a:moveTo>
                  <a:pt x="80208" y="67339"/>
                </a:moveTo>
                <a:lnTo>
                  <a:pt x="74122" y="95372"/>
                </a:lnTo>
                <a:lnTo>
                  <a:pt x="1895" y="95372"/>
                </a:lnTo>
                <a:lnTo>
                  <a:pt x="0" y="90483"/>
                </a:lnTo>
                <a:lnTo>
                  <a:pt x="54569" y="27634"/>
                </a:lnTo>
                <a:cubicBezTo>
                  <a:pt x="62284" y="18788"/>
                  <a:pt x="67937" y="12503"/>
                  <a:pt x="71529" y="8779"/>
                </a:cubicBezTo>
                <a:lnTo>
                  <a:pt x="70930" y="8081"/>
                </a:lnTo>
                <a:lnTo>
                  <a:pt x="47586" y="8081"/>
                </a:lnTo>
                <a:cubicBezTo>
                  <a:pt x="44127" y="8081"/>
                  <a:pt x="41600" y="8313"/>
                  <a:pt x="40004" y="8779"/>
                </a:cubicBezTo>
                <a:cubicBezTo>
                  <a:pt x="38408" y="9244"/>
                  <a:pt x="36812" y="10059"/>
                  <a:pt x="35216" y="11223"/>
                </a:cubicBezTo>
                <a:cubicBezTo>
                  <a:pt x="33619" y="12387"/>
                  <a:pt x="31907" y="14117"/>
                  <a:pt x="30078" y="16411"/>
                </a:cubicBezTo>
                <a:cubicBezTo>
                  <a:pt x="28249" y="18705"/>
                  <a:pt x="26204" y="21981"/>
                  <a:pt x="23943" y="26237"/>
                </a:cubicBezTo>
                <a:lnTo>
                  <a:pt x="15064" y="26237"/>
                </a:lnTo>
                <a:lnTo>
                  <a:pt x="20950" y="0"/>
                </a:lnTo>
                <a:lnTo>
                  <a:pt x="91880" y="0"/>
                </a:lnTo>
                <a:lnTo>
                  <a:pt x="93775" y="4988"/>
                </a:lnTo>
                <a:lnTo>
                  <a:pt x="46189" y="59657"/>
                </a:lnTo>
                <a:cubicBezTo>
                  <a:pt x="36945" y="70231"/>
                  <a:pt x="28931" y="79210"/>
                  <a:pt x="22147" y="86593"/>
                </a:cubicBezTo>
                <a:lnTo>
                  <a:pt x="22745" y="87291"/>
                </a:lnTo>
                <a:lnTo>
                  <a:pt x="45292" y="87291"/>
                </a:lnTo>
                <a:cubicBezTo>
                  <a:pt x="49282" y="87291"/>
                  <a:pt x="52341" y="87075"/>
                  <a:pt x="54469" y="86642"/>
                </a:cubicBezTo>
                <a:cubicBezTo>
                  <a:pt x="56598" y="86210"/>
                  <a:pt x="58460" y="85395"/>
                  <a:pt x="60056" y="84198"/>
                </a:cubicBezTo>
                <a:cubicBezTo>
                  <a:pt x="61652" y="83001"/>
                  <a:pt x="63298" y="81189"/>
                  <a:pt x="64994" y="78762"/>
                </a:cubicBezTo>
                <a:cubicBezTo>
                  <a:pt x="66690" y="76334"/>
                  <a:pt x="68802" y="72527"/>
                  <a:pt x="71329" y="67339"/>
                </a:cubicBezTo>
                <a:lnTo>
                  <a:pt x="80208" y="67339"/>
                </a:lnTo>
              </a:path>
            </a:pathLst>
          </a:custGeom>
          <a:solidFill xmlns:a="http://schemas.openxmlformats.org/drawingml/2006/main">
            <a:srgbClr val="000000"/>
          </a:solidFill>
          <a:ln xmlns:a="http://schemas.openxmlformats.org/drawingml/2006/main" w="0">
            <a:noFill/>
            <a:prstDash val="solid"/>
          </a:ln>
        </p:spPr>
      </p:sp>
      <p:sp>
        <p:nvSpPr>
          <p:cNvPr id="161" name="pdf-path-100018">
            <a:extLst xmlns:a="http://schemas.openxmlformats.org/drawingml/2006/main">
              <a:ext uri="{FF2B5EF4-FFF2-40B4-BE49-F238E27FC236}">
                <a16:creationId xmlns:a16="http://schemas.microsoft.com/office/drawing/2014/main" id="{C677853A-5666-4F97-A586-815522F35CF2}"/>
              </a:ext>
            </a:extLst>
          </p:cNvPr>
          <p:cNvSpPr>
            <a:spLocks xmlns:a="http://schemas.openxmlformats.org/drawingml/2006/main" noGrp="1"/>
          </p:cNvSpPr>
          <p:nvPr/>
        </p:nvSpPr>
        <p:spPr>
          <a:xfrm xmlns:a="http://schemas.openxmlformats.org/drawingml/2006/main">
            <a:off x="2696527" y="5854475"/>
            <a:ext cx="29829" cy="50679"/>
          </a:xfrm>
          <a:custGeom xmlns:a="http://schemas.openxmlformats.org/drawingml/2006/main">
            <a:pathLst>
              <a:path w="29829" h="50679">
                <a:moveTo>
                  <a:pt x="28432" y="0"/>
                </a:moveTo>
                <a:cubicBezTo>
                  <a:pt x="29363" y="4656"/>
                  <a:pt x="29829" y="9244"/>
                  <a:pt x="29829" y="13767"/>
                </a:cubicBezTo>
                <a:cubicBezTo>
                  <a:pt x="29829" y="18423"/>
                  <a:pt x="29031" y="22679"/>
                  <a:pt x="27434" y="26537"/>
                </a:cubicBezTo>
                <a:cubicBezTo>
                  <a:pt x="25838" y="30394"/>
                  <a:pt x="23294" y="34235"/>
                  <a:pt x="19803" y="38059"/>
                </a:cubicBezTo>
                <a:cubicBezTo>
                  <a:pt x="16311" y="41883"/>
                  <a:pt x="11506" y="46090"/>
                  <a:pt x="5387" y="50679"/>
                </a:cubicBezTo>
                <a:lnTo>
                  <a:pt x="0" y="44593"/>
                </a:lnTo>
                <a:cubicBezTo>
                  <a:pt x="3392" y="41401"/>
                  <a:pt x="5853" y="38525"/>
                  <a:pt x="7382" y="35964"/>
                </a:cubicBezTo>
                <a:cubicBezTo>
                  <a:pt x="8912" y="33403"/>
                  <a:pt x="10009" y="30493"/>
                  <a:pt x="10675" y="27235"/>
                </a:cubicBezTo>
                <a:cubicBezTo>
                  <a:pt x="11340" y="23976"/>
                  <a:pt x="11672" y="19886"/>
                  <a:pt x="11672" y="14964"/>
                </a:cubicBezTo>
                <a:cubicBezTo>
                  <a:pt x="11672" y="9910"/>
                  <a:pt x="11439" y="4922"/>
                  <a:pt x="10974" y="0"/>
                </a:cubicBezTo>
                <a:lnTo>
                  <a:pt x="28432" y="0"/>
                </a:lnTo>
              </a:path>
            </a:pathLst>
          </a:custGeom>
          <a:solidFill xmlns:a="http://schemas.openxmlformats.org/drawingml/2006/main">
            <a:srgbClr val="000000"/>
          </a:solidFill>
          <a:ln xmlns:a="http://schemas.openxmlformats.org/drawingml/2006/main" w="0">
            <a:noFill/>
            <a:prstDash val="solid"/>
          </a:ln>
        </p:spPr>
      </p:sp>
      <p:sp>
        <p:nvSpPr>
          <p:cNvPr id="162" name="pdf-path-100019">
            <a:extLst xmlns:a="http://schemas.openxmlformats.org/drawingml/2006/main">
              <a:ext uri="{FF2B5EF4-FFF2-40B4-BE49-F238E27FC236}">
                <a16:creationId xmlns:a16="http://schemas.microsoft.com/office/drawing/2014/main" id="{1287406C-200E-4E18-BA24-AD3AF0E3BEAB}"/>
              </a:ext>
            </a:extLst>
          </p:cNvPr>
          <p:cNvSpPr>
            <a:spLocks xmlns:a="http://schemas.openxmlformats.org/drawingml/2006/main" noGrp="1"/>
          </p:cNvSpPr>
          <p:nvPr/>
        </p:nvSpPr>
        <p:spPr>
          <a:xfrm xmlns:a="http://schemas.openxmlformats.org/drawingml/2006/main">
            <a:off x="2775737" y="5780652"/>
            <a:ext cx="82801" cy="98663"/>
          </a:xfrm>
          <a:custGeom xmlns:a="http://schemas.openxmlformats.org/drawingml/2006/main">
            <a:pathLst>
              <a:path w="82801" h="98663">
                <a:moveTo>
                  <a:pt x="70231" y="25838"/>
                </a:moveTo>
                <a:cubicBezTo>
                  <a:pt x="69500" y="19919"/>
                  <a:pt x="67555" y="15430"/>
                  <a:pt x="64396" y="12370"/>
                </a:cubicBezTo>
                <a:cubicBezTo>
                  <a:pt x="61236" y="9311"/>
                  <a:pt x="56265" y="7781"/>
                  <a:pt x="49481" y="7781"/>
                </a:cubicBezTo>
                <a:cubicBezTo>
                  <a:pt x="44227" y="7781"/>
                  <a:pt x="39971" y="9128"/>
                  <a:pt x="36712" y="11821"/>
                </a:cubicBezTo>
                <a:cubicBezTo>
                  <a:pt x="33453" y="14515"/>
                  <a:pt x="31824" y="18056"/>
                  <a:pt x="31824" y="22446"/>
                </a:cubicBezTo>
                <a:cubicBezTo>
                  <a:pt x="31824" y="24840"/>
                  <a:pt x="32239" y="26952"/>
                  <a:pt x="33071" y="28781"/>
                </a:cubicBezTo>
                <a:cubicBezTo>
                  <a:pt x="33902" y="30609"/>
                  <a:pt x="35581" y="32621"/>
                  <a:pt x="38109" y="34816"/>
                </a:cubicBezTo>
                <a:cubicBezTo>
                  <a:pt x="40636" y="37011"/>
                  <a:pt x="44560" y="39705"/>
                  <a:pt x="49880" y="42897"/>
                </a:cubicBezTo>
                <a:cubicBezTo>
                  <a:pt x="54070" y="45425"/>
                  <a:pt x="57429" y="47735"/>
                  <a:pt x="59956" y="49830"/>
                </a:cubicBezTo>
                <a:cubicBezTo>
                  <a:pt x="62483" y="51926"/>
                  <a:pt x="64479" y="54004"/>
                  <a:pt x="65942" y="56065"/>
                </a:cubicBezTo>
                <a:cubicBezTo>
                  <a:pt x="67405" y="58128"/>
                  <a:pt x="68469" y="60305"/>
                  <a:pt x="69134" y="62599"/>
                </a:cubicBezTo>
                <a:cubicBezTo>
                  <a:pt x="69799" y="64895"/>
                  <a:pt x="70132" y="67671"/>
                  <a:pt x="70132" y="70930"/>
                </a:cubicBezTo>
                <a:cubicBezTo>
                  <a:pt x="70132" y="76849"/>
                  <a:pt x="68552" y="81920"/>
                  <a:pt x="65393" y="86144"/>
                </a:cubicBezTo>
                <a:cubicBezTo>
                  <a:pt x="62234" y="90367"/>
                  <a:pt x="57944" y="93509"/>
                  <a:pt x="52524" y="95570"/>
                </a:cubicBezTo>
                <a:cubicBezTo>
                  <a:pt x="47104" y="97633"/>
                  <a:pt x="40935" y="98663"/>
                  <a:pt x="34018" y="98663"/>
                </a:cubicBezTo>
                <a:cubicBezTo>
                  <a:pt x="28498" y="98663"/>
                  <a:pt x="23078" y="98247"/>
                  <a:pt x="17757" y="97416"/>
                </a:cubicBezTo>
                <a:cubicBezTo>
                  <a:pt x="12437" y="96585"/>
                  <a:pt x="6518" y="95172"/>
                  <a:pt x="0" y="93177"/>
                </a:cubicBezTo>
                <a:lnTo>
                  <a:pt x="4788" y="71429"/>
                </a:lnTo>
                <a:lnTo>
                  <a:pt x="12570" y="71429"/>
                </a:lnTo>
                <a:cubicBezTo>
                  <a:pt x="12836" y="77813"/>
                  <a:pt x="14632" y="82635"/>
                  <a:pt x="17957" y="85894"/>
                </a:cubicBezTo>
                <a:cubicBezTo>
                  <a:pt x="21282" y="89153"/>
                  <a:pt x="26570" y="90782"/>
                  <a:pt x="33819" y="90782"/>
                </a:cubicBezTo>
                <a:cubicBezTo>
                  <a:pt x="40137" y="90782"/>
                  <a:pt x="45075" y="89369"/>
                  <a:pt x="48633" y="86542"/>
                </a:cubicBezTo>
                <a:cubicBezTo>
                  <a:pt x="52192" y="83716"/>
                  <a:pt x="53971" y="79709"/>
                  <a:pt x="53971" y="74521"/>
                </a:cubicBezTo>
                <a:cubicBezTo>
                  <a:pt x="53971" y="71528"/>
                  <a:pt x="53472" y="68951"/>
                  <a:pt x="52474" y="66790"/>
                </a:cubicBezTo>
                <a:cubicBezTo>
                  <a:pt x="51477" y="64629"/>
                  <a:pt x="49847" y="62550"/>
                  <a:pt x="47586" y="60554"/>
                </a:cubicBezTo>
                <a:cubicBezTo>
                  <a:pt x="45325" y="58559"/>
                  <a:pt x="41733" y="56065"/>
                  <a:pt x="36812" y="53072"/>
                </a:cubicBezTo>
                <a:cubicBezTo>
                  <a:pt x="31624" y="49947"/>
                  <a:pt x="27584" y="47120"/>
                  <a:pt x="24691" y="44593"/>
                </a:cubicBezTo>
                <a:cubicBezTo>
                  <a:pt x="21798" y="42065"/>
                  <a:pt x="19620" y="39322"/>
                  <a:pt x="18156" y="36362"/>
                </a:cubicBezTo>
                <a:cubicBezTo>
                  <a:pt x="16693" y="33403"/>
                  <a:pt x="15962" y="29995"/>
                  <a:pt x="15962" y="26137"/>
                </a:cubicBezTo>
                <a:cubicBezTo>
                  <a:pt x="15962" y="20883"/>
                  <a:pt x="17375" y="16277"/>
                  <a:pt x="20202" y="12320"/>
                </a:cubicBezTo>
                <a:cubicBezTo>
                  <a:pt x="23028" y="8363"/>
                  <a:pt x="27069" y="5320"/>
                  <a:pt x="32323" y="3193"/>
                </a:cubicBezTo>
                <a:cubicBezTo>
                  <a:pt x="37577" y="1064"/>
                  <a:pt x="43695" y="0"/>
                  <a:pt x="50679" y="0"/>
                </a:cubicBezTo>
                <a:cubicBezTo>
                  <a:pt x="56864" y="0"/>
                  <a:pt x="62500" y="365"/>
                  <a:pt x="67588" y="1097"/>
                </a:cubicBezTo>
                <a:cubicBezTo>
                  <a:pt x="72676" y="1829"/>
                  <a:pt x="77747" y="3092"/>
                  <a:pt x="82801" y="4888"/>
                </a:cubicBezTo>
                <a:lnTo>
                  <a:pt x="78312" y="25838"/>
                </a:lnTo>
                <a:lnTo>
                  <a:pt x="70231" y="25838"/>
                </a:lnTo>
              </a:path>
            </a:pathLst>
          </a:custGeom>
          <a:solidFill xmlns:a="http://schemas.openxmlformats.org/drawingml/2006/main">
            <a:srgbClr val="000000"/>
          </a:solidFill>
          <a:ln xmlns:a="http://schemas.openxmlformats.org/drawingml/2006/main" w="0">
            <a:noFill/>
            <a:prstDash val="solid"/>
          </a:ln>
        </p:spPr>
      </p:sp>
      <p:sp>
        <p:nvSpPr>
          <p:cNvPr id="163" name="pdf-path-100020">
            <a:extLst xmlns:a="http://schemas.openxmlformats.org/drawingml/2006/main">
              <a:ext uri="{FF2B5EF4-FFF2-40B4-BE49-F238E27FC236}">
                <a16:creationId xmlns:a16="http://schemas.microsoft.com/office/drawing/2014/main" id="{BF5D497B-7FA5-4C4E-A672-0D5BA08C8137}"/>
              </a:ext>
            </a:extLst>
          </p:cNvPr>
          <p:cNvSpPr>
            <a:spLocks xmlns:a="http://schemas.openxmlformats.org/drawingml/2006/main" noGrp="1"/>
          </p:cNvSpPr>
          <p:nvPr/>
        </p:nvSpPr>
        <p:spPr>
          <a:xfrm xmlns:a="http://schemas.openxmlformats.org/drawingml/2006/main">
            <a:off x="2871047" y="5830857"/>
            <a:ext cx="52380" cy="91647"/>
          </a:xfrm>
          <a:custGeom xmlns:a="http://schemas.openxmlformats.org/drawingml/2006/main">
            <a:pathLst>
              <a:path w="52380" h="91647">
                <a:moveTo>
                  <a:pt x="45391" y="76445"/>
                </a:moveTo>
                <a:cubicBezTo>
                  <a:pt x="42941" y="79183"/>
                  <a:pt x="40612" y="81512"/>
                  <a:pt x="38402" y="83433"/>
                </a:cubicBezTo>
                <a:cubicBezTo>
                  <a:pt x="36193" y="85355"/>
                  <a:pt x="34031" y="86928"/>
                  <a:pt x="31918" y="88153"/>
                </a:cubicBezTo>
                <a:cubicBezTo>
                  <a:pt x="29804" y="89378"/>
                  <a:pt x="27715" y="90267"/>
                  <a:pt x="25649" y="90819"/>
                </a:cubicBezTo>
                <a:cubicBezTo>
                  <a:pt x="23584" y="91371"/>
                  <a:pt x="21470" y="91647"/>
                  <a:pt x="19309" y="91647"/>
                </a:cubicBezTo>
                <a:cubicBezTo>
                  <a:pt x="13593" y="91647"/>
                  <a:pt x="9330" y="90302"/>
                  <a:pt x="6520" y="87612"/>
                </a:cubicBezTo>
                <a:cubicBezTo>
                  <a:pt x="3711" y="84923"/>
                  <a:pt x="2305" y="80960"/>
                  <a:pt x="2305" y="75724"/>
                </a:cubicBezTo>
                <a:cubicBezTo>
                  <a:pt x="2305" y="73947"/>
                  <a:pt x="2437" y="71990"/>
                  <a:pt x="2702" y="69852"/>
                </a:cubicBezTo>
                <a:cubicBezTo>
                  <a:pt x="2966" y="67715"/>
                  <a:pt x="3338" y="65638"/>
                  <a:pt x="3818" y="63620"/>
                </a:cubicBezTo>
                <a:lnTo>
                  <a:pt x="12392" y="26298"/>
                </a:lnTo>
                <a:lnTo>
                  <a:pt x="0" y="26298"/>
                </a:lnTo>
                <a:lnTo>
                  <a:pt x="1441" y="20750"/>
                </a:lnTo>
                <a:cubicBezTo>
                  <a:pt x="4323" y="20750"/>
                  <a:pt x="6568" y="20475"/>
                  <a:pt x="8178" y="19922"/>
                </a:cubicBezTo>
                <a:cubicBezTo>
                  <a:pt x="9786" y="19370"/>
                  <a:pt x="11143" y="18613"/>
                  <a:pt x="12248" y="17653"/>
                </a:cubicBezTo>
                <a:cubicBezTo>
                  <a:pt x="12969" y="16980"/>
                  <a:pt x="13665" y="16151"/>
                  <a:pt x="14338" y="15167"/>
                </a:cubicBezTo>
                <a:cubicBezTo>
                  <a:pt x="15010" y="14182"/>
                  <a:pt x="15683" y="12993"/>
                  <a:pt x="16355" y="11600"/>
                </a:cubicBezTo>
                <a:cubicBezTo>
                  <a:pt x="17027" y="10207"/>
                  <a:pt x="17712" y="8563"/>
                  <a:pt x="18408" y="6665"/>
                </a:cubicBezTo>
                <a:cubicBezTo>
                  <a:pt x="19105" y="4767"/>
                  <a:pt x="19886" y="2546"/>
                  <a:pt x="20750" y="0"/>
                </a:cubicBezTo>
                <a:lnTo>
                  <a:pt x="31990" y="0"/>
                </a:lnTo>
                <a:lnTo>
                  <a:pt x="27883" y="18301"/>
                </a:lnTo>
                <a:lnTo>
                  <a:pt x="52380" y="18301"/>
                </a:lnTo>
                <a:lnTo>
                  <a:pt x="50723" y="26298"/>
                </a:lnTo>
                <a:lnTo>
                  <a:pt x="26298" y="26298"/>
                </a:lnTo>
                <a:lnTo>
                  <a:pt x="18949" y="56487"/>
                </a:lnTo>
                <a:cubicBezTo>
                  <a:pt x="18468" y="58504"/>
                  <a:pt x="18072" y="60318"/>
                  <a:pt x="17760" y="61927"/>
                </a:cubicBezTo>
                <a:cubicBezTo>
                  <a:pt x="17448" y="63536"/>
                  <a:pt x="17196" y="64989"/>
                  <a:pt x="17003" y="66285"/>
                </a:cubicBezTo>
                <a:cubicBezTo>
                  <a:pt x="16811" y="67583"/>
                  <a:pt x="16679" y="68759"/>
                  <a:pt x="16607" y="69816"/>
                </a:cubicBezTo>
                <a:cubicBezTo>
                  <a:pt x="16535" y="70873"/>
                  <a:pt x="16499" y="71858"/>
                  <a:pt x="16499" y="72770"/>
                </a:cubicBezTo>
                <a:cubicBezTo>
                  <a:pt x="16499" y="75652"/>
                  <a:pt x="17099" y="77910"/>
                  <a:pt x="18300" y="79543"/>
                </a:cubicBezTo>
                <a:cubicBezTo>
                  <a:pt x="19501" y="81176"/>
                  <a:pt x="21470" y="81993"/>
                  <a:pt x="24208" y="81993"/>
                </a:cubicBezTo>
                <a:cubicBezTo>
                  <a:pt x="26514" y="81993"/>
                  <a:pt x="28963" y="81140"/>
                  <a:pt x="31557" y="79435"/>
                </a:cubicBezTo>
                <a:cubicBezTo>
                  <a:pt x="34151" y="77729"/>
                  <a:pt x="37105" y="75052"/>
                  <a:pt x="40419" y="71401"/>
                </a:cubicBezTo>
                <a:lnTo>
                  <a:pt x="45391" y="76445"/>
                </a:lnTo>
              </a:path>
            </a:pathLst>
          </a:custGeom>
          <a:solidFill xmlns:a="http://schemas.openxmlformats.org/drawingml/2006/main">
            <a:srgbClr val="000000"/>
          </a:solidFill>
          <a:ln xmlns:a="http://schemas.openxmlformats.org/drawingml/2006/main" w="0">
            <a:noFill/>
            <a:prstDash val="solid"/>
          </a:ln>
        </p:spPr>
      </p:sp>
      <p:sp>
        <p:nvSpPr>
          <p:cNvPr id="164" name="pdf-path-100021">
            <a:extLst xmlns:a="http://schemas.openxmlformats.org/drawingml/2006/main">
              <a:ext uri="{FF2B5EF4-FFF2-40B4-BE49-F238E27FC236}">
                <a16:creationId xmlns:a16="http://schemas.microsoft.com/office/drawing/2014/main" id="{BF62BAF4-655B-40D3-89D8-F1058DEAA78A}"/>
              </a:ext>
            </a:extLst>
          </p:cNvPr>
          <p:cNvSpPr>
            <a:spLocks xmlns:a="http://schemas.openxmlformats.org/drawingml/2006/main" noGrp="1"/>
          </p:cNvSpPr>
          <p:nvPr/>
        </p:nvSpPr>
        <p:spPr>
          <a:xfrm xmlns:a="http://schemas.openxmlformats.org/drawingml/2006/main">
            <a:off x="2942302" y="5733466"/>
            <a:ext cx="63049" cy="189247"/>
          </a:xfrm>
          <a:custGeom xmlns:a="http://schemas.openxmlformats.org/drawingml/2006/main">
            <a:pathLst>
              <a:path w="63049" h="189247">
                <a:moveTo>
                  <a:pt x="45790" y="93675"/>
                </a:moveTo>
                <a:cubicBezTo>
                  <a:pt x="45790" y="71196"/>
                  <a:pt x="42066" y="52524"/>
                  <a:pt x="34617" y="37660"/>
                </a:cubicBezTo>
                <a:cubicBezTo>
                  <a:pt x="27168" y="22795"/>
                  <a:pt x="15629" y="12802"/>
                  <a:pt x="0" y="7682"/>
                </a:cubicBezTo>
                <a:lnTo>
                  <a:pt x="2694" y="0"/>
                </a:lnTo>
                <a:cubicBezTo>
                  <a:pt x="22114" y="5121"/>
                  <a:pt x="37028" y="16178"/>
                  <a:pt x="47436" y="33171"/>
                </a:cubicBezTo>
                <a:cubicBezTo>
                  <a:pt x="57845" y="50163"/>
                  <a:pt x="63049" y="70664"/>
                  <a:pt x="63049" y="94673"/>
                </a:cubicBezTo>
                <a:cubicBezTo>
                  <a:pt x="63049" y="118748"/>
                  <a:pt x="57862" y="139249"/>
                  <a:pt x="47486" y="156175"/>
                </a:cubicBezTo>
                <a:cubicBezTo>
                  <a:pt x="37111" y="173102"/>
                  <a:pt x="22180" y="184125"/>
                  <a:pt x="2694" y="189247"/>
                </a:cubicBezTo>
                <a:lnTo>
                  <a:pt x="300" y="181565"/>
                </a:lnTo>
                <a:cubicBezTo>
                  <a:pt x="15663" y="176443"/>
                  <a:pt x="27085" y="166335"/>
                  <a:pt x="34567" y="151237"/>
                </a:cubicBezTo>
                <a:cubicBezTo>
                  <a:pt x="42049" y="136140"/>
                  <a:pt x="45790" y="116953"/>
                  <a:pt x="45790" y="93675"/>
                </a:cubicBezTo>
              </a:path>
            </a:pathLst>
          </a:custGeom>
          <a:solidFill xmlns:a="http://schemas.openxmlformats.org/drawingml/2006/main">
            <a:srgbClr val="000000"/>
          </a:solidFill>
          <a:ln xmlns:a="http://schemas.openxmlformats.org/drawingml/2006/main" w="0">
            <a:noFill/>
            <a:prstDash val="solid"/>
          </a:ln>
        </p:spPr>
      </p:sp>
      <p:sp>
        <p:nvSpPr>
          <p:cNvPr id="165" name="pdf-path-100022">
            <a:extLst xmlns:a="http://schemas.openxmlformats.org/drawingml/2006/main">
              <a:ext uri="{FF2B5EF4-FFF2-40B4-BE49-F238E27FC236}">
                <a16:creationId xmlns:a16="http://schemas.microsoft.com/office/drawing/2014/main" id="{53B14C43-BB83-4FFA-80F8-2B7ADB71D76B}"/>
              </a:ext>
            </a:extLst>
          </p:cNvPr>
          <p:cNvSpPr>
            <a:spLocks xmlns:a="http://schemas.openxmlformats.org/drawingml/2006/main" noGrp="1"/>
          </p:cNvSpPr>
          <p:nvPr/>
        </p:nvSpPr>
        <p:spPr>
          <a:xfrm xmlns:a="http://schemas.openxmlformats.org/drawingml/2006/main">
            <a:off x="3667106" y="4985206"/>
            <a:ext cx="82801" cy="98663"/>
          </a:xfrm>
          <a:custGeom xmlns:a="http://schemas.openxmlformats.org/drawingml/2006/main">
            <a:pathLst>
              <a:path w="82801" h="98663">
                <a:moveTo>
                  <a:pt x="70231" y="25838"/>
                </a:moveTo>
                <a:cubicBezTo>
                  <a:pt x="69500" y="19919"/>
                  <a:pt x="67555" y="15430"/>
                  <a:pt x="64396" y="12370"/>
                </a:cubicBezTo>
                <a:cubicBezTo>
                  <a:pt x="61236" y="9311"/>
                  <a:pt x="56265" y="7781"/>
                  <a:pt x="49481" y="7781"/>
                </a:cubicBezTo>
                <a:cubicBezTo>
                  <a:pt x="44227" y="7781"/>
                  <a:pt x="39971" y="9128"/>
                  <a:pt x="36712" y="11821"/>
                </a:cubicBezTo>
                <a:cubicBezTo>
                  <a:pt x="33453" y="14515"/>
                  <a:pt x="31824" y="18056"/>
                  <a:pt x="31824" y="22446"/>
                </a:cubicBezTo>
                <a:cubicBezTo>
                  <a:pt x="31824" y="24840"/>
                  <a:pt x="32239" y="26952"/>
                  <a:pt x="33071" y="28781"/>
                </a:cubicBezTo>
                <a:cubicBezTo>
                  <a:pt x="33902" y="30609"/>
                  <a:pt x="35581" y="32621"/>
                  <a:pt x="38109" y="34816"/>
                </a:cubicBezTo>
                <a:cubicBezTo>
                  <a:pt x="40636" y="37011"/>
                  <a:pt x="44560" y="39705"/>
                  <a:pt x="49880" y="42897"/>
                </a:cubicBezTo>
                <a:cubicBezTo>
                  <a:pt x="54070" y="45425"/>
                  <a:pt x="57429" y="47735"/>
                  <a:pt x="59956" y="49830"/>
                </a:cubicBezTo>
                <a:cubicBezTo>
                  <a:pt x="62483" y="51926"/>
                  <a:pt x="64479" y="54004"/>
                  <a:pt x="65942" y="56065"/>
                </a:cubicBezTo>
                <a:cubicBezTo>
                  <a:pt x="67405" y="58128"/>
                  <a:pt x="68469" y="60305"/>
                  <a:pt x="69134" y="62599"/>
                </a:cubicBezTo>
                <a:cubicBezTo>
                  <a:pt x="69799" y="64895"/>
                  <a:pt x="70132" y="67671"/>
                  <a:pt x="70132" y="70930"/>
                </a:cubicBezTo>
                <a:cubicBezTo>
                  <a:pt x="70132" y="76849"/>
                  <a:pt x="68552" y="81920"/>
                  <a:pt x="65393" y="86144"/>
                </a:cubicBezTo>
                <a:cubicBezTo>
                  <a:pt x="62234" y="90367"/>
                  <a:pt x="57944" y="93509"/>
                  <a:pt x="52524" y="95570"/>
                </a:cubicBezTo>
                <a:cubicBezTo>
                  <a:pt x="47104" y="97633"/>
                  <a:pt x="40935" y="98663"/>
                  <a:pt x="34018" y="98663"/>
                </a:cubicBezTo>
                <a:cubicBezTo>
                  <a:pt x="28498" y="98663"/>
                  <a:pt x="23078" y="98247"/>
                  <a:pt x="17757" y="97416"/>
                </a:cubicBezTo>
                <a:cubicBezTo>
                  <a:pt x="12437" y="96585"/>
                  <a:pt x="6518" y="95172"/>
                  <a:pt x="0" y="93177"/>
                </a:cubicBezTo>
                <a:lnTo>
                  <a:pt x="4788" y="71429"/>
                </a:lnTo>
                <a:lnTo>
                  <a:pt x="12570" y="71429"/>
                </a:lnTo>
                <a:cubicBezTo>
                  <a:pt x="12836" y="77813"/>
                  <a:pt x="14632" y="82635"/>
                  <a:pt x="17957" y="85894"/>
                </a:cubicBezTo>
                <a:cubicBezTo>
                  <a:pt x="21282" y="89153"/>
                  <a:pt x="26570" y="90782"/>
                  <a:pt x="33819" y="90782"/>
                </a:cubicBezTo>
                <a:cubicBezTo>
                  <a:pt x="40137" y="90782"/>
                  <a:pt x="45075" y="89369"/>
                  <a:pt x="48633" y="86542"/>
                </a:cubicBezTo>
                <a:cubicBezTo>
                  <a:pt x="52192" y="83716"/>
                  <a:pt x="53971" y="79709"/>
                  <a:pt x="53971" y="74521"/>
                </a:cubicBezTo>
                <a:cubicBezTo>
                  <a:pt x="53971" y="71528"/>
                  <a:pt x="53472" y="68951"/>
                  <a:pt x="52474" y="66790"/>
                </a:cubicBezTo>
                <a:cubicBezTo>
                  <a:pt x="51477" y="64629"/>
                  <a:pt x="49847" y="62550"/>
                  <a:pt x="47586" y="60554"/>
                </a:cubicBezTo>
                <a:cubicBezTo>
                  <a:pt x="45325" y="58559"/>
                  <a:pt x="41733" y="56065"/>
                  <a:pt x="36812" y="53072"/>
                </a:cubicBezTo>
                <a:cubicBezTo>
                  <a:pt x="31624" y="49947"/>
                  <a:pt x="27584" y="47120"/>
                  <a:pt x="24691" y="44593"/>
                </a:cubicBezTo>
                <a:cubicBezTo>
                  <a:pt x="21798" y="42065"/>
                  <a:pt x="19620" y="39322"/>
                  <a:pt x="18156" y="36362"/>
                </a:cubicBezTo>
                <a:cubicBezTo>
                  <a:pt x="16693" y="33403"/>
                  <a:pt x="15962" y="29995"/>
                  <a:pt x="15962" y="26137"/>
                </a:cubicBezTo>
                <a:cubicBezTo>
                  <a:pt x="15962" y="20883"/>
                  <a:pt x="17375" y="16277"/>
                  <a:pt x="20202" y="12320"/>
                </a:cubicBezTo>
                <a:cubicBezTo>
                  <a:pt x="23028" y="8363"/>
                  <a:pt x="27069" y="5320"/>
                  <a:pt x="32323" y="3193"/>
                </a:cubicBezTo>
                <a:cubicBezTo>
                  <a:pt x="37577" y="1064"/>
                  <a:pt x="43695" y="0"/>
                  <a:pt x="50679" y="0"/>
                </a:cubicBezTo>
                <a:cubicBezTo>
                  <a:pt x="56864" y="0"/>
                  <a:pt x="62500" y="365"/>
                  <a:pt x="67588" y="1097"/>
                </a:cubicBezTo>
                <a:cubicBezTo>
                  <a:pt x="72676" y="1829"/>
                  <a:pt x="77747" y="3092"/>
                  <a:pt x="82801" y="4888"/>
                </a:cubicBezTo>
                <a:lnTo>
                  <a:pt x="78312" y="25838"/>
                </a:lnTo>
                <a:lnTo>
                  <a:pt x="70231" y="25838"/>
                </a:lnTo>
              </a:path>
            </a:pathLst>
          </a:custGeom>
          <a:solidFill xmlns:a="http://schemas.openxmlformats.org/drawingml/2006/main">
            <a:srgbClr val="000000"/>
          </a:solidFill>
          <a:ln xmlns:a="http://schemas.openxmlformats.org/drawingml/2006/main" w="0">
            <a:noFill/>
            <a:prstDash val="solid"/>
          </a:ln>
        </p:spPr>
      </p:sp>
      <p:sp>
        <p:nvSpPr>
          <p:cNvPr id="166" name="pdf-path-100023">
            <a:extLst xmlns:a="http://schemas.openxmlformats.org/drawingml/2006/main">
              <a:ext uri="{FF2B5EF4-FFF2-40B4-BE49-F238E27FC236}">
                <a16:creationId xmlns:a16="http://schemas.microsoft.com/office/drawing/2014/main" id="{925C1D73-DA54-4F40-908E-3E0A69F3FE59}"/>
              </a:ext>
            </a:extLst>
          </p:cNvPr>
          <p:cNvSpPr>
            <a:spLocks xmlns:a="http://schemas.openxmlformats.org/drawingml/2006/main" noGrp="1"/>
          </p:cNvSpPr>
          <p:nvPr/>
        </p:nvSpPr>
        <p:spPr>
          <a:xfrm xmlns:a="http://schemas.openxmlformats.org/drawingml/2006/main">
            <a:off x="3762416" y="5032686"/>
            <a:ext cx="52380" cy="91647"/>
          </a:xfrm>
          <a:custGeom xmlns:a="http://schemas.openxmlformats.org/drawingml/2006/main">
            <a:pathLst>
              <a:path w="52380" h="91647">
                <a:moveTo>
                  <a:pt x="45391" y="76445"/>
                </a:moveTo>
                <a:cubicBezTo>
                  <a:pt x="42941" y="79183"/>
                  <a:pt x="40612" y="81512"/>
                  <a:pt x="38402" y="83433"/>
                </a:cubicBezTo>
                <a:cubicBezTo>
                  <a:pt x="36193" y="85355"/>
                  <a:pt x="34031" y="86928"/>
                  <a:pt x="31918" y="88153"/>
                </a:cubicBezTo>
                <a:cubicBezTo>
                  <a:pt x="29804" y="89378"/>
                  <a:pt x="27715" y="90267"/>
                  <a:pt x="25649" y="90819"/>
                </a:cubicBezTo>
                <a:cubicBezTo>
                  <a:pt x="23584" y="91371"/>
                  <a:pt x="21470" y="91647"/>
                  <a:pt x="19309" y="91647"/>
                </a:cubicBezTo>
                <a:cubicBezTo>
                  <a:pt x="13593" y="91647"/>
                  <a:pt x="9330" y="90302"/>
                  <a:pt x="6520" y="87612"/>
                </a:cubicBezTo>
                <a:cubicBezTo>
                  <a:pt x="3711" y="84923"/>
                  <a:pt x="2305" y="80960"/>
                  <a:pt x="2305" y="75724"/>
                </a:cubicBezTo>
                <a:cubicBezTo>
                  <a:pt x="2305" y="73947"/>
                  <a:pt x="2437" y="71990"/>
                  <a:pt x="2702" y="69852"/>
                </a:cubicBezTo>
                <a:cubicBezTo>
                  <a:pt x="2966" y="67715"/>
                  <a:pt x="3338" y="65638"/>
                  <a:pt x="3818" y="63620"/>
                </a:cubicBezTo>
                <a:lnTo>
                  <a:pt x="12392" y="26298"/>
                </a:lnTo>
                <a:lnTo>
                  <a:pt x="0" y="26298"/>
                </a:lnTo>
                <a:lnTo>
                  <a:pt x="1441" y="20750"/>
                </a:lnTo>
                <a:cubicBezTo>
                  <a:pt x="4323" y="20750"/>
                  <a:pt x="6568" y="20475"/>
                  <a:pt x="8178" y="19922"/>
                </a:cubicBezTo>
                <a:cubicBezTo>
                  <a:pt x="9786" y="19370"/>
                  <a:pt x="11143" y="18613"/>
                  <a:pt x="12248" y="17653"/>
                </a:cubicBezTo>
                <a:cubicBezTo>
                  <a:pt x="12969" y="16980"/>
                  <a:pt x="13665" y="16151"/>
                  <a:pt x="14338" y="15167"/>
                </a:cubicBezTo>
                <a:cubicBezTo>
                  <a:pt x="15010" y="14182"/>
                  <a:pt x="15683" y="12993"/>
                  <a:pt x="16355" y="11600"/>
                </a:cubicBezTo>
                <a:cubicBezTo>
                  <a:pt x="17027" y="10207"/>
                  <a:pt x="17712" y="8563"/>
                  <a:pt x="18408" y="6665"/>
                </a:cubicBezTo>
                <a:cubicBezTo>
                  <a:pt x="19105" y="4767"/>
                  <a:pt x="19886" y="2546"/>
                  <a:pt x="20750" y="0"/>
                </a:cubicBezTo>
                <a:lnTo>
                  <a:pt x="31990" y="0"/>
                </a:lnTo>
                <a:lnTo>
                  <a:pt x="27883" y="18301"/>
                </a:lnTo>
                <a:lnTo>
                  <a:pt x="52380" y="18301"/>
                </a:lnTo>
                <a:lnTo>
                  <a:pt x="50723" y="26298"/>
                </a:lnTo>
                <a:lnTo>
                  <a:pt x="26298" y="26298"/>
                </a:lnTo>
                <a:lnTo>
                  <a:pt x="18949" y="56487"/>
                </a:lnTo>
                <a:cubicBezTo>
                  <a:pt x="18468" y="58504"/>
                  <a:pt x="18072" y="60318"/>
                  <a:pt x="17760" y="61927"/>
                </a:cubicBezTo>
                <a:cubicBezTo>
                  <a:pt x="17448" y="63536"/>
                  <a:pt x="17196" y="64989"/>
                  <a:pt x="17003" y="66285"/>
                </a:cubicBezTo>
                <a:cubicBezTo>
                  <a:pt x="16811" y="67583"/>
                  <a:pt x="16679" y="68759"/>
                  <a:pt x="16607" y="69816"/>
                </a:cubicBezTo>
                <a:cubicBezTo>
                  <a:pt x="16535" y="70873"/>
                  <a:pt x="16499" y="71858"/>
                  <a:pt x="16499" y="72770"/>
                </a:cubicBezTo>
                <a:cubicBezTo>
                  <a:pt x="16499" y="75652"/>
                  <a:pt x="17099" y="77910"/>
                  <a:pt x="18300" y="79543"/>
                </a:cubicBezTo>
                <a:cubicBezTo>
                  <a:pt x="19501" y="81176"/>
                  <a:pt x="21470" y="81993"/>
                  <a:pt x="24208" y="81993"/>
                </a:cubicBezTo>
                <a:cubicBezTo>
                  <a:pt x="26514" y="81993"/>
                  <a:pt x="28963" y="81140"/>
                  <a:pt x="31557" y="79435"/>
                </a:cubicBezTo>
                <a:cubicBezTo>
                  <a:pt x="34151" y="77729"/>
                  <a:pt x="37105" y="75052"/>
                  <a:pt x="40419" y="71401"/>
                </a:cubicBezTo>
                <a:lnTo>
                  <a:pt x="45391" y="76445"/>
                </a:lnTo>
              </a:path>
            </a:pathLst>
          </a:custGeom>
          <a:solidFill xmlns:a="http://schemas.openxmlformats.org/drawingml/2006/main">
            <a:srgbClr val="000000"/>
          </a:solidFill>
          <a:ln xmlns:a="http://schemas.openxmlformats.org/drawingml/2006/main" w="0">
            <a:noFill/>
            <a:prstDash val="solid"/>
          </a:ln>
        </p:spPr>
      </p:sp>
      <p:sp>
        <p:nvSpPr>
          <p:cNvPr id="167" name="pdf-path-100024">
            <a:extLst xmlns:a="http://schemas.openxmlformats.org/drawingml/2006/main">
              <a:ext uri="{FF2B5EF4-FFF2-40B4-BE49-F238E27FC236}">
                <a16:creationId xmlns:a16="http://schemas.microsoft.com/office/drawing/2014/main" id="{44FAE104-DA3D-4A85-906D-B6159FDF5B02}"/>
              </a:ext>
            </a:extLst>
          </p:cNvPr>
          <p:cNvSpPr>
            <a:spLocks xmlns:a="http://schemas.openxmlformats.org/drawingml/2006/main" noGrp="1"/>
          </p:cNvSpPr>
          <p:nvPr/>
        </p:nvSpPr>
        <p:spPr>
          <a:xfrm xmlns:a="http://schemas.openxmlformats.org/drawingml/2006/main">
            <a:off x="1938317" y="3868211"/>
            <a:ext cx="90383" cy="139964"/>
          </a:xfrm>
          <a:custGeom xmlns:a="http://schemas.openxmlformats.org/drawingml/2006/main">
            <a:pathLst>
              <a:path w="90383" h="139964">
                <a:moveTo>
                  <a:pt x="57961" y="73923"/>
                </a:moveTo>
                <a:cubicBezTo>
                  <a:pt x="52241" y="81970"/>
                  <a:pt x="46405" y="88089"/>
                  <a:pt x="40453" y="92279"/>
                </a:cubicBezTo>
                <a:cubicBezTo>
                  <a:pt x="34501" y="96469"/>
                  <a:pt x="28698" y="98564"/>
                  <a:pt x="23045" y="98564"/>
                </a:cubicBezTo>
                <a:cubicBezTo>
                  <a:pt x="15729" y="98564"/>
                  <a:pt x="10059" y="95804"/>
                  <a:pt x="6035" y="90284"/>
                </a:cubicBezTo>
                <a:cubicBezTo>
                  <a:pt x="2012" y="84763"/>
                  <a:pt x="0" y="77015"/>
                  <a:pt x="0" y="67039"/>
                </a:cubicBezTo>
                <a:cubicBezTo>
                  <a:pt x="0" y="55600"/>
                  <a:pt x="2245" y="44610"/>
                  <a:pt x="6734" y="34068"/>
                </a:cubicBezTo>
                <a:cubicBezTo>
                  <a:pt x="11223" y="23527"/>
                  <a:pt x="17392" y="15214"/>
                  <a:pt x="25239" y="9128"/>
                </a:cubicBezTo>
                <a:cubicBezTo>
                  <a:pt x="33087" y="3043"/>
                  <a:pt x="41833" y="0"/>
                  <a:pt x="51477" y="0"/>
                </a:cubicBezTo>
                <a:cubicBezTo>
                  <a:pt x="55600" y="0"/>
                  <a:pt x="59524" y="482"/>
                  <a:pt x="63248" y="1446"/>
                </a:cubicBezTo>
                <a:cubicBezTo>
                  <a:pt x="66973" y="2411"/>
                  <a:pt x="70830" y="4123"/>
                  <a:pt x="74821" y="6584"/>
                </a:cubicBezTo>
                <a:lnTo>
                  <a:pt x="83998" y="0"/>
                </a:lnTo>
                <a:lnTo>
                  <a:pt x="90383" y="1596"/>
                </a:lnTo>
                <a:lnTo>
                  <a:pt x="64844" y="115024"/>
                </a:lnTo>
                <a:cubicBezTo>
                  <a:pt x="63714" y="120079"/>
                  <a:pt x="63148" y="123870"/>
                  <a:pt x="63148" y="126397"/>
                </a:cubicBezTo>
                <a:cubicBezTo>
                  <a:pt x="63148" y="129323"/>
                  <a:pt x="63897" y="131402"/>
                  <a:pt x="65393" y="132632"/>
                </a:cubicBezTo>
                <a:cubicBezTo>
                  <a:pt x="66889" y="133862"/>
                  <a:pt x="69833" y="134677"/>
                  <a:pt x="74222" y="135076"/>
                </a:cubicBezTo>
                <a:lnTo>
                  <a:pt x="73324" y="139964"/>
                </a:lnTo>
                <a:lnTo>
                  <a:pt x="42199" y="139964"/>
                </a:lnTo>
                <a:lnTo>
                  <a:pt x="59358" y="74521"/>
                </a:lnTo>
                <a:lnTo>
                  <a:pt x="57961" y="73923"/>
                </a:lnTo>
                <a:moveTo>
                  <a:pt x="66042" y="36313"/>
                </a:moveTo>
                <a:cubicBezTo>
                  <a:pt x="67039" y="31524"/>
                  <a:pt x="67538" y="27002"/>
                  <a:pt x="67538" y="22745"/>
                </a:cubicBezTo>
                <a:cubicBezTo>
                  <a:pt x="67538" y="17558"/>
                  <a:pt x="66441" y="13783"/>
                  <a:pt x="64246" y="11422"/>
                </a:cubicBezTo>
                <a:cubicBezTo>
                  <a:pt x="62051" y="9061"/>
                  <a:pt x="58393" y="7881"/>
                  <a:pt x="53272" y="7881"/>
                </a:cubicBezTo>
                <a:cubicBezTo>
                  <a:pt x="46488" y="7881"/>
                  <a:pt x="40403" y="10624"/>
                  <a:pt x="35016" y="16111"/>
                </a:cubicBezTo>
                <a:cubicBezTo>
                  <a:pt x="29629" y="21598"/>
                  <a:pt x="25389" y="28997"/>
                  <a:pt x="22296" y="38308"/>
                </a:cubicBezTo>
                <a:cubicBezTo>
                  <a:pt x="19204" y="47619"/>
                  <a:pt x="17657" y="56897"/>
                  <a:pt x="17657" y="66141"/>
                </a:cubicBezTo>
                <a:cubicBezTo>
                  <a:pt x="17657" y="73058"/>
                  <a:pt x="18605" y="78229"/>
                  <a:pt x="20501" y="81654"/>
                </a:cubicBezTo>
                <a:cubicBezTo>
                  <a:pt x="22396" y="85079"/>
                  <a:pt x="25572" y="86792"/>
                  <a:pt x="30028" y="86792"/>
                </a:cubicBezTo>
                <a:cubicBezTo>
                  <a:pt x="32090" y="86792"/>
                  <a:pt x="34185" y="86343"/>
                  <a:pt x="36313" y="85445"/>
                </a:cubicBezTo>
                <a:cubicBezTo>
                  <a:pt x="38441" y="84547"/>
                  <a:pt x="40652" y="83101"/>
                  <a:pt x="42947" y="81105"/>
                </a:cubicBezTo>
                <a:cubicBezTo>
                  <a:pt x="45241" y="79110"/>
                  <a:pt x="47503" y="76683"/>
                  <a:pt x="49731" y="73823"/>
                </a:cubicBezTo>
                <a:cubicBezTo>
                  <a:pt x="51959" y="70963"/>
                  <a:pt x="54004" y="68087"/>
                  <a:pt x="55866" y="65194"/>
                </a:cubicBezTo>
                <a:cubicBezTo>
                  <a:pt x="57728" y="62301"/>
                  <a:pt x="59457" y="58875"/>
                  <a:pt x="61054" y="54918"/>
                </a:cubicBezTo>
                <a:cubicBezTo>
                  <a:pt x="62650" y="50961"/>
                  <a:pt x="64013" y="46189"/>
                  <a:pt x="65144" y="40603"/>
                </a:cubicBezTo>
                <a:lnTo>
                  <a:pt x="66042" y="36313"/>
                </a:lnTo>
              </a:path>
            </a:pathLst>
          </a:custGeom>
          <a:solidFill xmlns:a="http://schemas.openxmlformats.org/drawingml/2006/main">
            <a:srgbClr val="000000"/>
          </a:solidFill>
          <a:ln xmlns:a="http://schemas.openxmlformats.org/drawingml/2006/main" w="0">
            <a:noFill/>
            <a:prstDash val="solid"/>
          </a:ln>
        </p:spPr>
      </p:sp>
      <p:sp>
        <p:nvSpPr>
          <p:cNvPr id="168" name="pdf-path-100025">
            <a:extLst xmlns:a="http://schemas.openxmlformats.org/drawingml/2006/main">
              <a:ext uri="{FF2B5EF4-FFF2-40B4-BE49-F238E27FC236}">
                <a16:creationId xmlns:a16="http://schemas.microsoft.com/office/drawing/2014/main" id="{D3FF7F07-BE5B-45D4-B2A2-FA74D23374C6}"/>
              </a:ext>
            </a:extLst>
          </p:cNvPr>
          <p:cNvSpPr>
            <a:spLocks xmlns:a="http://schemas.openxmlformats.org/drawingml/2006/main" noGrp="1"/>
          </p:cNvSpPr>
          <p:nvPr/>
        </p:nvSpPr>
        <p:spPr>
          <a:xfrm xmlns:a="http://schemas.openxmlformats.org/drawingml/2006/main">
            <a:off x="2043471" y="3902749"/>
            <a:ext cx="94889" cy="134228"/>
          </a:xfrm>
          <a:custGeom xmlns:a="http://schemas.openxmlformats.org/drawingml/2006/main">
            <a:pathLst>
              <a:path w="94889" h="134228">
                <a:moveTo>
                  <a:pt x="39411" y="134228"/>
                </a:moveTo>
                <a:lnTo>
                  <a:pt x="26082" y="134228"/>
                </a:lnTo>
                <a:lnTo>
                  <a:pt x="32783" y="104255"/>
                </a:lnTo>
                <a:cubicBezTo>
                  <a:pt x="27595" y="103919"/>
                  <a:pt x="22972" y="102959"/>
                  <a:pt x="18913" y="101373"/>
                </a:cubicBezTo>
                <a:cubicBezTo>
                  <a:pt x="14854" y="99788"/>
                  <a:pt x="11420" y="97687"/>
                  <a:pt x="8610" y="95069"/>
                </a:cubicBezTo>
                <a:cubicBezTo>
                  <a:pt x="5800" y="92451"/>
                  <a:pt x="3663" y="89353"/>
                  <a:pt x="2198" y="85775"/>
                </a:cubicBezTo>
                <a:cubicBezTo>
                  <a:pt x="733" y="82196"/>
                  <a:pt x="0" y="78222"/>
                  <a:pt x="0" y="73850"/>
                </a:cubicBezTo>
                <a:cubicBezTo>
                  <a:pt x="0" y="70008"/>
                  <a:pt x="552" y="66273"/>
                  <a:pt x="1657" y="62647"/>
                </a:cubicBezTo>
                <a:cubicBezTo>
                  <a:pt x="2762" y="59021"/>
                  <a:pt x="4335" y="55610"/>
                  <a:pt x="6376" y="52416"/>
                </a:cubicBezTo>
                <a:cubicBezTo>
                  <a:pt x="8418" y="49221"/>
                  <a:pt x="10891" y="46280"/>
                  <a:pt x="13797" y="43590"/>
                </a:cubicBezTo>
                <a:cubicBezTo>
                  <a:pt x="16703" y="40900"/>
                  <a:pt x="19970" y="38582"/>
                  <a:pt x="23596" y="36637"/>
                </a:cubicBezTo>
                <a:cubicBezTo>
                  <a:pt x="27223" y="34691"/>
                  <a:pt x="31185" y="33167"/>
                  <a:pt x="35485" y="32062"/>
                </a:cubicBezTo>
                <a:cubicBezTo>
                  <a:pt x="39783" y="30957"/>
                  <a:pt x="44311" y="30357"/>
                  <a:pt x="49066" y="30261"/>
                </a:cubicBezTo>
                <a:lnTo>
                  <a:pt x="55910" y="0"/>
                </a:lnTo>
                <a:lnTo>
                  <a:pt x="69023" y="0"/>
                </a:lnTo>
                <a:lnTo>
                  <a:pt x="62179" y="30549"/>
                </a:lnTo>
                <a:cubicBezTo>
                  <a:pt x="67607" y="30933"/>
                  <a:pt x="72362" y="31942"/>
                  <a:pt x="76445" y="33575"/>
                </a:cubicBezTo>
                <a:cubicBezTo>
                  <a:pt x="80527" y="35208"/>
                  <a:pt x="83938" y="37346"/>
                  <a:pt x="86676" y="39987"/>
                </a:cubicBezTo>
                <a:cubicBezTo>
                  <a:pt x="89413" y="42629"/>
                  <a:pt x="91467" y="45715"/>
                  <a:pt x="92836" y="49246"/>
                </a:cubicBezTo>
                <a:cubicBezTo>
                  <a:pt x="94205" y="52776"/>
                  <a:pt x="94889" y="56631"/>
                  <a:pt x="94889" y="60810"/>
                </a:cubicBezTo>
                <a:cubicBezTo>
                  <a:pt x="94889" y="67150"/>
                  <a:pt x="93641" y="72986"/>
                  <a:pt x="91143" y="78317"/>
                </a:cubicBezTo>
                <a:cubicBezTo>
                  <a:pt x="88645" y="83649"/>
                  <a:pt x="85199" y="88260"/>
                  <a:pt x="80804" y="92151"/>
                </a:cubicBezTo>
                <a:cubicBezTo>
                  <a:pt x="76409" y="96042"/>
                  <a:pt x="71233" y="99068"/>
                  <a:pt x="65277" y="101229"/>
                </a:cubicBezTo>
                <a:cubicBezTo>
                  <a:pt x="59321" y="103391"/>
                  <a:pt x="52884" y="104448"/>
                  <a:pt x="45968" y="104399"/>
                </a:cubicBezTo>
                <a:lnTo>
                  <a:pt x="39411" y="134228"/>
                </a:lnTo>
                <a:moveTo>
                  <a:pt x="47553" y="37394"/>
                </a:moveTo>
                <a:cubicBezTo>
                  <a:pt x="42798" y="37826"/>
                  <a:pt x="38415" y="39015"/>
                  <a:pt x="34404" y="40960"/>
                </a:cubicBezTo>
                <a:cubicBezTo>
                  <a:pt x="30393" y="42905"/>
                  <a:pt x="26935" y="45487"/>
                  <a:pt x="24029" y="48705"/>
                </a:cubicBezTo>
                <a:cubicBezTo>
                  <a:pt x="21123" y="51923"/>
                  <a:pt x="18853" y="55706"/>
                  <a:pt x="17220" y="60053"/>
                </a:cubicBezTo>
                <a:cubicBezTo>
                  <a:pt x="15587" y="64400"/>
                  <a:pt x="14770" y="69167"/>
                  <a:pt x="14770" y="74355"/>
                </a:cubicBezTo>
                <a:cubicBezTo>
                  <a:pt x="14770" y="77621"/>
                  <a:pt x="15214" y="80575"/>
                  <a:pt x="16103" y="83217"/>
                </a:cubicBezTo>
                <a:cubicBezTo>
                  <a:pt x="16992" y="85859"/>
                  <a:pt x="18289" y="88152"/>
                  <a:pt x="19994" y="90098"/>
                </a:cubicBezTo>
                <a:cubicBezTo>
                  <a:pt x="21699" y="92043"/>
                  <a:pt x="23752" y="93616"/>
                  <a:pt x="26154" y="94817"/>
                </a:cubicBezTo>
                <a:cubicBezTo>
                  <a:pt x="28556" y="96018"/>
                  <a:pt x="31270" y="96786"/>
                  <a:pt x="34296" y="97123"/>
                </a:cubicBezTo>
                <a:lnTo>
                  <a:pt x="47553" y="37394"/>
                </a:lnTo>
                <a:moveTo>
                  <a:pt x="47408" y="97266"/>
                </a:moveTo>
                <a:cubicBezTo>
                  <a:pt x="52452" y="96834"/>
                  <a:pt x="56991" y="95669"/>
                  <a:pt x="61026" y="93772"/>
                </a:cubicBezTo>
                <a:cubicBezTo>
                  <a:pt x="65061" y="91875"/>
                  <a:pt x="68483" y="89341"/>
                  <a:pt x="71293" y="86171"/>
                </a:cubicBezTo>
                <a:cubicBezTo>
                  <a:pt x="74103" y="83001"/>
                  <a:pt x="76264" y="79254"/>
                  <a:pt x="77778" y="74931"/>
                </a:cubicBezTo>
                <a:cubicBezTo>
                  <a:pt x="79291" y="70608"/>
                  <a:pt x="80047" y="65805"/>
                  <a:pt x="80047" y="60521"/>
                </a:cubicBezTo>
                <a:cubicBezTo>
                  <a:pt x="80047" y="57399"/>
                  <a:pt x="79639" y="54505"/>
                  <a:pt x="78822" y="51839"/>
                </a:cubicBezTo>
                <a:cubicBezTo>
                  <a:pt x="78006" y="49173"/>
                  <a:pt x="76781" y="46844"/>
                  <a:pt x="75148" y="44851"/>
                </a:cubicBezTo>
                <a:cubicBezTo>
                  <a:pt x="73515" y="42857"/>
                  <a:pt x="71473" y="41248"/>
                  <a:pt x="69023" y="40023"/>
                </a:cubicBezTo>
                <a:cubicBezTo>
                  <a:pt x="66574" y="38798"/>
                  <a:pt x="63740" y="38042"/>
                  <a:pt x="60522" y="37754"/>
                </a:cubicBezTo>
                <a:lnTo>
                  <a:pt x="47408" y="97266"/>
                </a:lnTo>
              </a:path>
            </a:pathLst>
          </a:custGeom>
          <a:solidFill xmlns:a="http://schemas.openxmlformats.org/drawingml/2006/main">
            <a:srgbClr val="000000"/>
          </a:solidFill>
          <a:ln xmlns:a="http://schemas.openxmlformats.org/drawingml/2006/main" w="0">
            <a:noFill/>
            <a:prstDash val="solid"/>
          </a:ln>
        </p:spPr>
      </p:sp>
      <p:sp>
        <p:nvSpPr>
          <p:cNvPr id="169" name="pdf-path-100026">
            <a:extLst xmlns:a="http://schemas.openxmlformats.org/drawingml/2006/main">
              <a:ext uri="{FF2B5EF4-FFF2-40B4-BE49-F238E27FC236}">
                <a16:creationId xmlns:a16="http://schemas.microsoft.com/office/drawing/2014/main" id="{9A12E494-FD13-4771-AAA3-BD7EA298807D}"/>
              </a:ext>
            </a:extLst>
          </p:cNvPr>
          <p:cNvSpPr>
            <a:spLocks xmlns:a="http://schemas.openxmlformats.org/drawingml/2006/main" noGrp="1"/>
          </p:cNvSpPr>
          <p:nvPr/>
        </p:nvSpPr>
        <p:spPr>
          <a:xfrm xmlns:a="http://schemas.openxmlformats.org/drawingml/2006/main">
            <a:off x="2177634" y="3821124"/>
            <a:ext cx="63049" cy="189246"/>
          </a:xfrm>
          <a:custGeom xmlns:a="http://schemas.openxmlformats.org/drawingml/2006/main">
            <a:pathLst>
              <a:path w="63049" h="189246">
                <a:moveTo>
                  <a:pt x="17259" y="93675"/>
                </a:moveTo>
                <a:cubicBezTo>
                  <a:pt x="17259" y="116953"/>
                  <a:pt x="21000" y="136140"/>
                  <a:pt x="28482" y="151237"/>
                </a:cubicBezTo>
                <a:cubicBezTo>
                  <a:pt x="35964" y="166335"/>
                  <a:pt x="47386" y="176444"/>
                  <a:pt x="62749" y="181565"/>
                </a:cubicBezTo>
                <a:lnTo>
                  <a:pt x="60355" y="189246"/>
                </a:lnTo>
                <a:cubicBezTo>
                  <a:pt x="40869" y="184125"/>
                  <a:pt x="25938" y="173102"/>
                  <a:pt x="15562" y="156175"/>
                </a:cubicBezTo>
                <a:cubicBezTo>
                  <a:pt x="5187" y="139249"/>
                  <a:pt x="0" y="118749"/>
                  <a:pt x="0" y="94673"/>
                </a:cubicBezTo>
                <a:cubicBezTo>
                  <a:pt x="0" y="70664"/>
                  <a:pt x="5204" y="50163"/>
                  <a:pt x="15613" y="33170"/>
                </a:cubicBezTo>
                <a:cubicBezTo>
                  <a:pt x="26021" y="16178"/>
                  <a:pt x="40935" y="5121"/>
                  <a:pt x="60355" y="0"/>
                </a:cubicBezTo>
                <a:lnTo>
                  <a:pt x="63049" y="7681"/>
                </a:lnTo>
                <a:cubicBezTo>
                  <a:pt x="47486" y="12802"/>
                  <a:pt x="35964" y="22795"/>
                  <a:pt x="28482" y="37659"/>
                </a:cubicBezTo>
                <a:cubicBezTo>
                  <a:pt x="21000" y="52524"/>
                  <a:pt x="17259" y="71196"/>
                  <a:pt x="17259" y="93675"/>
                </a:cubicBezTo>
              </a:path>
            </a:pathLst>
          </a:custGeom>
          <a:solidFill xmlns:a="http://schemas.openxmlformats.org/drawingml/2006/main">
            <a:srgbClr val="000000"/>
          </a:solidFill>
          <a:ln xmlns:a="http://schemas.openxmlformats.org/drawingml/2006/main" w="0">
            <a:noFill/>
            <a:prstDash val="solid"/>
          </a:ln>
        </p:spPr>
      </p:sp>
      <p:sp>
        <p:nvSpPr>
          <p:cNvPr id="170" name="pdf-path-100027">
            <a:extLst xmlns:a="http://schemas.openxmlformats.org/drawingml/2006/main">
              <a:ext uri="{FF2B5EF4-FFF2-40B4-BE49-F238E27FC236}">
                <a16:creationId xmlns:a16="http://schemas.microsoft.com/office/drawing/2014/main" id="{B4B192F0-D49B-4AA5-BAC7-70F7675C814D}"/>
              </a:ext>
            </a:extLst>
          </p:cNvPr>
          <p:cNvSpPr>
            <a:spLocks xmlns:a="http://schemas.openxmlformats.org/drawingml/2006/main" noGrp="1"/>
          </p:cNvSpPr>
          <p:nvPr/>
        </p:nvSpPr>
        <p:spPr>
          <a:xfrm xmlns:a="http://schemas.openxmlformats.org/drawingml/2006/main">
            <a:off x="2247301" y="3869906"/>
            <a:ext cx="93775" cy="95372"/>
          </a:xfrm>
          <a:custGeom xmlns:a="http://schemas.openxmlformats.org/drawingml/2006/main">
            <a:pathLst>
              <a:path w="93775" h="95372">
                <a:moveTo>
                  <a:pt x="80208" y="67339"/>
                </a:moveTo>
                <a:lnTo>
                  <a:pt x="74122" y="95372"/>
                </a:lnTo>
                <a:lnTo>
                  <a:pt x="1895" y="95372"/>
                </a:lnTo>
                <a:lnTo>
                  <a:pt x="0" y="90483"/>
                </a:lnTo>
                <a:lnTo>
                  <a:pt x="54569" y="27634"/>
                </a:lnTo>
                <a:cubicBezTo>
                  <a:pt x="62284" y="18789"/>
                  <a:pt x="67937" y="12504"/>
                  <a:pt x="71529" y="8779"/>
                </a:cubicBezTo>
                <a:lnTo>
                  <a:pt x="70930" y="8081"/>
                </a:lnTo>
                <a:lnTo>
                  <a:pt x="47586" y="8081"/>
                </a:lnTo>
                <a:cubicBezTo>
                  <a:pt x="44127" y="8081"/>
                  <a:pt x="41600" y="8314"/>
                  <a:pt x="40004" y="8779"/>
                </a:cubicBezTo>
                <a:cubicBezTo>
                  <a:pt x="38408" y="9244"/>
                  <a:pt x="36812" y="10059"/>
                  <a:pt x="35216" y="11223"/>
                </a:cubicBezTo>
                <a:cubicBezTo>
                  <a:pt x="33619" y="12387"/>
                  <a:pt x="31907" y="14116"/>
                  <a:pt x="30078" y="16411"/>
                </a:cubicBezTo>
                <a:cubicBezTo>
                  <a:pt x="28249" y="18705"/>
                  <a:pt x="26204" y="21981"/>
                  <a:pt x="23943" y="26237"/>
                </a:cubicBezTo>
                <a:lnTo>
                  <a:pt x="15064" y="26237"/>
                </a:lnTo>
                <a:lnTo>
                  <a:pt x="20950" y="0"/>
                </a:lnTo>
                <a:lnTo>
                  <a:pt x="91880" y="0"/>
                </a:lnTo>
                <a:lnTo>
                  <a:pt x="93775" y="4988"/>
                </a:lnTo>
                <a:lnTo>
                  <a:pt x="46189" y="59657"/>
                </a:lnTo>
                <a:cubicBezTo>
                  <a:pt x="36945" y="70232"/>
                  <a:pt x="28931" y="79210"/>
                  <a:pt x="22147" y="86593"/>
                </a:cubicBezTo>
                <a:lnTo>
                  <a:pt x="22745" y="87291"/>
                </a:lnTo>
                <a:lnTo>
                  <a:pt x="45292" y="87291"/>
                </a:lnTo>
                <a:cubicBezTo>
                  <a:pt x="49282" y="87291"/>
                  <a:pt x="52341" y="87075"/>
                  <a:pt x="54469" y="86642"/>
                </a:cubicBezTo>
                <a:cubicBezTo>
                  <a:pt x="56598" y="86210"/>
                  <a:pt x="58460" y="85395"/>
                  <a:pt x="60056" y="84198"/>
                </a:cubicBezTo>
                <a:cubicBezTo>
                  <a:pt x="61652" y="83001"/>
                  <a:pt x="63298" y="81189"/>
                  <a:pt x="64994" y="78761"/>
                </a:cubicBezTo>
                <a:cubicBezTo>
                  <a:pt x="66690" y="76334"/>
                  <a:pt x="68802" y="72526"/>
                  <a:pt x="71329" y="67339"/>
                </a:cubicBezTo>
                <a:lnTo>
                  <a:pt x="80208" y="67339"/>
                </a:lnTo>
              </a:path>
            </a:pathLst>
          </a:custGeom>
          <a:solidFill xmlns:a="http://schemas.openxmlformats.org/drawingml/2006/main">
            <a:srgbClr val="000000"/>
          </a:solidFill>
          <a:ln xmlns:a="http://schemas.openxmlformats.org/drawingml/2006/main" w="0">
            <a:noFill/>
            <a:prstDash val="solid"/>
          </a:ln>
        </p:spPr>
      </p:sp>
      <p:sp>
        <p:nvSpPr>
          <p:cNvPr id="171" name="pdf-path-100028">
            <a:extLst xmlns:a="http://schemas.openxmlformats.org/drawingml/2006/main">
              <a:ext uri="{FF2B5EF4-FFF2-40B4-BE49-F238E27FC236}">
                <a16:creationId xmlns:a16="http://schemas.microsoft.com/office/drawing/2014/main" id="{6ABE17C2-7BCA-465A-83CE-4041B8CA1FD3}"/>
              </a:ext>
            </a:extLst>
          </p:cNvPr>
          <p:cNvSpPr>
            <a:spLocks xmlns:a="http://schemas.openxmlformats.org/drawingml/2006/main" noGrp="1"/>
          </p:cNvSpPr>
          <p:nvPr/>
        </p:nvSpPr>
        <p:spPr>
          <a:xfrm xmlns:a="http://schemas.openxmlformats.org/drawingml/2006/main">
            <a:off x="2372284" y="3822520"/>
            <a:ext cx="15363" cy="185655"/>
          </a:xfrm>
          <a:custGeom xmlns:a="http://schemas.openxmlformats.org/drawingml/2006/main">
            <a:pathLst>
              <a:path w="15363" h="185655">
                <a:moveTo>
                  <a:pt x="15363" y="185655"/>
                </a:moveTo>
                <a:lnTo>
                  <a:pt x="0" y="185655"/>
                </a:lnTo>
                <a:lnTo>
                  <a:pt x="0" y="0"/>
                </a:lnTo>
                <a:lnTo>
                  <a:pt x="15363" y="0"/>
                </a:lnTo>
                <a:lnTo>
                  <a:pt x="15363" y="185655"/>
                </a:lnTo>
              </a:path>
            </a:pathLst>
          </a:custGeom>
          <a:solidFill xmlns:a="http://schemas.openxmlformats.org/drawingml/2006/main">
            <a:srgbClr val="000000"/>
          </a:solidFill>
          <a:ln xmlns:a="http://schemas.openxmlformats.org/drawingml/2006/main" w="0">
            <a:noFill/>
            <a:prstDash val="solid"/>
          </a:ln>
        </p:spPr>
      </p:sp>
      <p:sp>
        <p:nvSpPr>
          <p:cNvPr id="172" name="pdf-path-100029">
            <a:extLst xmlns:a="http://schemas.openxmlformats.org/drawingml/2006/main">
              <a:ext uri="{FF2B5EF4-FFF2-40B4-BE49-F238E27FC236}">
                <a16:creationId xmlns:a16="http://schemas.microsoft.com/office/drawing/2014/main" id="{E5537DFC-19A4-4B6F-972F-23FBFB45B7D4}"/>
              </a:ext>
            </a:extLst>
          </p:cNvPr>
          <p:cNvSpPr>
            <a:spLocks xmlns:a="http://schemas.openxmlformats.org/drawingml/2006/main" noGrp="1"/>
          </p:cNvSpPr>
          <p:nvPr/>
        </p:nvSpPr>
        <p:spPr>
          <a:xfrm xmlns:a="http://schemas.openxmlformats.org/drawingml/2006/main">
            <a:off x="2416400" y="3869906"/>
            <a:ext cx="88687" cy="96968"/>
          </a:xfrm>
          <a:custGeom xmlns:a="http://schemas.openxmlformats.org/drawingml/2006/main">
            <a:pathLst>
              <a:path w="88687" h="96968">
                <a:moveTo>
                  <a:pt x="28432" y="54470"/>
                </a:moveTo>
                <a:cubicBezTo>
                  <a:pt x="29496" y="49615"/>
                  <a:pt x="31076" y="43230"/>
                  <a:pt x="33171" y="35315"/>
                </a:cubicBezTo>
                <a:cubicBezTo>
                  <a:pt x="35265" y="27401"/>
                  <a:pt x="37377" y="20318"/>
                  <a:pt x="39505" y="14066"/>
                </a:cubicBezTo>
                <a:lnTo>
                  <a:pt x="39006" y="13169"/>
                </a:lnTo>
                <a:lnTo>
                  <a:pt x="30427" y="13169"/>
                </a:lnTo>
                <a:cubicBezTo>
                  <a:pt x="26037" y="13169"/>
                  <a:pt x="22662" y="13518"/>
                  <a:pt x="20301" y="14216"/>
                </a:cubicBezTo>
                <a:cubicBezTo>
                  <a:pt x="17940" y="14914"/>
                  <a:pt x="15629" y="16111"/>
                  <a:pt x="13368" y="17807"/>
                </a:cubicBezTo>
                <a:cubicBezTo>
                  <a:pt x="11107" y="19504"/>
                  <a:pt x="8746" y="21947"/>
                  <a:pt x="6285" y="25140"/>
                </a:cubicBezTo>
                <a:lnTo>
                  <a:pt x="0" y="19852"/>
                </a:lnTo>
                <a:cubicBezTo>
                  <a:pt x="3591" y="15397"/>
                  <a:pt x="6734" y="11905"/>
                  <a:pt x="9427" y="9377"/>
                </a:cubicBezTo>
                <a:cubicBezTo>
                  <a:pt x="12121" y="6850"/>
                  <a:pt x="14698" y="4938"/>
                  <a:pt x="17159" y="3642"/>
                </a:cubicBezTo>
                <a:cubicBezTo>
                  <a:pt x="19620" y="2344"/>
                  <a:pt x="22280" y="1414"/>
                  <a:pt x="25140" y="848"/>
                </a:cubicBezTo>
                <a:cubicBezTo>
                  <a:pt x="27999" y="283"/>
                  <a:pt x="31757" y="0"/>
                  <a:pt x="36412" y="0"/>
                </a:cubicBezTo>
                <a:lnTo>
                  <a:pt x="88687" y="0"/>
                </a:lnTo>
                <a:lnTo>
                  <a:pt x="85694" y="13169"/>
                </a:lnTo>
                <a:lnTo>
                  <a:pt x="54469" y="13169"/>
                </a:lnTo>
                <a:lnTo>
                  <a:pt x="43196" y="63149"/>
                </a:lnTo>
                <a:cubicBezTo>
                  <a:pt x="41733" y="69666"/>
                  <a:pt x="41002" y="74588"/>
                  <a:pt x="41002" y="77913"/>
                </a:cubicBezTo>
                <a:cubicBezTo>
                  <a:pt x="41002" y="80574"/>
                  <a:pt x="41434" y="82502"/>
                  <a:pt x="42299" y="83700"/>
                </a:cubicBezTo>
                <a:cubicBezTo>
                  <a:pt x="43163" y="84897"/>
                  <a:pt x="44526" y="85495"/>
                  <a:pt x="46389" y="85495"/>
                </a:cubicBezTo>
                <a:cubicBezTo>
                  <a:pt x="48650" y="85495"/>
                  <a:pt x="51111" y="84564"/>
                  <a:pt x="53771" y="82702"/>
                </a:cubicBezTo>
                <a:cubicBezTo>
                  <a:pt x="56431" y="80840"/>
                  <a:pt x="59457" y="77880"/>
                  <a:pt x="62849" y="73823"/>
                </a:cubicBezTo>
                <a:lnTo>
                  <a:pt x="68635" y="79210"/>
                </a:lnTo>
                <a:cubicBezTo>
                  <a:pt x="62916" y="85595"/>
                  <a:pt x="57811" y="90151"/>
                  <a:pt x="53322" y="92877"/>
                </a:cubicBezTo>
                <a:cubicBezTo>
                  <a:pt x="48833" y="95604"/>
                  <a:pt x="44227" y="96968"/>
                  <a:pt x="39505" y="96968"/>
                </a:cubicBezTo>
                <a:cubicBezTo>
                  <a:pt x="34783" y="96968"/>
                  <a:pt x="31059" y="95405"/>
                  <a:pt x="28332" y="92279"/>
                </a:cubicBezTo>
                <a:cubicBezTo>
                  <a:pt x="25605" y="89153"/>
                  <a:pt x="24242" y="85096"/>
                  <a:pt x="24242" y="80108"/>
                </a:cubicBezTo>
                <a:cubicBezTo>
                  <a:pt x="24242" y="75652"/>
                  <a:pt x="25173" y="69201"/>
                  <a:pt x="27035" y="60755"/>
                </a:cubicBezTo>
                <a:lnTo>
                  <a:pt x="28432" y="54470"/>
                </a:lnTo>
              </a:path>
            </a:pathLst>
          </a:custGeom>
          <a:solidFill xmlns:a="http://schemas.openxmlformats.org/drawingml/2006/main">
            <a:srgbClr val="000000"/>
          </a:solidFill>
          <a:ln xmlns:a="http://schemas.openxmlformats.org/drawingml/2006/main" w="0">
            <a:noFill/>
            <a:prstDash val="solid"/>
          </a:ln>
        </p:spPr>
      </p:sp>
      <p:sp>
        <p:nvSpPr>
          <p:cNvPr id="173" name="pdf-path-100030">
            <a:extLst xmlns:a="http://schemas.openxmlformats.org/drawingml/2006/main">
              <a:ext uri="{FF2B5EF4-FFF2-40B4-BE49-F238E27FC236}">
                <a16:creationId xmlns:a16="http://schemas.microsoft.com/office/drawing/2014/main" id="{82007322-D497-4239-B413-0F9B7F6EDD84}"/>
              </a:ext>
            </a:extLst>
          </p:cNvPr>
          <p:cNvSpPr>
            <a:spLocks xmlns:a="http://schemas.openxmlformats.org/drawingml/2006/main" noGrp="1"/>
          </p:cNvSpPr>
          <p:nvPr/>
        </p:nvSpPr>
        <p:spPr>
          <a:xfrm xmlns:a="http://schemas.openxmlformats.org/drawingml/2006/main">
            <a:off x="2513315" y="3942134"/>
            <a:ext cx="29829" cy="50678"/>
          </a:xfrm>
          <a:custGeom xmlns:a="http://schemas.openxmlformats.org/drawingml/2006/main">
            <a:pathLst>
              <a:path w="29829" h="50678">
                <a:moveTo>
                  <a:pt x="28432" y="0"/>
                </a:moveTo>
                <a:cubicBezTo>
                  <a:pt x="29363" y="4655"/>
                  <a:pt x="29829" y="9244"/>
                  <a:pt x="29829" y="13767"/>
                </a:cubicBezTo>
                <a:cubicBezTo>
                  <a:pt x="29829" y="18422"/>
                  <a:pt x="29031" y="22679"/>
                  <a:pt x="27434" y="26536"/>
                </a:cubicBezTo>
                <a:cubicBezTo>
                  <a:pt x="25838" y="30394"/>
                  <a:pt x="23294" y="34235"/>
                  <a:pt x="19803" y="38058"/>
                </a:cubicBezTo>
                <a:cubicBezTo>
                  <a:pt x="16311" y="41883"/>
                  <a:pt x="11506" y="46089"/>
                  <a:pt x="5387" y="50678"/>
                </a:cubicBezTo>
                <a:lnTo>
                  <a:pt x="0" y="44593"/>
                </a:lnTo>
                <a:cubicBezTo>
                  <a:pt x="3392" y="41401"/>
                  <a:pt x="5853" y="38524"/>
                  <a:pt x="7382" y="35964"/>
                </a:cubicBezTo>
                <a:cubicBezTo>
                  <a:pt x="8912" y="33403"/>
                  <a:pt x="10009" y="30493"/>
                  <a:pt x="10675" y="27235"/>
                </a:cubicBezTo>
                <a:cubicBezTo>
                  <a:pt x="11340" y="23976"/>
                  <a:pt x="11672" y="19886"/>
                  <a:pt x="11672" y="14964"/>
                </a:cubicBezTo>
                <a:cubicBezTo>
                  <a:pt x="11672" y="9909"/>
                  <a:pt x="11439" y="4921"/>
                  <a:pt x="10974" y="0"/>
                </a:cubicBezTo>
                <a:lnTo>
                  <a:pt x="28432" y="0"/>
                </a:lnTo>
              </a:path>
            </a:pathLst>
          </a:custGeom>
          <a:solidFill xmlns:a="http://schemas.openxmlformats.org/drawingml/2006/main">
            <a:srgbClr val="000000"/>
          </a:solidFill>
          <a:ln xmlns:a="http://schemas.openxmlformats.org/drawingml/2006/main" w="0">
            <a:noFill/>
            <a:prstDash val="solid"/>
          </a:ln>
        </p:spPr>
      </p:sp>
      <p:sp>
        <p:nvSpPr>
          <p:cNvPr id="174" name="pdf-path-100031">
            <a:extLst xmlns:a="http://schemas.openxmlformats.org/drawingml/2006/main">
              <a:ext uri="{FF2B5EF4-FFF2-40B4-BE49-F238E27FC236}">
                <a16:creationId xmlns:a16="http://schemas.microsoft.com/office/drawing/2014/main" id="{053A1115-CF4A-417B-AB8B-3AF017B17C90}"/>
              </a:ext>
            </a:extLst>
          </p:cNvPr>
          <p:cNvSpPr>
            <a:spLocks xmlns:a="http://schemas.openxmlformats.org/drawingml/2006/main" noGrp="1"/>
          </p:cNvSpPr>
          <p:nvPr/>
        </p:nvSpPr>
        <p:spPr>
          <a:xfrm xmlns:a="http://schemas.openxmlformats.org/drawingml/2006/main">
            <a:off x="2589033" y="3822520"/>
            <a:ext cx="127893" cy="185854"/>
          </a:xfrm>
          <a:custGeom xmlns:a="http://schemas.openxmlformats.org/drawingml/2006/main">
            <a:pathLst>
              <a:path w="127893" h="185854">
                <a:moveTo>
                  <a:pt x="89286" y="69134"/>
                </a:moveTo>
                <a:cubicBezTo>
                  <a:pt x="97333" y="71795"/>
                  <a:pt x="103386" y="75752"/>
                  <a:pt x="107442" y="81006"/>
                </a:cubicBezTo>
                <a:cubicBezTo>
                  <a:pt x="111499" y="86260"/>
                  <a:pt x="113528" y="92645"/>
                  <a:pt x="113528" y="100160"/>
                </a:cubicBezTo>
                <a:cubicBezTo>
                  <a:pt x="113528" y="108739"/>
                  <a:pt x="111516" y="116371"/>
                  <a:pt x="107492" y="123055"/>
                </a:cubicBezTo>
                <a:cubicBezTo>
                  <a:pt x="103468" y="129739"/>
                  <a:pt x="97583" y="134960"/>
                  <a:pt x="89834" y="138718"/>
                </a:cubicBezTo>
                <a:cubicBezTo>
                  <a:pt x="82086" y="142475"/>
                  <a:pt x="73025" y="144354"/>
                  <a:pt x="62650" y="144354"/>
                </a:cubicBezTo>
                <a:cubicBezTo>
                  <a:pt x="57994" y="144354"/>
                  <a:pt x="53455" y="143905"/>
                  <a:pt x="49033" y="143007"/>
                </a:cubicBezTo>
                <a:cubicBezTo>
                  <a:pt x="44610" y="142109"/>
                  <a:pt x="41068" y="140962"/>
                  <a:pt x="38408" y="139565"/>
                </a:cubicBezTo>
                <a:lnTo>
                  <a:pt x="28332" y="185854"/>
                </a:lnTo>
                <a:lnTo>
                  <a:pt x="0" y="185854"/>
                </a:lnTo>
                <a:lnTo>
                  <a:pt x="27434" y="60954"/>
                </a:lnTo>
                <a:cubicBezTo>
                  <a:pt x="30361" y="47719"/>
                  <a:pt x="34301" y="36679"/>
                  <a:pt x="39256" y="27833"/>
                </a:cubicBezTo>
                <a:cubicBezTo>
                  <a:pt x="44211" y="18988"/>
                  <a:pt x="50795" y="12137"/>
                  <a:pt x="59008" y="7282"/>
                </a:cubicBezTo>
                <a:cubicBezTo>
                  <a:pt x="67222" y="2427"/>
                  <a:pt x="77381" y="0"/>
                  <a:pt x="89485" y="0"/>
                </a:cubicBezTo>
                <a:cubicBezTo>
                  <a:pt x="101922" y="0"/>
                  <a:pt x="111433" y="2261"/>
                  <a:pt x="118017" y="6784"/>
                </a:cubicBezTo>
                <a:cubicBezTo>
                  <a:pt x="124601" y="11306"/>
                  <a:pt x="127893" y="17857"/>
                  <a:pt x="127893" y="26437"/>
                </a:cubicBezTo>
                <a:cubicBezTo>
                  <a:pt x="127893" y="36013"/>
                  <a:pt x="124651" y="44311"/>
                  <a:pt x="118167" y="51327"/>
                </a:cubicBezTo>
                <a:cubicBezTo>
                  <a:pt x="111682" y="58343"/>
                  <a:pt x="102122" y="63814"/>
                  <a:pt x="89485" y="67737"/>
                </a:cubicBezTo>
                <a:lnTo>
                  <a:pt x="89286" y="69134"/>
                </a:lnTo>
                <a:moveTo>
                  <a:pt x="67438" y="62749"/>
                </a:moveTo>
                <a:cubicBezTo>
                  <a:pt x="77148" y="61353"/>
                  <a:pt x="84863" y="57296"/>
                  <a:pt x="90583" y="50579"/>
                </a:cubicBezTo>
                <a:cubicBezTo>
                  <a:pt x="96302" y="43861"/>
                  <a:pt x="99162" y="35448"/>
                  <a:pt x="99162" y="25339"/>
                </a:cubicBezTo>
                <a:cubicBezTo>
                  <a:pt x="99162" y="20351"/>
                  <a:pt x="98115" y="16610"/>
                  <a:pt x="96020" y="14116"/>
                </a:cubicBezTo>
                <a:cubicBezTo>
                  <a:pt x="93925" y="11622"/>
                  <a:pt x="91082" y="10375"/>
                  <a:pt x="87490" y="10375"/>
                </a:cubicBezTo>
                <a:cubicBezTo>
                  <a:pt x="80773" y="10375"/>
                  <a:pt x="74920" y="13967"/>
                  <a:pt x="69932" y="21149"/>
                </a:cubicBezTo>
                <a:cubicBezTo>
                  <a:pt x="64944" y="28332"/>
                  <a:pt x="60788" y="39272"/>
                  <a:pt x="57462" y="53971"/>
                </a:cubicBezTo>
                <a:lnTo>
                  <a:pt x="43994" y="114725"/>
                </a:lnTo>
                <a:cubicBezTo>
                  <a:pt x="43529" y="116853"/>
                  <a:pt x="43296" y="119148"/>
                  <a:pt x="43296" y="121609"/>
                </a:cubicBezTo>
                <a:cubicBezTo>
                  <a:pt x="43296" y="125333"/>
                  <a:pt x="44809" y="128325"/>
                  <a:pt x="47835" y="130587"/>
                </a:cubicBezTo>
                <a:cubicBezTo>
                  <a:pt x="50861" y="132848"/>
                  <a:pt x="54669" y="133979"/>
                  <a:pt x="59258" y="133979"/>
                </a:cubicBezTo>
                <a:cubicBezTo>
                  <a:pt x="63914" y="133979"/>
                  <a:pt x="68153" y="132316"/>
                  <a:pt x="71977" y="128991"/>
                </a:cubicBezTo>
                <a:cubicBezTo>
                  <a:pt x="75802" y="125665"/>
                  <a:pt x="78778" y="121093"/>
                  <a:pt x="80906" y="115274"/>
                </a:cubicBezTo>
                <a:cubicBezTo>
                  <a:pt x="83034" y="109454"/>
                  <a:pt x="84098" y="103120"/>
                  <a:pt x="84098" y="96269"/>
                </a:cubicBezTo>
                <a:cubicBezTo>
                  <a:pt x="84098" y="89219"/>
                  <a:pt x="82552" y="83882"/>
                  <a:pt x="79459" y="80258"/>
                </a:cubicBezTo>
                <a:cubicBezTo>
                  <a:pt x="76367" y="76633"/>
                  <a:pt x="71595" y="74189"/>
                  <a:pt x="65144" y="72925"/>
                </a:cubicBezTo>
                <a:lnTo>
                  <a:pt x="67438" y="62749"/>
                </a:lnTo>
              </a:path>
            </a:pathLst>
          </a:custGeom>
          <a:solidFill xmlns:a="http://schemas.openxmlformats.org/drawingml/2006/main">
            <a:srgbClr val="000000"/>
          </a:solidFill>
          <a:ln xmlns:a="http://schemas.openxmlformats.org/drawingml/2006/main" w="0">
            <a:noFill/>
            <a:prstDash val="solid"/>
          </a:ln>
        </p:spPr>
      </p:sp>
      <p:sp>
        <p:nvSpPr>
          <p:cNvPr id="175" name="pdf-path-100032">
            <a:extLst xmlns:a="http://schemas.openxmlformats.org/drawingml/2006/main">
              <a:ext uri="{FF2B5EF4-FFF2-40B4-BE49-F238E27FC236}">
                <a16:creationId xmlns:a16="http://schemas.microsoft.com/office/drawing/2014/main" id="{A8EFDB06-97E9-4FED-85E3-9D6EA9F9074A}"/>
              </a:ext>
            </a:extLst>
          </p:cNvPr>
          <p:cNvSpPr>
            <a:spLocks xmlns:a="http://schemas.openxmlformats.org/drawingml/2006/main" noGrp="1"/>
          </p:cNvSpPr>
          <p:nvPr/>
        </p:nvSpPr>
        <p:spPr>
          <a:xfrm xmlns:a="http://schemas.openxmlformats.org/drawingml/2006/main">
            <a:off x="2730371" y="3821124"/>
            <a:ext cx="63049" cy="189246"/>
          </a:xfrm>
          <a:custGeom xmlns:a="http://schemas.openxmlformats.org/drawingml/2006/main">
            <a:pathLst>
              <a:path w="63049" h="189246">
                <a:moveTo>
                  <a:pt x="45790" y="93675"/>
                </a:moveTo>
                <a:cubicBezTo>
                  <a:pt x="45790" y="71196"/>
                  <a:pt x="42066" y="52524"/>
                  <a:pt x="34617" y="37659"/>
                </a:cubicBezTo>
                <a:cubicBezTo>
                  <a:pt x="27168" y="22795"/>
                  <a:pt x="15629" y="12802"/>
                  <a:pt x="0" y="7681"/>
                </a:cubicBezTo>
                <a:lnTo>
                  <a:pt x="2694" y="0"/>
                </a:lnTo>
                <a:cubicBezTo>
                  <a:pt x="22114" y="5121"/>
                  <a:pt x="37028" y="16178"/>
                  <a:pt x="47436" y="33170"/>
                </a:cubicBezTo>
                <a:cubicBezTo>
                  <a:pt x="57845" y="50163"/>
                  <a:pt x="63049" y="70664"/>
                  <a:pt x="63049" y="94673"/>
                </a:cubicBezTo>
                <a:cubicBezTo>
                  <a:pt x="63049" y="118749"/>
                  <a:pt x="57862" y="139249"/>
                  <a:pt x="47486" y="156175"/>
                </a:cubicBezTo>
                <a:cubicBezTo>
                  <a:pt x="37111" y="173102"/>
                  <a:pt x="22180" y="184125"/>
                  <a:pt x="2694" y="189246"/>
                </a:cubicBezTo>
                <a:lnTo>
                  <a:pt x="300" y="181565"/>
                </a:lnTo>
                <a:cubicBezTo>
                  <a:pt x="15663" y="176444"/>
                  <a:pt x="27085" y="166335"/>
                  <a:pt x="34567" y="151237"/>
                </a:cubicBezTo>
                <a:cubicBezTo>
                  <a:pt x="42049" y="136140"/>
                  <a:pt x="45790" y="116953"/>
                  <a:pt x="45790" y="93675"/>
                </a:cubicBezTo>
              </a:path>
            </a:pathLst>
          </a:custGeom>
          <a:solidFill xmlns:a="http://schemas.openxmlformats.org/drawingml/2006/main">
            <a:srgbClr val="000000"/>
          </a:solidFill>
          <a:ln xmlns:a="http://schemas.openxmlformats.org/drawingml/2006/main" w="0">
            <a:noFill/>
            <a:prstDash val="solid"/>
          </a:ln>
        </p:spPr>
      </p:sp>
      <p:sp>
        <p:nvSpPr>
          <p:cNvPr id="176" name="pdf-path-100033">
            <a:extLst xmlns:a="http://schemas.openxmlformats.org/drawingml/2006/main">
              <a:ext uri="{FF2B5EF4-FFF2-40B4-BE49-F238E27FC236}">
                <a16:creationId xmlns:a16="http://schemas.microsoft.com/office/drawing/2014/main" id="{5B91D1D4-6E2F-4579-BAA7-4B99E41D9F75}"/>
              </a:ext>
            </a:extLst>
          </p:cNvPr>
          <p:cNvSpPr>
            <a:spLocks xmlns:a="http://schemas.openxmlformats.org/drawingml/2006/main" noGrp="1"/>
          </p:cNvSpPr>
          <p:nvPr/>
        </p:nvSpPr>
        <p:spPr>
          <a:xfrm xmlns:a="http://schemas.openxmlformats.org/drawingml/2006/main">
            <a:off x="2321309" y="6428419"/>
            <a:ext cx="82901" cy="37111"/>
          </a:xfrm>
          <a:custGeom xmlns:a="http://schemas.openxmlformats.org/drawingml/2006/main">
            <a:pathLst>
              <a:path w="82901" h="37111">
                <a:moveTo>
                  <a:pt x="48982" y="0"/>
                </a:moveTo>
                <a:lnTo>
                  <a:pt x="82901" y="31425"/>
                </a:lnTo>
                <a:lnTo>
                  <a:pt x="77514" y="37111"/>
                </a:lnTo>
                <a:lnTo>
                  <a:pt x="42299" y="12870"/>
                </a:lnTo>
                <a:lnTo>
                  <a:pt x="41201" y="12870"/>
                </a:lnTo>
                <a:lnTo>
                  <a:pt x="5387" y="37111"/>
                </a:lnTo>
                <a:lnTo>
                  <a:pt x="0" y="31425"/>
                </a:lnTo>
                <a:lnTo>
                  <a:pt x="35615" y="0"/>
                </a:lnTo>
                <a:lnTo>
                  <a:pt x="48982" y="0"/>
                </a:lnTo>
              </a:path>
            </a:pathLst>
          </a:custGeom>
          <a:solidFill xmlns:a="http://schemas.openxmlformats.org/drawingml/2006/main">
            <a:srgbClr val="000000"/>
          </a:solidFill>
          <a:ln xmlns:a="http://schemas.openxmlformats.org/drawingml/2006/main" w="0">
            <a:noFill/>
            <a:prstDash val="solid"/>
          </a:ln>
        </p:spPr>
      </p:sp>
      <p:sp>
        <p:nvSpPr>
          <p:cNvPr id="177" name="pdf-path-100034">
            <a:extLst xmlns:a="http://schemas.openxmlformats.org/drawingml/2006/main">
              <a:ext uri="{FF2B5EF4-FFF2-40B4-BE49-F238E27FC236}">
                <a16:creationId xmlns:a16="http://schemas.microsoft.com/office/drawing/2014/main" id="{2828421C-CABB-47A3-989D-C55C35135AA4}"/>
              </a:ext>
            </a:extLst>
          </p:cNvPr>
          <p:cNvSpPr>
            <a:spLocks xmlns:a="http://schemas.openxmlformats.org/drawingml/2006/main" noGrp="1"/>
          </p:cNvSpPr>
          <p:nvPr/>
        </p:nvSpPr>
        <p:spPr>
          <a:xfrm xmlns:a="http://schemas.openxmlformats.org/drawingml/2006/main">
            <a:off x="2306188" y="6475207"/>
            <a:ext cx="100958" cy="98663"/>
          </a:xfrm>
          <a:custGeom xmlns:a="http://schemas.openxmlformats.org/drawingml/2006/main">
            <a:pathLst>
              <a:path w="100958" h="98663">
                <a:moveTo>
                  <a:pt x="75220" y="6585"/>
                </a:moveTo>
                <a:lnTo>
                  <a:pt x="84398" y="0"/>
                </a:lnTo>
                <a:lnTo>
                  <a:pt x="90782" y="1597"/>
                </a:lnTo>
                <a:lnTo>
                  <a:pt x="76117" y="64845"/>
                </a:lnTo>
                <a:cubicBezTo>
                  <a:pt x="74654" y="71163"/>
                  <a:pt x="73923" y="76085"/>
                  <a:pt x="73923" y="79609"/>
                </a:cubicBezTo>
                <a:cubicBezTo>
                  <a:pt x="73923" y="82270"/>
                  <a:pt x="74355" y="84198"/>
                  <a:pt x="75220" y="85395"/>
                </a:cubicBezTo>
                <a:cubicBezTo>
                  <a:pt x="76084" y="86593"/>
                  <a:pt x="77448" y="87191"/>
                  <a:pt x="79310" y="87191"/>
                </a:cubicBezTo>
                <a:cubicBezTo>
                  <a:pt x="81305" y="87191"/>
                  <a:pt x="83433" y="86376"/>
                  <a:pt x="85694" y="84747"/>
                </a:cubicBezTo>
                <a:cubicBezTo>
                  <a:pt x="87956" y="83118"/>
                  <a:pt x="91148" y="80009"/>
                  <a:pt x="95272" y="75419"/>
                </a:cubicBezTo>
                <a:lnTo>
                  <a:pt x="100958" y="81006"/>
                </a:lnTo>
                <a:cubicBezTo>
                  <a:pt x="94972" y="87391"/>
                  <a:pt x="89868" y="91930"/>
                  <a:pt x="85645" y="94623"/>
                </a:cubicBezTo>
                <a:cubicBezTo>
                  <a:pt x="81421" y="97317"/>
                  <a:pt x="76849" y="98663"/>
                  <a:pt x="71928" y="98663"/>
                </a:cubicBezTo>
                <a:cubicBezTo>
                  <a:pt x="67804" y="98663"/>
                  <a:pt x="64512" y="97300"/>
                  <a:pt x="62051" y="94574"/>
                </a:cubicBezTo>
                <a:cubicBezTo>
                  <a:pt x="59590" y="91847"/>
                  <a:pt x="58360" y="88223"/>
                  <a:pt x="58360" y="83699"/>
                </a:cubicBezTo>
                <a:cubicBezTo>
                  <a:pt x="58360" y="80042"/>
                  <a:pt x="59125" y="76151"/>
                  <a:pt x="60654" y="72028"/>
                </a:cubicBezTo>
                <a:lnTo>
                  <a:pt x="59358" y="71628"/>
                </a:lnTo>
                <a:cubicBezTo>
                  <a:pt x="52973" y="80939"/>
                  <a:pt x="46921" y="87757"/>
                  <a:pt x="41201" y="92080"/>
                </a:cubicBezTo>
                <a:cubicBezTo>
                  <a:pt x="35482" y="96402"/>
                  <a:pt x="29429" y="98564"/>
                  <a:pt x="23045" y="98564"/>
                </a:cubicBezTo>
                <a:cubicBezTo>
                  <a:pt x="15729" y="98564"/>
                  <a:pt x="10059" y="95804"/>
                  <a:pt x="6035" y="90284"/>
                </a:cubicBezTo>
                <a:cubicBezTo>
                  <a:pt x="2012" y="84764"/>
                  <a:pt x="0" y="77016"/>
                  <a:pt x="0" y="67040"/>
                </a:cubicBezTo>
                <a:cubicBezTo>
                  <a:pt x="0" y="55600"/>
                  <a:pt x="2245" y="44610"/>
                  <a:pt x="6734" y="34069"/>
                </a:cubicBezTo>
                <a:cubicBezTo>
                  <a:pt x="11223" y="23528"/>
                  <a:pt x="17392" y="15214"/>
                  <a:pt x="25239" y="9129"/>
                </a:cubicBezTo>
                <a:cubicBezTo>
                  <a:pt x="33087" y="3043"/>
                  <a:pt x="41833" y="0"/>
                  <a:pt x="51477" y="0"/>
                </a:cubicBezTo>
                <a:cubicBezTo>
                  <a:pt x="55800" y="0"/>
                  <a:pt x="59840" y="482"/>
                  <a:pt x="63597" y="1447"/>
                </a:cubicBezTo>
                <a:cubicBezTo>
                  <a:pt x="67355" y="2411"/>
                  <a:pt x="71229" y="4124"/>
                  <a:pt x="75220" y="6585"/>
                </a:cubicBezTo>
                <a:moveTo>
                  <a:pt x="66441" y="36313"/>
                </a:moveTo>
                <a:cubicBezTo>
                  <a:pt x="67039" y="33587"/>
                  <a:pt x="67438" y="31225"/>
                  <a:pt x="67638" y="29230"/>
                </a:cubicBezTo>
                <a:cubicBezTo>
                  <a:pt x="67837" y="27235"/>
                  <a:pt x="67937" y="25074"/>
                  <a:pt x="67937" y="22745"/>
                </a:cubicBezTo>
                <a:cubicBezTo>
                  <a:pt x="67937" y="17625"/>
                  <a:pt x="66840" y="13867"/>
                  <a:pt x="64645" y="11473"/>
                </a:cubicBezTo>
                <a:cubicBezTo>
                  <a:pt x="62450" y="9079"/>
                  <a:pt x="58726" y="7881"/>
                  <a:pt x="53472" y="7881"/>
                </a:cubicBezTo>
                <a:cubicBezTo>
                  <a:pt x="46621" y="7881"/>
                  <a:pt x="40470" y="10642"/>
                  <a:pt x="35016" y="16162"/>
                </a:cubicBezTo>
                <a:cubicBezTo>
                  <a:pt x="29563" y="21682"/>
                  <a:pt x="25306" y="29081"/>
                  <a:pt x="22247" y="38358"/>
                </a:cubicBezTo>
                <a:cubicBezTo>
                  <a:pt x="19187" y="47636"/>
                  <a:pt x="17657" y="56897"/>
                  <a:pt x="17657" y="66142"/>
                </a:cubicBezTo>
                <a:cubicBezTo>
                  <a:pt x="17657" y="73059"/>
                  <a:pt x="18605" y="78230"/>
                  <a:pt x="20501" y="81654"/>
                </a:cubicBezTo>
                <a:cubicBezTo>
                  <a:pt x="22396" y="85080"/>
                  <a:pt x="25572" y="86792"/>
                  <a:pt x="30028" y="86792"/>
                </a:cubicBezTo>
                <a:cubicBezTo>
                  <a:pt x="34417" y="86792"/>
                  <a:pt x="38724" y="84897"/>
                  <a:pt x="42947" y="81106"/>
                </a:cubicBezTo>
                <a:cubicBezTo>
                  <a:pt x="47170" y="77315"/>
                  <a:pt x="51526" y="71911"/>
                  <a:pt x="56015" y="64895"/>
                </a:cubicBezTo>
                <a:cubicBezTo>
                  <a:pt x="60505" y="57878"/>
                  <a:pt x="63681" y="49781"/>
                  <a:pt x="65543" y="40603"/>
                </a:cubicBezTo>
                <a:lnTo>
                  <a:pt x="66441" y="36313"/>
                </a:lnTo>
              </a:path>
            </a:pathLst>
          </a:custGeom>
          <a:solidFill xmlns:a="http://schemas.openxmlformats.org/drawingml/2006/main">
            <a:srgbClr val="000000"/>
          </a:solidFill>
          <a:ln xmlns:a="http://schemas.openxmlformats.org/drawingml/2006/main" w="0">
            <a:noFill/>
            <a:prstDash val="solid"/>
          </a:ln>
        </p:spPr>
      </p:sp>
      <p:sp>
        <p:nvSpPr>
          <p:cNvPr id="178" name="pdf-path-100035">
            <a:extLst xmlns:a="http://schemas.openxmlformats.org/drawingml/2006/main">
              <a:ext uri="{FF2B5EF4-FFF2-40B4-BE49-F238E27FC236}">
                <a16:creationId xmlns:a16="http://schemas.microsoft.com/office/drawing/2014/main" id="{D174CA59-7456-48EC-88B3-18F63342D90E}"/>
              </a:ext>
            </a:extLst>
          </p:cNvPr>
          <p:cNvSpPr>
            <a:spLocks xmlns:a="http://schemas.openxmlformats.org/drawingml/2006/main" noGrp="1"/>
          </p:cNvSpPr>
          <p:nvPr/>
        </p:nvSpPr>
        <p:spPr>
          <a:xfrm xmlns:a="http://schemas.openxmlformats.org/drawingml/2006/main">
            <a:off x="2419450" y="6525511"/>
            <a:ext cx="52380" cy="91647"/>
          </a:xfrm>
          <a:custGeom xmlns:a="http://schemas.openxmlformats.org/drawingml/2006/main">
            <a:pathLst>
              <a:path w="52380" h="91647">
                <a:moveTo>
                  <a:pt x="45391" y="76445"/>
                </a:moveTo>
                <a:cubicBezTo>
                  <a:pt x="42941" y="79183"/>
                  <a:pt x="40612" y="81512"/>
                  <a:pt x="38402" y="83433"/>
                </a:cubicBezTo>
                <a:cubicBezTo>
                  <a:pt x="36193" y="85355"/>
                  <a:pt x="34031" y="86928"/>
                  <a:pt x="31918" y="88153"/>
                </a:cubicBezTo>
                <a:cubicBezTo>
                  <a:pt x="29804" y="89378"/>
                  <a:pt x="27715" y="90267"/>
                  <a:pt x="25649" y="90819"/>
                </a:cubicBezTo>
                <a:cubicBezTo>
                  <a:pt x="23584" y="91371"/>
                  <a:pt x="21470" y="91647"/>
                  <a:pt x="19309" y="91647"/>
                </a:cubicBezTo>
                <a:cubicBezTo>
                  <a:pt x="13593" y="91647"/>
                  <a:pt x="9330" y="90302"/>
                  <a:pt x="6520" y="87612"/>
                </a:cubicBezTo>
                <a:cubicBezTo>
                  <a:pt x="3711" y="84923"/>
                  <a:pt x="2305" y="80960"/>
                  <a:pt x="2305" y="75724"/>
                </a:cubicBezTo>
                <a:cubicBezTo>
                  <a:pt x="2305" y="73947"/>
                  <a:pt x="2437" y="71990"/>
                  <a:pt x="2702" y="69852"/>
                </a:cubicBezTo>
                <a:cubicBezTo>
                  <a:pt x="2966" y="67715"/>
                  <a:pt x="3338" y="65638"/>
                  <a:pt x="3818" y="63620"/>
                </a:cubicBezTo>
                <a:lnTo>
                  <a:pt x="12392" y="26298"/>
                </a:lnTo>
                <a:lnTo>
                  <a:pt x="0" y="26298"/>
                </a:lnTo>
                <a:lnTo>
                  <a:pt x="1441" y="20750"/>
                </a:lnTo>
                <a:cubicBezTo>
                  <a:pt x="4323" y="20750"/>
                  <a:pt x="6568" y="20475"/>
                  <a:pt x="8178" y="19922"/>
                </a:cubicBezTo>
                <a:cubicBezTo>
                  <a:pt x="9786" y="19370"/>
                  <a:pt x="11143" y="18613"/>
                  <a:pt x="12248" y="17653"/>
                </a:cubicBezTo>
                <a:cubicBezTo>
                  <a:pt x="12969" y="16980"/>
                  <a:pt x="13665" y="16151"/>
                  <a:pt x="14338" y="15167"/>
                </a:cubicBezTo>
                <a:cubicBezTo>
                  <a:pt x="15010" y="14182"/>
                  <a:pt x="15683" y="12993"/>
                  <a:pt x="16355" y="11600"/>
                </a:cubicBezTo>
                <a:cubicBezTo>
                  <a:pt x="17027" y="10207"/>
                  <a:pt x="17712" y="8563"/>
                  <a:pt x="18408" y="6665"/>
                </a:cubicBezTo>
                <a:cubicBezTo>
                  <a:pt x="19105" y="4767"/>
                  <a:pt x="19886" y="2546"/>
                  <a:pt x="20750" y="0"/>
                </a:cubicBezTo>
                <a:lnTo>
                  <a:pt x="31990" y="0"/>
                </a:lnTo>
                <a:lnTo>
                  <a:pt x="27883" y="18301"/>
                </a:lnTo>
                <a:lnTo>
                  <a:pt x="52380" y="18301"/>
                </a:lnTo>
                <a:lnTo>
                  <a:pt x="50723" y="26298"/>
                </a:lnTo>
                <a:lnTo>
                  <a:pt x="26298" y="26298"/>
                </a:lnTo>
                <a:lnTo>
                  <a:pt x="18949" y="56487"/>
                </a:lnTo>
                <a:cubicBezTo>
                  <a:pt x="18468" y="58504"/>
                  <a:pt x="18072" y="60318"/>
                  <a:pt x="17760" y="61927"/>
                </a:cubicBezTo>
                <a:cubicBezTo>
                  <a:pt x="17448" y="63536"/>
                  <a:pt x="17196" y="64989"/>
                  <a:pt x="17003" y="66285"/>
                </a:cubicBezTo>
                <a:cubicBezTo>
                  <a:pt x="16811" y="67583"/>
                  <a:pt x="16679" y="68759"/>
                  <a:pt x="16607" y="69816"/>
                </a:cubicBezTo>
                <a:cubicBezTo>
                  <a:pt x="16535" y="70873"/>
                  <a:pt x="16499" y="71858"/>
                  <a:pt x="16499" y="72770"/>
                </a:cubicBezTo>
                <a:cubicBezTo>
                  <a:pt x="16499" y="75652"/>
                  <a:pt x="17099" y="77910"/>
                  <a:pt x="18300" y="79543"/>
                </a:cubicBezTo>
                <a:cubicBezTo>
                  <a:pt x="19501" y="81176"/>
                  <a:pt x="21470" y="81993"/>
                  <a:pt x="24208" y="81993"/>
                </a:cubicBezTo>
                <a:cubicBezTo>
                  <a:pt x="26514" y="81993"/>
                  <a:pt x="28963" y="81140"/>
                  <a:pt x="31557" y="79435"/>
                </a:cubicBezTo>
                <a:cubicBezTo>
                  <a:pt x="34151" y="77729"/>
                  <a:pt x="37105" y="75052"/>
                  <a:pt x="40419" y="71401"/>
                </a:cubicBezTo>
                <a:lnTo>
                  <a:pt x="45391" y="76445"/>
                </a:lnTo>
              </a:path>
            </a:pathLst>
          </a:custGeom>
          <a:solidFill xmlns:a="http://schemas.openxmlformats.org/drawingml/2006/main">
            <a:srgbClr val="000000"/>
          </a:solidFill>
          <a:ln xmlns:a="http://schemas.openxmlformats.org/drawingml/2006/main" w="0">
            <a:noFill/>
            <a:prstDash val="solid"/>
          </a:ln>
        </p:spPr>
      </p:sp>
      <p:sp>
        <p:nvSpPr>
          <p:cNvPr id="179" name="pdf-path-100036">
            <a:extLst xmlns:a="http://schemas.openxmlformats.org/drawingml/2006/main">
              <a:ext uri="{FF2B5EF4-FFF2-40B4-BE49-F238E27FC236}">
                <a16:creationId xmlns:a16="http://schemas.microsoft.com/office/drawing/2014/main" id="{7BC5595E-DCD2-45A0-9D70-A0BF22B940D1}"/>
              </a:ext>
            </a:extLst>
          </p:cNvPr>
          <p:cNvSpPr>
            <a:spLocks xmlns:a="http://schemas.openxmlformats.org/drawingml/2006/main" noGrp="1"/>
          </p:cNvSpPr>
          <p:nvPr/>
        </p:nvSpPr>
        <p:spPr>
          <a:xfrm xmlns:a="http://schemas.openxmlformats.org/drawingml/2006/main">
            <a:off x="10527992" y="3840969"/>
            <a:ext cx="101057" cy="139964"/>
          </a:xfrm>
          <a:custGeom xmlns:a="http://schemas.openxmlformats.org/drawingml/2006/main">
            <a:pathLst>
              <a:path w="101057" h="139964">
                <a:moveTo>
                  <a:pt x="24939" y="34118"/>
                </a:moveTo>
                <a:cubicBezTo>
                  <a:pt x="26336" y="27999"/>
                  <a:pt x="27035" y="22978"/>
                  <a:pt x="27035" y="19054"/>
                </a:cubicBezTo>
                <a:cubicBezTo>
                  <a:pt x="27035" y="16394"/>
                  <a:pt x="26602" y="14465"/>
                  <a:pt x="25738" y="13268"/>
                </a:cubicBezTo>
                <a:cubicBezTo>
                  <a:pt x="24873" y="12071"/>
                  <a:pt x="23510" y="11473"/>
                  <a:pt x="21648" y="11473"/>
                </a:cubicBezTo>
                <a:cubicBezTo>
                  <a:pt x="19586" y="11473"/>
                  <a:pt x="17408" y="12320"/>
                  <a:pt x="15113" y="14016"/>
                </a:cubicBezTo>
                <a:cubicBezTo>
                  <a:pt x="12819" y="15712"/>
                  <a:pt x="9676" y="18788"/>
                  <a:pt x="5686" y="23244"/>
                </a:cubicBezTo>
                <a:lnTo>
                  <a:pt x="0" y="17657"/>
                </a:lnTo>
                <a:cubicBezTo>
                  <a:pt x="5986" y="11406"/>
                  <a:pt x="11057" y="6900"/>
                  <a:pt x="15213" y="4140"/>
                </a:cubicBezTo>
                <a:cubicBezTo>
                  <a:pt x="19370" y="1380"/>
                  <a:pt x="23976" y="0"/>
                  <a:pt x="29030" y="0"/>
                </a:cubicBezTo>
                <a:cubicBezTo>
                  <a:pt x="33153" y="0"/>
                  <a:pt x="36429" y="1363"/>
                  <a:pt x="38856" y="4090"/>
                </a:cubicBezTo>
                <a:cubicBezTo>
                  <a:pt x="41284" y="6817"/>
                  <a:pt x="42498" y="10441"/>
                  <a:pt x="42498" y="14964"/>
                </a:cubicBezTo>
                <a:cubicBezTo>
                  <a:pt x="42498" y="18688"/>
                  <a:pt x="41733" y="22612"/>
                  <a:pt x="40204" y="26736"/>
                </a:cubicBezTo>
                <a:lnTo>
                  <a:pt x="41400" y="27135"/>
                </a:lnTo>
                <a:cubicBezTo>
                  <a:pt x="53705" y="9112"/>
                  <a:pt x="65942" y="100"/>
                  <a:pt x="78112" y="100"/>
                </a:cubicBezTo>
                <a:cubicBezTo>
                  <a:pt x="85361" y="100"/>
                  <a:pt x="90998" y="2860"/>
                  <a:pt x="95022" y="8380"/>
                </a:cubicBezTo>
                <a:cubicBezTo>
                  <a:pt x="99045" y="13900"/>
                  <a:pt x="101057" y="21681"/>
                  <a:pt x="101057" y="31724"/>
                </a:cubicBezTo>
                <a:cubicBezTo>
                  <a:pt x="101057" y="42698"/>
                  <a:pt x="98846" y="53488"/>
                  <a:pt x="94424" y="64096"/>
                </a:cubicBezTo>
                <a:cubicBezTo>
                  <a:pt x="90001" y="74704"/>
                  <a:pt x="83865" y="83117"/>
                  <a:pt x="76017" y="89336"/>
                </a:cubicBezTo>
                <a:cubicBezTo>
                  <a:pt x="68169" y="95554"/>
                  <a:pt x="59390" y="98663"/>
                  <a:pt x="49680" y="98663"/>
                </a:cubicBezTo>
                <a:cubicBezTo>
                  <a:pt x="40835" y="98663"/>
                  <a:pt x="33486" y="96735"/>
                  <a:pt x="27633" y="92877"/>
                </a:cubicBezTo>
                <a:lnTo>
                  <a:pt x="23045" y="114725"/>
                </a:lnTo>
                <a:cubicBezTo>
                  <a:pt x="22047" y="119447"/>
                  <a:pt x="21548" y="123337"/>
                  <a:pt x="21548" y="126397"/>
                </a:cubicBezTo>
                <a:cubicBezTo>
                  <a:pt x="21548" y="129323"/>
                  <a:pt x="22296" y="131402"/>
                  <a:pt x="23793" y="132632"/>
                </a:cubicBezTo>
                <a:cubicBezTo>
                  <a:pt x="25289" y="133862"/>
                  <a:pt x="28198" y="134677"/>
                  <a:pt x="32522" y="135076"/>
                </a:cubicBezTo>
                <a:lnTo>
                  <a:pt x="31724" y="139964"/>
                </a:lnTo>
                <a:lnTo>
                  <a:pt x="897" y="139964"/>
                </a:lnTo>
                <a:lnTo>
                  <a:pt x="24939" y="34118"/>
                </a:lnTo>
                <a:moveTo>
                  <a:pt x="35016" y="62350"/>
                </a:moveTo>
                <a:cubicBezTo>
                  <a:pt x="34351" y="65875"/>
                  <a:pt x="33935" y="68569"/>
                  <a:pt x="33769" y="70431"/>
                </a:cubicBezTo>
                <a:cubicBezTo>
                  <a:pt x="33602" y="72293"/>
                  <a:pt x="33519" y="74122"/>
                  <a:pt x="33519" y="75918"/>
                </a:cubicBezTo>
                <a:cubicBezTo>
                  <a:pt x="33519" y="81105"/>
                  <a:pt x="34633" y="84880"/>
                  <a:pt x="36861" y="87241"/>
                </a:cubicBezTo>
                <a:cubicBezTo>
                  <a:pt x="39089" y="89602"/>
                  <a:pt x="42930" y="90782"/>
                  <a:pt x="48383" y="90782"/>
                </a:cubicBezTo>
                <a:cubicBezTo>
                  <a:pt x="51776" y="90782"/>
                  <a:pt x="54901" y="90117"/>
                  <a:pt x="57761" y="88787"/>
                </a:cubicBezTo>
                <a:cubicBezTo>
                  <a:pt x="60621" y="87457"/>
                  <a:pt x="63331" y="85528"/>
                  <a:pt x="65891" y="83001"/>
                </a:cubicBezTo>
                <a:cubicBezTo>
                  <a:pt x="68453" y="80474"/>
                  <a:pt x="70763" y="77414"/>
                  <a:pt x="72825" y="73823"/>
                </a:cubicBezTo>
                <a:cubicBezTo>
                  <a:pt x="74886" y="70231"/>
                  <a:pt x="76733" y="66058"/>
                  <a:pt x="78361" y="61303"/>
                </a:cubicBezTo>
                <a:cubicBezTo>
                  <a:pt x="79991" y="56548"/>
                  <a:pt x="81222" y="51659"/>
                  <a:pt x="82053" y="46638"/>
                </a:cubicBezTo>
                <a:cubicBezTo>
                  <a:pt x="82884" y="41617"/>
                  <a:pt x="83300" y="36911"/>
                  <a:pt x="83300" y="32522"/>
                </a:cubicBezTo>
                <a:cubicBezTo>
                  <a:pt x="83300" y="25539"/>
                  <a:pt x="82319" y="20335"/>
                  <a:pt x="80357" y="16909"/>
                </a:cubicBezTo>
                <a:cubicBezTo>
                  <a:pt x="78395" y="13484"/>
                  <a:pt x="75286" y="11772"/>
                  <a:pt x="71029" y="11772"/>
                </a:cubicBezTo>
                <a:cubicBezTo>
                  <a:pt x="67637" y="11772"/>
                  <a:pt x="64295" y="12919"/>
                  <a:pt x="61004" y="15214"/>
                </a:cubicBezTo>
                <a:cubicBezTo>
                  <a:pt x="57712" y="17508"/>
                  <a:pt x="54103" y="21182"/>
                  <a:pt x="50179" y="26237"/>
                </a:cubicBezTo>
                <a:cubicBezTo>
                  <a:pt x="46256" y="31291"/>
                  <a:pt x="43196" y="36279"/>
                  <a:pt x="41002" y="41201"/>
                </a:cubicBezTo>
                <a:cubicBezTo>
                  <a:pt x="38807" y="46123"/>
                  <a:pt x="37077" y="51776"/>
                  <a:pt x="35814" y="58160"/>
                </a:cubicBezTo>
                <a:lnTo>
                  <a:pt x="35016" y="62350"/>
                </a:lnTo>
              </a:path>
            </a:pathLst>
          </a:custGeom>
          <a:solidFill xmlns:a="http://schemas.openxmlformats.org/drawingml/2006/main">
            <a:srgbClr val="000000"/>
          </a:solidFill>
          <a:ln xmlns:a="http://schemas.openxmlformats.org/drawingml/2006/main" w="0">
            <a:noFill/>
            <a:prstDash val="solid"/>
          </a:ln>
        </p:spPr>
      </p:sp>
      <p:sp>
        <p:nvSpPr>
          <p:cNvPr id="180" name="pdf-path-100037">
            <a:extLst xmlns:a="http://schemas.openxmlformats.org/drawingml/2006/main">
              <a:ext uri="{FF2B5EF4-FFF2-40B4-BE49-F238E27FC236}">
                <a16:creationId xmlns:a16="http://schemas.microsoft.com/office/drawing/2014/main" id="{1010D028-82BC-4128-8655-BC3F3323620E}"/>
              </a:ext>
            </a:extLst>
          </p:cNvPr>
          <p:cNvSpPr>
            <a:spLocks xmlns:a="http://schemas.openxmlformats.org/drawingml/2006/main" noGrp="1"/>
          </p:cNvSpPr>
          <p:nvPr/>
        </p:nvSpPr>
        <p:spPr>
          <a:xfrm xmlns:a="http://schemas.openxmlformats.org/drawingml/2006/main">
            <a:off x="10634054" y="3905336"/>
            <a:ext cx="76661" cy="104400"/>
          </a:xfrm>
          <a:custGeom xmlns:a="http://schemas.openxmlformats.org/drawingml/2006/main">
            <a:pathLst>
              <a:path w="76661" h="104400">
                <a:moveTo>
                  <a:pt x="58000" y="104400"/>
                </a:moveTo>
                <a:lnTo>
                  <a:pt x="44239" y="104400"/>
                </a:lnTo>
                <a:lnTo>
                  <a:pt x="59657" y="35016"/>
                </a:lnTo>
                <a:cubicBezTo>
                  <a:pt x="60329" y="31798"/>
                  <a:pt x="60966" y="28760"/>
                  <a:pt x="61567" y="25902"/>
                </a:cubicBezTo>
                <a:cubicBezTo>
                  <a:pt x="62167" y="23044"/>
                  <a:pt x="62468" y="20558"/>
                  <a:pt x="62468" y="18445"/>
                </a:cubicBezTo>
                <a:cubicBezTo>
                  <a:pt x="62468" y="12585"/>
                  <a:pt x="59994" y="9655"/>
                  <a:pt x="55046" y="9655"/>
                </a:cubicBezTo>
                <a:cubicBezTo>
                  <a:pt x="53125" y="9655"/>
                  <a:pt x="51216" y="10135"/>
                  <a:pt x="49318" y="11096"/>
                </a:cubicBezTo>
                <a:cubicBezTo>
                  <a:pt x="47421" y="12056"/>
                  <a:pt x="45595" y="13329"/>
                  <a:pt x="43843" y="14914"/>
                </a:cubicBezTo>
                <a:cubicBezTo>
                  <a:pt x="42089" y="16499"/>
                  <a:pt x="40444" y="18289"/>
                  <a:pt x="38907" y="20282"/>
                </a:cubicBezTo>
                <a:cubicBezTo>
                  <a:pt x="37370" y="22275"/>
                  <a:pt x="35989" y="24329"/>
                  <a:pt x="34764" y="26442"/>
                </a:cubicBezTo>
                <a:cubicBezTo>
                  <a:pt x="33540" y="28556"/>
                  <a:pt x="32507" y="30609"/>
                  <a:pt x="31666" y="32603"/>
                </a:cubicBezTo>
                <a:cubicBezTo>
                  <a:pt x="30826" y="34596"/>
                  <a:pt x="30237" y="36361"/>
                  <a:pt x="29901" y="37898"/>
                </a:cubicBezTo>
                <a:lnTo>
                  <a:pt x="22192" y="73563"/>
                </a:lnTo>
                <a:lnTo>
                  <a:pt x="8142" y="73563"/>
                </a:lnTo>
                <a:lnTo>
                  <a:pt x="19237" y="25433"/>
                </a:lnTo>
                <a:cubicBezTo>
                  <a:pt x="19766" y="23368"/>
                  <a:pt x="20150" y="21435"/>
                  <a:pt x="20390" y="19634"/>
                </a:cubicBezTo>
                <a:cubicBezTo>
                  <a:pt x="20631" y="17832"/>
                  <a:pt x="20751" y="16259"/>
                  <a:pt x="20751" y="14914"/>
                </a:cubicBezTo>
                <a:cubicBezTo>
                  <a:pt x="20751" y="11504"/>
                  <a:pt x="19310" y="9799"/>
                  <a:pt x="16427" y="9799"/>
                </a:cubicBezTo>
                <a:cubicBezTo>
                  <a:pt x="14746" y="9799"/>
                  <a:pt x="13029" y="10447"/>
                  <a:pt x="11276" y="11744"/>
                </a:cubicBezTo>
                <a:cubicBezTo>
                  <a:pt x="9523" y="13041"/>
                  <a:pt x="7422" y="14986"/>
                  <a:pt x="4971" y="17580"/>
                </a:cubicBezTo>
                <a:lnTo>
                  <a:pt x="0" y="12825"/>
                </a:lnTo>
                <a:cubicBezTo>
                  <a:pt x="2354" y="10519"/>
                  <a:pt x="4480" y="8562"/>
                  <a:pt x="6377" y="6953"/>
                </a:cubicBezTo>
                <a:cubicBezTo>
                  <a:pt x="8274" y="5344"/>
                  <a:pt x="10076" y="4023"/>
                  <a:pt x="11780" y="2990"/>
                </a:cubicBezTo>
                <a:cubicBezTo>
                  <a:pt x="13486" y="1958"/>
                  <a:pt x="15155" y="1201"/>
                  <a:pt x="16788" y="721"/>
                </a:cubicBezTo>
                <a:cubicBezTo>
                  <a:pt x="18421" y="240"/>
                  <a:pt x="20175" y="0"/>
                  <a:pt x="22048" y="0"/>
                </a:cubicBezTo>
                <a:cubicBezTo>
                  <a:pt x="25554" y="0"/>
                  <a:pt x="28328" y="1129"/>
                  <a:pt x="30370" y="3387"/>
                </a:cubicBezTo>
                <a:cubicBezTo>
                  <a:pt x="32411" y="5644"/>
                  <a:pt x="33431" y="8598"/>
                  <a:pt x="33431" y="12249"/>
                </a:cubicBezTo>
                <a:cubicBezTo>
                  <a:pt x="33431" y="14410"/>
                  <a:pt x="33023" y="16571"/>
                  <a:pt x="32206" y="18733"/>
                </a:cubicBezTo>
                <a:cubicBezTo>
                  <a:pt x="32351" y="18829"/>
                  <a:pt x="32507" y="18889"/>
                  <a:pt x="32674" y="18913"/>
                </a:cubicBezTo>
                <a:cubicBezTo>
                  <a:pt x="32843" y="18937"/>
                  <a:pt x="32999" y="18997"/>
                  <a:pt x="33143" y="19093"/>
                </a:cubicBezTo>
                <a:cubicBezTo>
                  <a:pt x="37466" y="13089"/>
                  <a:pt x="41873" y="8406"/>
                  <a:pt x="46365" y="5043"/>
                </a:cubicBezTo>
                <a:cubicBezTo>
                  <a:pt x="50856" y="1681"/>
                  <a:pt x="55743" y="0"/>
                  <a:pt x="61026" y="0"/>
                </a:cubicBezTo>
                <a:cubicBezTo>
                  <a:pt x="66262" y="0"/>
                  <a:pt x="70177" y="1405"/>
                  <a:pt x="72770" y="4215"/>
                </a:cubicBezTo>
                <a:cubicBezTo>
                  <a:pt x="75364" y="7025"/>
                  <a:pt x="76661" y="10975"/>
                  <a:pt x="76661" y="16067"/>
                </a:cubicBezTo>
                <a:cubicBezTo>
                  <a:pt x="76661" y="17797"/>
                  <a:pt x="76481" y="19850"/>
                  <a:pt x="76120" y="22227"/>
                </a:cubicBezTo>
                <a:cubicBezTo>
                  <a:pt x="75760" y="24605"/>
                  <a:pt x="75244" y="27379"/>
                  <a:pt x="74572" y="30549"/>
                </a:cubicBezTo>
                <a:lnTo>
                  <a:pt x="58000" y="104400"/>
                </a:lnTo>
              </a:path>
            </a:pathLst>
          </a:custGeom>
          <a:solidFill xmlns:a="http://schemas.openxmlformats.org/drawingml/2006/main">
            <a:srgbClr val="000000"/>
          </a:solidFill>
          <a:ln xmlns:a="http://schemas.openxmlformats.org/drawingml/2006/main" w="0">
            <a:noFill/>
            <a:prstDash val="solid"/>
          </a:ln>
        </p:spPr>
      </p:sp>
      <p:sp>
        <p:nvSpPr>
          <p:cNvPr id="181" name="pdf-path-100038">
            <a:extLst xmlns:a="http://schemas.openxmlformats.org/drawingml/2006/main">
              <a:ext uri="{FF2B5EF4-FFF2-40B4-BE49-F238E27FC236}">
                <a16:creationId xmlns:a16="http://schemas.microsoft.com/office/drawing/2014/main" id="{185A6676-9C10-4B84-91BE-7B15F7C5E7C7}"/>
              </a:ext>
            </a:extLst>
          </p:cNvPr>
          <p:cNvSpPr>
            <a:spLocks xmlns:a="http://schemas.openxmlformats.org/drawingml/2006/main" noGrp="1"/>
          </p:cNvSpPr>
          <p:nvPr/>
        </p:nvSpPr>
        <p:spPr>
          <a:xfrm xmlns:a="http://schemas.openxmlformats.org/drawingml/2006/main">
            <a:off x="10751382" y="3793883"/>
            <a:ext cx="63048" cy="189246"/>
          </a:xfrm>
          <a:custGeom xmlns:a="http://schemas.openxmlformats.org/drawingml/2006/main">
            <a:pathLst>
              <a:path w="63048" h="189246">
                <a:moveTo>
                  <a:pt x="17259" y="93675"/>
                </a:moveTo>
                <a:cubicBezTo>
                  <a:pt x="17259" y="116953"/>
                  <a:pt x="21000" y="136140"/>
                  <a:pt x="28482" y="151237"/>
                </a:cubicBezTo>
                <a:cubicBezTo>
                  <a:pt x="35964" y="166335"/>
                  <a:pt x="47387" y="176444"/>
                  <a:pt x="62749" y="181565"/>
                </a:cubicBezTo>
                <a:lnTo>
                  <a:pt x="60356" y="189246"/>
                </a:lnTo>
                <a:cubicBezTo>
                  <a:pt x="40868" y="184125"/>
                  <a:pt x="25938" y="173102"/>
                  <a:pt x="15562" y="156175"/>
                </a:cubicBezTo>
                <a:cubicBezTo>
                  <a:pt x="5188" y="139249"/>
                  <a:pt x="0" y="118749"/>
                  <a:pt x="0" y="94673"/>
                </a:cubicBezTo>
                <a:cubicBezTo>
                  <a:pt x="0" y="70664"/>
                  <a:pt x="5204" y="50163"/>
                  <a:pt x="15612" y="33170"/>
                </a:cubicBezTo>
                <a:cubicBezTo>
                  <a:pt x="26021" y="16178"/>
                  <a:pt x="40935" y="5121"/>
                  <a:pt x="60356" y="0"/>
                </a:cubicBezTo>
                <a:lnTo>
                  <a:pt x="63048" y="7681"/>
                </a:lnTo>
                <a:cubicBezTo>
                  <a:pt x="47486" y="12802"/>
                  <a:pt x="35964" y="22795"/>
                  <a:pt x="28482" y="37659"/>
                </a:cubicBezTo>
                <a:cubicBezTo>
                  <a:pt x="21000" y="52524"/>
                  <a:pt x="17259" y="71196"/>
                  <a:pt x="17259" y="93675"/>
                </a:cubicBezTo>
              </a:path>
            </a:pathLst>
          </a:custGeom>
          <a:solidFill xmlns:a="http://schemas.openxmlformats.org/drawingml/2006/main">
            <a:srgbClr val="000000"/>
          </a:solidFill>
          <a:ln xmlns:a="http://schemas.openxmlformats.org/drawingml/2006/main" w="0">
            <a:noFill/>
            <a:prstDash val="solid"/>
          </a:ln>
        </p:spPr>
      </p:sp>
      <p:sp>
        <p:nvSpPr>
          <p:cNvPr id="182" name="pdf-path-100039">
            <a:extLst xmlns:a="http://schemas.openxmlformats.org/drawingml/2006/main">
              <a:ext uri="{FF2B5EF4-FFF2-40B4-BE49-F238E27FC236}">
                <a16:creationId xmlns:a16="http://schemas.microsoft.com/office/drawing/2014/main" id="{D600CE45-122D-40E1-B2F1-77FA8DC553A1}"/>
              </a:ext>
            </a:extLst>
          </p:cNvPr>
          <p:cNvSpPr>
            <a:spLocks xmlns:a="http://schemas.openxmlformats.org/drawingml/2006/main" noGrp="1"/>
          </p:cNvSpPr>
          <p:nvPr/>
        </p:nvSpPr>
        <p:spPr>
          <a:xfrm xmlns:a="http://schemas.openxmlformats.org/drawingml/2006/main">
            <a:off x="10821049" y="3842666"/>
            <a:ext cx="93775" cy="95372"/>
          </a:xfrm>
          <a:custGeom xmlns:a="http://schemas.openxmlformats.org/drawingml/2006/main">
            <a:pathLst>
              <a:path w="93775" h="95372">
                <a:moveTo>
                  <a:pt x="80208" y="67339"/>
                </a:moveTo>
                <a:lnTo>
                  <a:pt x="74123" y="95372"/>
                </a:lnTo>
                <a:lnTo>
                  <a:pt x="1896" y="95372"/>
                </a:lnTo>
                <a:lnTo>
                  <a:pt x="0" y="90483"/>
                </a:lnTo>
                <a:lnTo>
                  <a:pt x="54569" y="27634"/>
                </a:lnTo>
                <a:cubicBezTo>
                  <a:pt x="62284" y="18789"/>
                  <a:pt x="67937" y="12504"/>
                  <a:pt x="71528" y="8779"/>
                </a:cubicBezTo>
                <a:lnTo>
                  <a:pt x="70930" y="8081"/>
                </a:lnTo>
                <a:lnTo>
                  <a:pt x="47585" y="8081"/>
                </a:lnTo>
                <a:cubicBezTo>
                  <a:pt x="44128" y="8081"/>
                  <a:pt x="41601" y="8314"/>
                  <a:pt x="40004" y="8779"/>
                </a:cubicBezTo>
                <a:cubicBezTo>
                  <a:pt x="38408" y="9244"/>
                  <a:pt x="36811" y="10059"/>
                  <a:pt x="35216" y="11223"/>
                </a:cubicBezTo>
                <a:cubicBezTo>
                  <a:pt x="33620" y="12387"/>
                  <a:pt x="31907" y="14116"/>
                  <a:pt x="30078" y="16411"/>
                </a:cubicBezTo>
                <a:cubicBezTo>
                  <a:pt x="28249" y="18705"/>
                  <a:pt x="26204" y="21981"/>
                  <a:pt x="23943" y="26237"/>
                </a:cubicBezTo>
                <a:lnTo>
                  <a:pt x="15064" y="26237"/>
                </a:lnTo>
                <a:lnTo>
                  <a:pt x="20950" y="0"/>
                </a:lnTo>
                <a:lnTo>
                  <a:pt x="91880" y="0"/>
                </a:lnTo>
                <a:lnTo>
                  <a:pt x="93775" y="4988"/>
                </a:lnTo>
                <a:lnTo>
                  <a:pt x="46189" y="59657"/>
                </a:lnTo>
                <a:cubicBezTo>
                  <a:pt x="36945" y="70232"/>
                  <a:pt x="28931" y="79210"/>
                  <a:pt x="22147" y="86593"/>
                </a:cubicBezTo>
                <a:lnTo>
                  <a:pt x="22745" y="87291"/>
                </a:lnTo>
                <a:lnTo>
                  <a:pt x="45291" y="87291"/>
                </a:lnTo>
                <a:cubicBezTo>
                  <a:pt x="49282" y="87291"/>
                  <a:pt x="52342" y="87075"/>
                  <a:pt x="54469" y="86642"/>
                </a:cubicBezTo>
                <a:cubicBezTo>
                  <a:pt x="56598" y="86210"/>
                  <a:pt x="58460" y="85395"/>
                  <a:pt x="60056" y="84198"/>
                </a:cubicBezTo>
                <a:cubicBezTo>
                  <a:pt x="61652" y="83001"/>
                  <a:pt x="63298" y="81189"/>
                  <a:pt x="64994" y="78761"/>
                </a:cubicBezTo>
                <a:cubicBezTo>
                  <a:pt x="66690" y="76334"/>
                  <a:pt x="68801" y="72526"/>
                  <a:pt x="71329" y="67339"/>
                </a:cubicBezTo>
                <a:lnTo>
                  <a:pt x="80208" y="67339"/>
                </a:lnTo>
              </a:path>
            </a:pathLst>
          </a:custGeom>
          <a:solidFill xmlns:a="http://schemas.openxmlformats.org/drawingml/2006/main">
            <a:srgbClr val="000000"/>
          </a:solidFill>
          <a:ln xmlns:a="http://schemas.openxmlformats.org/drawingml/2006/main" w="0">
            <a:noFill/>
            <a:prstDash val="solid"/>
          </a:ln>
        </p:spPr>
      </p:sp>
      <p:sp>
        <p:nvSpPr>
          <p:cNvPr id="183" name="pdf-path-100040">
            <a:extLst xmlns:a="http://schemas.openxmlformats.org/drawingml/2006/main">
              <a:ext uri="{FF2B5EF4-FFF2-40B4-BE49-F238E27FC236}">
                <a16:creationId xmlns:a16="http://schemas.microsoft.com/office/drawing/2014/main" id="{4FB477CF-94B5-4C94-9527-453B864C4E89}"/>
              </a:ext>
            </a:extLst>
          </p:cNvPr>
          <p:cNvSpPr>
            <a:spLocks xmlns:a="http://schemas.openxmlformats.org/drawingml/2006/main" noGrp="1"/>
          </p:cNvSpPr>
          <p:nvPr/>
        </p:nvSpPr>
        <p:spPr>
          <a:xfrm xmlns:a="http://schemas.openxmlformats.org/drawingml/2006/main">
            <a:off x="10946033" y="3795279"/>
            <a:ext cx="15363" cy="185655"/>
          </a:xfrm>
          <a:custGeom xmlns:a="http://schemas.openxmlformats.org/drawingml/2006/main">
            <a:pathLst>
              <a:path w="15363" h="185655">
                <a:moveTo>
                  <a:pt x="15363" y="185655"/>
                </a:moveTo>
                <a:lnTo>
                  <a:pt x="0" y="185655"/>
                </a:lnTo>
                <a:lnTo>
                  <a:pt x="0" y="0"/>
                </a:lnTo>
                <a:lnTo>
                  <a:pt x="15363" y="0"/>
                </a:lnTo>
                <a:lnTo>
                  <a:pt x="15363" y="185655"/>
                </a:lnTo>
              </a:path>
            </a:pathLst>
          </a:custGeom>
          <a:solidFill xmlns:a="http://schemas.openxmlformats.org/drawingml/2006/main">
            <a:srgbClr val="000000"/>
          </a:solidFill>
          <a:ln xmlns:a="http://schemas.openxmlformats.org/drawingml/2006/main" w="0">
            <a:noFill/>
            <a:prstDash val="solid"/>
          </a:ln>
        </p:spPr>
      </p:sp>
      <p:sp>
        <p:nvSpPr>
          <p:cNvPr id="184" name="pdf-path-100041">
            <a:extLst xmlns:a="http://schemas.openxmlformats.org/drawingml/2006/main">
              <a:ext uri="{FF2B5EF4-FFF2-40B4-BE49-F238E27FC236}">
                <a16:creationId xmlns:a16="http://schemas.microsoft.com/office/drawing/2014/main" id="{14091C58-8AF7-47BD-A584-5E74478896CE}"/>
              </a:ext>
            </a:extLst>
          </p:cNvPr>
          <p:cNvSpPr>
            <a:spLocks xmlns:a="http://schemas.openxmlformats.org/drawingml/2006/main" noGrp="1"/>
          </p:cNvSpPr>
          <p:nvPr/>
        </p:nvSpPr>
        <p:spPr>
          <a:xfrm xmlns:a="http://schemas.openxmlformats.org/drawingml/2006/main">
            <a:off x="10991645" y="3841070"/>
            <a:ext cx="82801" cy="98663"/>
          </a:xfrm>
          <a:custGeom xmlns:a="http://schemas.openxmlformats.org/drawingml/2006/main">
            <a:pathLst>
              <a:path w="82801" h="98663">
                <a:moveTo>
                  <a:pt x="70231" y="25838"/>
                </a:moveTo>
                <a:cubicBezTo>
                  <a:pt x="69500" y="19919"/>
                  <a:pt x="67554" y="15429"/>
                  <a:pt x="64396" y="12370"/>
                </a:cubicBezTo>
                <a:cubicBezTo>
                  <a:pt x="61236" y="9311"/>
                  <a:pt x="56265" y="7781"/>
                  <a:pt x="49481" y="7781"/>
                </a:cubicBezTo>
                <a:cubicBezTo>
                  <a:pt x="44227" y="7781"/>
                  <a:pt x="39971" y="9128"/>
                  <a:pt x="36712" y="11821"/>
                </a:cubicBezTo>
                <a:cubicBezTo>
                  <a:pt x="33453" y="14515"/>
                  <a:pt x="31823" y="18056"/>
                  <a:pt x="31823" y="22446"/>
                </a:cubicBezTo>
                <a:cubicBezTo>
                  <a:pt x="31823" y="24840"/>
                  <a:pt x="32239" y="26952"/>
                  <a:pt x="33070" y="28781"/>
                </a:cubicBezTo>
                <a:cubicBezTo>
                  <a:pt x="33902" y="30610"/>
                  <a:pt x="35581" y="32622"/>
                  <a:pt x="38109" y="34816"/>
                </a:cubicBezTo>
                <a:cubicBezTo>
                  <a:pt x="40636" y="37011"/>
                  <a:pt x="44559" y="39705"/>
                  <a:pt x="49881" y="42897"/>
                </a:cubicBezTo>
                <a:cubicBezTo>
                  <a:pt x="54070" y="45424"/>
                  <a:pt x="57429" y="47735"/>
                  <a:pt x="59956" y="49831"/>
                </a:cubicBezTo>
                <a:cubicBezTo>
                  <a:pt x="62483" y="51925"/>
                  <a:pt x="64479" y="54004"/>
                  <a:pt x="65942" y="56066"/>
                </a:cubicBezTo>
                <a:cubicBezTo>
                  <a:pt x="67405" y="58127"/>
                  <a:pt x="68469" y="60305"/>
                  <a:pt x="69134" y="62600"/>
                </a:cubicBezTo>
                <a:cubicBezTo>
                  <a:pt x="69799" y="64894"/>
                  <a:pt x="70132" y="67671"/>
                  <a:pt x="70132" y="70930"/>
                </a:cubicBezTo>
                <a:cubicBezTo>
                  <a:pt x="70132" y="76849"/>
                  <a:pt x="68552" y="81920"/>
                  <a:pt x="65393" y="86143"/>
                </a:cubicBezTo>
                <a:cubicBezTo>
                  <a:pt x="62234" y="90366"/>
                  <a:pt x="57944" y="93509"/>
                  <a:pt x="52524" y="95571"/>
                </a:cubicBezTo>
                <a:cubicBezTo>
                  <a:pt x="47104" y="97632"/>
                  <a:pt x="40935" y="98663"/>
                  <a:pt x="34018" y="98663"/>
                </a:cubicBezTo>
                <a:cubicBezTo>
                  <a:pt x="28498" y="98663"/>
                  <a:pt x="23078" y="98247"/>
                  <a:pt x="17757" y="97416"/>
                </a:cubicBezTo>
                <a:cubicBezTo>
                  <a:pt x="12437" y="96585"/>
                  <a:pt x="6518" y="95172"/>
                  <a:pt x="0" y="93177"/>
                </a:cubicBezTo>
                <a:lnTo>
                  <a:pt x="4788" y="71429"/>
                </a:lnTo>
                <a:lnTo>
                  <a:pt x="12570" y="71429"/>
                </a:lnTo>
                <a:cubicBezTo>
                  <a:pt x="12836" y="77813"/>
                  <a:pt x="14632" y="82635"/>
                  <a:pt x="17957" y="85894"/>
                </a:cubicBezTo>
                <a:cubicBezTo>
                  <a:pt x="21282" y="89153"/>
                  <a:pt x="26569" y="90782"/>
                  <a:pt x="33819" y="90782"/>
                </a:cubicBezTo>
                <a:cubicBezTo>
                  <a:pt x="40137" y="90782"/>
                  <a:pt x="45075" y="89369"/>
                  <a:pt x="48634" y="86543"/>
                </a:cubicBezTo>
                <a:cubicBezTo>
                  <a:pt x="52192" y="83716"/>
                  <a:pt x="53971" y="79709"/>
                  <a:pt x="53971" y="74521"/>
                </a:cubicBezTo>
                <a:cubicBezTo>
                  <a:pt x="53971" y="71528"/>
                  <a:pt x="53472" y="68951"/>
                  <a:pt x="52474" y="66790"/>
                </a:cubicBezTo>
                <a:cubicBezTo>
                  <a:pt x="51477" y="64628"/>
                  <a:pt x="49848" y="62550"/>
                  <a:pt x="47585" y="60554"/>
                </a:cubicBezTo>
                <a:cubicBezTo>
                  <a:pt x="45324" y="58559"/>
                  <a:pt x="41733" y="56066"/>
                  <a:pt x="36811" y="53073"/>
                </a:cubicBezTo>
                <a:cubicBezTo>
                  <a:pt x="31625" y="49947"/>
                  <a:pt x="27583" y="47120"/>
                  <a:pt x="24691" y="44593"/>
                </a:cubicBezTo>
                <a:cubicBezTo>
                  <a:pt x="21798" y="42065"/>
                  <a:pt x="19620" y="39322"/>
                  <a:pt x="18157" y="36363"/>
                </a:cubicBezTo>
                <a:cubicBezTo>
                  <a:pt x="16693" y="33403"/>
                  <a:pt x="15962" y="29995"/>
                  <a:pt x="15962" y="26137"/>
                </a:cubicBezTo>
                <a:cubicBezTo>
                  <a:pt x="15962" y="20883"/>
                  <a:pt x="17375" y="16277"/>
                  <a:pt x="20202" y="12320"/>
                </a:cubicBezTo>
                <a:cubicBezTo>
                  <a:pt x="23028" y="8363"/>
                  <a:pt x="27068" y="5320"/>
                  <a:pt x="32322" y="3192"/>
                </a:cubicBezTo>
                <a:cubicBezTo>
                  <a:pt x="37576" y="1064"/>
                  <a:pt x="43695" y="0"/>
                  <a:pt x="50679" y="0"/>
                </a:cubicBezTo>
                <a:cubicBezTo>
                  <a:pt x="56864" y="0"/>
                  <a:pt x="62500" y="366"/>
                  <a:pt x="67588" y="1097"/>
                </a:cubicBezTo>
                <a:cubicBezTo>
                  <a:pt x="72676" y="1829"/>
                  <a:pt x="77747" y="3092"/>
                  <a:pt x="82801" y="4888"/>
                </a:cubicBezTo>
                <a:lnTo>
                  <a:pt x="78312" y="25838"/>
                </a:lnTo>
                <a:lnTo>
                  <a:pt x="70231" y="25838"/>
                </a:lnTo>
              </a:path>
            </a:pathLst>
          </a:custGeom>
          <a:solidFill xmlns:a="http://schemas.openxmlformats.org/drawingml/2006/main">
            <a:srgbClr val="000000"/>
          </a:solidFill>
          <a:ln xmlns:a="http://schemas.openxmlformats.org/drawingml/2006/main" w="0">
            <a:noFill/>
            <a:prstDash val="solid"/>
          </a:ln>
        </p:spPr>
      </p:sp>
      <p:sp>
        <p:nvSpPr>
          <p:cNvPr id="185" name="pdf-path-100042">
            <a:extLst xmlns:a="http://schemas.openxmlformats.org/drawingml/2006/main">
              <a:ext uri="{FF2B5EF4-FFF2-40B4-BE49-F238E27FC236}">
                <a16:creationId xmlns:a16="http://schemas.microsoft.com/office/drawing/2014/main" id="{BE46AA5C-9B50-4EFC-BFF4-8E5640E50D1C}"/>
              </a:ext>
            </a:extLst>
          </p:cNvPr>
          <p:cNvSpPr>
            <a:spLocks xmlns:a="http://schemas.openxmlformats.org/drawingml/2006/main" noGrp="1"/>
          </p:cNvSpPr>
          <p:nvPr/>
        </p:nvSpPr>
        <p:spPr>
          <a:xfrm xmlns:a="http://schemas.openxmlformats.org/drawingml/2006/main">
            <a:off x="11086954" y="3888549"/>
            <a:ext cx="52380" cy="91647"/>
          </a:xfrm>
          <a:custGeom xmlns:a="http://schemas.openxmlformats.org/drawingml/2006/main">
            <a:pathLst>
              <a:path w="52380" h="91647">
                <a:moveTo>
                  <a:pt x="45391" y="76444"/>
                </a:moveTo>
                <a:cubicBezTo>
                  <a:pt x="42942" y="79182"/>
                  <a:pt x="40612" y="81512"/>
                  <a:pt x="38403" y="83433"/>
                </a:cubicBezTo>
                <a:cubicBezTo>
                  <a:pt x="36193" y="85354"/>
                  <a:pt x="34031" y="86928"/>
                  <a:pt x="31918" y="88152"/>
                </a:cubicBezTo>
                <a:cubicBezTo>
                  <a:pt x="29805" y="89377"/>
                  <a:pt x="27715" y="90266"/>
                  <a:pt x="25650" y="90818"/>
                </a:cubicBezTo>
                <a:cubicBezTo>
                  <a:pt x="23584" y="91371"/>
                  <a:pt x="21471" y="91647"/>
                  <a:pt x="19310" y="91647"/>
                </a:cubicBezTo>
                <a:cubicBezTo>
                  <a:pt x="13593" y="91647"/>
                  <a:pt x="9331" y="90302"/>
                  <a:pt x="6521" y="87612"/>
                </a:cubicBezTo>
                <a:cubicBezTo>
                  <a:pt x="3711" y="84922"/>
                  <a:pt x="2306" y="80959"/>
                  <a:pt x="2306" y="75724"/>
                </a:cubicBezTo>
                <a:cubicBezTo>
                  <a:pt x="2306" y="73947"/>
                  <a:pt x="2438" y="71989"/>
                  <a:pt x="2702" y="69852"/>
                </a:cubicBezTo>
                <a:cubicBezTo>
                  <a:pt x="2967" y="67714"/>
                  <a:pt x="3338" y="65637"/>
                  <a:pt x="3819" y="63620"/>
                </a:cubicBezTo>
                <a:lnTo>
                  <a:pt x="12393" y="26298"/>
                </a:lnTo>
                <a:lnTo>
                  <a:pt x="0" y="26298"/>
                </a:lnTo>
                <a:lnTo>
                  <a:pt x="1441" y="20750"/>
                </a:lnTo>
                <a:cubicBezTo>
                  <a:pt x="4324" y="20750"/>
                  <a:pt x="6569" y="20474"/>
                  <a:pt x="8178" y="19922"/>
                </a:cubicBezTo>
                <a:cubicBezTo>
                  <a:pt x="9787" y="19369"/>
                  <a:pt x="11144" y="18613"/>
                  <a:pt x="12249" y="17652"/>
                </a:cubicBezTo>
                <a:cubicBezTo>
                  <a:pt x="12969" y="16979"/>
                  <a:pt x="13666" y="16151"/>
                  <a:pt x="14338" y="15166"/>
                </a:cubicBezTo>
                <a:cubicBezTo>
                  <a:pt x="15010" y="14182"/>
                  <a:pt x="15683" y="12993"/>
                  <a:pt x="16355" y="11600"/>
                </a:cubicBezTo>
                <a:cubicBezTo>
                  <a:pt x="17028" y="10207"/>
                  <a:pt x="17712" y="8562"/>
                  <a:pt x="18409" y="6665"/>
                </a:cubicBezTo>
                <a:cubicBezTo>
                  <a:pt x="19106" y="4767"/>
                  <a:pt x="19886" y="2545"/>
                  <a:pt x="20750" y="0"/>
                </a:cubicBezTo>
                <a:lnTo>
                  <a:pt x="31990" y="0"/>
                </a:lnTo>
                <a:lnTo>
                  <a:pt x="27883" y="18301"/>
                </a:lnTo>
                <a:lnTo>
                  <a:pt x="52380" y="18301"/>
                </a:lnTo>
                <a:lnTo>
                  <a:pt x="50723" y="26298"/>
                </a:lnTo>
                <a:lnTo>
                  <a:pt x="26298" y="26298"/>
                </a:lnTo>
                <a:lnTo>
                  <a:pt x="18949" y="56487"/>
                </a:lnTo>
                <a:cubicBezTo>
                  <a:pt x="18469" y="58504"/>
                  <a:pt x="18073" y="60317"/>
                  <a:pt x="17761" y="61926"/>
                </a:cubicBezTo>
                <a:cubicBezTo>
                  <a:pt x="17449" y="63536"/>
                  <a:pt x="17196" y="64988"/>
                  <a:pt x="17004" y="66285"/>
                </a:cubicBezTo>
                <a:cubicBezTo>
                  <a:pt x="16812" y="67582"/>
                  <a:pt x="16680" y="68759"/>
                  <a:pt x="16608" y="69816"/>
                </a:cubicBezTo>
                <a:cubicBezTo>
                  <a:pt x="16536" y="70872"/>
                  <a:pt x="16500" y="71857"/>
                  <a:pt x="16500" y="72770"/>
                </a:cubicBezTo>
                <a:cubicBezTo>
                  <a:pt x="16500" y="75652"/>
                  <a:pt x="17100" y="77909"/>
                  <a:pt x="18301" y="79542"/>
                </a:cubicBezTo>
                <a:cubicBezTo>
                  <a:pt x="19501" y="81176"/>
                  <a:pt x="21471" y="81992"/>
                  <a:pt x="24209" y="81992"/>
                </a:cubicBezTo>
                <a:cubicBezTo>
                  <a:pt x="26514" y="81992"/>
                  <a:pt x="28964" y="81139"/>
                  <a:pt x="31558" y="79435"/>
                </a:cubicBezTo>
                <a:cubicBezTo>
                  <a:pt x="34152" y="77729"/>
                  <a:pt x="37105" y="75051"/>
                  <a:pt x="40420" y="71401"/>
                </a:cubicBezTo>
                <a:lnTo>
                  <a:pt x="45391" y="76444"/>
                </a:lnTo>
              </a:path>
            </a:pathLst>
          </a:custGeom>
          <a:solidFill xmlns:a="http://schemas.openxmlformats.org/drawingml/2006/main">
            <a:srgbClr val="000000"/>
          </a:solidFill>
          <a:ln xmlns:a="http://schemas.openxmlformats.org/drawingml/2006/main" w="0">
            <a:noFill/>
            <a:prstDash val="solid"/>
          </a:ln>
        </p:spPr>
      </p:sp>
      <p:sp>
        <p:nvSpPr>
          <p:cNvPr id="186" name="pdf-path-100043">
            <a:extLst xmlns:a="http://schemas.openxmlformats.org/drawingml/2006/main">
              <a:ext uri="{FF2B5EF4-FFF2-40B4-BE49-F238E27FC236}">
                <a16:creationId xmlns:a16="http://schemas.microsoft.com/office/drawing/2014/main" id="{8D0EB61D-D09E-4C4F-8342-09A650AC23CB}"/>
              </a:ext>
            </a:extLst>
          </p:cNvPr>
          <p:cNvSpPr>
            <a:spLocks xmlns:a="http://schemas.openxmlformats.org/drawingml/2006/main" noGrp="1"/>
          </p:cNvSpPr>
          <p:nvPr/>
        </p:nvSpPr>
        <p:spPr>
          <a:xfrm xmlns:a="http://schemas.openxmlformats.org/drawingml/2006/main">
            <a:off x="11158210" y="3793883"/>
            <a:ext cx="63049" cy="189246"/>
          </a:xfrm>
          <a:custGeom xmlns:a="http://schemas.openxmlformats.org/drawingml/2006/main">
            <a:pathLst>
              <a:path w="63049" h="189246">
                <a:moveTo>
                  <a:pt x="45790" y="93675"/>
                </a:moveTo>
                <a:cubicBezTo>
                  <a:pt x="45790" y="71196"/>
                  <a:pt x="42066" y="52524"/>
                  <a:pt x="34617" y="37659"/>
                </a:cubicBezTo>
                <a:cubicBezTo>
                  <a:pt x="27168" y="22795"/>
                  <a:pt x="15630" y="12802"/>
                  <a:pt x="0" y="7681"/>
                </a:cubicBezTo>
                <a:lnTo>
                  <a:pt x="2694" y="0"/>
                </a:lnTo>
                <a:cubicBezTo>
                  <a:pt x="22114" y="5121"/>
                  <a:pt x="37028" y="16178"/>
                  <a:pt x="47436" y="33170"/>
                </a:cubicBezTo>
                <a:cubicBezTo>
                  <a:pt x="57845" y="50163"/>
                  <a:pt x="63049" y="70664"/>
                  <a:pt x="63049" y="94673"/>
                </a:cubicBezTo>
                <a:cubicBezTo>
                  <a:pt x="63049" y="118749"/>
                  <a:pt x="57862" y="139249"/>
                  <a:pt x="47486" y="156175"/>
                </a:cubicBezTo>
                <a:cubicBezTo>
                  <a:pt x="37111" y="173102"/>
                  <a:pt x="22180" y="184125"/>
                  <a:pt x="2694" y="189246"/>
                </a:cubicBezTo>
                <a:lnTo>
                  <a:pt x="299" y="181565"/>
                </a:lnTo>
                <a:cubicBezTo>
                  <a:pt x="15663" y="176444"/>
                  <a:pt x="27086" y="166335"/>
                  <a:pt x="34568" y="151237"/>
                </a:cubicBezTo>
                <a:cubicBezTo>
                  <a:pt x="42050" y="136140"/>
                  <a:pt x="45790" y="116953"/>
                  <a:pt x="45790" y="93675"/>
                </a:cubicBezTo>
              </a:path>
            </a:pathLst>
          </a:custGeom>
          <a:solidFill xmlns:a="http://schemas.openxmlformats.org/drawingml/2006/main">
            <a:srgbClr val="000000"/>
          </a:solidFill>
          <a:ln xmlns:a="http://schemas.openxmlformats.org/drawingml/2006/main" w="0">
            <a:noFill/>
            <a:prstDash val="solid"/>
          </a:ln>
        </p:spPr>
      </p:sp>
      <p:sp>
        <p:nvSpPr>
          <p:cNvPr id="187" name="pdf-path-100044">
            <a:extLst xmlns:a="http://schemas.openxmlformats.org/drawingml/2006/main">
              <a:ext uri="{FF2B5EF4-FFF2-40B4-BE49-F238E27FC236}">
                <a16:creationId xmlns:a16="http://schemas.microsoft.com/office/drawing/2014/main" id="{2E00CA22-8D04-4FE7-9209-F3D3C7C49016}"/>
              </a:ext>
            </a:extLst>
          </p:cNvPr>
          <p:cNvSpPr>
            <a:spLocks xmlns:a="http://schemas.openxmlformats.org/drawingml/2006/main" noGrp="1"/>
          </p:cNvSpPr>
          <p:nvPr/>
        </p:nvSpPr>
        <p:spPr>
          <a:xfrm xmlns:a="http://schemas.openxmlformats.org/drawingml/2006/main">
            <a:off x="8159223" y="5799624"/>
            <a:ext cx="101057" cy="139965"/>
          </a:xfrm>
          <a:custGeom xmlns:a="http://schemas.openxmlformats.org/drawingml/2006/main">
            <a:pathLst>
              <a:path w="101057" h="139965">
                <a:moveTo>
                  <a:pt x="24939" y="34119"/>
                </a:moveTo>
                <a:cubicBezTo>
                  <a:pt x="26336" y="28000"/>
                  <a:pt x="27035" y="22978"/>
                  <a:pt x="27035" y="19055"/>
                </a:cubicBezTo>
                <a:cubicBezTo>
                  <a:pt x="27035" y="16394"/>
                  <a:pt x="26602" y="14465"/>
                  <a:pt x="25738" y="13269"/>
                </a:cubicBezTo>
                <a:cubicBezTo>
                  <a:pt x="24873" y="12072"/>
                  <a:pt x="23510" y="11473"/>
                  <a:pt x="21648" y="11473"/>
                </a:cubicBezTo>
                <a:cubicBezTo>
                  <a:pt x="19586" y="11473"/>
                  <a:pt x="17408" y="12321"/>
                  <a:pt x="15113" y="14017"/>
                </a:cubicBezTo>
                <a:cubicBezTo>
                  <a:pt x="12819" y="15712"/>
                  <a:pt x="9676" y="18789"/>
                  <a:pt x="5686" y="23244"/>
                </a:cubicBezTo>
                <a:lnTo>
                  <a:pt x="0" y="17658"/>
                </a:lnTo>
                <a:cubicBezTo>
                  <a:pt x="5986" y="11406"/>
                  <a:pt x="11057" y="6900"/>
                  <a:pt x="15213" y="4140"/>
                </a:cubicBezTo>
                <a:cubicBezTo>
                  <a:pt x="19370" y="1380"/>
                  <a:pt x="23976" y="0"/>
                  <a:pt x="29030" y="0"/>
                </a:cubicBezTo>
                <a:cubicBezTo>
                  <a:pt x="33153" y="0"/>
                  <a:pt x="36429" y="1364"/>
                  <a:pt x="38856" y="4091"/>
                </a:cubicBezTo>
                <a:cubicBezTo>
                  <a:pt x="41284" y="6818"/>
                  <a:pt x="42498" y="10442"/>
                  <a:pt x="42498" y="14964"/>
                </a:cubicBezTo>
                <a:cubicBezTo>
                  <a:pt x="42498" y="18689"/>
                  <a:pt x="41733" y="22613"/>
                  <a:pt x="40204" y="26736"/>
                </a:cubicBezTo>
                <a:lnTo>
                  <a:pt x="41400" y="27135"/>
                </a:lnTo>
                <a:cubicBezTo>
                  <a:pt x="53705" y="9112"/>
                  <a:pt x="65942" y="100"/>
                  <a:pt x="78112" y="100"/>
                </a:cubicBezTo>
                <a:cubicBezTo>
                  <a:pt x="85361" y="100"/>
                  <a:pt x="90998" y="2860"/>
                  <a:pt x="95022" y="8380"/>
                </a:cubicBezTo>
                <a:cubicBezTo>
                  <a:pt x="99045" y="13900"/>
                  <a:pt x="101057" y="21682"/>
                  <a:pt x="101057" y="31724"/>
                </a:cubicBezTo>
                <a:cubicBezTo>
                  <a:pt x="101057" y="42698"/>
                  <a:pt x="98846" y="53489"/>
                  <a:pt x="94424" y="64097"/>
                </a:cubicBezTo>
                <a:cubicBezTo>
                  <a:pt x="90001" y="74704"/>
                  <a:pt x="83865" y="83118"/>
                  <a:pt x="76017" y="89336"/>
                </a:cubicBezTo>
                <a:cubicBezTo>
                  <a:pt x="68169" y="95555"/>
                  <a:pt x="59390" y="98663"/>
                  <a:pt x="49680" y="98663"/>
                </a:cubicBezTo>
                <a:cubicBezTo>
                  <a:pt x="40835" y="98663"/>
                  <a:pt x="33486" y="96735"/>
                  <a:pt x="27633" y="92877"/>
                </a:cubicBezTo>
                <a:lnTo>
                  <a:pt x="23045" y="114726"/>
                </a:lnTo>
                <a:cubicBezTo>
                  <a:pt x="22047" y="119448"/>
                  <a:pt x="21548" y="123338"/>
                  <a:pt x="21548" y="126397"/>
                </a:cubicBezTo>
                <a:cubicBezTo>
                  <a:pt x="21548" y="129324"/>
                  <a:pt x="22296" y="131402"/>
                  <a:pt x="23793" y="132632"/>
                </a:cubicBezTo>
                <a:cubicBezTo>
                  <a:pt x="25289" y="133862"/>
                  <a:pt x="28198" y="134678"/>
                  <a:pt x="32522" y="135076"/>
                </a:cubicBezTo>
                <a:lnTo>
                  <a:pt x="31724" y="139965"/>
                </a:lnTo>
                <a:lnTo>
                  <a:pt x="897" y="139965"/>
                </a:lnTo>
                <a:lnTo>
                  <a:pt x="24939" y="34119"/>
                </a:lnTo>
                <a:moveTo>
                  <a:pt x="35016" y="62351"/>
                </a:moveTo>
                <a:cubicBezTo>
                  <a:pt x="34351" y="65876"/>
                  <a:pt x="33935" y="68569"/>
                  <a:pt x="33769" y="70431"/>
                </a:cubicBezTo>
                <a:cubicBezTo>
                  <a:pt x="33602" y="72294"/>
                  <a:pt x="33519" y="74123"/>
                  <a:pt x="33519" y="75918"/>
                </a:cubicBezTo>
                <a:cubicBezTo>
                  <a:pt x="33519" y="81106"/>
                  <a:pt x="34633" y="84880"/>
                  <a:pt x="36861" y="87241"/>
                </a:cubicBezTo>
                <a:cubicBezTo>
                  <a:pt x="39089" y="89602"/>
                  <a:pt x="42930" y="90783"/>
                  <a:pt x="48383" y="90783"/>
                </a:cubicBezTo>
                <a:cubicBezTo>
                  <a:pt x="51776" y="90783"/>
                  <a:pt x="54901" y="90117"/>
                  <a:pt x="57761" y="88788"/>
                </a:cubicBezTo>
                <a:cubicBezTo>
                  <a:pt x="60621" y="87458"/>
                  <a:pt x="63331" y="85529"/>
                  <a:pt x="65891" y="83002"/>
                </a:cubicBezTo>
                <a:cubicBezTo>
                  <a:pt x="68453" y="80474"/>
                  <a:pt x="70763" y="77414"/>
                  <a:pt x="72825" y="73823"/>
                </a:cubicBezTo>
                <a:cubicBezTo>
                  <a:pt x="74886" y="70232"/>
                  <a:pt x="76733" y="66059"/>
                  <a:pt x="78361" y="61304"/>
                </a:cubicBezTo>
                <a:cubicBezTo>
                  <a:pt x="79991" y="56548"/>
                  <a:pt x="81222" y="51660"/>
                  <a:pt x="82053" y="46638"/>
                </a:cubicBezTo>
                <a:cubicBezTo>
                  <a:pt x="82884" y="41617"/>
                  <a:pt x="83300" y="36912"/>
                  <a:pt x="83300" y="32523"/>
                </a:cubicBezTo>
                <a:cubicBezTo>
                  <a:pt x="83300" y="25539"/>
                  <a:pt x="82319" y="20335"/>
                  <a:pt x="80357" y="16910"/>
                </a:cubicBezTo>
                <a:cubicBezTo>
                  <a:pt x="78395" y="13484"/>
                  <a:pt x="75286" y="11773"/>
                  <a:pt x="71029" y="11773"/>
                </a:cubicBezTo>
                <a:cubicBezTo>
                  <a:pt x="67637" y="11773"/>
                  <a:pt x="64295" y="12919"/>
                  <a:pt x="61004" y="15214"/>
                </a:cubicBezTo>
                <a:cubicBezTo>
                  <a:pt x="57712" y="17509"/>
                  <a:pt x="54103" y="21183"/>
                  <a:pt x="50179" y="26237"/>
                </a:cubicBezTo>
                <a:cubicBezTo>
                  <a:pt x="46256" y="31292"/>
                  <a:pt x="43196" y="36280"/>
                  <a:pt x="41002" y="41201"/>
                </a:cubicBezTo>
                <a:cubicBezTo>
                  <a:pt x="38807" y="46123"/>
                  <a:pt x="37077" y="51776"/>
                  <a:pt x="35814" y="58161"/>
                </a:cubicBezTo>
                <a:lnTo>
                  <a:pt x="35016" y="62351"/>
                </a:lnTo>
              </a:path>
            </a:pathLst>
          </a:custGeom>
          <a:solidFill xmlns:a="http://schemas.openxmlformats.org/drawingml/2006/main">
            <a:srgbClr val="000000"/>
          </a:solidFill>
          <a:ln xmlns:a="http://schemas.openxmlformats.org/drawingml/2006/main" w="0">
            <a:noFill/>
            <a:prstDash val="solid"/>
          </a:ln>
        </p:spPr>
      </p:sp>
      <p:sp>
        <p:nvSpPr>
          <p:cNvPr id="188" name="pdf-path-100045">
            <a:extLst xmlns:a="http://schemas.openxmlformats.org/drawingml/2006/main">
              <a:ext uri="{FF2B5EF4-FFF2-40B4-BE49-F238E27FC236}">
                <a16:creationId xmlns:a16="http://schemas.microsoft.com/office/drawing/2014/main" id="{E1765BD6-2E86-4541-BB73-0831E1CB2230}"/>
              </a:ext>
            </a:extLst>
          </p:cNvPr>
          <p:cNvSpPr>
            <a:spLocks xmlns:a="http://schemas.openxmlformats.org/drawingml/2006/main" noGrp="1"/>
          </p:cNvSpPr>
          <p:nvPr/>
        </p:nvSpPr>
        <p:spPr>
          <a:xfrm xmlns:a="http://schemas.openxmlformats.org/drawingml/2006/main">
            <a:off x="8266530" y="5834162"/>
            <a:ext cx="105840" cy="134228"/>
          </a:xfrm>
          <a:custGeom xmlns:a="http://schemas.openxmlformats.org/drawingml/2006/main">
            <a:pathLst>
              <a:path w="105840" h="134228">
                <a:moveTo>
                  <a:pt x="13978" y="71545"/>
                </a:moveTo>
                <a:cubicBezTo>
                  <a:pt x="14650" y="68183"/>
                  <a:pt x="15323" y="65085"/>
                  <a:pt x="15995" y="62251"/>
                </a:cubicBezTo>
                <a:cubicBezTo>
                  <a:pt x="16667" y="59416"/>
                  <a:pt x="17279" y="56883"/>
                  <a:pt x="17832" y="54649"/>
                </a:cubicBezTo>
                <a:cubicBezTo>
                  <a:pt x="18384" y="52416"/>
                  <a:pt x="18829" y="50482"/>
                  <a:pt x="19165" y="48849"/>
                </a:cubicBezTo>
                <a:cubicBezTo>
                  <a:pt x="19501" y="47217"/>
                  <a:pt x="19670" y="45895"/>
                  <a:pt x="19670" y="44887"/>
                </a:cubicBezTo>
                <a:cubicBezTo>
                  <a:pt x="19670" y="43013"/>
                  <a:pt x="19310" y="41669"/>
                  <a:pt x="18588" y="40852"/>
                </a:cubicBezTo>
                <a:cubicBezTo>
                  <a:pt x="17868" y="40035"/>
                  <a:pt x="16740" y="39627"/>
                  <a:pt x="15202" y="39627"/>
                </a:cubicBezTo>
                <a:cubicBezTo>
                  <a:pt x="13521" y="39627"/>
                  <a:pt x="11864" y="40204"/>
                  <a:pt x="10231" y="41356"/>
                </a:cubicBezTo>
                <a:cubicBezTo>
                  <a:pt x="8598" y="42509"/>
                  <a:pt x="6772" y="44166"/>
                  <a:pt x="4755" y="46328"/>
                </a:cubicBezTo>
                <a:cubicBezTo>
                  <a:pt x="3891" y="45463"/>
                  <a:pt x="3086" y="44670"/>
                  <a:pt x="2341" y="43950"/>
                </a:cubicBezTo>
                <a:cubicBezTo>
                  <a:pt x="1597" y="43230"/>
                  <a:pt x="816" y="42461"/>
                  <a:pt x="0" y="41644"/>
                </a:cubicBezTo>
                <a:cubicBezTo>
                  <a:pt x="2210" y="39531"/>
                  <a:pt x="4239" y="37730"/>
                  <a:pt x="6089" y="36241"/>
                </a:cubicBezTo>
                <a:cubicBezTo>
                  <a:pt x="7937" y="34752"/>
                  <a:pt x="9691" y="33526"/>
                  <a:pt x="11348" y="32566"/>
                </a:cubicBezTo>
                <a:cubicBezTo>
                  <a:pt x="13005" y="31605"/>
                  <a:pt x="14626" y="30909"/>
                  <a:pt x="16211" y="30477"/>
                </a:cubicBezTo>
                <a:cubicBezTo>
                  <a:pt x="17797" y="30044"/>
                  <a:pt x="19453" y="29828"/>
                  <a:pt x="21183" y="29828"/>
                </a:cubicBezTo>
                <a:cubicBezTo>
                  <a:pt x="24977" y="29828"/>
                  <a:pt x="27967" y="31017"/>
                  <a:pt x="30153" y="33395"/>
                </a:cubicBezTo>
                <a:cubicBezTo>
                  <a:pt x="32338" y="35772"/>
                  <a:pt x="33431" y="39003"/>
                  <a:pt x="33431" y="43086"/>
                </a:cubicBezTo>
                <a:cubicBezTo>
                  <a:pt x="33431" y="46784"/>
                  <a:pt x="32639" y="51756"/>
                  <a:pt x="31053" y="57999"/>
                </a:cubicBezTo>
                <a:cubicBezTo>
                  <a:pt x="30525" y="59921"/>
                  <a:pt x="29996" y="61890"/>
                  <a:pt x="29468" y="63907"/>
                </a:cubicBezTo>
                <a:cubicBezTo>
                  <a:pt x="28940" y="65925"/>
                  <a:pt x="28460" y="67919"/>
                  <a:pt x="28027" y="69888"/>
                </a:cubicBezTo>
                <a:cubicBezTo>
                  <a:pt x="27595" y="71857"/>
                  <a:pt x="27235" y="73790"/>
                  <a:pt x="26947" y="75688"/>
                </a:cubicBezTo>
                <a:cubicBezTo>
                  <a:pt x="26658" y="77585"/>
                  <a:pt x="26514" y="79374"/>
                  <a:pt x="26514" y="81055"/>
                </a:cubicBezTo>
                <a:cubicBezTo>
                  <a:pt x="26514" y="90566"/>
                  <a:pt x="32279" y="95826"/>
                  <a:pt x="43806" y="96834"/>
                </a:cubicBezTo>
                <a:lnTo>
                  <a:pt x="65277" y="0"/>
                </a:lnTo>
                <a:lnTo>
                  <a:pt x="78389" y="0"/>
                </a:lnTo>
                <a:lnTo>
                  <a:pt x="56775" y="96834"/>
                </a:lnTo>
                <a:cubicBezTo>
                  <a:pt x="62155" y="96642"/>
                  <a:pt x="67018" y="95393"/>
                  <a:pt x="71365" y="93088"/>
                </a:cubicBezTo>
                <a:cubicBezTo>
                  <a:pt x="75712" y="90782"/>
                  <a:pt x="79423" y="87720"/>
                  <a:pt x="82497" y="83902"/>
                </a:cubicBezTo>
                <a:cubicBezTo>
                  <a:pt x="85571" y="80083"/>
                  <a:pt x="87949" y="75640"/>
                  <a:pt x="89629" y="70572"/>
                </a:cubicBezTo>
                <a:cubicBezTo>
                  <a:pt x="91310" y="65505"/>
                  <a:pt x="92151" y="60065"/>
                  <a:pt x="92151" y="54253"/>
                </a:cubicBezTo>
                <a:cubicBezTo>
                  <a:pt x="92151" y="51035"/>
                  <a:pt x="91863" y="47865"/>
                  <a:pt x="91287" y="44743"/>
                </a:cubicBezTo>
                <a:cubicBezTo>
                  <a:pt x="90710" y="41621"/>
                  <a:pt x="89893" y="38643"/>
                  <a:pt x="88837" y="35809"/>
                </a:cubicBezTo>
                <a:lnTo>
                  <a:pt x="89774" y="31341"/>
                </a:lnTo>
                <a:lnTo>
                  <a:pt x="104327" y="31341"/>
                </a:lnTo>
                <a:cubicBezTo>
                  <a:pt x="104856" y="33503"/>
                  <a:pt x="105240" y="35844"/>
                  <a:pt x="105480" y="38366"/>
                </a:cubicBezTo>
                <a:cubicBezTo>
                  <a:pt x="105721" y="40888"/>
                  <a:pt x="105840" y="43205"/>
                  <a:pt x="105840" y="45319"/>
                </a:cubicBezTo>
                <a:cubicBezTo>
                  <a:pt x="105840" y="50747"/>
                  <a:pt x="105312" y="55970"/>
                  <a:pt x="104256" y="60990"/>
                </a:cubicBezTo>
                <a:cubicBezTo>
                  <a:pt x="103199" y="66009"/>
                  <a:pt x="101626" y="70704"/>
                  <a:pt x="99536" y="75076"/>
                </a:cubicBezTo>
                <a:cubicBezTo>
                  <a:pt x="97447" y="79446"/>
                  <a:pt x="94901" y="83421"/>
                  <a:pt x="91899" y="87000"/>
                </a:cubicBezTo>
                <a:cubicBezTo>
                  <a:pt x="88897" y="90578"/>
                  <a:pt x="85510" y="93652"/>
                  <a:pt x="81740" y="96222"/>
                </a:cubicBezTo>
                <a:cubicBezTo>
                  <a:pt x="77970" y="98792"/>
                  <a:pt x="73863" y="100785"/>
                  <a:pt x="69420" y="102202"/>
                </a:cubicBezTo>
                <a:cubicBezTo>
                  <a:pt x="64977" y="103619"/>
                  <a:pt x="60281" y="104352"/>
                  <a:pt x="55334" y="104400"/>
                </a:cubicBezTo>
                <a:lnTo>
                  <a:pt x="48634" y="134228"/>
                </a:lnTo>
                <a:lnTo>
                  <a:pt x="35305" y="134228"/>
                </a:lnTo>
                <a:lnTo>
                  <a:pt x="42004" y="104111"/>
                </a:lnTo>
                <a:cubicBezTo>
                  <a:pt x="32494" y="103247"/>
                  <a:pt x="25253" y="100845"/>
                  <a:pt x="20282" y="96906"/>
                </a:cubicBezTo>
                <a:cubicBezTo>
                  <a:pt x="15310" y="92967"/>
                  <a:pt x="12825" y="87636"/>
                  <a:pt x="12825" y="80911"/>
                </a:cubicBezTo>
                <a:cubicBezTo>
                  <a:pt x="12825" y="79950"/>
                  <a:pt x="12909" y="78690"/>
                  <a:pt x="13077" y="77128"/>
                </a:cubicBezTo>
                <a:cubicBezTo>
                  <a:pt x="13245" y="75567"/>
                  <a:pt x="13545" y="73707"/>
                  <a:pt x="13978" y="71545"/>
                </a:cubicBezTo>
              </a:path>
            </a:pathLst>
          </a:custGeom>
          <a:solidFill xmlns:a="http://schemas.openxmlformats.org/drawingml/2006/main">
            <a:srgbClr val="000000"/>
          </a:solidFill>
          <a:ln xmlns:a="http://schemas.openxmlformats.org/drawingml/2006/main" w="0">
            <a:noFill/>
            <a:prstDash val="solid"/>
          </a:ln>
        </p:spPr>
      </p:sp>
      <p:sp>
        <p:nvSpPr>
          <p:cNvPr id="189" name="pdf-path-100046">
            <a:extLst xmlns:a="http://schemas.openxmlformats.org/drawingml/2006/main">
              <a:ext uri="{FF2B5EF4-FFF2-40B4-BE49-F238E27FC236}">
                <a16:creationId xmlns:a16="http://schemas.microsoft.com/office/drawing/2014/main" id="{84373975-7657-4896-ABC7-D0260B600411}"/>
              </a:ext>
            </a:extLst>
          </p:cNvPr>
          <p:cNvSpPr>
            <a:spLocks xmlns:a="http://schemas.openxmlformats.org/drawingml/2006/main" noGrp="1"/>
          </p:cNvSpPr>
          <p:nvPr/>
        </p:nvSpPr>
        <p:spPr>
          <a:xfrm xmlns:a="http://schemas.openxmlformats.org/drawingml/2006/main">
            <a:off x="8410195" y="5752537"/>
            <a:ext cx="63048" cy="189247"/>
          </a:xfrm>
          <a:custGeom xmlns:a="http://schemas.openxmlformats.org/drawingml/2006/main">
            <a:pathLst>
              <a:path w="63048" h="189247">
                <a:moveTo>
                  <a:pt x="17259" y="93675"/>
                </a:moveTo>
                <a:cubicBezTo>
                  <a:pt x="17259" y="116953"/>
                  <a:pt x="21000" y="136140"/>
                  <a:pt x="28482" y="151237"/>
                </a:cubicBezTo>
                <a:cubicBezTo>
                  <a:pt x="35964" y="166335"/>
                  <a:pt x="47387" y="176443"/>
                  <a:pt x="62749" y="181565"/>
                </a:cubicBezTo>
                <a:lnTo>
                  <a:pt x="60355" y="189247"/>
                </a:lnTo>
                <a:cubicBezTo>
                  <a:pt x="40868" y="184125"/>
                  <a:pt x="25938" y="173102"/>
                  <a:pt x="15562" y="156175"/>
                </a:cubicBezTo>
                <a:cubicBezTo>
                  <a:pt x="5188" y="139249"/>
                  <a:pt x="0" y="118748"/>
                  <a:pt x="0" y="94673"/>
                </a:cubicBezTo>
                <a:cubicBezTo>
                  <a:pt x="0" y="70664"/>
                  <a:pt x="5204" y="50163"/>
                  <a:pt x="15612" y="33171"/>
                </a:cubicBezTo>
                <a:cubicBezTo>
                  <a:pt x="26021" y="16178"/>
                  <a:pt x="40935" y="5121"/>
                  <a:pt x="60355" y="0"/>
                </a:cubicBezTo>
                <a:lnTo>
                  <a:pt x="63048" y="7682"/>
                </a:lnTo>
                <a:cubicBezTo>
                  <a:pt x="47486" y="12802"/>
                  <a:pt x="35964" y="22795"/>
                  <a:pt x="28482" y="37660"/>
                </a:cubicBezTo>
                <a:cubicBezTo>
                  <a:pt x="21000" y="52524"/>
                  <a:pt x="17259" y="71196"/>
                  <a:pt x="17259" y="93675"/>
                </a:cubicBezTo>
              </a:path>
            </a:pathLst>
          </a:custGeom>
          <a:solidFill xmlns:a="http://schemas.openxmlformats.org/drawingml/2006/main">
            <a:srgbClr val="000000"/>
          </a:solidFill>
          <a:ln xmlns:a="http://schemas.openxmlformats.org/drawingml/2006/main" w="0">
            <a:noFill/>
            <a:prstDash val="solid"/>
          </a:ln>
        </p:spPr>
      </p:sp>
      <p:sp>
        <p:nvSpPr>
          <p:cNvPr id="190" name="pdf-path-100047">
            <a:extLst xmlns:a="http://schemas.openxmlformats.org/drawingml/2006/main">
              <a:ext uri="{FF2B5EF4-FFF2-40B4-BE49-F238E27FC236}">
                <a16:creationId xmlns:a16="http://schemas.microsoft.com/office/drawing/2014/main" id="{2075B747-5E5C-4661-A3B5-E6E88A4152B3}"/>
              </a:ext>
            </a:extLst>
          </p:cNvPr>
          <p:cNvSpPr>
            <a:spLocks xmlns:a="http://schemas.openxmlformats.org/drawingml/2006/main" noGrp="1"/>
          </p:cNvSpPr>
          <p:nvPr/>
        </p:nvSpPr>
        <p:spPr>
          <a:xfrm xmlns:a="http://schemas.openxmlformats.org/drawingml/2006/main">
            <a:off x="8487842" y="5799624"/>
            <a:ext cx="100958" cy="98663"/>
          </a:xfrm>
          <a:custGeom xmlns:a="http://schemas.openxmlformats.org/drawingml/2006/main">
            <a:pathLst>
              <a:path w="100958" h="98663">
                <a:moveTo>
                  <a:pt x="75220" y="6585"/>
                </a:moveTo>
                <a:lnTo>
                  <a:pt x="84398" y="0"/>
                </a:lnTo>
                <a:lnTo>
                  <a:pt x="90782" y="1597"/>
                </a:lnTo>
                <a:lnTo>
                  <a:pt x="76118" y="64845"/>
                </a:lnTo>
                <a:cubicBezTo>
                  <a:pt x="74654" y="71163"/>
                  <a:pt x="73923" y="76085"/>
                  <a:pt x="73923" y="79609"/>
                </a:cubicBezTo>
                <a:cubicBezTo>
                  <a:pt x="73923" y="82270"/>
                  <a:pt x="74355" y="84198"/>
                  <a:pt x="75220" y="85395"/>
                </a:cubicBezTo>
                <a:cubicBezTo>
                  <a:pt x="76085" y="86593"/>
                  <a:pt x="77448" y="87191"/>
                  <a:pt x="79309" y="87191"/>
                </a:cubicBezTo>
                <a:cubicBezTo>
                  <a:pt x="81305" y="87191"/>
                  <a:pt x="83433" y="86376"/>
                  <a:pt x="85694" y="84747"/>
                </a:cubicBezTo>
                <a:cubicBezTo>
                  <a:pt x="87956" y="83118"/>
                  <a:pt x="91148" y="80009"/>
                  <a:pt x="95271" y="75419"/>
                </a:cubicBezTo>
                <a:lnTo>
                  <a:pt x="100958" y="81006"/>
                </a:lnTo>
                <a:cubicBezTo>
                  <a:pt x="94972" y="87391"/>
                  <a:pt x="89868" y="91930"/>
                  <a:pt x="85645" y="94623"/>
                </a:cubicBezTo>
                <a:cubicBezTo>
                  <a:pt x="81421" y="97317"/>
                  <a:pt x="76849" y="98663"/>
                  <a:pt x="71928" y="98663"/>
                </a:cubicBezTo>
                <a:cubicBezTo>
                  <a:pt x="67804" y="98663"/>
                  <a:pt x="64512" y="97300"/>
                  <a:pt x="62051" y="94574"/>
                </a:cubicBezTo>
                <a:cubicBezTo>
                  <a:pt x="59590" y="91847"/>
                  <a:pt x="58360" y="88223"/>
                  <a:pt x="58360" y="83699"/>
                </a:cubicBezTo>
                <a:cubicBezTo>
                  <a:pt x="58360" y="80042"/>
                  <a:pt x="59125" y="76151"/>
                  <a:pt x="60655" y="72028"/>
                </a:cubicBezTo>
                <a:lnTo>
                  <a:pt x="59358" y="71628"/>
                </a:lnTo>
                <a:cubicBezTo>
                  <a:pt x="52973" y="80939"/>
                  <a:pt x="46921" y="87757"/>
                  <a:pt x="41201" y="92080"/>
                </a:cubicBezTo>
                <a:cubicBezTo>
                  <a:pt x="35482" y="96402"/>
                  <a:pt x="29430" y="98564"/>
                  <a:pt x="23045" y="98564"/>
                </a:cubicBezTo>
                <a:cubicBezTo>
                  <a:pt x="15729" y="98564"/>
                  <a:pt x="10059" y="95804"/>
                  <a:pt x="6035" y="90284"/>
                </a:cubicBezTo>
                <a:cubicBezTo>
                  <a:pt x="2012" y="84764"/>
                  <a:pt x="0" y="77016"/>
                  <a:pt x="0" y="67040"/>
                </a:cubicBezTo>
                <a:cubicBezTo>
                  <a:pt x="0" y="55600"/>
                  <a:pt x="2245" y="44610"/>
                  <a:pt x="6734" y="34069"/>
                </a:cubicBezTo>
                <a:cubicBezTo>
                  <a:pt x="11223" y="23528"/>
                  <a:pt x="17392" y="15214"/>
                  <a:pt x="25239" y="9129"/>
                </a:cubicBezTo>
                <a:cubicBezTo>
                  <a:pt x="33087" y="3043"/>
                  <a:pt x="41833" y="0"/>
                  <a:pt x="51477" y="0"/>
                </a:cubicBezTo>
                <a:cubicBezTo>
                  <a:pt x="55799" y="0"/>
                  <a:pt x="59839" y="482"/>
                  <a:pt x="63598" y="1447"/>
                </a:cubicBezTo>
                <a:cubicBezTo>
                  <a:pt x="67355" y="2411"/>
                  <a:pt x="71229" y="4124"/>
                  <a:pt x="75220" y="6585"/>
                </a:cubicBezTo>
                <a:moveTo>
                  <a:pt x="66441" y="36313"/>
                </a:moveTo>
                <a:cubicBezTo>
                  <a:pt x="67039" y="33587"/>
                  <a:pt x="67438" y="31225"/>
                  <a:pt x="67638" y="29230"/>
                </a:cubicBezTo>
                <a:cubicBezTo>
                  <a:pt x="67838" y="27235"/>
                  <a:pt x="67937" y="25074"/>
                  <a:pt x="67937" y="22745"/>
                </a:cubicBezTo>
                <a:cubicBezTo>
                  <a:pt x="67937" y="17625"/>
                  <a:pt x="66840" y="13867"/>
                  <a:pt x="64645" y="11473"/>
                </a:cubicBezTo>
                <a:cubicBezTo>
                  <a:pt x="62450" y="9079"/>
                  <a:pt x="58726" y="7881"/>
                  <a:pt x="53472" y="7881"/>
                </a:cubicBezTo>
                <a:cubicBezTo>
                  <a:pt x="46622" y="7881"/>
                  <a:pt x="40470" y="10642"/>
                  <a:pt x="35016" y="16162"/>
                </a:cubicBezTo>
                <a:cubicBezTo>
                  <a:pt x="29562" y="21682"/>
                  <a:pt x="25306" y="29081"/>
                  <a:pt x="22247" y="38358"/>
                </a:cubicBezTo>
                <a:cubicBezTo>
                  <a:pt x="19187" y="47636"/>
                  <a:pt x="17658" y="56897"/>
                  <a:pt x="17658" y="66142"/>
                </a:cubicBezTo>
                <a:cubicBezTo>
                  <a:pt x="17658" y="73059"/>
                  <a:pt x="18605" y="78230"/>
                  <a:pt x="20501" y="81654"/>
                </a:cubicBezTo>
                <a:cubicBezTo>
                  <a:pt x="22397" y="85080"/>
                  <a:pt x="25572" y="86792"/>
                  <a:pt x="30028" y="86792"/>
                </a:cubicBezTo>
                <a:cubicBezTo>
                  <a:pt x="34418" y="86792"/>
                  <a:pt x="38724" y="84897"/>
                  <a:pt x="42947" y="81106"/>
                </a:cubicBezTo>
                <a:cubicBezTo>
                  <a:pt x="47170" y="77315"/>
                  <a:pt x="51526" y="71911"/>
                  <a:pt x="56015" y="64895"/>
                </a:cubicBezTo>
                <a:cubicBezTo>
                  <a:pt x="60505" y="57878"/>
                  <a:pt x="63681" y="49781"/>
                  <a:pt x="65543" y="40603"/>
                </a:cubicBezTo>
                <a:lnTo>
                  <a:pt x="66441" y="36313"/>
                </a:lnTo>
              </a:path>
            </a:pathLst>
          </a:custGeom>
          <a:solidFill xmlns:a="http://schemas.openxmlformats.org/drawingml/2006/main">
            <a:srgbClr val="000000"/>
          </a:solidFill>
          <a:ln xmlns:a="http://schemas.openxmlformats.org/drawingml/2006/main" w="0">
            <a:noFill/>
            <a:prstDash val="solid"/>
          </a:ln>
        </p:spPr>
      </p:sp>
      <p:sp>
        <p:nvSpPr>
          <p:cNvPr id="191" name="pdf-path-100048">
            <a:extLst xmlns:a="http://schemas.openxmlformats.org/drawingml/2006/main">
              <a:ext uri="{FF2B5EF4-FFF2-40B4-BE49-F238E27FC236}">
                <a16:creationId xmlns:a16="http://schemas.microsoft.com/office/drawing/2014/main" id="{7F70C12F-3BB4-4138-89F0-CE907DFEDE56}"/>
              </a:ext>
            </a:extLst>
          </p:cNvPr>
          <p:cNvSpPr>
            <a:spLocks xmlns:a="http://schemas.openxmlformats.org/drawingml/2006/main" noGrp="1"/>
          </p:cNvSpPr>
          <p:nvPr/>
        </p:nvSpPr>
        <p:spPr>
          <a:xfrm xmlns:a="http://schemas.openxmlformats.org/drawingml/2006/main">
            <a:off x="8601104" y="5847203"/>
            <a:ext cx="52380" cy="91647"/>
          </a:xfrm>
          <a:custGeom xmlns:a="http://schemas.openxmlformats.org/drawingml/2006/main">
            <a:pathLst>
              <a:path w="52380" h="91647">
                <a:moveTo>
                  <a:pt x="45391" y="76445"/>
                </a:moveTo>
                <a:cubicBezTo>
                  <a:pt x="42942" y="79183"/>
                  <a:pt x="40612" y="81512"/>
                  <a:pt x="38403" y="83433"/>
                </a:cubicBezTo>
                <a:cubicBezTo>
                  <a:pt x="36193" y="85355"/>
                  <a:pt x="34031" y="86928"/>
                  <a:pt x="31918" y="88153"/>
                </a:cubicBezTo>
                <a:cubicBezTo>
                  <a:pt x="29805" y="89378"/>
                  <a:pt x="27715" y="90267"/>
                  <a:pt x="25650" y="90819"/>
                </a:cubicBezTo>
                <a:cubicBezTo>
                  <a:pt x="23584" y="91371"/>
                  <a:pt x="21471" y="91647"/>
                  <a:pt x="19310" y="91647"/>
                </a:cubicBezTo>
                <a:cubicBezTo>
                  <a:pt x="13593" y="91647"/>
                  <a:pt x="9331" y="90302"/>
                  <a:pt x="6521" y="87612"/>
                </a:cubicBezTo>
                <a:cubicBezTo>
                  <a:pt x="3711" y="84923"/>
                  <a:pt x="2306" y="80960"/>
                  <a:pt x="2306" y="75724"/>
                </a:cubicBezTo>
                <a:cubicBezTo>
                  <a:pt x="2306" y="73947"/>
                  <a:pt x="2438" y="71990"/>
                  <a:pt x="2702" y="69852"/>
                </a:cubicBezTo>
                <a:cubicBezTo>
                  <a:pt x="2967" y="67715"/>
                  <a:pt x="3338" y="65638"/>
                  <a:pt x="3819" y="63620"/>
                </a:cubicBezTo>
                <a:lnTo>
                  <a:pt x="12393" y="26298"/>
                </a:lnTo>
                <a:lnTo>
                  <a:pt x="0" y="26298"/>
                </a:lnTo>
                <a:lnTo>
                  <a:pt x="1441" y="20750"/>
                </a:lnTo>
                <a:cubicBezTo>
                  <a:pt x="4324" y="20750"/>
                  <a:pt x="6569" y="20475"/>
                  <a:pt x="8178" y="19922"/>
                </a:cubicBezTo>
                <a:cubicBezTo>
                  <a:pt x="9787" y="19370"/>
                  <a:pt x="11144" y="18613"/>
                  <a:pt x="12249" y="17653"/>
                </a:cubicBezTo>
                <a:cubicBezTo>
                  <a:pt x="12969" y="16980"/>
                  <a:pt x="13666" y="16151"/>
                  <a:pt x="14338" y="15167"/>
                </a:cubicBezTo>
                <a:cubicBezTo>
                  <a:pt x="15010" y="14182"/>
                  <a:pt x="15683" y="12993"/>
                  <a:pt x="16355" y="11600"/>
                </a:cubicBezTo>
                <a:cubicBezTo>
                  <a:pt x="17028" y="10207"/>
                  <a:pt x="17712" y="8563"/>
                  <a:pt x="18409" y="6665"/>
                </a:cubicBezTo>
                <a:cubicBezTo>
                  <a:pt x="19106" y="4767"/>
                  <a:pt x="19886" y="2546"/>
                  <a:pt x="20750" y="0"/>
                </a:cubicBezTo>
                <a:lnTo>
                  <a:pt x="31990" y="0"/>
                </a:lnTo>
                <a:lnTo>
                  <a:pt x="27883" y="18301"/>
                </a:lnTo>
                <a:lnTo>
                  <a:pt x="52380" y="18301"/>
                </a:lnTo>
                <a:lnTo>
                  <a:pt x="50723" y="26298"/>
                </a:lnTo>
                <a:lnTo>
                  <a:pt x="26298" y="26298"/>
                </a:lnTo>
                <a:lnTo>
                  <a:pt x="18949" y="56487"/>
                </a:lnTo>
                <a:cubicBezTo>
                  <a:pt x="18469" y="58504"/>
                  <a:pt x="18073" y="60318"/>
                  <a:pt x="17761" y="61927"/>
                </a:cubicBezTo>
                <a:cubicBezTo>
                  <a:pt x="17449" y="63536"/>
                  <a:pt x="17196" y="64989"/>
                  <a:pt x="17004" y="66285"/>
                </a:cubicBezTo>
                <a:cubicBezTo>
                  <a:pt x="16812" y="67583"/>
                  <a:pt x="16680" y="68759"/>
                  <a:pt x="16608" y="69816"/>
                </a:cubicBezTo>
                <a:cubicBezTo>
                  <a:pt x="16536" y="70873"/>
                  <a:pt x="16500" y="71858"/>
                  <a:pt x="16500" y="72770"/>
                </a:cubicBezTo>
                <a:cubicBezTo>
                  <a:pt x="16500" y="75652"/>
                  <a:pt x="17100" y="77910"/>
                  <a:pt x="18301" y="79543"/>
                </a:cubicBezTo>
                <a:cubicBezTo>
                  <a:pt x="19501" y="81176"/>
                  <a:pt x="21471" y="81993"/>
                  <a:pt x="24209" y="81993"/>
                </a:cubicBezTo>
                <a:cubicBezTo>
                  <a:pt x="26514" y="81993"/>
                  <a:pt x="28964" y="81140"/>
                  <a:pt x="31558" y="79435"/>
                </a:cubicBezTo>
                <a:cubicBezTo>
                  <a:pt x="34152" y="77729"/>
                  <a:pt x="37105" y="75052"/>
                  <a:pt x="40420" y="71401"/>
                </a:cubicBezTo>
                <a:lnTo>
                  <a:pt x="45391" y="76445"/>
                </a:lnTo>
              </a:path>
            </a:pathLst>
          </a:custGeom>
          <a:solidFill xmlns:a="http://schemas.openxmlformats.org/drawingml/2006/main">
            <a:srgbClr val="000000"/>
          </a:solidFill>
          <a:ln xmlns:a="http://schemas.openxmlformats.org/drawingml/2006/main" w="0">
            <a:noFill/>
            <a:prstDash val="solid"/>
          </a:ln>
        </p:spPr>
      </p:sp>
      <p:sp>
        <p:nvSpPr>
          <p:cNvPr id="192" name="pdf-path-100049">
            <a:extLst xmlns:a="http://schemas.openxmlformats.org/drawingml/2006/main">
              <a:ext uri="{FF2B5EF4-FFF2-40B4-BE49-F238E27FC236}">
                <a16:creationId xmlns:a16="http://schemas.microsoft.com/office/drawing/2014/main" id="{E4A1E2C7-96A7-4590-AC66-AFD301340C43}"/>
              </a:ext>
            </a:extLst>
          </p:cNvPr>
          <p:cNvSpPr>
            <a:spLocks xmlns:a="http://schemas.openxmlformats.org/drawingml/2006/main" noGrp="1"/>
          </p:cNvSpPr>
          <p:nvPr/>
        </p:nvSpPr>
        <p:spPr>
          <a:xfrm xmlns:a="http://schemas.openxmlformats.org/drawingml/2006/main">
            <a:off x="8670960" y="5873546"/>
            <a:ext cx="29828" cy="50679"/>
          </a:xfrm>
          <a:custGeom xmlns:a="http://schemas.openxmlformats.org/drawingml/2006/main">
            <a:pathLst>
              <a:path w="29828" h="50679">
                <a:moveTo>
                  <a:pt x="28431" y="0"/>
                </a:moveTo>
                <a:cubicBezTo>
                  <a:pt x="29362" y="4656"/>
                  <a:pt x="29828" y="9244"/>
                  <a:pt x="29828" y="13767"/>
                </a:cubicBezTo>
                <a:cubicBezTo>
                  <a:pt x="29828" y="18423"/>
                  <a:pt x="29030" y="22679"/>
                  <a:pt x="27433" y="26537"/>
                </a:cubicBezTo>
                <a:cubicBezTo>
                  <a:pt x="25838" y="30394"/>
                  <a:pt x="23294" y="34235"/>
                  <a:pt x="19802" y="38059"/>
                </a:cubicBezTo>
                <a:cubicBezTo>
                  <a:pt x="16311" y="41883"/>
                  <a:pt x="11506" y="46090"/>
                  <a:pt x="5387" y="50679"/>
                </a:cubicBezTo>
                <a:lnTo>
                  <a:pt x="0" y="44593"/>
                </a:lnTo>
                <a:cubicBezTo>
                  <a:pt x="3391" y="41401"/>
                  <a:pt x="5852" y="38525"/>
                  <a:pt x="7382" y="35964"/>
                </a:cubicBezTo>
                <a:cubicBezTo>
                  <a:pt x="8911" y="33403"/>
                  <a:pt x="10009" y="30493"/>
                  <a:pt x="10674" y="27235"/>
                </a:cubicBezTo>
                <a:cubicBezTo>
                  <a:pt x="11339" y="23976"/>
                  <a:pt x="11671" y="19886"/>
                  <a:pt x="11671" y="14964"/>
                </a:cubicBezTo>
                <a:cubicBezTo>
                  <a:pt x="11671" y="9910"/>
                  <a:pt x="11439" y="4922"/>
                  <a:pt x="10974" y="0"/>
                </a:cubicBezTo>
                <a:lnTo>
                  <a:pt x="28431" y="0"/>
                </a:lnTo>
              </a:path>
            </a:pathLst>
          </a:custGeom>
          <a:solidFill xmlns:a="http://schemas.openxmlformats.org/drawingml/2006/main">
            <a:srgbClr val="000000"/>
          </a:solidFill>
          <a:ln xmlns:a="http://schemas.openxmlformats.org/drawingml/2006/main" w="0">
            <a:noFill/>
            <a:prstDash val="solid"/>
          </a:ln>
        </p:spPr>
      </p:sp>
      <p:sp>
        <p:nvSpPr>
          <p:cNvPr id="193" name="pdf-path-100050">
            <a:extLst xmlns:a="http://schemas.openxmlformats.org/drawingml/2006/main">
              <a:ext uri="{FF2B5EF4-FFF2-40B4-BE49-F238E27FC236}">
                <a16:creationId xmlns:a16="http://schemas.microsoft.com/office/drawing/2014/main" id="{28EA0415-6968-4878-91DB-61A732E1A70C}"/>
              </a:ext>
            </a:extLst>
          </p:cNvPr>
          <p:cNvSpPr>
            <a:spLocks xmlns:a="http://schemas.openxmlformats.org/drawingml/2006/main" noGrp="1"/>
          </p:cNvSpPr>
          <p:nvPr/>
        </p:nvSpPr>
        <p:spPr>
          <a:xfrm xmlns:a="http://schemas.openxmlformats.org/drawingml/2006/main">
            <a:off x="8746679" y="5753934"/>
            <a:ext cx="113329" cy="185655"/>
          </a:xfrm>
          <a:custGeom xmlns:a="http://schemas.openxmlformats.org/drawingml/2006/main">
            <a:pathLst>
              <a:path w="113329" h="185655">
                <a:moveTo>
                  <a:pt x="75320" y="68735"/>
                </a:moveTo>
                <a:cubicBezTo>
                  <a:pt x="91148" y="74321"/>
                  <a:pt x="99063" y="84730"/>
                  <a:pt x="99063" y="99960"/>
                </a:cubicBezTo>
                <a:cubicBezTo>
                  <a:pt x="99063" y="107808"/>
                  <a:pt x="97317" y="115157"/>
                  <a:pt x="93825" y="122007"/>
                </a:cubicBezTo>
                <a:cubicBezTo>
                  <a:pt x="90334" y="128857"/>
                  <a:pt x="85212" y="134294"/>
                  <a:pt x="78462" y="138318"/>
                </a:cubicBezTo>
                <a:cubicBezTo>
                  <a:pt x="71711" y="142341"/>
                  <a:pt x="63947" y="144353"/>
                  <a:pt x="55168" y="144353"/>
                </a:cubicBezTo>
                <a:cubicBezTo>
                  <a:pt x="49514" y="144353"/>
                  <a:pt x="44543" y="143905"/>
                  <a:pt x="40253" y="143007"/>
                </a:cubicBezTo>
                <a:cubicBezTo>
                  <a:pt x="35964" y="142108"/>
                  <a:pt x="31524" y="140562"/>
                  <a:pt x="26936" y="138367"/>
                </a:cubicBezTo>
                <a:lnTo>
                  <a:pt x="16261" y="185655"/>
                </a:lnTo>
                <a:lnTo>
                  <a:pt x="0" y="185655"/>
                </a:lnTo>
                <a:lnTo>
                  <a:pt x="29529" y="53771"/>
                </a:lnTo>
                <a:cubicBezTo>
                  <a:pt x="32190" y="41932"/>
                  <a:pt x="35781" y="32122"/>
                  <a:pt x="40303" y="24341"/>
                </a:cubicBezTo>
                <a:cubicBezTo>
                  <a:pt x="44825" y="16560"/>
                  <a:pt x="50479" y="10558"/>
                  <a:pt x="57262" y="6334"/>
                </a:cubicBezTo>
                <a:cubicBezTo>
                  <a:pt x="64046" y="2111"/>
                  <a:pt x="72027" y="0"/>
                  <a:pt x="81205" y="0"/>
                </a:cubicBezTo>
                <a:cubicBezTo>
                  <a:pt x="91447" y="0"/>
                  <a:pt x="99362" y="2278"/>
                  <a:pt x="104948" y="6833"/>
                </a:cubicBezTo>
                <a:cubicBezTo>
                  <a:pt x="110535" y="11389"/>
                  <a:pt x="113329" y="17857"/>
                  <a:pt x="113329" y="26237"/>
                </a:cubicBezTo>
                <a:cubicBezTo>
                  <a:pt x="113329" y="29628"/>
                  <a:pt x="112846" y="33303"/>
                  <a:pt x="111882" y="37261"/>
                </a:cubicBezTo>
                <a:cubicBezTo>
                  <a:pt x="110917" y="41218"/>
                  <a:pt x="109005" y="45108"/>
                  <a:pt x="106146" y="48932"/>
                </a:cubicBezTo>
                <a:cubicBezTo>
                  <a:pt x="103285" y="52757"/>
                  <a:pt x="99312" y="56298"/>
                  <a:pt x="94224" y="59557"/>
                </a:cubicBezTo>
                <a:cubicBezTo>
                  <a:pt x="89136" y="62816"/>
                  <a:pt x="82901" y="65609"/>
                  <a:pt x="75519" y="67936"/>
                </a:cubicBezTo>
                <a:lnTo>
                  <a:pt x="75320" y="68735"/>
                </a:lnTo>
                <a:moveTo>
                  <a:pt x="58660" y="64345"/>
                </a:moveTo>
                <a:cubicBezTo>
                  <a:pt x="65842" y="63813"/>
                  <a:pt x="72327" y="61752"/>
                  <a:pt x="78113" y="58160"/>
                </a:cubicBezTo>
                <a:cubicBezTo>
                  <a:pt x="83899" y="54569"/>
                  <a:pt x="88438" y="49863"/>
                  <a:pt x="91730" y="44044"/>
                </a:cubicBezTo>
                <a:cubicBezTo>
                  <a:pt x="95022" y="38225"/>
                  <a:pt x="96668" y="31856"/>
                  <a:pt x="96668" y="24939"/>
                </a:cubicBezTo>
                <a:cubicBezTo>
                  <a:pt x="96668" y="19419"/>
                  <a:pt x="95288" y="15196"/>
                  <a:pt x="92528" y="12270"/>
                </a:cubicBezTo>
                <a:cubicBezTo>
                  <a:pt x="89768" y="9344"/>
                  <a:pt x="85661" y="7881"/>
                  <a:pt x="80208" y="7881"/>
                </a:cubicBezTo>
                <a:cubicBezTo>
                  <a:pt x="71761" y="7881"/>
                  <a:pt x="64711" y="11954"/>
                  <a:pt x="59058" y="20101"/>
                </a:cubicBezTo>
                <a:cubicBezTo>
                  <a:pt x="53405" y="28249"/>
                  <a:pt x="48783" y="40602"/>
                  <a:pt x="45192" y="57162"/>
                </a:cubicBezTo>
                <a:lnTo>
                  <a:pt x="31724" y="119713"/>
                </a:lnTo>
                <a:cubicBezTo>
                  <a:pt x="31392" y="121242"/>
                  <a:pt x="31225" y="122539"/>
                  <a:pt x="31225" y="123603"/>
                </a:cubicBezTo>
                <a:cubicBezTo>
                  <a:pt x="31225" y="125399"/>
                  <a:pt x="31641" y="126929"/>
                  <a:pt x="32472" y="128192"/>
                </a:cubicBezTo>
                <a:cubicBezTo>
                  <a:pt x="33303" y="129456"/>
                  <a:pt x="34534" y="130703"/>
                  <a:pt x="36163" y="131934"/>
                </a:cubicBezTo>
                <a:cubicBezTo>
                  <a:pt x="37792" y="133164"/>
                  <a:pt x="39905" y="134228"/>
                  <a:pt x="42498" y="135125"/>
                </a:cubicBezTo>
                <a:cubicBezTo>
                  <a:pt x="45092" y="136023"/>
                  <a:pt x="48384" y="136472"/>
                  <a:pt x="52375" y="136472"/>
                </a:cubicBezTo>
                <a:cubicBezTo>
                  <a:pt x="57761" y="136472"/>
                  <a:pt x="62667" y="134810"/>
                  <a:pt x="67090" y="131484"/>
                </a:cubicBezTo>
                <a:cubicBezTo>
                  <a:pt x="71512" y="128159"/>
                  <a:pt x="74987" y="123437"/>
                  <a:pt x="77514" y="117318"/>
                </a:cubicBezTo>
                <a:cubicBezTo>
                  <a:pt x="80041" y="111200"/>
                  <a:pt x="81305" y="104217"/>
                  <a:pt x="81305" y="96368"/>
                </a:cubicBezTo>
                <a:cubicBezTo>
                  <a:pt x="81305" y="88853"/>
                  <a:pt x="79227" y="82968"/>
                  <a:pt x="75070" y="78711"/>
                </a:cubicBezTo>
                <a:cubicBezTo>
                  <a:pt x="70913" y="74455"/>
                  <a:pt x="64977" y="72027"/>
                  <a:pt x="57262" y="71428"/>
                </a:cubicBezTo>
                <a:lnTo>
                  <a:pt x="58660" y="64345"/>
                </a:lnTo>
              </a:path>
            </a:pathLst>
          </a:custGeom>
          <a:solidFill xmlns:a="http://schemas.openxmlformats.org/drawingml/2006/main">
            <a:srgbClr val="000000"/>
          </a:solidFill>
          <a:ln xmlns:a="http://schemas.openxmlformats.org/drawingml/2006/main" w="0">
            <a:noFill/>
            <a:prstDash val="solid"/>
          </a:ln>
        </p:spPr>
      </p:sp>
      <p:sp>
        <p:nvSpPr>
          <p:cNvPr id="194" name="pdf-path-100051">
            <a:extLst xmlns:a="http://schemas.openxmlformats.org/drawingml/2006/main">
              <a:ext uri="{FF2B5EF4-FFF2-40B4-BE49-F238E27FC236}">
                <a16:creationId xmlns:a16="http://schemas.microsoft.com/office/drawing/2014/main" id="{36A3D74E-CA56-4CDE-83F8-93FB3A81B688}"/>
              </a:ext>
            </a:extLst>
          </p:cNvPr>
          <p:cNvSpPr>
            <a:spLocks xmlns:a="http://schemas.openxmlformats.org/drawingml/2006/main" noGrp="1"/>
          </p:cNvSpPr>
          <p:nvPr/>
        </p:nvSpPr>
        <p:spPr>
          <a:xfrm xmlns:a="http://schemas.openxmlformats.org/drawingml/2006/main">
            <a:off x="8865854" y="5847203"/>
            <a:ext cx="52380" cy="91647"/>
          </a:xfrm>
          <a:custGeom xmlns:a="http://schemas.openxmlformats.org/drawingml/2006/main">
            <a:pathLst>
              <a:path w="52380" h="91647">
                <a:moveTo>
                  <a:pt x="45391" y="76445"/>
                </a:moveTo>
                <a:cubicBezTo>
                  <a:pt x="42942" y="79183"/>
                  <a:pt x="40612" y="81512"/>
                  <a:pt x="38403" y="83433"/>
                </a:cubicBezTo>
                <a:cubicBezTo>
                  <a:pt x="36193" y="85355"/>
                  <a:pt x="34031" y="86928"/>
                  <a:pt x="31918" y="88153"/>
                </a:cubicBezTo>
                <a:cubicBezTo>
                  <a:pt x="29805" y="89378"/>
                  <a:pt x="27715" y="90267"/>
                  <a:pt x="25650" y="90819"/>
                </a:cubicBezTo>
                <a:cubicBezTo>
                  <a:pt x="23584" y="91371"/>
                  <a:pt x="21471" y="91647"/>
                  <a:pt x="19310" y="91647"/>
                </a:cubicBezTo>
                <a:cubicBezTo>
                  <a:pt x="13593" y="91647"/>
                  <a:pt x="9331" y="90302"/>
                  <a:pt x="6521" y="87612"/>
                </a:cubicBezTo>
                <a:cubicBezTo>
                  <a:pt x="3711" y="84923"/>
                  <a:pt x="2306" y="80960"/>
                  <a:pt x="2306" y="75724"/>
                </a:cubicBezTo>
                <a:cubicBezTo>
                  <a:pt x="2306" y="73947"/>
                  <a:pt x="2438" y="71990"/>
                  <a:pt x="2702" y="69852"/>
                </a:cubicBezTo>
                <a:cubicBezTo>
                  <a:pt x="2967" y="67715"/>
                  <a:pt x="3338" y="65638"/>
                  <a:pt x="3819" y="63620"/>
                </a:cubicBezTo>
                <a:lnTo>
                  <a:pt x="12393" y="26298"/>
                </a:lnTo>
                <a:lnTo>
                  <a:pt x="0" y="26298"/>
                </a:lnTo>
                <a:lnTo>
                  <a:pt x="1441" y="20750"/>
                </a:lnTo>
                <a:cubicBezTo>
                  <a:pt x="4324" y="20750"/>
                  <a:pt x="6569" y="20475"/>
                  <a:pt x="8178" y="19922"/>
                </a:cubicBezTo>
                <a:cubicBezTo>
                  <a:pt x="9787" y="19370"/>
                  <a:pt x="11144" y="18613"/>
                  <a:pt x="12249" y="17653"/>
                </a:cubicBezTo>
                <a:cubicBezTo>
                  <a:pt x="12969" y="16980"/>
                  <a:pt x="13666" y="16151"/>
                  <a:pt x="14338" y="15167"/>
                </a:cubicBezTo>
                <a:cubicBezTo>
                  <a:pt x="15010" y="14182"/>
                  <a:pt x="15683" y="12993"/>
                  <a:pt x="16355" y="11600"/>
                </a:cubicBezTo>
                <a:cubicBezTo>
                  <a:pt x="17028" y="10207"/>
                  <a:pt x="17712" y="8563"/>
                  <a:pt x="18409" y="6665"/>
                </a:cubicBezTo>
                <a:cubicBezTo>
                  <a:pt x="19106" y="4767"/>
                  <a:pt x="19886" y="2546"/>
                  <a:pt x="20750" y="0"/>
                </a:cubicBezTo>
                <a:lnTo>
                  <a:pt x="31990" y="0"/>
                </a:lnTo>
                <a:lnTo>
                  <a:pt x="27883" y="18301"/>
                </a:lnTo>
                <a:lnTo>
                  <a:pt x="52380" y="18301"/>
                </a:lnTo>
                <a:lnTo>
                  <a:pt x="50723" y="26298"/>
                </a:lnTo>
                <a:lnTo>
                  <a:pt x="26298" y="26298"/>
                </a:lnTo>
                <a:lnTo>
                  <a:pt x="18949" y="56487"/>
                </a:lnTo>
                <a:cubicBezTo>
                  <a:pt x="18469" y="58504"/>
                  <a:pt x="18073" y="60318"/>
                  <a:pt x="17761" y="61927"/>
                </a:cubicBezTo>
                <a:cubicBezTo>
                  <a:pt x="17449" y="63536"/>
                  <a:pt x="17196" y="64989"/>
                  <a:pt x="17004" y="66285"/>
                </a:cubicBezTo>
                <a:cubicBezTo>
                  <a:pt x="16812" y="67583"/>
                  <a:pt x="16680" y="68759"/>
                  <a:pt x="16608" y="69816"/>
                </a:cubicBezTo>
                <a:cubicBezTo>
                  <a:pt x="16536" y="70873"/>
                  <a:pt x="16500" y="71858"/>
                  <a:pt x="16500" y="72770"/>
                </a:cubicBezTo>
                <a:cubicBezTo>
                  <a:pt x="16500" y="75652"/>
                  <a:pt x="17100" y="77910"/>
                  <a:pt x="18301" y="79543"/>
                </a:cubicBezTo>
                <a:cubicBezTo>
                  <a:pt x="19501" y="81176"/>
                  <a:pt x="21471" y="81993"/>
                  <a:pt x="24209" y="81993"/>
                </a:cubicBezTo>
                <a:cubicBezTo>
                  <a:pt x="26514" y="81993"/>
                  <a:pt x="28964" y="81140"/>
                  <a:pt x="31558" y="79435"/>
                </a:cubicBezTo>
                <a:cubicBezTo>
                  <a:pt x="34152" y="77729"/>
                  <a:pt x="37105" y="75052"/>
                  <a:pt x="40420" y="71401"/>
                </a:cubicBezTo>
                <a:lnTo>
                  <a:pt x="45391" y="76445"/>
                </a:lnTo>
              </a:path>
            </a:pathLst>
          </a:custGeom>
          <a:solidFill xmlns:a="http://schemas.openxmlformats.org/drawingml/2006/main">
            <a:srgbClr val="000000"/>
          </a:solidFill>
          <a:ln xmlns:a="http://schemas.openxmlformats.org/drawingml/2006/main" w="0">
            <a:noFill/>
            <a:prstDash val="solid"/>
          </a:ln>
        </p:spPr>
      </p:sp>
      <p:sp>
        <p:nvSpPr>
          <p:cNvPr id="195" name="pdf-path-100052">
            <a:extLst xmlns:a="http://schemas.openxmlformats.org/drawingml/2006/main">
              <a:ext uri="{FF2B5EF4-FFF2-40B4-BE49-F238E27FC236}">
                <a16:creationId xmlns:a16="http://schemas.microsoft.com/office/drawing/2014/main" id="{29BF6C55-3C54-4D19-8C2E-A6113675CBF0}"/>
              </a:ext>
            </a:extLst>
          </p:cNvPr>
          <p:cNvSpPr>
            <a:spLocks xmlns:a="http://schemas.openxmlformats.org/drawingml/2006/main" noGrp="1"/>
          </p:cNvSpPr>
          <p:nvPr/>
        </p:nvSpPr>
        <p:spPr>
          <a:xfrm xmlns:a="http://schemas.openxmlformats.org/drawingml/2006/main">
            <a:off x="8957959" y="5753934"/>
            <a:ext cx="15363" cy="185655"/>
          </a:xfrm>
          <a:custGeom xmlns:a="http://schemas.openxmlformats.org/drawingml/2006/main">
            <a:pathLst>
              <a:path w="15363" h="185655">
                <a:moveTo>
                  <a:pt x="15363" y="185655"/>
                </a:moveTo>
                <a:lnTo>
                  <a:pt x="0" y="185655"/>
                </a:lnTo>
                <a:lnTo>
                  <a:pt x="0" y="0"/>
                </a:lnTo>
                <a:lnTo>
                  <a:pt x="15363" y="0"/>
                </a:lnTo>
                <a:lnTo>
                  <a:pt x="15363" y="185655"/>
                </a:lnTo>
              </a:path>
            </a:pathLst>
          </a:custGeom>
          <a:solidFill xmlns:a="http://schemas.openxmlformats.org/drawingml/2006/main">
            <a:srgbClr val="000000"/>
          </a:solidFill>
          <a:ln xmlns:a="http://schemas.openxmlformats.org/drawingml/2006/main" w="0">
            <a:noFill/>
            <a:prstDash val="solid"/>
          </a:ln>
        </p:spPr>
      </p:sp>
      <p:sp>
        <p:nvSpPr>
          <p:cNvPr id="196" name="pdf-path-100053">
            <a:extLst xmlns:a="http://schemas.openxmlformats.org/drawingml/2006/main">
              <a:ext uri="{FF2B5EF4-FFF2-40B4-BE49-F238E27FC236}">
                <a16:creationId xmlns:a16="http://schemas.microsoft.com/office/drawing/2014/main" id="{D0F9FCEB-52B8-4D47-BAB3-A80CEF436285}"/>
              </a:ext>
            </a:extLst>
          </p:cNvPr>
          <p:cNvSpPr>
            <a:spLocks xmlns:a="http://schemas.openxmlformats.org/drawingml/2006/main" noGrp="1"/>
          </p:cNvSpPr>
          <p:nvPr/>
        </p:nvSpPr>
        <p:spPr>
          <a:xfrm xmlns:a="http://schemas.openxmlformats.org/drawingml/2006/main">
            <a:off x="9001078" y="5801320"/>
            <a:ext cx="93775" cy="95372"/>
          </a:xfrm>
          <a:custGeom xmlns:a="http://schemas.openxmlformats.org/drawingml/2006/main">
            <a:pathLst>
              <a:path w="93775" h="95372">
                <a:moveTo>
                  <a:pt x="80208" y="67339"/>
                </a:moveTo>
                <a:lnTo>
                  <a:pt x="74123" y="95372"/>
                </a:lnTo>
                <a:lnTo>
                  <a:pt x="1896" y="95372"/>
                </a:lnTo>
                <a:lnTo>
                  <a:pt x="0" y="90483"/>
                </a:lnTo>
                <a:lnTo>
                  <a:pt x="54569" y="27634"/>
                </a:lnTo>
                <a:cubicBezTo>
                  <a:pt x="62284" y="18788"/>
                  <a:pt x="67937" y="12503"/>
                  <a:pt x="71528" y="8779"/>
                </a:cubicBezTo>
                <a:lnTo>
                  <a:pt x="70930" y="8081"/>
                </a:lnTo>
                <a:lnTo>
                  <a:pt x="47585" y="8081"/>
                </a:lnTo>
                <a:cubicBezTo>
                  <a:pt x="44128" y="8081"/>
                  <a:pt x="41601" y="8313"/>
                  <a:pt x="40004" y="8779"/>
                </a:cubicBezTo>
                <a:cubicBezTo>
                  <a:pt x="38408" y="9244"/>
                  <a:pt x="36811" y="10059"/>
                  <a:pt x="35216" y="11223"/>
                </a:cubicBezTo>
                <a:cubicBezTo>
                  <a:pt x="33620" y="12387"/>
                  <a:pt x="31907" y="14117"/>
                  <a:pt x="30078" y="16411"/>
                </a:cubicBezTo>
                <a:cubicBezTo>
                  <a:pt x="28249" y="18705"/>
                  <a:pt x="26204" y="21981"/>
                  <a:pt x="23943" y="26237"/>
                </a:cubicBezTo>
                <a:lnTo>
                  <a:pt x="15064" y="26237"/>
                </a:lnTo>
                <a:lnTo>
                  <a:pt x="20950" y="0"/>
                </a:lnTo>
                <a:lnTo>
                  <a:pt x="91880" y="0"/>
                </a:lnTo>
                <a:lnTo>
                  <a:pt x="93775" y="4988"/>
                </a:lnTo>
                <a:lnTo>
                  <a:pt x="46189" y="59657"/>
                </a:lnTo>
                <a:cubicBezTo>
                  <a:pt x="36945" y="70231"/>
                  <a:pt x="28931" y="79210"/>
                  <a:pt x="22147" y="86593"/>
                </a:cubicBezTo>
                <a:lnTo>
                  <a:pt x="22745" y="87291"/>
                </a:lnTo>
                <a:lnTo>
                  <a:pt x="45291" y="87291"/>
                </a:lnTo>
                <a:cubicBezTo>
                  <a:pt x="49282" y="87291"/>
                  <a:pt x="52342" y="87075"/>
                  <a:pt x="54469" y="86642"/>
                </a:cubicBezTo>
                <a:cubicBezTo>
                  <a:pt x="56598" y="86210"/>
                  <a:pt x="58460" y="85395"/>
                  <a:pt x="60056" y="84198"/>
                </a:cubicBezTo>
                <a:cubicBezTo>
                  <a:pt x="61652" y="83001"/>
                  <a:pt x="63298" y="81189"/>
                  <a:pt x="64994" y="78762"/>
                </a:cubicBezTo>
                <a:cubicBezTo>
                  <a:pt x="66690" y="76334"/>
                  <a:pt x="68801" y="72527"/>
                  <a:pt x="71329" y="67339"/>
                </a:cubicBezTo>
                <a:lnTo>
                  <a:pt x="80208" y="67339"/>
                </a:lnTo>
              </a:path>
            </a:pathLst>
          </a:custGeom>
          <a:solidFill xmlns:a="http://schemas.openxmlformats.org/drawingml/2006/main">
            <a:srgbClr val="000000"/>
          </a:solidFill>
          <a:ln xmlns:a="http://schemas.openxmlformats.org/drawingml/2006/main" w="0">
            <a:noFill/>
            <a:prstDash val="solid"/>
          </a:ln>
        </p:spPr>
      </p:sp>
      <p:sp>
        <p:nvSpPr>
          <p:cNvPr id="197" name="pdf-path-100054">
            <a:extLst xmlns:a="http://schemas.openxmlformats.org/drawingml/2006/main">
              <a:ext uri="{FF2B5EF4-FFF2-40B4-BE49-F238E27FC236}">
                <a16:creationId xmlns:a16="http://schemas.microsoft.com/office/drawing/2014/main" id="{B826DC79-FD0A-468A-8D56-E92D0FE4CC72}"/>
              </a:ext>
            </a:extLst>
          </p:cNvPr>
          <p:cNvSpPr>
            <a:spLocks xmlns:a="http://schemas.openxmlformats.org/drawingml/2006/main" noGrp="1"/>
          </p:cNvSpPr>
          <p:nvPr/>
        </p:nvSpPr>
        <p:spPr>
          <a:xfrm xmlns:a="http://schemas.openxmlformats.org/drawingml/2006/main">
            <a:off x="9103815" y="5873546"/>
            <a:ext cx="29828" cy="50679"/>
          </a:xfrm>
          <a:custGeom xmlns:a="http://schemas.openxmlformats.org/drawingml/2006/main">
            <a:pathLst>
              <a:path w="29828" h="50679">
                <a:moveTo>
                  <a:pt x="28431" y="0"/>
                </a:moveTo>
                <a:cubicBezTo>
                  <a:pt x="29362" y="4656"/>
                  <a:pt x="29828" y="9244"/>
                  <a:pt x="29828" y="13767"/>
                </a:cubicBezTo>
                <a:cubicBezTo>
                  <a:pt x="29828" y="18423"/>
                  <a:pt x="29030" y="22679"/>
                  <a:pt x="27433" y="26537"/>
                </a:cubicBezTo>
                <a:cubicBezTo>
                  <a:pt x="25838" y="30394"/>
                  <a:pt x="23294" y="34235"/>
                  <a:pt x="19802" y="38059"/>
                </a:cubicBezTo>
                <a:cubicBezTo>
                  <a:pt x="16311" y="41883"/>
                  <a:pt x="11506" y="46090"/>
                  <a:pt x="5387" y="50679"/>
                </a:cubicBezTo>
                <a:lnTo>
                  <a:pt x="0" y="44593"/>
                </a:lnTo>
                <a:cubicBezTo>
                  <a:pt x="3391" y="41401"/>
                  <a:pt x="5852" y="38525"/>
                  <a:pt x="7382" y="35964"/>
                </a:cubicBezTo>
                <a:cubicBezTo>
                  <a:pt x="8911" y="33403"/>
                  <a:pt x="10009" y="30493"/>
                  <a:pt x="10674" y="27235"/>
                </a:cubicBezTo>
                <a:cubicBezTo>
                  <a:pt x="11339" y="23976"/>
                  <a:pt x="11671" y="19886"/>
                  <a:pt x="11671" y="14964"/>
                </a:cubicBezTo>
                <a:cubicBezTo>
                  <a:pt x="11671" y="9910"/>
                  <a:pt x="11439" y="4922"/>
                  <a:pt x="10974" y="0"/>
                </a:cubicBezTo>
                <a:lnTo>
                  <a:pt x="28431" y="0"/>
                </a:lnTo>
              </a:path>
            </a:pathLst>
          </a:custGeom>
          <a:solidFill xmlns:a="http://schemas.openxmlformats.org/drawingml/2006/main">
            <a:srgbClr val="000000"/>
          </a:solidFill>
          <a:ln xmlns:a="http://schemas.openxmlformats.org/drawingml/2006/main" w="0">
            <a:noFill/>
            <a:prstDash val="solid"/>
          </a:ln>
        </p:spPr>
      </p:sp>
      <p:sp>
        <p:nvSpPr>
          <p:cNvPr id="198" name="pdf-path-100055">
            <a:extLst xmlns:a="http://schemas.openxmlformats.org/drawingml/2006/main">
              <a:ext uri="{FF2B5EF4-FFF2-40B4-BE49-F238E27FC236}">
                <a16:creationId xmlns:a16="http://schemas.microsoft.com/office/drawing/2014/main" id="{149646FA-9F7C-454E-93D7-D02B65A918BE}"/>
              </a:ext>
            </a:extLst>
          </p:cNvPr>
          <p:cNvSpPr>
            <a:spLocks xmlns:a="http://schemas.openxmlformats.org/drawingml/2006/main" noGrp="1"/>
          </p:cNvSpPr>
          <p:nvPr/>
        </p:nvSpPr>
        <p:spPr>
          <a:xfrm xmlns:a="http://schemas.openxmlformats.org/drawingml/2006/main">
            <a:off x="9183024" y="5799724"/>
            <a:ext cx="82801" cy="98663"/>
          </a:xfrm>
          <a:custGeom xmlns:a="http://schemas.openxmlformats.org/drawingml/2006/main">
            <a:pathLst>
              <a:path w="82801" h="98663">
                <a:moveTo>
                  <a:pt x="70231" y="25838"/>
                </a:moveTo>
                <a:cubicBezTo>
                  <a:pt x="69500" y="19919"/>
                  <a:pt x="67554" y="15430"/>
                  <a:pt x="64396" y="12370"/>
                </a:cubicBezTo>
                <a:cubicBezTo>
                  <a:pt x="61236" y="9311"/>
                  <a:pt x="56265" y="7781"/>
                  <a:pt x="49481" y="7781"/>
                </a:cubicBezTo>
                <a:cubicBezTo>
                  <a:pt x="44227" y="7781"/>
                  <a:pt x="39971" y="9128"/>
                  <a:pt x="36712" y="11821"/>
                </a:cubicBezTo>
                <a:cubicBezTo>
                  <a:pt x="33453" y="14515"/>
                  <a:pt x="31823" y="18056"/>
                  <a:pt x="31823" y="22446"/>
                </a:cubicBezTo>
                <a:cubicBezTo>
                  <a:pt x="31823" y="24840"/>
                  <a:pt x="32239" y="26952"/>
                  <a:pt x="33070" y="28781"/>
                </a:cubicBezTo>
                <a:cubicBezTo>
                  <a:pt x="33902" y="30609"/>
                  <a:pt x="35581" y="32621"/>
                  <a:pt x="38109" y="34816"/>
                </a:cubicBezTo>
                <a:cubicBezTo>
                  <a:pt x="40636" y="37011"/>
                  <a:pt x="44559" y="39705"/>
                  <a:pt x="49881" y="42897"/>
                </a:cubicBezTo>
                <a:cubicBezTo>
                  <a:pt x="54070" y="45425"/>
                  <a:pt x="57429" y="47735"/>
                  <a:pt x="59956" y="49830"/>
                </a:cubicBezTo>
                <a:cubicBezTo>
                  <a:pt x="62483" y="51926"/>
                  <a:pt x="64479" y="54004"/>
                  <a:pt x="65942" y="56065"/>
                </a:cubicBezTo>
                <a:cubicBezTo>
                  <a:pt x="67405" y="58128"/>
                  <a:pt x="68469" y="60305"/>
                  <a:pt x="69134" y="62599"/>
                </a:cubicBezTo>
                <a:cubicBezTo>
                  <a:pt x="69799" y="64895"/>
                  <a:pt x="70132" y="67671"/>
                  <a:pt x="70132" y="70930"/>
                </a:cubicBezTo>
                <a:cubicBezTo>
                  <a:pt x="70132" y="76849"/>
                  <a:pt x="68552" y="81920"/>
                  <a:pt x="65393" y="86144"/>
                </a:cubicBezTo>
                <a:cubicBezTo>
                  <a:pt x="62234" y="90367"/>
                  <a:pt x="57944" y="93509"/>
                  <a:pt x="52524" y="95570"/>
                </a:cubicBezTo>
                <a:cubicBezTo>
                  <a:pt x="47104" y="97633"/>
                  <a:pt x="40935" y="98663"/>
                  <a:pt x="34018" y="98663"/>
                </a:cubicBezTo>
                <a:cubicBezTo>
                  <a:pt x="28498" y="98663"/>
                  <a:pt x="23078" y="98247"/>
                  <a:pt x="17757" y="97416"/>
                </a:cubicBezTo>
                <a:cubicBezTo>
                  <a:pt x="12437" y="96585"/>
                  <a:pt x="6518" y="95172"/>
                  <a:pt x="0" y="93177"/>
                </a:cubicBezTo>
                <a:lnTo>
                  <a:pt x="4788" y="71429"/>
                </a:lnTo>
                <a:lnTo>
                  <a:pt x="12570" y="71429"/>
                </a:lnTo>
                <a:cubicBezTo>
                  <a:pt x="12836" y="77813"/>
                  <a:pt x="14632" y="82635"/>
                  <a:pt x="17957" y="85894"/>
                </a:cubicBezTo>
                <a:cubicBezTo>
                  <a:pt x="21282" y="89153"/>
                  <a:pt x="26569" y="90782"/>
                  <a:pt x="33819" y="90782"/>
                </a:cubicBezTo>
                <a:cubicBezTo>
                  <a:pt x="40137" y="90782"/>
                  <a:pt x="45075" y="89369"/>
                  <a:pt x="48634" y="86542"/>
                </a:cubicBezTo>
                <a:cubicBezTo>
                  <a:pt x="52192" y="83716"/>
                  <a:pt x="53971" y="79709"/>
                  <a:pt x="53971" y="74521"/>
                </a:cubicBezTo>
                <a:cubicBezTo>
                  <a:pt x="53971" y="71528"/>
                  <a:pt x="53472" y="68951"/>
                  <a:pt x="52474" y="66790"/>
                </a:cubicBezTo>
                <a:cubicBezTo>
                  <a:pt x="51477" y="64629"/>
                  <a:pt x="49848" y="62550"/>
                  <a:pt x="47585" y="60554"/>
                </a:cubicBezTo>
                <a:cubicBezTo>
                  <a:pt x="45324" y="58559"/>
                  <a:pt x="41733" y="56065"/>
                  <a:pt x="36811" y="53072"/>
                </a:cubicBezTo>
                <a:cubicBezTo>
                  <a:pt x="31625" y="49947"/>
                  <a:pt x="27583" y="47120"/>
                  <a:pt x="24691" y="44593"/>
                </a:cubicBezTo>
                <a:cubicBezTo>
                  <a:pt x="21798" y="42065"/>
                  <a:pt x="19620" y="39322"/>
                  <a:pt x="18157" y="36362"/>
                </a:cubicBezTo>
                <a:cubicBezTo>
                  <a:pt x="16693" y="33403"/>
                  <a:pt x="15962" y="29995"/>
                  <a:pt x="15962" y="26137"/>
                </a:cubicBezTo>
                <a:cubicBezTo>
                  <a:pt x="15962" y="20883"/>
                  <a:pt x="17375" y="16277"/>
                  <a:pt x="20202" y="12320"/>
                </a:cubicBezTo>
                <a:cubicBezTo>
                  <a:pt x="23028" y="8363"/>
                  <a:pt x="27068" y="5320"/>
                  <a:pt x="32322" y="3193"/>
                </a:cubicBezTo>
                <a:cubicBezTo>
                  <a:pt x="37576" y="1064"/>
                  <a:pt x="43695" y="0"/>
                  <a:pt x="50679" y="0"/>
                </a:cubicBezTo>
                <a:cubicBezTo>
                  <a:pt x="56864" y="0"/>
                  <a:pt x="62500" y="365"/>
                  <a:pt x="67588" y="1097"/>
                </a:cubicBezTo>
                <a:cubicBezTo>
                  <a:pt x="72676" y="1829"/>
                  <a:pt x="77747" y="3092"/>
                  <a:pt x="82801" y="4888"/>
                </a:cubicBezTo>
                <a:lnTo>
                  <a:pt x="78312" y="25838"/>
                </a:lnTo>
                <a:lnTo>
                  <a:pt x="70231" y="25838"/>
                </a:lnTo>
              </a:path>
            </a:pathLst>
          </a:custGeom>
          <a:solidFill xmlns:a="http://schemas.openxmlformats.org/drawingml/2006/main">
            <a:srgbClr val="000000"/>
          </a:solidFill>
          <a:ln xmlns:a="http://schemas.openxmlformats.org/drawingml/2006/main" w="0">
            <a:noFill/>
            <a:prstDash val="solid"/>
          </a:ln>
        </p:spPr>
      </p:sp>
      <p:sp>
        <p:nvSpPr>
          <p:cNvPr id="199" name="pdf-path-100056">
            <a:extLst xmlns:a="http://schemas.openxmlformats.org/drawingml/2006/main">
              <a:ext uri="{FF2B5EF4-FFF2-40B4-BE49-F238E27FC236}">
                <a16:creationId xmlns:a16="http://schemas.microsoft.com/office/drawing/2014/main" id="{64AA9C29-BC01-4BE6-B32A-3086D31B36BE}"/>
              </a:ext>
            </a:extLst>
          </p:cNvPr>
          <p:cNvSpPr>
            <a:spLocks xmlns:a="http://schemas.openxmlformats.org/drawingml/2006/main" noGrp="1"/>
          </p:cNvSpPr>
          <p:nvPr/>
        </p:nvSpPr>
        <p:spPr>
          <a:xfrm xmlns:a="http://schemas.openxmlformats.org/drawingml/2006/main">
            <a:off x="9278333" y="5847203"/>
            <a:ext cx="52380" cy="91647"/>
          </a:xfrm>
          <a:custGeom xmlns:a="http://schemas.openxmlformats.org/drawingml/2006/main">
            <a:pathLst>
              <a:path w="52380" h="91647">
                <a:moveTo>
                  <a:pt x="45391" y="76445"/>
                </a:moveTo>
                <a:cubicBezTo>
                  <a:pt x="42942" y="79183"/>
                  <a:pt x="40612" y="81512"/>
                  <a:pt x="38403" y="83433"/>
                </a:cubicBezTo>
                <a:cubicBezTo>
                  <a:pt x="36193" y="85355"/>
                  <a:pt x="34031" y="86928"/>
                  <a:pt x="31918" y="88153"/>
                </a:cubicBezTo>
                <a:cubicBezTo>
                  <a:pt x="29805" y="89378"/>
                  <a:pt x="27715" y="90267"/>
                  <a:pt x="25650" y="90819"/>
                </a:cubicBezTo>
                <a:cubicBezTo>
                  <a:pt x="23584" y="91371"/>
                  <a:pt x="21471" y="91647"/>
                  <a:pt x="19310" y="91647"/>
                </a:cubicBezTo>
                <a:cubicBezTo>
                  <a:pt x="13593" y="91647"/>
                  <a:pt x="9331" y="90302"/>
                  <a:pt x="6521" y="87612"/>
                </a:cubicBezTo>
                <a:cubicBezTo>
                  <a:pt x="3711" y="84923"/>
                  <a:pt x="2306" y="80960"/>
                  <a:pt x="2306" y="75724"/>
                </a:cubicBezTo>
                <a:cubicBezTo>
                  <a:pt x="2306" y="73947"/>
                  <a:pt x="2438" y="71990"/>
                  <a:pt x="2702" y="69852"/>
                </a:cubicBezTo>
                <a:cubicBezTo>
                  <a:pt x="2967" y="67715"/>
                  <a:pt x="3338" y="65638"/>
                  <a:pt x="3819" y="63620"/>
                </a:cubicBezTo>
                <a:lnTo>
                  <a:pt x="12393" y="26298"/>
                </a:lnTo>
                <a:lnTo>
                  <a:pt x="0" y="26298"/>
                </a:lnTo>
                <a:lnTo>
                  <a:pt x="1441" y="20750"/>
                </a:lnTo>
                <a:cubicBezTo>
                  <a:pt x="4324" y="20750"/>
                  <a:pt x="6569" y="20475"/>
                  <a:pt x="8178" y="19922"/>
                </a:cubicBezTo>
                <a:cubicBezTo>
                  <a:pt x="9787" y="19370"/>
                  <a:pt x="11144" y="18613"/>
                  <a:pt x="12249" y="17653"/>
                </a:cubicBezTo>
                <a:cubicBezTo>
                  <a:pt x="12969" y="16980"/>
                  <a:pt x="13666" y="16151"/>
                  <a:pt x="14338" y="15167"/>
                </a:cubicBezTo>
                <a:cubicBezTo>
                  <a:pt x="15010" y="14182"/>
                  <a:pt x="15683" y="12993"/>
                  <a:pt x="16355" y="11600"/>
                </a:cubicBezTo>
                <a:cubicBezTo>
                  <a:pt x="17028" y="10207"/>
                  <a:pt x="17712" y="8563"/>
                  <a:pt x="18409" y="6665"/>
                </a:cubicBezTo>
                <a:cubicBezTo>
                  <a:pt x="19106" y="4767"/>
                  <a:pt x="19886" y="2546"/>
                  <a:pt x="20750" y="0"/>
                </a:cubicBezTo>
                <a:lnTo>
                  <a:pt x="31990" y="0"/>
                </a:lnTo>
                <a:lnTo>
                  <a:pt x="27883" y="18301"/>
                </a:lnTo>
                <a:lnTo>
                  <a:pt x="52380" y="18301"/>
                </a:lnTo>
                <a:lnTo>
                  <a:pt x="50723" y="26298"/>
                </a:lnTo>
                <a:lnTo>
                  <a:pt x="26298" y="26298"/>
                </a:lnTo>
                <a:lnTo>
                  <a:pt x="18949" y="56487"/>
                </a:lnTo>
                <a:cubicBezTo>
                  <a:pt x="18469" y="58504"/>
                  <a:pt x="18073" y="60318"/>
                  <a:pt x="17761" y="61927"/>
                </a:cubicBezTo>
                <a:cubicBezTo>
                  <a:pt x="17449" y="63536"/>
                  <a:pt x="17196" y="64989"/>
                  <a:pt x="17004" y="66285"/>
                </a:cubicBezTo>
                <a:cubicBezTo>
                  <a:pt x="16812" y="67583"/>
                  <a:pt x="16680" y="68759"/>
                  <a:pt x="16608" y="69816"/>
                </a:cubicBezTo>
                <a:cubicBezTo>
                  <a:pt x="16536" y="70873"/>
                  <a:pt x="16500" y="71858"/>
                  <a:pt x="16500" y="72770"/>
                </a:cubicBezTo>
                <a:cubicBezTo>
                  <a:pt x="16500" y="75652"/>
                  <a:pt x="17100" y="77910"/>
                  <a:pt x="18301" y="79543"/>
                </a:cubicBezTo>
                <a:cubicBezTo>
                  <a:pt x="19501" y="81176"/>
                  <a:pt x="21471" y="81993"/>
                  <a:pt x="24209" y="81993"/>
                </a:cubicBezTo>
                <a:cubicBezTo>
                  <a:pt x="26514" y="81993"/>
                  <a:pt x="28964" y="81140"/>
                  <a:pt x="31558" y="79435"/>
                </a:cubicBezTo>
                <a:cubicBezTo>
                  <a:pt x="34152" y="77729"/>
                  <a:pt x="37105" y="75052"/>
                  <a:pt x="40420" y="71401"/>
                </a:cubicBezTo>
                <a:lnTo>
                  <a:pt x="45391" y="76445"/>
                </a:lnTo>
              </a:path>
            </a:pathLst>
          </a:custGeom>
          <a:solidFill xmlns:a="http://schemas.openxmlformats.org/drawingml/2006/main">
            <a:srgbClr val="000000"/>
          </a:solidFill>
          <a:ln xmlns:a="http://schemas.openxmlformats.org/drawingml/2006/main" w="0">
            <a:noFill/>
            <a:prstDash val="solid"/>
          </a:ln>
        </p:spPr>
      </p:sp>
      <p:sp>
        <p:nvSpPr>
          <p:cNvPr id="200" name="pdf-path-100057">
            <a:extLst xmlns:a="http://schemas.openxmlformats.org/drawingml/2006/main">
              <a:ext uri="{FF2B5EF4-FFF2-40B4-BE49-F238E27FC236}">
                <a16:creationId xmlns:a16="http://schemas.microsoft.com/office/drawing/2014/main" id="{81089E34-AEAB-4487-80B6-A59725658383}"/>
              </a:ext>
            </a:extLst>
          </p:cNvPr>
          <p:cNvSpPr>
            <a:spLocks xmlns:a="http://schemas.openxmlformats.org/drawingml/2006/main" noGrp="1"/>
          </p:cNvSpPr>
          <p:nvPr/>
        </p:nvSpPr>
        <p:spPr>
          <a:xfrm xmlns:a="http://schemas.openxmlformats.org/drawingml/2006/main">
            <a:off x="9349589" y="5752537"/>
            <a:ext cx="63049" cy="189247"/>
          </a:xfrm>
          <a:custGeom xmlns:a="http://schemas.openxmlformats.org/drawingml/2006/main">
            <a:pathLst>
              <a:path w="63049" h="189247">
                <a:moveTo>
                  <a:pt x="45790" y="93675"/>
                </a:moveTo>
                <a:cubicBezTo>
                  <a:pt x="45790" y="71196"/>
                  <a:pt x="42066" y="52524"/>
                  <a:pt x="34617" y="37660"/>
                </a:cubicBezTo>
                <a:cubicBezTo>
                  <a:pt x="27168" y="22795"/>
                  <a:pt x="15630" y="12802"/>
                  <a:pt x="0" y="7682"/>
                </a:cubicBezTo>
                <a:lnTo>
                  <a:pt x="2694" y="0"/>
                </a:lnTo>
                <a:cubicBezTo>
                  <a:pt x="22114" y="5121"/>
                  <a:pt x="37028" y="16178"/>
                  <a:pt x="47436" y="33171"/>
                </a:cubicBezTo>
                <a:cubicBezTo>
                  <a:pt x="57845" y="50163"/>
                  <a:pt x="63049" y="70664"/>
                  <a:pt x="63049" y="94673"/>
                </a:cubicBezTo>
                <a:cubicBezTo>
                  <a:pt x="63049" y="118748"/>
                  <a:pt x="57862" y="139249"/>
                  <a:pt x="47486" y="156175"/>
                </a:cubicBezTo>
                <a:cubicBezTo>
                  <a:pt x="37111" y="173102"/>
                  <a:pt x="22180" y="184125"/>
                  <a:pt x="2694" y="189247"/>
                </a:cubicBezTo>
                <a:lnTo>
                  <a:pt x="299" y="181565"/>
                </a:lnTo>
                <a:cubicBezTo>
                  <a:pt x="15663" y="176443"/>
                  <a:pt x="27086" y="166335"/>
                  <a:pt x="34568" y="151237"/>
                </a:cubicBezTo>
                <a:cubicBezTo>
                  <a:pt x="42050" y="136140"/>
                  <a:pt x="45790" y="116953"/>
                  <a:pt x="45790" y="93675"/>
                </a:cubicBezTo>
              </a:path>
            </a:pathLst>
          </a:custGeom>
          <a:solidFill xmlns:a="http://schemas.openxmlformats.org/drawingml/2006/main">
            <a:srgbClr val="000000"/>
          </a:solidFill>
          <a:ln xmlns:a="http://schemas.openxmlformats.org/drawingml/2006/main" w="0">
            <a:noFill/>
            <a:prstDash val="solid"/>
          </a:ln>
        </p:spPr>
      </p:sp>
      <p:sp>
        <p:nvSpPr>
          <p:cNvPr id="201" name="pdf-path-100058">
            <a:extLst xmlns:a="http://schemas.openxmlformats.org/drawingml/2006/main">
              <a:ext uri="{FF2B5EF4-FFF2-40B4-BE49-F238E27FC236}">
                <a16:creationId xmlns:a16="http://schemas.microsoft.com/office/drawing/2014/main" id="{8367C05C-332F-4428-B90F-8E5324C43B1B}"/>
              </a:ext>
            </a:extLst>
          </p:cNvPr>
          <p:cNvSpPr>
            <a:spLocks xmlns:a="http://schemas.openxmlformats.org/drawingml/2006/main" noGrp="1"/>
          </p:cNvSpPr>
          <p:nvPr/>
        </p:nvSpPr>
        <p:spPr>
          <a:xfrm xmlns:a="http://schemas.openxmlformats.org/drawingml/2006/main">
            <a:off x="8714540" y="2759589"/>
            <a:ext cx="82801" cy="98663"/>
          </a:xfrm>
          <a:custGeom xmlns:a="http://schemas.openxmlformats.org/drawingml/2006/main">
            <a:pathLst>
              <a:path w="82801" h="98663">
                <a:moveTo>
                  <a:pt x="70231" y="25838"/>
                </a:moveTo>
                <a:cubicBezTo>
                  <a:pt x="69500" y="19919"/>
                  <a:pt x="67554" y="15429"/>
                  <a:pt x="64396" y="12370"/>
                </a:cubicBezTo>
                <a:cubicBezTo>
                  <a:pt x="61236" y="9311"/>
                  <a:pt x="56265" y="7781"/>
                  <a:pt x="49481" y="7781"/>
                </a:cubicBezTo>
                <a:cubicBezTo>
                  <a:pt x="44227" y="7781"/>
                  <a:pt x="39971" y="9128"/>
                  <a:pt x="36712" y="11821"/>
                </a:cubicBezTo>
                <a:cubicBezTo>
                  <a:pt x="33453" y="14515"/>
                  <a:pt x="31823" y="18056"/>
                  <a:pt x="31823" y="22446"/>
                </a:cubicBezTo>
                <a:cubicBezTo>
                  <a:pt x="31823" y="24840"/>
                  <a:pt x="32239" y="26952"/>
                  <a:pt x="33070" y="28781"/>
                </a:cubicBezTo>
                <a:cubicBezTo>
                  <a:pt x="33902" y="30610"/>
                  <a:pt x="35581" y="32622"/>
                  <a:pt x="38109" y="34816"/>
                </a:cubicBezTo>
                <a:cubicBezTo>
                  <a:pt x="40636" y="37011"/>
                  <a:pt x="44559" y="39705"/>
                  <a:pt x="49881" y="42897"/>
                </a:cubicBezTo>
                <a:cubicBezTo>
                  <a:pt x="54070" y="45424"/>
                  <a:pt x="57429" y="47735"/>
                  <a:pt x="59956" y="49831"/>
                </a:cubicBezTo>
                <a:cubicBezTo>
                  <a:pt x="62483" y="51925"/>
                  <a:pt x="64479" y="54004"/>
                  <a:pt x="65942" y="56066"/>
                </a:cubicBezTo>
                <a:cubicBezTo>
                  <a:pt x="67405" y="58127"/>
                  <a:pt x="68469" y="60305"/>
                  <a:pt x="69134" y="62600"/>
                </a:cubicBezTo>
                <a:cubicBezTo>
                  <a:pt x="69799" y="64894"/>
                  <a:pt x="70132" y="67671"/>
                  <a:pt x="70132" y="70930"/>
                </a:cubicBezTo>
                <a:cubicBezTo>
                  <a:pt x="70132" y="76849"/>
                  <a:pt x="68552" y="81920"/>
                  <a:pt x="65393" y="86143"/>
                </a:cubicBezTo>
                <a:cubicBezTo>
                  <a:pt x="62234" y="90366"/>
                  <a:pt x="57944" y="93509"/>
                  <a:pt x="52524" y="95571"/>
                </a:cubicBezTo>
                <a:cubicBezTo>
                  <a:pt x="47104" y="97632"/>
                  <a:pt x="40935" y="98663"/>
                  <a:pt x="34018" y="98663"/>
                </a:cubicBezTo>
                <a:cubicBezTo>
                  <a:pt x="28498" y="98663"/>
                  <a:pt x="23078" y="98247"/>
                  <a:pt x="17757" y="97416"/>
                </a:cubicBezTo>
                <a:cubicBezTo>
                  <a:pt x="12437" y="96585"/>
                  <a:pt x="6518" y="95172"/>
                  <a:pt x="0" y="93177"/>
                </a:cubicBezTo>
                <a:lnTo>
                  <a:pt x="4788" y="71429"/>
                </a:lnTo>
                <a:lnTo>
                  <a:pt x="12570" y="71429"/>
                </a:lnTo>
                <a:cubicBezTo>
                  <a:pt x="12836" y="77813"/>
                  <a:pt x="14632" y="82635"/>
                  <a:pt x="17957" y="85894"/>
                </a:cubicBezTo>
                <a:cubicBezTo>
                  <a:pt x="21282" y="89153"/>
                  <a:pt x="26569" y="90782"/>
                  <a:pt x="33819" y="90782"/>
                </a:cubicBezTo>
                <a:cubicBezTo>
                  <a:pt x="40137" y="90782"/>
                  <a:pt x="45075" y="89369"/>
                  <a:pt x="48634" y="86543"/>
                </a:cubicBezTo>
                <a:cubicBezTo>
                  <a:pt x="52192" y="83716"/>
                  <a:pt x="53971" y="79709"/>
                  <a:pt x="53971" y="74521"/>
                </a:cubicBezTo>
                <a:cubicBezTo>
                  <a:pt x="53971" y="71528"/>
                  <a:pt x="53472" y="68951"/>
                  <a:pt x="52474" y="66790"/>
                </a:cubicBezTo>
                <a:cubicBezTo>
                  <a:pt x="51477" y="64628"/>
                  <a:pt x="49848" y="62550"/>
                  <a:pt x="47585" y="60554"/>
                </a:cubicBezTo>
                <a:cubicBezTo>
                  <a:pt x="45324" y="58559"/>
                  <a:pt x="41733" y="56066"/>
                  <a:pt x="36811" y="53073"/>
                </a:cubicBezTo>
                <a:cubicBezTo>
                  <a:pt x="31625" y="49947"/>
                  <a:pt x="27583" y="47120"/>
                  <a:pt x="24691" y="44593"/>
                </a:cubicBezTo>
                <a:cubicBezTo>
                  <a:pt x="21798" y="42065"/>
                  <a:pt x="19620" y="39322"/>
                  <a:pt x="18157" y="36363"/>
                </a:cubicBezTo>
                <a:cubicBezTo>
                  <a:pt x="16693" y="33403"/>
                  <a:pt x="15962" y="29995"/>
                  <a:pt x="15962" y="26137"/>
                </a:cubicBezTo>
                <a:cubicBezTo>
                  <a:pt x="15962" y="20883"/>
                  <a:pt x="17375" y="16277"/>
                  <a:pt x="20202" y="12320"/>
                </a:cubicBezTo>
                <a:cubicBezTo>
                  <a:pt x="23028" y="8363"/>
                  <a:pt x="27068" y="5320"/>
                  <a:pt x="32322" y="3192"/>
                </a:cubicBezTo>
                <a:cubicBezTo>
                  <a:pt x="37576" y="1064"/>
                  <a:pt x="43695" y="0"/>
                  <a:pt x="50679" y="0"/>
                </a:cubicBezTo>
                <a:cubicBezTo>
                  <a:pt x="56864" y="0"/>
                  <a:pt x="62500" y="366"/>
                  <a:pt x="67588" y="1097"/>
                </a:cubicBezTo>
                <a:cubicBezTo>
                  <a:pt x="72676" y="1829"/>
                  <a:pt x="77747" y="3092"/>
                  <a:pt x="82801" y="4888"/>
                </a:cubicBezTo>
                <a:lnTo>
                  <a:pt x="78312" y="25838"/>
                </a:lnTo>
                <a:lnTo>
                  <a:pt x="70231" y="25838"/>
                </a:lnTo>
              </a:path>
            </a:pathLst>
          </a:custGeom>
          <a:solidFill xmlns:a="http://schemas.openxmlformats.org/drawingml/2006/main">
            <a:srgbClr val="000000"/>
          </a:solidFill>
          <a:ln xmlns:a="http://schemas.openxmlformats.org/drawingml/2006/main" w="0">
            <a:noFill/>
            <a:prstDash val="solid"/>
          </a:ln>
        </p:spPr>
      </p:sp>
      <p:sp>
        <p:nvSpPr>
          <p:cNvPr id="202" name="pdf-path-100059">
            <a:extLst xmlns:a="http://schemas.openxmlformats.org/drawingml/2006/main">
              <a:ext uri="{FF2B5EF4-FFF2-40B4-BE49-F238E27FC236}">
                <a16:creationId xmlns:a16="http://schemas.microsoft.com/office/drawing/2014/main" id="{44704802-74F3-4169-95F0-412A2E1A4A48}"/>
              </a:ext>
            </a:extLst>
          </p:cNvPr>
          <p:cNvSpPr>
            <a:spLocks xmlns:a="http://schemas.openxmlformats.org/drawingml/2006/main" noGrp="1"/>
          </p:cNvSpPr>
          <p:nvPr/>
        </p:nvSpPr>
        <p:spPr>
          <a:xfrm xmlns:a="http://schemas.openxmlformats.org/drawingml/2006/main">
            <a:off x="8809849" y="2807068"/>
            <a:ext cx="52380" cy="91647"/>
          </a:xfrm>
          <a:custGeom xmlns:a="http://schemas.openxmlformats.org/drawingml/2006/main">
            <a:pathLst>
              <a:path w="52380" h="91647">
                <a:moveTo>
                  <a:pt x="45391" y="76444"/>
                </a:moveTo>
                <a:cubicBezTo>
                  <a:pt x="42942" y="79182"/>
                  <a:pt x="40612" y="81512"/>
                  <a:pt x="38403" y="83433"/>
                </a:cubicBezTo>
                <a:cubicBezTo>
                  <a:pt x="36193" y="85354"/>
                  <a:pt x="34031" y="86928"/>
                  <a:pt x="31918" y="88152"/>
                </a:cubicBezTo>
                <a:cubicBezTo>
                  <a:pt x="29805" y="89377"/>
                  <a:pt x="27715" y="90266"/>
                  <a:pt x="25650" y="90818"/>
                </a:cubicBezTo>
                <a:cubicBezTo>
                  <a:pt x="23584" y="91371"/>
                  <a:pt x="21471" y="91647"/>
                  <a:pt x="19310" y="91647"/>
                </a:cubicBezTo>
                <a:cubicBezTo>
                  <a:pt x="13593" y="91647"/>
                  <a:pt x="9331" y="90302"/>
                  <a:pt x="6521" y="87612"/>
                </a:cubicBezTo>
                <a:cubicBezTo>
                  <a:pt x="3711" y="84922"/>
                  <a:pt x="2306" y="80959"/>
                  <a:pt x="2306" y="75724"/>
                </a:cubicBezTo>
                <a:cubicBezTo>
                  <a:pt x="2306" y="73947"/>
                  <a:pt x="2438" y="71989"/>
                  <a:pt x="2702" y="69852"/>
                </a:cubicBezTo>
                <a:cubicBezTo>
                  <a:pt x="2967" y="67714"/>
                  <a:pt x="3338" y="65637"/>
                  <a:pt x="3819" y="63620"/>
                </a:cubicBezTo>
                <a:lnTo>
                  <a:pt x="12393" y="26298"/>
                </a:lnTo>
                <a:lnTo>
                  <a:pt x="0" y="26298"/>
                </a:lnTo>
                <a:lnTo>
                  <a:pt x="1441" y="20750"/>
                </a:lnTo>
                <a:cubicBezTo>
                  <a:pt x="4324" y="20750"/>
                  <a:pt x="6569" y="20474"/>
                  <a:pt x="8178" y="19922"/>
                </a:cubicBezTo>
                <a:cubicBezTo>
                  <a:pt x="9787" y="19369"/>
                  <a:pt x="11144" y="18613"/>
                  <a:pt x="12249" y="17652"/>
                </a:cubicBezTo>
                <a:cubicBezTo>
                  <a:pt x="12969" y="16979"/>
                  <a:pt x="13666" y="16151"/>
                  <a:pt x="14338" y="15166"/>
                </a:cubicBezTo>
                <a:cubicBezTo>
                  <a:pt x="15010" y="14182"/>
                  <a:pt x="15683" y="12993"/>
                  <a:pt x="16355" y="11600"/>
                </a:cubicBezTo>
                <a:cubicBezTo>
                  <a:pt x="17028" y="10207"/>
                  <a:pt x="17712" y="8562"/>
                  <a:pt x="18409" y="6665"/>
                </a:cubicBezTo>
                <a:cubicBezTo>
                  <a:pt x="19106" y="4767"/>
                  <a:pt x="19886" y="2545"/>
                  <a:pt x="20750" y="0"/>
                </a:cubicBezTo>
                <a:lnTo>
                  <a:pt x="31990" y="0"/>
                </a:lnTo>
                <a:lnTo>
                  <a:pt x="27883" y="18301"/>
                </a:lnTo>
                <a:lnTo>
                  <a:pt x="52380" y="18301"/>
                </a:lnTo>
                <a:lnTo>
                  <a:pt x="50723" y="26298"/>
                </a:lnTo>
                <a:lnTo>
                  <a:pt x="26298" y="26298"/>
                </a:lnTo>
                <a:lnTo>
                  <a:pt x="18949" y="56487"/>
                </a:lnTo>
                <a:cubicBezTo>
                  <a:pt x="18469" y="58504"/>
                  <a:pt x="18073" y="60317"/>
                  <a:pt x="17761" y="61926"/>
                </a:cubicBezTo>
                <a:cubicBezTo>
                  <a:pt x="17449" y="63536"/>
                  <a:pt x="17196" y="64988"/>
                  <a:pt x="17004" y="66285"/>
                </a:cubicBezTo>
                <a:cubicBezTo>
                  <a:pt x="16812" y="67582"/>
                  <a:pt x="16680" y="68759"/>
                  <a:pt x="16608" y="69816"/>
                </a:cubicBezTo>
                <a:cubicBezTo>
                  <a:pt x="16536" y="70872"/>
                  <a:pt x="16500" y="71857"/>
                  <a:pt x="16500" y="72770"/>
                </a:cubicBezTo>
                <a:cubicBezTo>
                  <a:pt x="16500" y="75652"/>
                  <a:pt x="17100" y="77909"/>
                  <a:pt x="18301" y="79542"/>
                </a:cubicBezTo>
                <a:cubicBezTo>
                  <a:pt x="19501" y="81176"/>
                  <a:pt x="21471" y="81992"/>
                  <a:pt x="24209" y="81992"/>
                </a:cubicBezTo>
                <a:cubicBezTo>
                  <a:pt x="26514" y="81992"/>
                  <a:pt x="28964" y="81139"/>
                  <a:pt x="31558" y="79435"/>
                </a:cubicBezTo>
                <a:cubicBezTo>
                  <a:pt x="34152" y="77729"/>
                  <a:pt x="37105" y="75051"/>
                  <a:pt x="40420" y="71401"/>
                </a:cubicBezTo>
                <a:lnTo>
                  <a:pt x="45391" y="76444"/>
                </a:lnTo>
              </a:path>
            </a:pathLst>
          </a:custGeom>
          <a:solidFill xmlns:a="http://schemas.openxmlformats.org/drawingml/2006/main">
            <a:srgbClr val="000000"/>
          </a:solidFill>
          <a:ln xmlns:a="http://schemas.openxmlformats.org/drawingml/2006/main" w="0">
            <a:noFill/>
            <a:prstDash val="solid"/>
          </a:ln>
        </p:spPr>
      </p:sp>
      <p:sp>
        <p:nvSpPr>
          <p:cNvPr id="203" name="pdf-path-100060">
            <a:extLst xmlns:a="http://schemas.openxmlformats.org/drawingml/2006/main">
              <a:ext uri="{FF2B5EF4-FFF2-40B4-BE49-F238E27FC236}">
                <a16:creationId xmlns:a16="http://schemas.microsoft.com/office/drawing/2014/main" id="{59073EF1-AFBD-4FBC-B8E8-64C29C46FB63}"/>
              </a:ext>
            </a:extLst>
          </p:cNvPr>
          <p:cNvSpPr>
            <a:spLocks xmlns:a="http://schemas.openxmlformats.org/drawingml/2006/main" noGrp="1"/>
          </p:cNvSpPr>
          <p:nvPr/>
        </p:nvSpPr>
        <p:spPr>
          <a:xfrm xmlns:a="http://schemas.openxmlformats.org/drawingml/2006/main">
            <a:off x="8726886" y="6403903"/>
            <a:ext cx="82901" cy="37111"/>
          </a:xfrm>
          <a:custGeom xmlns:a="http://schemas.openxmlformats.org/drawingml/2006/main">
            <a:pathLst>
              <a:path w="82901" h="37111">
                <a:moveTo>
                  <a:pt x="48982" y="0"/>
                </a:moveTo>
                <a:lnTo>
                  <a:pt x="82901" y="31425"/>
                </a:lnTo>
                <a:lnTo>
                  <a:pt x="77514" y="37111"/>
                </a:lnTo>
                <a:lnTo>
                  <a:pt x="42298" y="12870"/>
                </a:lnTo>
                <a:lnTo>
                  <a:pt x="41201" y="12870"/>
                </a:lnTo>
                <a:lnTo>
                  <a:pt x="5387" y="37111"/>
                </a:lnTo>
                <a:lnTo>
                  <a:pt x="0" y="31425"/>
                </a:lnTo>
                <a:lnTo>
                  <a:pt x="35615" y="0"/>
                </a:lnTo>
                <a:lnTo>
                  <a:pt x="48982" y="0"/>
                </a:lnTo>
              </a:path>
            </a:pathLst>
          </a:custGeom>
          <a:solidFill xmlns:a="http://schemas.openxmlformats.org/drawingml/2006/main">
            <a:srgbClr val="000000"/>
          </a:solidFill>
          <a:ln xmlns:a="http://schemas.openxmlformats.org/drawingml/2006/main" w="0">
            <a:noFill/>
            <a:prstDash val="solid"/>
          </a:ln>
        </p:spPr>
      </p:sp>
      <p:sp>
        <p:nvSpPr>
          <p:cNvPr id="204" name="pdf-path-100061">
            <a:extLst xmlns:a="http://schemas.openxmlformats.org/drawingml/2006/main">
              <a:ext uri="{FF2B5EF4-FFF2-40B4-BE49-F238E27FC236}">
                <a16:creationId xmlns:a16="http://schemas.microsoft.com/office/drawing/2014/main" id="{282C41D5-DB82-4D1F-9444-305F17072BD2}"/>
              </a:ext>
            </a:extLst>
          </p:cNvPr>
          <p:cNvSpPr>
            <a:spLocks xmlns:a="http://schemas.openxmlformats.org/drawingml/2006/main" noGrp="1"/>
          </p:cNvSpPr>
          <p:nvPr/>
        </p:nvSpPr>
        <p:spPr>
          <a:xfrm xmlns:a="http://schemas.openxmlformats.org/drawingml/2006/main">
            <a:off x="8711765" y="6450690"/>
            <a:ext cx="100958" cy="98663"/>
          </a:xfrm>
          <a:custGeom xmlns:a="http://schemas.openxmlformats.org/drawingml/2006/main">
            <a:pathLst>
              <a:path w="100958" h="98663">
                <a:moveTo>
                  <a:pt x="75220" y="6585"/>
                </a:moveTo>
                <a:lnTo>
                  <a:pt x="84398" y="0"/>
                </a:lnTo>
                <a:lnTo>
                  <a:pt x="90782" y="1597"/>
                </a:lnTo>
                <a:lnTo>
                  <a:pt x="76118" y="64845"/>
                </a:lnTo>
                <a:cubicBezTo>
                  <a:pt x="74654" y="71163"/>
                  <a:pt x="73923" y="76085"/>
                  <a:pt x="73923" y="79609"/>
                </a:cubicBezTo>
                <a:cubicBezTo>
                  <a:pt x="73923" y="82270"/>
                  <a:pt x="74355" y="84198"/>
                  <a:pt x="75220" y="85395"/>
                </a:cubicBezTo>
                <a:cubicBezTo>
                  <a:pt x="76085" y="86593"/>
                  <a:pt x="77448" y="87191"/>
                  <a:pt x="79309" y="87191"/>
                </a:cubicBezTo>
                <a:cubicBezTo>
                  <a:pt x="81305" y="87191"/>
                  <a:pt x="83433" y="86376"/>
                  <a:pt x="85694" y="84747"/>
                </a:cubicBezTo>
                <a:cubicBezTo>
                  <a:pt x="87956" y="83118"/>
                  <a:pt x="91148" y="80009"/>
                  <a:pt x="95271" y="75419"/>
                </a:cubicBezTo>
                <a:lnTo>
                  <a:pt x="100958" y="81006"/>
                </a:lnTo>
                <a:cubicBezTo>
                  <a:pt x="94972" y="87391"/>
                  <a:pt x="89868" y="91930"/>
                  <a:pt x="85645" y="94623"/>
                </a:cubicBezTo>
                <a:cubicBezTo>
                  <a:pt x="81421" y="97317"/>
                  <a:pt x="76849" y="98663"/>
                  <a:pt x="71928" y="98663"/>
                </a:cubicBezTo>
                <a:cubicBezTo>
                  <a:pt x="67804" y="98663"/>
                  <a:pt x="64512" y="97300"/>
                  <a:pt x="62051" y="94574"/>
                </a:cubicBezTo>
                <a:cubicBezTo>
                  <a:pt x="59590" y="91847"/>
                  <a:pt x="58360" y="88223"/>
                  <a:pt x="58360" y="83699"/>
                </a:cubicBezTo>
                <a:cubicBezTo>
                  <a:pt x="58360" y="80042"/>
                  <a:pt x="59125" y="76151"/>
                  <a:pt x="60655" y="72028"/>
                </a:cubicBezTo>
                <a:lnTo>
                  <a:pt x="59358" y="71628"/>
                </a:lnTo>
                <a:cubicBezTo>
                  <a:pt x="52973" y="80939"/>
                  <a:pt x="46921" y="87757"/>
                  <a:pt x="41201" y="92080"/>
                </a:cubicBezTo>
                <a:cubicBezTo>
                  <a:pt x="35482" y="96402"/>
                  <a:pt x="29430" y="98564"/>
                  <a:pt x="23045" y="98564"/>
                </a:cubicBezTo>
                <a:cubicBezTo>
                  <a:pt x="15729" y="98564"/>
                  <a:pt x="10059" y="95804"/>
                  <a:pt x="6035" y="90284"/>
                </a:cubicBezTo>
                <a:cubicBezTo>
                  <a:pt x="2012" y="84764"/>
                  <a:pt x="0" y="77016"/>
                  <a:pt x="0" y="67040"/>
                </a:cubicBezTo>
                <a:cubicBezTo>
                  <a:pt x="0" y="55600"/>
                  <a:pt x="2245" y="44610"/>
                  <a:pt x="6734" y="34069"/>
                </a:cubicBezTo>
                <a:cubicBezTo>
                  <a:pt x="11223" y="23528"/>
                  <a:pt x="17392" y="15214"/>
                  <a:pt x="25239" y="9129"/>
                </a:cubicBezTo>
                <a:cubicBezTo>
                  <a:pt x="33087" y="3043"/>
                  <a:pt x="41833" y="0"/>
                  <a:pt x="51477" y="0"/>
                </a:cubicBezTo>
                <a:cubicBezTo>
                  <a:pt x="55799" y="0"/>
                  <a:pt x="59839" y="482"/>
                  <a:pt x="63598" y="1447"/>
                </a:cubicBezTo>
                <a:cubicBezTo>
                  <a:pt x="67355" y="2411"/>
                  <a:pt x="71229" y="4124"/>
                  <a:pt x="75220" y="6585"/>
                </a:cubicBezTo>
                <a:moveTo>
                  <a:pt x="66441" y="36313"/>
                </a:moveTo>
                <a:cubicBezTo>
                  <a:pt x="67039" y="33587"/>
                  <a:pt x="67438" y="31225"/>
                  <a:pt x="67638" y="29230"/>
                </a:cubicBezTo>
                <a:cubicBezTo>
                  <a:pt x="67838" y="27235"/>
                  <a:pt x="67937" y="25074"/>
                  <a:pt x="67937" y="22745"/>
                </a:cubicBezTo>
                <a:cubicBezTo>
                  <a:pt x="67937" y="17625"/>
                  <a:pt x="66840" y="13867"/>
                  <a:pt x="64645" y="11473"/>
                </a:cubicBezTo>
                <a:cubicBezTo>
                  <a:pt x="62450" y="9079"/>
                  <a:pt x="58726" y="7881"/>
                  <a:pt x="53472" y="7881"/>
                </a:cubicBezTo>
                <a:cubicBezTo>
                  <a:pt x="46622" y="7881"/>
                  <a:pt x="40470" y="10642"/>
                  <a:pt x="35016" y="16162"/>
                </a:cubicBezTo>
                <a:cubicBezTo>
                  <a:pt x="29562" y="21682"/>
                  <a:pt x="25306" y="29081"/>
                  <a:pt x="22247" y="38358"/>
                </a:cubicBezTo>
                <a:cubicBezTo>
                  <a:pt x="19187" y="47636"/>
                  <a:pt x="17658" y="56897"/>
                  <a:pt x="17658" y="66142"/>
                </a:cubicBezTo>
                <a:cubicBezTo>
                  <a:pt x="17658" y="73059"/>
                  <a:pt x="18605" y="78230"/>
                  <a:pt x="20501" y="81654"/>
                </a:cubicBezTo>
                <a:cubicBezTo>
                  <a:pt x="22397" y="85080"/>
                  <a:pt x="25572" y="86792"/>
                  <a:pt x="30028" y="86792"/>
                </a:cubicBezTo>
                <a:cubicBezTo>
                  <a:pt x="34418" y="86792"/>
                  <a:pt x="38724" y="84897"/>
                  <a:pt x="42947" y="81106"/>
                </a:cubicBezTo>
                <a:cubicBezTo>
                  <a:pt x="47170" y="77315"/>
                  <a:pt x="51526" y="71911"/>
                  <a:pt x="56015" y="64895"/>
                </a:cubicBezTo>
                <a:cubicBezTo>
                  <a:pt x="60505" y="57878"/>
                  <a:pt x="63681" y="49781"/>
                  <a:pt x="65543" y="40603"/>
                </a:cubicBezTo>
                <a:lnTo>
                  <a:pt x="66441" y="36313"/>
                </a:lnTo>
              </a:path>
            </a:pathLst>
          </a:custGeom>
          <a:solidFill xmlns:a="http://schemas.openxmlformats.org/drawingml/2006/main">
            <a:srgbClr val="000000"/>
          </a:solidFill>
          <a:ln xmlns:a="http://schemas.openxmlformats.org/drawingml/2006/main" w="0">
            <a:noFill/>
            <a:prstDash val="solid"/>
          </a:ln>
        </p:spPr>
      </p:sp>
      <p:sp>
        <p:nvSpPr>
          <p:cNvPr id="205" name="pdf-path-100062">
            <a:extLst xmlns:a="http://schemas.openxmlformats.org/drawingml/2006/main">
              <a:ext uri="{FF2B5EF4-FFF2-40B4-BE49-F238E27FC236}">
                <a16:creationId xmlns:a16="http://schemas.microsoft.com/office/drawing/2014/main" id="{40B81981-3E9C-41FC-AB80-7508DAFEEE49}"/>
              </a:ext>
            </a:extLst>
          </p:cNvPr>
          <p:cNvSpPr>
            <a:spLocks xmlns:a="http://schemas.openxmlformats.org/drawingml/2006/main" noGrp="1"/>
          </p:cNvSpPr>
          <p:nvPr/>
        </p:nvSpPr>
        <p:spPr>
          <a:xfrm xmlns:a="http://schemas.openxmlformats.org/drawingml/2006/main">
            <a:off x="8825027" y="6498271"/>
            <a:ext cx="52380" cy="91647"/>
          </a:xfrm>
          <a:custGeom xmlns:a="http://schemas.openxmlformats.org/drawingml/2006/main">
            <a:pathLst>
              <a:path w="52380" h="91647">
                <a:moveTo>
                  <a:pt x="45391" y="76445"/>
                </a:moveTo>
                <a:cubicBezTo>
                  <a:pt x="42942" y="79183"/>
                  <a:pt x="40612" y="81512"/>
                  <a:pt x="38403" y="83433"/>
                </a:cubicBezTo>
                <a:cubicBezTo>
                  <a:pt x="36193" y="85355"/>
                  <a:pt x="34031" y="86928"/>
                  <a:pt x="31918" y="88153"/>
                </a:cubicBezTo>
                <a:cubicBezTo>
                  <a:pt x="29805" y="89378"/>
                  <a:pt x="27715" y="90267"/>
                  <a:pt x="25650" y="90819"/>
                </a:cubicBezTo>
                <a:cubicBezTo>
                  <a:pt x="23584" y="91371"/>
                  <a:pt x="21471" y="91647"/>
                  <a:pt x="19310" y="91647"/>
                </a:cubicBezTo>
                <a:cubicBezTo>
                  <a:pt x="13593" y="91647"/>
                  <a:pt x="9331" y="90302"/>
                  <a:pt x="6521" y="87612"/>
                </a:cubicBezTo>
                <a:cubicBezTo>
                  <a:pt x="3711" y="84923"/>
                  <a:pt x="2306" y="80960"/>
                  <a:pt x="2306" y="75724"/>
                </a:cubicBezTo>
                <a:cubicBezTo>
                  <a:pt x="2306" y="73947"/>
                  <a:pt x="2438" y="71990"/>
                  <a:pt x="2702" y="69852"/>
                </a:cubicBezTo>
                <a:cubicBezTo>
                  <a:pt x="2967" y="67715"/>
                  <a:pt x="3338" y="65638"/>
                  <a:pt x="3819" y="63620"/>
                </a:cubicBezTo>
                <a:lnTo>
                  <a:pt x="12393" y="26298"/>
                </a:lnTo>
                <a:lnTo>
                  <a:pt x="0" y="26298"/>
                </a:lnTo>
                <a:lnTo>
                  <a:pt x="1441" y="20750"/>
                </a:lnTo>
                <a:cubicBezTo>
                  <a:pt x="4324" y="20750"/>
                  <a:pt x="6569" y="20475"/>
                  <a:pt x="8178" y="19922"/>
                </a:cubicBezTo>
                <a:cubicBezTo>
                  <a:pt x="9787" y="19370"/>
                  <a:pt x="11144" y="18613"/>
                  <a:pt x="12249" y="17653"/>
                </a:cubicBezTo>
                <a:cubicBezTo>
                  <a:pt x="12969" y="16980"/>
                  <a:pt x="13666" y="16151"/>
                  <a:pt x="14338" y="15167"/>
                </a:cubicBezTo>
                <a:cubicBezTo>
                  <a:pt x="15010" y="14182"/>
                  <a:pt x="15683" y="12993"/>
                  <a:pt x="16355" y="11600"/>
                </a:cubicBezTo>
                <a:cubicBezTo>
                  <a:pt x="17028" y="10207"/>
                  <a:pt x="17712" y="8563"/>
                  <a:pt x="18409" y="6665"/>
                </a:cubicBezTo>
                <a:cubicBezTo>
                  <a:pt x="19106" y="4767"/>
                  <a:pt x="19886" y="2546"/>
                  <a:pt x="20750" y="0"/>
                </a:cubicBezTo>
                <a:lnTo>
                  <a:pt x="31990" y="0"/>
                </a:lnTo>
                <a:lnTo>
                  <a:pt x="27883" y="18301"/>
                </a:lnTo>
                <a:lnTo>
                  <a:pt x="52380" y="18301"/>
                </a:lnTo>
                <a:lnTo>
                  <a:pt x="50723" y="26298"/>
                </a:lnTo>
                <a:lnTo>
                  <a:pt x="26298" y="26298"/>
                </a:lnTo>
                <a:lnTo>
                  <a:pt x="18949" y="56487"/>
                </a:lnTo>
                <a:cubicBezTo>
                  <a:pt x="18469" y="58504"/>
                  <a:pt x="18073" y="60318"/>
                  <a:pt x="17761" y="61927"/>
                </a:cubicBezTo>
                <a:cubicBezTo>
                  <a:pt x="17449" y="63536"/>
                  <a:pt x="17196" y="64989"/>
                  <a:pt x="17004" y="66285"/>
                </a:cubicBezTo>
                <a:cubicBezTo>
                  <a:pt x="16812" y="67583"/>
                  <a:pt x="16680" y="68759"/>
                  <a:pt x="16608" y="69816"/>
                </a:cubicBezTo>
                <a:cubicBezTo>
                  <a:pt x="16536" y="70873"/>
                  <a:pt x="16500" y="71858"/>
                  <a:pt x="16500" y="72770"/>
                </a:cubicBezTo>
                <a:cubicBezTo>
                  <a:pt x="16500" y="75652"/>
                  <a:pt x="17100" y="77910"/>
                  <a:pt x="18301" y="79543"/>
                </a:cubicBezTo>
                <a:cubicBezTo>
                  <a:pt x="19501" y="81176"/>
                  <a:pt x="21471" y="81993"/>
                  <a:pt x="24209" y="81993"/>
                </a:cubicBezTo>
                <a:cubicBezTo>
                  <a:pt x="26514" y="81993"/>
                  <a:pt x="28964" y="81140"/>
                  <a:pt x="31558" y="79435"/>
                </a:cubicBezTo>
                <a:cubicBezTo>
                  <a:pt x="34152" y="77729"/>
                  <a:pt x="37105" y="75052"/>
                  <a:pt x="40420" y="71401"/>
                </a:cubicBezTo>
                <a:lnTo>
                  <a:pt x="45391" y="76445"/>
                </a:lnTo>
              </a:path>
            </a:pathLst>
          </a:custGeom>
          <a:solidFill xmlns:a="http://schemas.openxmlformats.org/drawingml/2006/main">
            <a:srgbClr val="000000"/>
          </a:solidFill>
          <a:ln xmlns:a="http://schemas.openxmlformats.org/drawingml/2006/main" w="0">
            <a:noFill/>
            <a:prstDash val="solid"/>
          </a:ln>
        </p:spPr>
      </p:sp>
      <p:sp>
        <p:nvSpPr>
          <p:cNvPr id="206" name="pdf-path-100063">
            <a:extLst xmlns:a="http://schemas.openxmlformats.org/drawingml/2006/main">
              <a:ext uri="{FF2B5EF4-FFF2-40B4-BE49-F238E27FC236}">
                <a16:creationId xmlns:a16="http://schemas.microsoft.com/office/drawing/2014/main" id="{ABD94DD8-7354-4C9D-BBBF-B976DCB61F3D}"/>
              </a:ext>
            </a:extLst>
          </p:cNvPr>
          <p:cNvSpPr>
            <a:spLocks xmlns:a="http://schemas.openxmlformats.org/drawingml/2006/main" noGrp="1"/>
          </p:cNvSpPr>
          <p:nvPr/>
        </p:nvSpPr>
        <p:spPr>
          <a:xfrm xmlns:a="http://schemas.openxmlformats.org/drawingml/2006/main">
            <a:off x="8441798" y="3864460"/>
            <a:ext cx="116122" cy="96968"/>
          </a:xfrm>
          <a:custGeom xmlns:a="http://schemas.openxmlformats.org/drawingml/2006/main">
            <a:pathLst>
              <a:path w="116122" h="96968">
                <a:moveTo>
                  <a:pt x="64545" y="50679"/>
                </a:moveTo>
                <a:cubicBezTo>
                  <a:pt x="65676" y="45358"/>
                  <a:pt x="67288" y="38940"/>
                  <a:pt x="69384" y="31425"/>
                </a:cubicBezTo>
                <a:cubicBezTo>
                  <a:pt x="71478" y="23910"/>
                  <a:pt x="73291" y="18124"/>
                  <a:pt x="74820" y="14066"/>
                </a:cubicBezTo>
                <a:lnTo>
                  <a:pt x="74321" y="13169"/>
                </a:lnTo>
                <a:lnTo>
                  <a:pt x="44992" y="13169"/>
                </a:lnTo>
                <a:lnTo>
                  <a:pt x="32722" y="69932"/>
                </a:lnTo>
                <a:cubicBezTo>
                  <a:pt x="31724" y="74388"/>
                  <a:pt x="30560" y="79193"/>
                  <a:pt x="29230" y="84348"/>
                </a:cubicBezTo>
                <a:cubicBezTo>
                  <a:pt x="27900" y="89502"/>
                  <a:pt x="26869" y="93177"/>
                  <a:pt x="26138" y="95372"/>
                </a:cubicBezTo>
                <a:lnTo>
                  <a:pt x="4988" y="95372"/>
                </a:lnTo>
                <a:lnTo>
                  <a:pt x="5986" y="90483"/>
                </a:lnTo>
                <a:cubicBezTo>
                  <a:pt x="13035" y="83500"/>
                  <a:pt x="19553" y="67139"/>
                  <a:pt x="25539" y="41401"/>
                </a:cubicBezTo>
                <a:lnTo>
                  <a:pt x="32123" y="13169"/>
                </a:lnTo>
                <a:lnTo>
                  <a:pt x="28931" y="13169"/>
                </a:lnTo>
                <a:cubicBezTo>
                  <a:pt x="24209" y="13169"/>
                  <a:pt x="20218" y="13967"/>
                  <a:pt x="16959" y="15563"/>
                </a:cubicBezTo>
                <a:cubicBezTo>
                  <a:pt x="13701" y="17159"/>
                  <a:pt x="10143" y="20351"/>
                  <a:pt x="6285" y="25140"/>
                </a:cubicBezTo>
                <a:lnTo>
                  <a:pt x="0" y="19852"/>
                </a:lnTo>
                <a:cubicBezTo>
                  <a:pt x="3459" y="15663"/>
                  <a:pt x="6285" y="12470"/>
                  <a:pt x="8480" y="10276"/>
                </a:cubicBezTo>
                <a:cubicBezTo>
                  <a:pt x="10675" y="8081"/>
                  <a:pt x="12986" y="6219"/>
                  <a:pt x="15413" y="4689"/>
                </a:cubicBezTo>
                <a:cubicBezTo>
                  <a:pt x="17840" y="3159"/>
                  <a:pt x="20567" y="1995"/>
                  <a:pt x="23593" y="1197"/>
                </a:cubicBezTo>
                <a:cubicBezTo>
                  <a:pt x="26620" y="399"/>
                  <a:pt x="30161" y="0"/>
                  <a:pt x="34218" y="0"/>
                </a:cubicBezTo>
                <a:lnTo>
                  <a:pt x="116122" y="0"/>
                </a:lnTo>
                <a:lnTo>
                  <a:pt x="113228" y="13169"/>
                </a:lnTo>
                <a:lnTo>
                  <a:pt x="89485" y="13169"/>
                </a:lnTo>
                <a:lnTo>
                  <a:pt x="78212" y="63149"/>
                </a:lnTo>
                <a:cubicBezTo>
                  <a:pt x="76749" y="69666"/>
                  <a:pt x="76017" y="74588"/>
                  <a:pt x="76017" y="77913"/>
                </a:cubicBezTo>
                <a:cubicBezTo>
                  <a:pt x="76017" y="80574"/>
                  <a:pt x="76450" y="82502"/>
                  <a:pt x="77314" y="83700"/>
                </a:cubicBezTo>
                <a:cubicBezTo>
                  <a:pt x="78179" y="84897"/>
                  <a:pt x="79542" y="85495"/>
                  <a:pt x="81405" y="85495"/>
                </a:cubicBezTo>
                <a:cubicBezTo>
                  <a:pt x="85395" y="85495"/>
                  <a:pt x="90084" y="82303"/>
                  <a:pt x="95471" y="75918"/>
                </a:cubicBezTo>
                <a:lnTo>
                  <a:pt x="101257" y="81305"/>
                </a:lnTo>
                <a:cubicBezTo>
                  <a:pt x="96203" y="86826"/>
                  <a:pt x="91597" y="90816"/>
                  <a:pt x="87440" y="93276"/>
                </a:cubicBezTo>
                <a:cubicBezTo>
                  <a:pt x="83283" y="95737"/>
                  <a:pt x="78845" y="96968"/>
                  <a:pt x="74123" y="96968"/>
                </a:cubicBezTo>
                <a:cubicBezTo>
                  <a:pt x="69600" y="96968"/>
                  <a:pt x="66041" y="95421"/>
                  <a:pt x="63448" y="92329"/>
                </a:cubicBezTo>
                <a:cubicBezTo>
                  <a:pt x="60854" y="89236"/>
                  <a:pt x="59557" y="85163"/>
                  <a:pt x="59557" y="80108"/>
                </a:cubicBezTo>
                <a:cubicBezTo>
                  <a:pt x="59557" y="75652"/>
                  <a:pt x="60488" y="69201"/>
                  <a:pt x="62351" y="60755"/>
                </a:cubicBezTo>
                <a:lnTo>
                  <a:pt x="64545" y="50679"/>
                </a:lnTo>
              </a:path>
            </a:pathLst>
          </a:custGeom>
          <a:solidFill xmlns:a="http://schemas.openxmlformats.org/drawingml/2006/main">
            <a:srgbClr val="000000"/>
          </a:solidFill>
          <a:ln xmlns:a="http://schemas.openxmlformats.org/drawingml/2006/main" w="0">
            <a:noFill/>
            <a:prstDash val="solid"/>
          </a:ln>
        </p:spPr>
      </p:sp>
      <p:sp>
        <p:nvSpPr>
          <p:cNvPr id="207" name="pdf-path-100064">
            <a:extLst xmlns:a="http://schemas.openxmlformats.org/drawingml/2006/main">
              <a:ext uri="{FF2B5EF4-FFF2-40B4-BE49-F238E27FC236}">
                <a16:creationId xmlns:a16="http://schemas.microsoft.com/office/drawing/2014/main" id="{0566B58C-F450-45A0-ADFB-478B4498159D}"/>
              </a:ext>
            </a:extLst>
          </p:cNvPr>
          <p:cNvSpPr>
            <a:spLocks xmlns:a="http://schemas.openxmlformats.org/drawingml/2006/main" noGrp="1"/>
          </p:cNvSpPr>
          <p:nvPr/>
        </p:nvSpPr>
        <p:spPr>
          <a:xfrm xmlns:a="http://schemas.openxmlformats.org/drawingml/2006/main">
            <a:off x="8569785" y="3896005"/>
            <a:ext cx="71690" cy="105985"/>
          </a:xfrm>
          <a:custGeom xmlns:a="http://schemas.openxmlformats.org/drawingml/2006/main">
            <a:pathLst>
              <a:path w="71690" h="105985">
                <a:moveTo>
                  <a:pt x="23560" y="105985"/>
                </a:moveTo>
                <a:cubicBezTo>
                  <a:pt x="7854" y="105985"/>
                  <a:pt x="0" y="96210"/>
                  <a:pt x="0" y="76661"/>
                </a:cubicBezTo>
                <a:cubicBezTo>
                  <a:pt x="0" y="70800"/>
                  <a:pt x="541" y="64616"/>
                  <a:pt x="1621" y="58108"/>
                </a:cubicBezTo>
                <a:cubicBezTo>
                  <a:pt x="2702" y="51599"/>
                  <a:pt x="4395" y="45031"/>
                  <a:pt x="6701" y="38402"/>
                </a:cubicBezTo>
                <a:cubicBezTo>
                  <a:pt x="8766" y="32542"/>
                  <a:pt x="11275" y="27247"/>
                  <a:pt x="14230" y="22516"/>
                </a:cubicBezTo>
                <a:cubicBezTo>
                  <a:pt x="17184" y="17784"/>
                  <a:pt x="20438" y="13749"/>
                  <a:pt x="23992" y="10411"/>
                </a:cubicBezTo>
                <a:cubicBezTo>
                  <a:pt x="27547" y="7073"/>
                  <a:pt x="31389" y="4503"/>
                  <a:pt x="35520" y="2702"/>
                </a:cubicBezTo>
                <a:cubicBezTo>
                  <a:pt x="39651" y="901"/>
                  <a:pt x="43950" y="0"/>
                  <a:pt x="48417" y="0"/>
                </a:cubicBezTo>
                <a:cubicBezTo>
                  <a:pt x="63932" y="0"/>
                  <a:pt x="71690" y="9847"/>
                  <a:pt x="71690" y="29540"/>
                </a:cubicBezTo>
                <a:cubicBezTo>
                  <a:pt x="71690" y="35400"/>
                  <a:pt x="71101" y="41597"/>
                  <a:pt x="69924" y="48129"/>
                </a:cubicBezTo>
                <a:cubicBezTo>
                  <a:pt x="68747" y="54662"/>
                  <a:pt x="66982" y="61266"/>
                  <a:pt x="64629" y="67943"/>
                </a:cubicBezTo>
                <a:cubicBezTo>
                  <a:pt x="62563" y="73803"/>
                  <a:pt x="60101" y="79086"/>
                  <a:pt x="57243" y="83793"/>
                </a:cubicBezTo>
                <a:cubicBezTo>
                  <a:pt x="54386" y="88501"/>
                  <a:pt x="51215" y="92499"/>
                  <a:pt x="47733" y="95790"/>
                </a:cubicBezTo>
                <a:cubicBezTo>
                  <a:pt x="44250" y="99080"/>
                  <a:pt x="40480" y="101602"/>
                  <a:pt x="36421" y="103355"/>
                </a:cubicBezTo>
                <a:cubicBezTo>
                  <a:pt x="32362" y="105108"/>
                  <a:pt x="28075" y="105985"/>
                  <a:pt x="23560" y="105985"/>
                </a:cubicBezTo>
                <a:moveTo>
                  <a:pt x="55406" y="48417"/>
                </a:moveTo>
                <a:cubicBezTo>
                  <a:pt x="56367" y="43614"/>
                  <a:pt x="57111" y="39099"/>
                  <a:pt x="57639" y="34872"/>
                </a:cubicBezTo>
                <a:cubicBezTo>
                  <a:pt x="58168" y="30645"/>
                  <a:pt x="58432" y="26658"/>
                  <a:pt x="58432" y="22912"/>
                </a:cubicBezTo>
                <a:cubicBezTo>
                  <a:pt x="58432" y="17532"/>
                  <a:pt x="57603" y="13558"/>
                  <a:pt x="55947" y="10988"/>
                </a:cubicBezTo>
                <a:cubicBezTo>
                  <a:pt x="54289" y="8418"/>
                  <a:pt x="51587" y="7133"/>
                  <a:pt x="47841" y="7133"/>
                </a:cubicBezTo>
                <a:cubicBezTo>
                  <a:pt x="41596" y="7133"/>
                  <a:pt x="36025" y="10604"/>
                  <a:pt x="31125" y="17544"/>
                </a:cubicBezTo>
                <a:cubicBezTo>
                  <a:pt x="26226" y="24485"/>
                  <a:pt x="21999" y="34776"/>
                  <a:pt x="18445" y="48417"/>
                </a:cubicBezTo>
                <a:lnTo>
                  <a:pt x="55406" y="48417"/>
                </a:lnTo>
                <a:moveTo>
                  <a:pt x="16427" y="57208"/>
                </a:moveTo>
                <a:cubicBezTo>
                  <a:pt x="15323" y="62155"/>
                  <a:pt x="14542" y="66742"/>
                  <a:pt x="14085" y="70969"/>
                </a:cubicBezTo>
                <a:cubicBezTo>
                  <a:pt x="13629" y="75196"/>
                  <a:pt x="13402" y="79183"/>
                  <a:pt x="13402" y="82929"/>
                </a:cubicBezTo>
                <a:cubicBezTo>
                  <a:pt x="13402" y="88645"/>
                  <a:pt x="14266" y="92752"/>
                  <a:pt x="15995" y="95249"/>
                </a:cubicBezTo>
                <a:cubicBezTo>
                  <a:pt x="17724" y="97747"/>
                  <a:pt x="20486" y="98996"/>
                  <a:pt x="24280" y="98996"/>
                </a:cubicBezTo>
                <a:cubicBezTo>
                  <a:pt x="27258" y="98996"/>
                  <a:pt x="30129" y="98084"/>
                  <a:pt x="32891" y="96258"/>
                </a:cubicBezTo>
                <a:cubicBezTo>
                  <a:pt x="35652" y="94433"/>
                  <a:pt x="38283" y="91755"/>
                  <a:pt x="40780" y="88225"/>
                </a:cubicBezTo>
                <a:cubicBezTo>
                  <a:pt x="43278" y="84694"/>
                  <a:pt x="45583" y="80335"/>
                  <a:pt x="47696" y="75148"/>
                </a:cubicBezTo>
                <a:cubicBezTo>
                  <a:pt x="49810" y="69960"/>
                  <a:pt x="51708" y="63980"/>
                  <a:pt x="53389" y="57208"/>
                </a:cubicBezTo>
                <a:lnTo>
                  <a:pt x="16427" y="57208"/>
                </a:lnTo>
              </a:path>
            </a:pathLst>
          </a:custGeom>
          <a:solidFill xmlns:a="http://schemas.openxmlformats.org/drawingml/2006/main">
            <a:srgbClr val="000000"/>
          </a:solidFill>
          <a:ln xmlns:a="http://schemas.openxmlformats.org/drawingml/2006/main" w="0">
            <a:noFill/>
            <a:prstDash val="solid"/>
          </a:ln>
        </p:spPr>
      </p:sp>
      <p:sp>
        <p:nvSpPr>
          <p:cNvPr id="208" name="pdf-path-100065">
            <a:extLst xmlns:a="http://schemas.openxmlformats.org/drawingml/2006/main">
              <a:ext uri="{FF2B5EF4-FFF2-40B4-BE49-F238E27FC236}">
                <a16:creationId xmlns:a16="http://schemas.microsoft.com/office/drawing/2014/main" id="{EF088B52-E55A-4AEA-883F-550D4D9CB724}"/>
              </a:ext>
            </a:extLst>
          </p:cNvPr>
          <p:cNvSpPr>
            <a:spLocks xmlns:a="http://schemas.openxmlformats.org/drawingml/2006/main" noGrp="1"/>
          </p:cNvSpPr>
          <p:nvPr/>
        </p:nvSpPr>
        <p:spPr>
          <a:xfrm xmlns:a="http://schemas.openxmlformats.org/drawingml/2006/main">
            <a:off x="8684750" y="3815677"/>
            <a:ext cx="63048" cy="189246"/>
          </a:xfrm>
          <a:custGeom xmlns:a="http://schemas.openxmlformats.org/drawingml/2006/main">
            <a:pathLst>
              <a:path w="63048" h="189246">
                <a:moveTo>
                  <a:pt x="17259" y="93675"/>
                </a:moveTo>
                <a:cubicBezTo>
                  <a:pt x="17259" y="116953"/>
                  <a:pt x="21000" y="136140"/>
                  <a:pt x="28482" y="151237"/>
                </a:cubicBezTo>
                <a:cubicBezTo>
                  <a:pt x="35964" y="166335"/>
                  <a:pt x="47387" y="176444"/>
                  <a:pt x="62749" y="181565"/>
                </a:cubicBezTo>
                <a:lnTo>
                  <a:pt x="60355" y="189246"/>
                </a:lnTo>
                <a:cubicBezTo>
                  <a:pt x="40868" y="184125"/>
                  <a:pt x="25938" y="173102"/>
                  <a:pt x="15562" y="156175"/>
                </a:cubicBezTo>
                <a:cubicBezTo>
                  <a:pt x="5188" y="139249"/>
                  <a:pt x="0" y="118749"/>
                  <a:pt x="0" y="94673"/>
                </a:cubicBezTo>
                <a:cubicBezTo>
                  <a:pt x="0" y="70664"/>
                  <a:pt x="5204" y="50163"/>
                  <a:pt x="15612" y="33170"/>
                </a:cubicBezTo>
                <a:cubicBezTo>
                  <a:pt x="26021" y="16178"/>
                  <a:pt x="40935" y="5121"/>
                  <a:pt x="60355" y="0"/>
                </a:cubicBezTo>
                <a:lnTo>
                  <a:pt x="63048" y="7681"/>
                </a:lnTo>
                <a:cubicBezTo>
                  <a:pt x="47486" y="12802"/>
                  <a:pt x="35964" y="22795"/>
                  <a:pt x="28482" y="37659"/>
                </a:cubicBezTo>
                <a:cubicBezTo>
                  <a:pt x="21000" y="52524"/>
                  <a:pt x="17259" y="71196"/>
                  <a:pt x="17259" y="93675"/>
                </a:cubicBezTo>
              </a:path>
            </a:pathLst>
          </a:custGeom>
          <a:solidFill xmlns:a="http://schemas.openxmlformats.org/drawingml/2006/main">
            <a:srgbClr val="000000"/>
          </a:solidFill>
          <a:ln xmlns:a="http://schemas.openxmlformats.org/drawingml/2006/main" w="0">
            <a:noFill/>
            <a:prstDash val="solid"/>
          </a:ln>
        </p:spPr>
      </p:sp>
      <p:sp>
        <p:nvSpPr>
          <p:cNvPr id="209" name="pdf-path-100066">
            <a:extLst xmlns:a="http://schemas.openxmlformats.org/drawingml/2006/main">
              <a:ext uri="{FF2B5EF4-FFF2-40B4-BE49-F238E27FC236}">
                <a16:creationId xmlns:a16="http://schemas.microsoft.com/office/drawing/2014/main" id="{A305E8CC-E44A-4E12-BBAB-FDF9FF6FF4A0}"/>
              </a:ext>
            </a:extLst>
          </p:cNvPr>
          <p:cNvSpPr>
            <a:spLocks xmlns:a="http://schemas.openxmlformats.org/drawingml/2006/main" noGrp="1"/>
          </p:cNvSpPr>
          <p:nvPr/>
        </p:nvSpPr>
        <p:spPr>
          <a:xfrm xmlns:a="http://schemas.openxmlformats.org/drawingml/2006/main">
            <a:off x="8754415" y="3864460"/>
            <a:ext cx="93775" cy="95372"/>
          </a:xfrm>
          <a:custGeom xmlns:a="http://schemas.openxmlformats.org/drawingml/2006/main">
            <a:pathLst>
              <a:path w="93775" h="95372">
                <a:moveTo>
                  <a:pt x="80208" y="67339"/>
                </a:moveTo>
                <a:lnTo>
                  <a:pt x="74123" y="95372"/>
                </a:lnTo>
                <a:lnTo>
                  <a:pt x="1896" y="95372"/>
                </a:lnTo>
                <a:lnTo>
                  <a:pt x="0" y="90483"/>
                </a:lnTo>
                <a:lnTo>
                  <a:pt x="54569" y="27634"/>
                </a:lnTo>
                <a:cubicBezTo>
                  <a:pt x="62284" y="18789"/>
                  <a:pt x="67937" y="12504"/>
                  <a:pt x="71528" y="8779"/>
                </a:cubicBezTo>
                <a:lnTo>
                  <a:pt x="70930" y="8081"/>
                </a:lnTo>
                <a:lnTo>
                  <a:pt x="47585" y="8081"/>
                </a:lnTo>
                <a:cubicBezTo>
                  <a:pt x="44128" y="8081"/>
                  <a:pt x="41601" y="8314"/>
                  <a:pt x="40004" y="8779"/>
                </a:cubicBezTo>
                <a:cubicBezTo>
                  <a:pt x="38408" y="9244"/>
                  <a:pt x="36811" y="10059"/>
                  <a:pt x="35216" y="11223"/>
                </a:cubicBezTo>
                <a:cubicBezTo>
                  <a:pt x="33620" y="12387"/>
                  <a:pt x="31907" y="14116"/>
                  <a:pt x="30078" y="16411"/>
                </a:cubicBezTo>
                <a:cubicBezTo>
                  <a:pt x="28249" y="18705"/>
                  <a:pt x="26204" y="21981"/>
                  <a:pt x="23943" y="26237"/>
                </a:cubicBezTo>
                <a:lnTo>
                  <a:pt x="15064" y="26237"/>
                </a:lnTo>
                <a:lnTo>
                  <a:pt x="20950" y="0"/>
                </a:lnTo>
                <a:lnTo>
                  <a:pt x="91880" y="0"/>
                </a:lnTo>
                <a:lnTo>
                  <a:pt x="93775" y="4988"/>
                </a:lnTo>
                <a:lnTo>
                  <a:pt x="46189" y="59657"/>
                </a:lnTo>
                <a:cubicBezTo>
                  <a:pt x="36945" y="70232"/>
                  <a:pt x="28931" y="79210"/>
                  <a:pt x="22147" y="86593"/>
                </a:cubicBezTo>
                <a:lnTo>
                  <a:pt x="22745" y="87291"/>
                </a:lnTo>
                <a:lnTo>
                  <a:pt x="45291" y="87291"/>
                </a:lnTo>
                <a:cubicBezTo>
                  <a:pt x="49282" y="87291"/>
                  <a:pt x="52342" y="87075"/>
                  <a:pt x="54469" y="86642"/>
                </a:cubicBezTo>
                <a:cubicBezTo>
                  <a:pt x="56598" y="86210"/>
                  <a:pt x="58460" y="85395"/>
                  <a:pt x="60056" y="84198"/>
                </a:cubicBezTo>
                <a:cubicBezTo>
                  <a:pt x="61652" y="83001"/>
                  <a:pt x="63298" y="81189"/>
                  <a:pt x="64994" y="78761"/>
                </a:cubicBezTo>
                <a:cubicBezTo>
                  <a:pt x="66690" y="76334"/>
                  <a:pt x="68801" y="72526"/>
                  <a:pt x="71329" y="67339"/>
                </a:cubicBezTo>
                <a:lnTo>
                  <a:pt x="80208" y="67339"/>
                </a:lnTo>
              </a:path>
            </a:pathLst>
          </a:custGeom>
          <a:solidFill xmlns:a="http://schemas.openxmlformats.org/drawingml/2006/main">
            <a:srgbClr val="000000"/>
          </a:solidFill>
          <a:ln xmlns:a="http://schemas.openxmlformats.org/drawingml/2006/main" w="0">
            <a:noFill/>
            <a:prstDash val="solid"/>
          </a:ln>
        </p:spPr>
      </p:sp>
      <p:sp>
        <p:nvSpPr>
          <p:cNvPr id="210" name="pdf-path-100067">
            <a:extLst xmlns:a="http://schemas.openxmlformats.org/drawingml/2006/main">
              <a:ext uri="{FF2B5EF4-FFF2-40B4-BE49-F238E27FC236}">
                <a16:creationId xmlns:a16="http://schemas.microsoft.com/office/drawing/2014/main" id="{E90B00B7-1FFF-4291-A40F-BF3E98FE7184}"/>
              </a:ext>
            </a:extLst>
          </p:cNvPr>
          <p:cNvSpPr>
            <a:spLocks xmlns:a="http://schemas.openxmlformats.org/drawingml/2006/main" noGrp="1"/>
          </p:cNvSpPr>
          <p:nvPr/>
        </p:nvSpPr>
        <p:spPr>
          <a:xfrm xmlns:a="http://schemas.openxmlformats.org/drawingml/2006/main">
            <a:off x="8879399" y="3817073"/>
            <a:ext cx="15363" cy="185655"/>
          </a:xfrm>
          <a:custGeom xmlns:a="http://schemas.openxmlformats.org/drawingml/2006/main">
            <a:pathLst>
              <a:path w="15363" h="185655">
                <a:moveTo>
                  <a:pt x="15363" y="185655"/>
                </a:moveTo>
                <a:lnTo>
                  <a:pt x="0" y="185655"/>
                </a:lnTo>
                <a:lnTo>
                  <a:pt x="0" y="0"/>
                </a:lnTo>
                <a:lnTo>
                  <a:pt x="15363" y="0"/>
                </a:lnTo>
                <a:lnTo>
                  <a:pt x="15363" y="185655"/>
                </a:lnTo>
              </a:path>
            </a:pathLst>
          </a:custGeom>
          <a:solidFill xmlns:a="http://schemas.openxmlformats.org/drawingml/2006/main">
            <a:srgbClr val="000000"/>
          </a:solidFill>
          <a:ln xmlns:a="http://schemas.openxmlformats.org/drawingml/2006/main" w="0">
            <a:noFill/>
            <a:prstDash val="solid"/>
          </a:ln>
        </p:spPr>
      </p:sp>
      <p:sp>
        <p:nvSpPr>
          <p:cNvPr id="211" name="pdf-path-100068">
            <a:extLst xmlns:a="http://schemas.openxmlformats.org/drawingml/2006/main">
              <a:ext uri="{FF2B5EF4-FFF2-40B4-BE49-F238E27FC236}">
                <a16:creationId xmlns:a16="http://schemas.microsoft.com/office/drawing/2014/main" id="{B5F14947-2DCF-4871-A883-BD8CA42D3134}"/>
              </a:ext>
            </a:extLst>
          </p:cNvPr>
          <p:cNvSpPr>
            <a:spLocks xmlns:a="http://schemas.openxmlformats.org/drawingml/2006/main" noGrp="1"/>
          </p:cNvSpPr>
          <p:nvPr/>
        </p:nvSpPr>
        <p:spPr>
          <a:xfrm xmlns:a="http://schemas.openxmlformats.org/drawingml/2006/main">
            <a:off x="8925012" y="3862864"/>
            <a:ext cx="82801" cy="98663"/>
          </a:xfrm>
          <a:custGeom xmlns:a="http://schemas.openxmlformats.org/drawingml/2006/main">
            <a:pathLst>
              <a:path w="82801" h="98663">
                <a:moveTo>
                  <a:pt x="70231" y="25838"/>
                </a:moveTo>
                <a:cubicBezTo>
                  <a:pt x="69500" y="19919"/>
                  <a:pt x="67554" y="15429"/>
                  <a:pt x="64396" y="12370"/>
                </a:cubicBezTo>
                <a:cubicBezTo>
                  <a:pt x="61236" y="9311"/>
                  <a:pt x="56265" y="7781"/>
                  <a:pt x="49481" y="7781"/>
                </a:cubicBezTo>
                <a:cubicBezTo>
                  <a:pt x="44227" y="7781"/>
                  <a:pt x="39971" y="9128"/>
                  <a:pt x="36712" y="11821"/>
                </a:cubicBezTo>
                <a:cubicBezTo>
                  <a:pt x="33453" y="14515"/>
                  <a:pt x="31823" y="18056"/>
                  <a:pt x="31823" y="22446"/>
                </a:cubicBezTo>
                <a:cubicBezTo>
                  <a:pt x="31823" y="24840"/>
                  <a:pt x="32239" y="26952"/>
                  <a:pt x="33070" y="28781"/>
                </a:cubicBezTo>
                <a:cubicBezTo>
                  <a:pt x="33902" y="30610"/>
                  <a:pt x="35581" y="32622"/>
                  <a:pt x="38109" y="34816"/>
                </a:cubicBezTo>
                <a:cubicBezTo>
                  <a:pt x="40636" y="37011"/>
                  <a:pt x="44559" y="39705"/>
                  <a:pt x="49881" y="42897"/>
                </a:cubicBezTo>
                <a:cubicBezTo>
                  <a:pt x="54070" y="45424"/>
                  <a:pt x="57429" y="47735"/>
                  <a:pt x="59956" y="49831"/>
                </a:cubicBezTo>
                <a:cubicBezTo>
                  <a:pt x="62483" y="51925"/>
                  <a:pt x="64479" y="54004"/>
                  <a:pt x="65942" y="56066"/>
                </a:cubicBezTo>
                <a:cubicBezTo>
                  <a:pt x="67405" y="58127"/>
                  <a:pt x="68469" y="60305"/>
                  <a:pt x="69134" y="62600"/>
                </a:cubicBezTo>
                <a:cubicBezTo>
                  <a:pt x="69799" y="64894"/>
                  <a:pt x="70132" y="67671"/>
                  <a:pt x="70132" y="70930"/>
                </a:cubicBezTo>
                <a:cubicBezTo>
                  <a:pt x="70132" y="76849"/>
                  <a:pt x="68552" y="81920"/>
                  <a:pt x="65393" y="86143"/>
                </a:cubicBezTo>
                <a:cubicBezTo>
                  <a:pt x="62234" y="90366"/>
                  <a:pt x="57944" y="93509"/>
                  <a:pt x="52524" y="95571"/>
                </a:cubicBezTo>
                <a:cubicBezTo>
                  <a:pt x="47104" y="97632"/>
                  <a:pt x="40935" y="98663"/>
                  <a:pt x="34018" y="98663"/>
                </a:cubicBezTo>
                <a:cubicBezTo>
                  <a:pt x="28498" y="98663"/>
                  <a:pt x="23078" y="98247"/>
                  <a:pt x="17757" y="97416"/>
                </a:cubicBezTo>
                <a:cubicBezTo>
                  <a:pt x="12437" y="96585"/>
                  <a:pt x="6518" y="95172"/>
                  <a:pt x="0" y="93177"/>
                </a:cubicBezTo>
                <a:lnTo>
                  <a:pt x="4788" y="71429"/>
                </a:lnTo>
                <a:lnTo>
                  <a:pt x="12570" y="71429"/>
                </a:lnTo>
                <a:cubicBezTo>
                  <a:pt x="12836" y="77813"/>
                  <a:pt x="14632" y="82635"/>
                  <a:pt x="17957" y="85894"/>
                </a:cubicBezTo>
                <a:cubicBezTo>
                  <a:pt x="21282" y="89153"/>
                  <a:pt x="26569" y="90782"/>
                  <a:pt x="33819" y="90782"/>
                </a:cubicBezTo>
                <a:cubicBezTo>
                  <a:pt x="40137" y="90782"/>
                  <a:pt x="45075" y="89369"/>
                  <a:pt x="48634" y="86543"/>
                </a:cubicBezTo>
                <a:cubicBezTo>
                  <a:pt x="52192" y="83716"/>
                  <a:pt x="53971" y="79709"/>
                  <a:pt x="53971" y="74521"/>
                </a:cubicBezTo>
                <a:cubicBezTo>
                  <a:pt x="53971" y="71528"/>
                  <a:pt x="53472" y="68951"/>
                  <a:pt x="52474" y="66790"/>
                </a:cubicBezTo>
                <a:cubicBezTo>
                  <a:pt x="51477" y="64628"/>
                  <a:pt x="49848" y="62550"/>
                  <a:pt x="47585" y="60554"/>
                </a:cubicBezTo>
                <a:cubicBezTo>
                  <a:pt x="45324" y="58559"/>
                  <a:pt x="41733" y="56066"/>
                  <a:pt x="36811" y="53073"/>
                </a:cubicBezTo>
                <a:cubicBezTo>
                  <a:pt x="31625" y="49947"/>
                  <a:pt x="27583" y="47120"/>
                  <a:pt x="24691" y="44593"/>
                </a:cubicBezTo>
                <a:cubicBezTo>
                  <a:pt x="21798" y="42065"/>
                  <a:pt x="19620" y="39322"/>
                  <a:pt x="18157" y="36363"/>
                </a:cubicBezTo>
                <a:cubicBezTo>
                  <a:pt x="16693" y="33403"/>
                  <a:pt x="15962" y="29995"/>
                  <a:pt x="15962" y="26137"/>
                </a:cubicBezTo>
                <a:cubicBezTo>
                  <a:pt x="15962" y="20883"/>
                  <a:pt x="17375" y="16277"/>
                  <a:pt x="20202" y="12320"/>
                </a:cubicBezTo>
                <a:cubicBezTo>
                  <a:pt x="23028" y="8363"/>
                  <a:pt x="27068" y="5320"/>
                  <a:pt x="32322" y="3192"/>
                </a:cubicBezTo>
                <a:cubicBezTo>
                  <a:pt x="37576" y="1064"/>
                  <a:pt x="43695" y="0"/>
                  <a:pt x="50679" y="0"/>
                </a:cubicBezTo>
                <a:cubicBezTo>
                  <a:pt x="56864" y="0"/>
                  <a:pt x="62500" y="366"/>
                  <a:pt x="67588" y="1097"/>
                </a:cubicBezTo>
                <a:cubicBezTo>
                  <a:pt x="72676" y="1829"/>
                  <a:pt x="77747" y="3092"/>
                  <a:pt x="82801" y="4888"/>
                </a:cubicBezTo>
                <a:lnTo>
                  <a:pt x="78312" y="25838"/>
                </a:lnTo>
                <a:lnTo>
                  <a:pt x="70231" y="25838"/>
                </a:lnTo>
              </a:path>
            </a:pathLst>
          </a:custGeom>
          <a:solidFill xmlns:a="http://schemas.openxmlformats.org/drawingml/2006/main">
            <a:srgbClr val="000000"/>
          </a:solidFill>
          <a:ln xmlns:a="http://schemas.openxmlformats.org/drawingml/2006/main" w="0">
            <a:noFill/>
            <a:prstDash val="solid"/>
          </a:ln>
        </p:spPr>
      </p:sp>
      <p:sp>
        <p:nvSpPr>
          <p:cNvPr id="212" name="pdf-path-100069">
            <a:extLst xmlns:a="http://schemas.openxmlformats.org/drawingml/2006/main">
              <a:ext uri="{FF2B5EF4-FFF2-40B4-BE49-F238E27FC236}">
                <a16:creationId xmlns:a16="http://schemas.microsoft.com/office/drawing/2014/main" id="{6BC5F410-8449-4238-99E0-10E3D6042935}"/>
              </a:ext>
            </a:extLst>
          </p:cNvPr>
          <p:cNvSpPr>
            <a:spLocks xmlns:a="http://schemas.openxmlformats.org/drawingml/2006/main" noGrp="1"/>
          </p:cNvSpPr>
          <p:nvPr/>
        </p:nvSpPr>
        <p:spPr>
          <a:xfrm xmlns:a="http://schemas.openxmlformats.org/drawingml/2006/main">
            <a:off x="9020321" y="3910343"/>
            <a:ext cx="52380" cy="91647"/>
          </a:xfrm>
          <a:custGeom xmlns:a="http://schemas.openxmlformats.org/drawingml/2006/main">
            <a:pathLst>
              <a:path w="52380" h="91647">
                <a:moveTo>
                  <a:pt x="45391" y="76444"/>
                </a:moveTo>
                <a:cubicBezTo>
                  <a:pt x="42942" y="79182"/>
                  <a:pt x="40612" y="81512"/>
                  <a:pt x="38403" y="83433"/>
                </a:cubicBezTo>
                <a:cubicBezTo>
                  <a:pt x="36193" y="85354"/>
                  <a:pt x="34031" y="86928"/>
                  <a:pt x="31918" y="88152"/>
                </a:cubicBezTo>
                <a:cubicBezTo>
                  <a:pt x="29805" y="89377"/>
                  <a:pt x="27715" y="90266"/>
                  <a:pt x="25650" y="90818"/>
                </a:cubicBezTo>
                <a:cubicBezTo>
                  <a:pt x="23584" y="91371"/>
                  <a:pt x="21471" y="91647"/>
                  <a:pt x="19310" y="91647"/>
                </a:cubicBezTo>
                <a:cubicBezTo>
                  <a:pt x="13593" y="91647"/>
                  <a:pt x="9331" y="90302"/>
                  <a:pt x="6521" y="87612"/>
                </a:cubicBezTo>
                <a:cubicBezTo>
                  <a:pt x="3711" y="84922"/>
                  <a:pt x="2306" y="80959"/>
                  <a:pt x="2306" y="75724"/>
                </a:cubicBezTo>
                <a:cubicBezTo>
                  <a:pt x="2306" y="73947"/>
                  <a:pt x="2438" y="71989"/>
                  <a:pt x="2702" y="69852"/>
                </a:cubicBezTo>
                <a:cubicBezTo>
                  <a:pt x="2967" y="67714"/>
                  <a:pt x="3338" y="65637"/>
                  <a:pt x="3819" y="63620"/>
                </a:cubicBezTo>
                <a:lnTo>
                  <a:pt x="12393" y="26298"/>
                </a:lnTo>
                <a:lnTo>
                  <a:pt x="0" y="26298"/>
                </a:lnTo>
                <a:lnTo>
                  <a:pt x="1441" y="20750"/>
                </a:lnTo>
                <a:cubicBezTo>
                  <a:pt x="4324" y="20750"/>
                  <a:pt x="6569" y="20474"/>
                  <a:pt x="8178" y="19922"/>
                </a:cubicBezTo>
                <a:cubicBezTo>
                  <a:pt x="9787" y="19369"/>
                  <a:pt x="11144" y="18613"/>
                  <a:pt x="12249" y="17652"/>
                </a:cubicBezTo>
                <a:cubicBezTo>
                  <a:pt x="12969" y="16979"/>
                  <a:pt x="13666" y="16151"/>
                  <a:pt x="14338" y="15166"/>
                </a:cubicBezTo>
                <a:cubicBezTo>
                  <a:pt x="15010" y="14182"/>
                  <a:pt x="15683" y="12993"/>
                  <a:pt x="16355" y="11600"/>
                </a:cubicBezTo>
                <a:cubicBezTo>
                  <a:pt x="17028" y="10207"/>
                  <a:pt x="17712" y="8562"/>
                  <a:pt x="18409" y="6665"/>
                </a:cubicBezTo>
                <a:cubicBezTo>
                  <a:pt x="19106" y="4767"/>
                  <a:pt x="19886" y="2545"/>
                  <a:pt x="20750" y="0"/>
                </a:cubicBezTo>
                <a:lnTo>
                  <a:pt x="31990" y="0"/>
                </a:lnTo>
                <a:lnTo>
                  <a:pt x="27883" y="18301"/>
                </a:lnTo>
                <a:lnTo>
                  <a:pt x="52380" y="18301"/>
                </a:lnTo>
                <a:lnTo>
                  <a:pt x="50723" y="26298"/>
                </a:lnTo>
                <a:lnTo>
                  <a:pt x="26298" y="26298"/>
                </a:lnTo>
                <a:lnTo>
                  <a:pt x="18949" y="56487"/>
                </a:lnTo>
                <a:cubicBezTo>
                  <a:pt x="18469" y="58504"/>
                  <a:pt x="18073" y="60317"/>
                  <a:pt x="17761" y="61926"/>
                </a:cubicBezTo>
                <a:cubicBezTo>
                  <a:pt x="17449" y="63536"/>
                  <a:pt x="17196" y="64988"/>
                  <a:pt x="17004" y="66285"/>
                </a:cubicBezTo>
                <a:cubicBezTo>
                  <a:pt x="16812" y="67582"/>
                  <a:pt x="16680" y="68759"/>
                  <a:pt x="16608" y="69816"/>
                </a:cubicBezTo>
                <a:cubicBezTo>
                  <a:pt x="16536" y="70872"/>
                  <a:pt x="16500" y="71857"/>
                  <a:pt x="16500" y="72770"/>
                </a:cubicBezTo>
                <a:cubicBezTo>
                  <a:pt x="16500" y="75652"/>
                  <a:pt x="17100" y="77909"/>
                  <a:pt x="18301" y="79542"/>
                </a:cubicBezTo>
                <a:cubicBezTo>
                  <a:pt x="19501" y="81176"/>
                  <a:pt x="21471" y="81992"/>
                  <a:pt x="24209" y="81992"/>
                </a:cubicBezTo>
                <a:cubicBezTo>
                  <a:pt x="26514" y="81992"/>
                  <a:pt x="28964" y="81139"/>
                  <a:pt x="31558" y="79435"/>
                </a:cubicBezTo>
                <a:cubicBezTo>
                  <a:pt x="34152" y="77729"/>
                  <a:pt x="37105" y="75051"/>
                  <a:pt x="40420" y="71401"/>
                </a:cubicBezTo>
                <a:lnTo>
                  <a:pt x="45391" y="76444"/>
                </a:lnTo>
              </a:path>
            </a:pathLst>
          </a:custGeom>
          <a:solidFill xmlns:a="http://schemas.openxmlformats.org/drawingml/2006/main">
            <a:srgbClr val="000000"/>
          </a:solidFill>
          <a:ln xmlns:a="http://schemas.openxmlformats.org/drawingml/2006/main" w="0">
            <a:noFill/>
            <a:prstDash val="solid"/>
          </a:ln>
        </p:spPr>
      </p:sp>
      <p:sp>
        <p:nvSpPr>
          <p:cNvPr id="213" name="pdf-path-100070">
            <a:extLst xmlns:a="http://schemas.openxmlformats.org/drawingml/2006/main">
              <a:ext uri="{FF2B5EF4-FFF2-40B4-BE49-F238E27FC236}">
                <a16:creationId xmlns:a16="http://schemas.microsoft.com/office/drawing/2014/main" id="{01884742-3A44-4032-A94E-5D48F2D73B07}"/>
              </a:ext>
            </a:extLst>
          </p:cNvPr>
          <p:cNvSpPr>
            <a:spLocks xmlns:a="http://schemas.openxmlformats.org/drawingml/2006/main" noGrp="1"/>
          </p:cNvSpPr>
          <p:nvPr/>
        </p:nvSpPr>
        <p:spPr>
          <a:xfrm xmlns:a="http://schemas.openxmlformats.org/drawingml/2006/main">
            <a:off x="9091576" y="3815677"/>
            <a:ext cx="63049" cy="189246"/>
          </a:xfrm>
          <a:custGeom xmlns:a="http://schemas.openxmlformats.org/drawingml/2006/main">
            <a:pathLst>
              <a:path w="63049" h="189246">
                <a:moveTo>
                  <a:pt x="45790" y="93675"/>
                </a:moveTo>
                <a:cubicBezTo>
                  <a:pt x="45790" y="71196"/>
                  <a:pt x="42066" y="52524"/>
                  <a:pt x="34617" y="37659"/>
                </a:cubicBezTo>
                <a:cubicBezTo>
                  <a:pt x="27168" y="22795"/>
                  <a:pt x="15630" y="12802"/>
                  <a:pt x="0" y="7681"/>
                </a:cubicBezTo>
                <a:lnTo>
                  <a:pt x="2694" y="0"/>
                </a:lnTo>
                <a:cubicBezTo>
                  <a:pt x="22114" y="5121"/>
                  <a:pt x="37028" y="16178"/>
                  <a:pt x="47436" y="33170"/>
                </a:cubicBezTo>
                <a:cubicBezTo>
                  <a:pt x="57845" y="50163"/>
                  <a:pt x="63049" y="70664"/>
                  <a:pt x="63049" y="94673"/>
                </a:cubicBezTo>
                <a:cubicBezTo>
                  <a:pt x="63049" y="118749"/>
                  <a:pt x="57862" y="139249"/>
                  <a:pt x="47486" y="156175"/>
                </a:cubicBezTo>
                <a:cubicBezTo>
                  <a:pt x="37111" y="173102"/>
                  <a:pt x="22180" y="184125"/>
                  <a:pt x="2694" y="189246"/>
                </a:cubicBezTo>
                <a:lnTo>
                  <a:pt x="299" y="181565"/>
                </a:lnTo>
                <a:cubicBezTo>
                  <a:pt x="15663" y="176444"/>
                  <a:pt x="27086" y="166335"/>
                  <a:pt x="34568" y="151237"/>
                </a:cubicBezTo>
                <a:cubicBezTo>
                  <a:pt x="42050" y="136140"/>
                  <a:pt x="45790" y="116953"/>
                  <a:pt x="45790" y="93675"/>
                </a:cubicBezTo>
              </a:path>
            </a:pathLst>
          </a:custGeom>
          <a:solidFill xmlns:a="http://schemas.openxmlformats.org/drawingml/2006/main">
            <a:srgbClr val="000000"/>
          </a:solidFill>
          <a:ln xmlns:a="http://schemas.openxmlformats.org/drawingml/2006/main" w="0">
            <a:noFill/>
            <a:prstDash val="solid"/>
          </a:ln>
        </p:spPr>
      </p:sp>
      <p:sp>
        <p:nvSpPr>
          <p:cNvPr id="214" name="pdf-path-100071">
            <a:extLst xmlns:a="http://schemas.openxmlformats.org/drawingml/2006/main">
              <a:ext uri="{FF2B5EF4-FFF2-40B4-BE49-F238E27FC236}">
                <a16:creationId xmlns:a16="http://schemas.microsoft.com/office/drawing/2014/main" id="{3A717FDF-61EB-4FBD-8709-996DF97ACBB9}"/>
              </a:ext>
            </a:extLst>
          </p:cNvPr>
          <p:cNvSpPr>
            <a:spLocks xmlns:a="http://schemas.openxmlformats.org/drawingml/2006/main" noGrp="1"/>
          </p:cNvSpPr>
          <p:nvPr/>
        </p:nvSpPr>
        <p:spPr>
          <a:xfrm xmlns:a="http://schemas.openxmlformats.org/drawingml/2006/main">
            <a:off x="530213" y="2891643"/>
            <a:ext cx="78833" cy="86193"/>
          </a:xfrm>
          <a:custGeom xmlns:a="http://schemas.openxmlformats.org/drawingml/2006/main">
            <a:pathLst>
              <a:path w="78833" h="86193">
                <a:moveTo>
                  <a:pt x="25273" y="48417"/>
                </a:moveTo>
                <a:cubicBezTo>
                  <a:pt x="26219" y="44102"/>
                  <a:pt x="27623" y="38426"/>
                  <a:pt x="29485" y="31391"/>
                </a:cubicBezTo>
                <a:cubicBezTo>
                  <a:pt x="31347" y="24357"/>
                  <a:pt x="33224" y="18060"/>
                  <a:pt x="35116" y="12503"/>
                </a:cubicBezTo>
                <a:lnTo>
                  <a:pt x="34673" y="11705"/>
                </a:lnTo>
                <a:lnTo>
                  <a:pt x="27046" y="11705"/>
                </a:lnTo>
                <a:cubicBezTo>
                  <a:pt x="23145" y="11705"/>
                  <a:pt x="20144" y="12015"/>
                  <a:pt x="18046" y="12636"/>
                </a:cubicBezTo>
                <a:cubicBezTo>
                  <a:pt x="15947" y="13257"/>
                  <a:pt x="13893" y="14321"/>
                  <a:pt x="11883" y="15829"/>
                </a:cubicBezTo>
                <a:cubicBezTo>
                  <a:pt x="9873" y="17336"/>
                  <a:pt x="7774" y="19509"/>
                  <a:pt x="5587" y="22346"/>
                </a:cubicBezTo>
                <a:lnTo>
                  <a:pt x="0" y="17647"/>
                </a:lnTo>
                <a:cubicBezTo>
                  <a:pt x="3192" y="13686"/>
                  <a:pt x="5986" y="10582"/>
                  <a:pt x="8380" y="8335"/>
                </a:cubicBezTo>
                <a:cubicBezTo>
                  <a:pt x="10774" y="6089"/>
                  <a:pt x="13065" y="4389"/>
                  <a:pt x="15252" y="3237"/>
                </a:cubicBezTo>
                <a:cubicBezTo>
                  <a:pt x="17440" y="2084"/>
                  <a:pt x="19804" y="1256"/>
                  <a:pt x="22346" y="754"/>
                </a:cubicBezTo>
                <a:cubicBezTo>
                  <a:pt x="24888" y="251"/>
                  <a:pt x="28229" y="0"/>
                  <a:pt x="32367" y="0"/>
                </a:cubicBezTo>
                <a:lnTo>
                  <a:pt x="78833" y="0"/>
                </a:lnTo>
                <a:lnTo>
                  <a:pt x="76173" y="11705"/>
                </a:lnTo>
                <a:lnTo>
                  <a:pt x="48417" y="11705"/>
                </a:lnTo>
                <a:lnTo>
                  <a:pt x="38397" y="56132"/>
                </a:lnTo>
                <a:cubicBezTo>
                  <a:pt x="37096" y="61926"/>
                  <a:pt x="36446" y="66300"/>
                  <a:pt x="36446" y="69256"/>
                </a:cubicBezTo>
                <a:cubicBezTo>
                  <a:pt x="36446" y="71621"/>
                  <a:pt x="36830" y="73335"/>
                  <a:pt x="37599" y="74399"/>
                </a:cubicBezTo>
                <a:cubicBezTo>
                  <a:pt x="38367" y="75463"/>
                  <a:pt x="39579" y="75996"/>
                  <a:pt x="41235" y="75996"/>
                </a:cubicBezTo>
                <a:cubicBezTo>
                  <a:pt x="43244" y="75996"/>
                  <a:pt x="45432" y="75168"/>
                  <a:pt x="47797" y="73513"/>
                </a:cubicBezTo>
                <a:cubicBezTo>
                  <a:pt x="50161" y="71857"/>
                  <a:pt x="52851" y="69226"/>
                  <a:pt x="55866" y="65621"/>
                </a:cubicBezTo>
                <a:lnTo>
                  <a:pt x="61009" y="70409"/>
                </a:lnTo>
                <a:cubicBezTo>
                  <a:pt x="55925" y="76084"/>
                  <a:pt x="51388" y="80134"/>
                  <a:pt x="47398" y="82558"/>
                </a:cubicBezTo>
                <a:cubicBezTo>
                  <a:pt x="43407" y="84982"/>
                  <a:pt x="39313" y="86193"/>
                  <a:pt x="35116" y="86193"/>
                </a:cubicBezTo>
                <a:cubicBezTo>
                  <a:pt x="30919" y="86193"/>
                  <a:pt x="27608" y="84804"/>
                  <a:pt x="25184" y="82025"/>
                </a:cubicBezTo>
                <a:cubicBezTo>
                  <a:pt x="22760" y="79247"/>
                  <a:pt x="21548" y="75641"/>
                  <a:pt x="21548" y="71207"/>
                </a:cubicBezTo>
                <a:cubicBezTo>
                  <a:pt x="21548" y="67246"/>
                  <a:pt x="22376" y="61512"/>
                  <a:pt x="24031" y="54004"/>
                </a:cubicBezTo>
                <a:lnTo>
                  <a:pt x="25273" y="48417"/>
                </a:lnTo>
              </a:path>
            </a:pathLst>
          </a:custGeom>
          <a:solidFill xmlns:a="http://schemas.openxmlformats.org/drawingml/2006/main">
            <a:srgbClr val="000000"/>
          </a:solidFill>
          <a:ln xmlns:a="http://schemas.openxmlformats.org/drawingml/2006/main" w="0">
            <a:noFill/>
            <a:prstDash val="solid"/>
          </a:ln>
        </p:spPr>
      </p:sp>
      <p:sp>
        <p:nvSpPr>
          <p:cNvPr id="215" name="pdf-path-100072">
            <a:extLst xmlns:a="http://schemas.openxmlformats.org/drawingml/2006/main">
              <a:ext uri="{FF2B5EF4-FFF2-40B4-BE49-F238E27FC236}">
                <a16:creationId xmlns:a16="http://schemas.microsoft.com/office/drawing/2014/main" id="{A4B1FA67-E72D-4A6D-98AF-BBC27616B977}"/>
              </a:ext>
            </a:extLst>
          </p:cNvPr>
          <p:cNvSpPr>
            <a:spLocks xmlns:a="http://schemas.openxmlformats.org/drawingml/2006/main" noGrp="1"/>
          </p:cNvSpPr>
          <p:nvPr/>
        </p:nvSpPr>
        <p:spPr>
          <a:xfrm xmlns:a="http://schemas.openxmlformats.org/drawingml/2006/main">
            <a:off x="620264" y="2931156"/>
            <a:ext cx="48351" cy="84597"/>
          </a:xfrm>
          <a:custGeom xmlns:a="http://schemas.openxmlformats.org/drawingml/2006/main">
            <a:pathLst>
              <a:path w="48351" h="84597">
                <a:moveTo>
                  <a:pt x="41900" y="70564"/>
                </a:moveTo>
                <a:cubicBezTo>
                  <a:pt x="39638" y="73091"/>
                  <a:pt x="37488" y="75242"/>
                  <a:pt x="35448" y="77016"/>
                </a:cubicBezTo>
                <a:cubicBezTo>
                  <a:pt x="33409" y="78789"/>
                  <a:pt x="31414" y="80241"/>
                  <a:pt x="29463" y="81372"/>
                </a:cubicBezTo>
                <a:cubicBezTo>
                  <a:pt x="27512" y="82502"/>
                  <a:pt x="25583" y="83323"/>
                  <a:pt x="23677" y="83832"/>
                </a:cubicBezTo>
                <a:cubicBezTo>
                  <a:pt x="21770" y="84342"/>
                  <a:pt x="19819" y="84597"/>
                  <a:pt x="17824" y="84597"/>
                </a:cubicBezTo>
                <a:cubicBezTo>
                  <a:pt x="12548" y="84597"/>
                  <a:pt x="8613" y="83356"/>
                  <a:pt x="6019" y="80873"/>
                </a:cubicBezTo>
                <a:cubicBezTo>
                  <a:pt x="3425" y="78390"/>
                  <a:pt x="2128" y="74732"/>
                  <a:pt x="2128" y="69899"/>
                </a:cubicBezTo>
                <a:cubicBezTo>
                  <a:pt x="2128" y="68258"/>
                  <a:pt x="2250" y="66452"/>
                  <a:pt x="2494" y="64479"/>
                </a:cubicBezTo>
                <a:cubicBezTo>
                  <a:pt x="2738" y="62506"/>
                  <a:pt x="3082" y="60588"/>
                  <a:pt x="3525" y="58726"/>
                </a:cubicBezTo>
                <a:lnTo>
                  <a:pt x="11439" y="24275"/>
                </a:lnTo>
                <a:lnTo>
                  <a:pt x="0" y="24275"/>
                </a:lnTo>
                <a:lnTo>
                  <a:pt x="1330" y="19154"/>
                </a:lnTo>
                <a:cubicBezTo>
                  <a:pt x="3990" y="19154"/>
                  <a:pt x="6063" y="18899"/>
                  <a:pt x="7549" y="18389"/>
                </a:cubicBezTo>
                <a:cubicBezTo>
                  <a:pt x="9034" y="17879"/>
                  <a:pt x="10287" y="17181"/>
                  <a:pt x="11306" y="16294"/>
                </a:cubicBezTo>
                <a:cubicBezTo>
                  <a:pt x="11971" y="15674"/>
                  <a:pt x="12614" y="14909"/>
                  <a:pt x="13235" y="14000"/>
                </a:cubicBezTo>
                <a:cubicBezTo>
                  <a:pt x="13856" y="13091"/>
                  <a:pt x="14477" y="11994"/>
                  <a:pt x="15097" y="10708"/>
                </a:cubicBezTo>
                <a:cubicBezTo>
                  <a:pt x="15718" y="9422"/>
                  <a:pt x="16350" y="7903"/>
                  <a:pt x="16993" y="6152"/>
                </a:cubicBezTo>
                <a:cubicBezTo>
                  <a:pt x="17635" y="4401"/>
                  <a:pt x="18356" y="2350"/>
                  <a:pt x="19154" y="0"/>
                </a:cubicBezTo>
                <a:lnTo>
                  <a:pt x="29529" y="0"/>
                </a:lnTo>
                <a:lnTo>
                  <a:pt x="25738" y="16893"/>
                </a:lnTo>
                <a:lnTo>
                  <a:pt x="48351" y="16893"/>
                </a:lnTo>
                <a:lnTo>
                  <a:pt x="46821" y="24275"/>
                </a:lnTo>
                <a:lnTo>
                  <a:pt x="24275" y="24275"/>
                </a:lnTo>
                <a:lnTo>
                  <a:pt x="17491" y="52142"/>
                </a:lnTo>
                <a:cubicBezTo>
                  <a:pt x="17048" y="54004"/>
                  <a:pt x="16682" y="55678"/>
                  <a:pt x="16394" y="57163"/>
                </a:cubicBezTo>
                <a:cubicBezTo>
                  <a:pt x="16106" y="58648"/>
                  <a:pt x="15873" y="59990"/>
                  <a:pt x="15696" y="61187"/>
                </a:cubicBezTo>
                <a:cubicBezTo>
                  <a:pt x="15518" y="62384"/>
                  <a:pt x="15397" y="63470"/>
                  <a:pt x="15330" y="64445"/>
                </a:cubicBezTo>
                <a:cubicBezTo>
                  <a:pt x="15264" y="65421"/>
                  <a:pt x="15230" y="66330"/>
                  <a:pt x="15230" y="67172"/>
                </a:cubicBezTo>
                <a:cubicBezTo>
                  <a:pt x="15230" y="69833"/>
                  <a:pt x="15784" y="71917"/>
                  <a:pt x="16893" y="73424"/>
                </a:cubicBezTo>
                <a:cubicBezTo>
                  <a:pt x="18001" y="74932"/>
                  <a:pt x="19819" y="75685"/>
                  <a:pt x="22346" y="75685"/>
                </a:cubicBezTo>
                <a:cubicBezTo>
                  <a:pt x="24475" y="75685"/>
                  <a:pt x="26736" y="74898"/>
                  <a:pt x="29130" y="73324"/>
                </a:cubicBezTo>
                <a:cubicBezTo>
                  <a:pt x="31524" y="71750"/>
                  <a:pt x="34251" y="69278"/>
                  <a:pt x="37311" y="65909"/>
                </a:cubicBezTo>
                <a:lnTo>
                  <a:pt x="41900" y="70564"/>
                </a:lnTo>
              </a:path>
            </a:pathLst>
          </a:custGeom>
          <a:solidFill xmlns:a="http://schemas.openxmlformats.org/drawingml/2006/main">
            <a:srgbClr val="000000"/>
          </a:solidFill>
          <a:ln xmlns:a="http://schemas.openxmlformats.org/drawingml/2006/main" w="0">
            <a:noFill/>
            <a:prstDash val="solid"/>
          </a:ln>
        </p:spPr>
      </p:sp>
      <p:sp>
        <p:nvSpPr>
          <p:cNvPr id="216" name="pdf-path-100073">
            <a:extLst xmlns:a="http://schemas.openxmlformats.org/drawingml/2006/main">
              <a:ext uri="{FF2B5EF4-FFF2-40B4-BE49-F238E27FC236}">
                <a16:creationId xmlns:a16="http://schemas.microsoft.com/office/drawing/2014/main" id="{45720D66-D1B2-41ED-847E-2CD0432EE210}"/>
              </a:ext>
            </a:extLst>
          </p:cNvPr>
          <p:cNvSpPr>
            <a:spLocks xmlns:a="http://schemas.openxmlformats.org/drawingml/2006/main" noGrp="1"/>
          </p:cNvSpPr>
          <p:nvPr/>
        </p:nvSpPr>
        <p:spPr>
          <a:xfrm xmlns:a="http://schemas.openxmlformats.org/drawingml/2006/main">
            <a:off x="910412" y="2886194"/>
            <a:ext cx="78833" cy="86193"/>
          </a:xfrm>
          <a:custGeom xmlns:a="http://schemas.openxmlformats.org/drawingml/2006/main">
            <a:pathLst>
              <a:path w="78833" h="86193">
                <a:moveTo>
                  <a:pt x="25273" y="48417"/>
                </a:moveTo>
                <a:cubicBezTo>
                  <a:pt x="26219" y="44102"/>
                  <a:pt x="27623" y="38426"/>
                  <a:pt x="29485" y="31391"/>
                </a:cubicBezTo>
                <a:cubicBezTo>
                  <a:pt x="31347" y="24357"/>
                  <a:pt x="33224" y="18060"/>
                  <a:pt x="35116" y="12503"/>
                </a:cubicBezTo>
                <a:lnTo>
                  <a:pt x="34673" y="11705"/>
                </a:lnTo>
                <a:lnTo>
                  <a:pt x="27046" y="11705"/>
                </a:lnTo>
                <a:cubicBezTo>
                  <a:pt x="23145" y="11705"/>
                  <a:pt x="20144" y="12015"/>
                  <a:pt x="18046" y="12636"/>
                </a:cubicBezTo>
                <a:cubicBezTo>
                  <a:pt x="15947" y="13257"/>
                  <a:pt x="13893" y="14321"/>
                  <a:pt x="11883" y="15829"/>
                </a:cubicBezTo>
                <a:cubicBezTo>
                  <a:pt x="9873" y="17336"/>
                  <a:pt x="7774" y="19509"/>
                  <a:pt x="5587" y="22346"/>
                </a:cubicBezTo>
                <a:lnTo>
                  <a:pt x="0" y="17647"/>
                </a:lnTo>
                <a:cubicBezTo>
                  <a:pt x="3192" y="13686"/>
                  <a:pt x="5986" y="10582"/>
                  <a:pt x="8380" y="8335"/>
                </a:cubicBezTo>
                <a:cubicBezTo>
                  <a:pt x="10774" y="6089"/>
                  <a:pt x="13065" y="4389"/>
                  <a:pt x="15252" y="3237"/>
                </a:cubicBezTo>
                <a:cubicBezTo>
                  <a:pt x="17440" y="2084"/>
                  <a:pt x="19804" y="1256"/>
                  <a:pt x="22346" y="754"/>
                </a:cubicBezTo>
                <a:cubicBezTo>
                  <a:pt x="24888" y="251"/>
                  <a:pt x="28229" y="0"/>
                  <a:pt x="32367" y="0"/>
                </a:cubicBezTo>
                <a:lnTo>
                  <a:pt x="78833" y="0"/>
                </a:lnTo>
                <a:lnTo>
                  <a:pt x="76173" y="11705"/>
                </a:lnTo>
                <a:lnTo>
                  <a:pt x="48417" y="11705"/>
                </a:lnTo>
                <a:lnTo>
                  <a:pt x="38397" y="56132"/>
                </a:lnTo>
                <a:cubicBezTo>
                  <a:pt x="37096" y="61926"/>
                  <a:pt x="36446" y="66300"/>
                  <a:pt x="36446" y="69256"/>
                </a:cubicBezTo>
                <a:cubicBezTo>
                  <a:pt x="36446" y="71621"/>
                  <a:pt x="36830" y="73335"/>
                  <a:pt x="37599" y="74399"/>
                </a:cubicBezTo>
                <a:cubicBezTo>
                  <a:pt x="38367" y="75463"/>
                  <a:pt x="39579" y="75996"/>
                  <a:pt x="41235" y="75996"/>
                </a:cubicBezTo>
                <a:cubicBezTo>
                  <a:pt x="43244" y="75996"/>
                  <a:pt x="45432" y="75168"/>
                  <a:pt x="47797" y="73513"/>
                </a:cubicBezTo>
                <a:cubicBezTo>
                  <a:pt x="50161" y="71857"/>
                  <a:pt x="52851" y="69226"/>
                  <a:pt x="55866" y="65621"/>
                </a:cubicBezTo>
                <a:lnTo>
                  <a:pt x="61009" y="70409"/>
                </a:lnTo>
                <a:cubicBezTo>
                  <a:pt x="55925" y="76084"/>
                  <a:pt x="51388" y="80134"/>
                  <a:pt x="47398" y="82558"/>
                </a:cubicBezTo>
                <a:cubicBezTo>
                  <a:pt x="43407" y="84982"/>
                  <a:pt x="39313" y="86193"/>
                  <a:pt x="35116" y="86193"/>
                </a:cubicBezTo>
                <a:cubicBezTo>
                  <a:pt x="30919" y="86193"/>
                  <a:pt x="27608" y="84804"/>
                  <a:pt x="25184" y="82025"/>
                </a:cubicBezTo>
                <a:cubicBezTo>
                  <a:pt x="22760" y="79247"/>
                  <a:pt x="21548" y="75641"/>
                  <a:pt x="21548" y="71207"/>
                </a:cubicBezTo>
                <a:cubicBezTo>
                  <a:pt x="21548" y="67246"/>
                  <a:pt x="22376" y="61512"/>
                  <a:pt x="24031" y="54004"/>
                </a:cubicBezTo>
                <a:lnTo>
                  <a:pt x="25273" y="48417"/>
                </a:lnTo>
              </a:path>
            </a:pathLst>
          </a:custGeom>
          <a:solidFill xmlns:a="http://schemas.openxmlformats.org/drawingml/2006/main">
            <a:srgbClr val="000000"/>
          </a:solidFill>
          <a:ln xmlns:a="http://schemas.openxmlformats.org/drawingml/2006/main" w="0">
            <a:noFill/>
            <a:prstDash val="solid"/>
          </a:ln>
        </p:spPr>
      </p:sp>
      <p:sp>
        <p:nvSpPr>
          <p:cNvPr id="217" name="pdf-path-100074">
            <a:extLst xmlns:a="http://schemas.openxmlformats.org/drawingml/2006/main">
              <a:ext uri="{FF2B5EF4-FFF2-40B4-BE49-F238E27FC236}">
                <a16:creationId xmlns:a16="http://schemas.microsoft.com/office/drawing/2014/main" id="{A3D14D48-E6A5-4441-96BB-D464936F9900}"/>
              </a:ext>
            </a:extLst>
          </p:cNvPr>
          <p:cNvSpPr>
            <a:spLocks xmlns:a="http://schemas.openxmlformats.org/drawingml/2006/main" noGrp="1"/>
          </p:cNvSpPr>
          <p:nvPr/>
        </p:nvSpPr>
        <p:spPr>
          <a:xfrm xmlns:a="http://schemas.openxmlformats.org/drawingml/2006/main">
            <a:off x="1000462" y="2922982"/>
            <a:ext cx="48351" cy="84597"/>
          </a:xfrm>
          <a:custGeom xmlns:a="http://schemas.openxmlformats.org/drawingml/2006/main">
            <a:pathLst>
              <a:path w="48351" h="84597">
                <a:moveTo>
                  <a:pt x="41900" y="70564"/>
                </a:moveTo>
                <a:cubicBezTo>
                  <a:pt x="39638" y="73091"/>
                  <a:pt x="37488" y="75242"/>
                  <a:pt x="35448" y="77016"/>
                </a:cubicBezTo>
                <a:cubicBezTo>
                  <a:pt x="33409" y="78789"/>
                  <a:pt x="31414" y="80241"/>
                  <a:pt x="29463" y="81372"/>
                </a:cubicBezTo>
                <a:cubicBezTo>
                  <a:pt x="27512" y="82502"/>
                  <a:pt x="25583" y="83323"/>
                  <a:pt x="23677" y="83832"/>
                </a:cubicBezTo>
                <a:cubicBezTo>
                  <a:pt x="21770" y="84342"/>
                  <a:pt x="19819" y="84597"/>
                  <a:pt x="17824" y="84597"/>
                </a:cubicBezTo>
                <a:cubicBezTo>
                  <a:pt x="12548" y="84597"/>
                  <a:pt x="8613" y="83356"/>
                  <a:pt x="6019" y="80873"/>
                </a:cubicBezTo>
                <a:cubicBezTo>
                  <a:pt x="3425" y="78390"/>
                  <a:pt x="2128" y="74732"/>
                  <a:pt x="2128" y="69899"/>
                </a:cubicBezTo>
                <a:cubicBezTo>
                  <a:pt x="2128" y="68258"/>
                  <a:pt x="2250" y="66452"/>
                  <a:pt x="2494" y="64479"/>
                </a:cubicBezTo>
                <a:cubicBezTo>
                  <a:pt x="2738" y="62506"/>
                  <a:pt x="3082" y="60588"/>
                  <a:pt x="3525" y="58726"/>
                </a:cubicBezTo>
                <a:lnTo>
                  <a:pt x="11439" y="24275"/>
                </a:lnTo>
                <a:lnTo>
                  <a:pt x="0" y="24275"/>
                </a:lnTo>
                <a:lnTo>
                  <a:pt x="1330" y="19154"/>
                </a:lnTo>
                <a:cubicBezTo>
                  <a:pt x="3990" y="19154"/>
                  <a:pt x="6063" y="18899"/>
                  <a:pt x="7549" y="18389"/>
                </a:cubicBezTo>
                <a:cubicBezTo>
                  <a:pt x="9034" y="17879"/>
                  <a:pt x="10287" y="17181"/>
                  <a:pt x="11306" y="16294"/>
                </a:cubicBezTo>
                <a:cubicBezTo>
                  <a:pt x="11971" y="15674"/>
                  <a:pt x="12614" y="14909"/>
                  <a:pt x="13235" y="14000"/>
                </a:cubicBezTo>
                <a:cubicBezTo>
                  <a:pt x="13856" y="13091"/>
                  <a:pt x="14477" y="11994"/>
                  <a:pt x="15097" y="10708"/>
                </a:cubicBezTo>
                <a:cubicBezTo>
                  <a:pt x="15718" y="9422"/>
                  <a:pt x="16350" y="7903"/>
                  <a:pt x="16993" y="6152"/>
                </a:cubicBezTo>
                <a:cubicBezTo>
                  <a:pt x="17635" y="4401"/>
                  <a:pt x="18356" y="2350"/>
                  <a:pt x="19154" y="0"/>
                </a:cubicBezTo>
                <a:lnTo>
                  <a:pt x="29529" y="0"/>
                </a:lnTo>
                <a:lnTo>
                  <a:pt x="25738" y="16893"/>
                </a:lnTo>
                <a:lnTo>
                  <a:pt x="48351" y="16893"/>
                </a:lnTo>
                <a:lnTo>
                  <a:pt x="46821" y="24275"/>
                </a:lnTo>
                <a:lnTo>
                  <a:pt x="24275" y="24275"/>
                </a:lnTo>
                <a:lnTo>
                  <a:pt x="17491" y="52142"/>
                </a:lnTo>
                <a:cubicBezTo>
                  <a:pt x="17048" y="54004"/>
                  <a:pt x="16682" y="55678"/>
                  <a:pt x="16394" y="57163"/>
                </a:cubicBezTo>
                <a:cubicBezTo>
                  <a:pt x="16106" y="58648"/>
                  <a:pt x="15873" y="59990"/>
                  <a:pt x="15696" y="61187"/>
                </a:cubicBezTo>
                <a:cubicBezTo>
                  <a:pt x="15518" y="62384"/>
                  <a:pt x="15397" y="63470"/>
                  <a:pt x="15330" y="64445"/>
                </a:cubicBezTo>
                <a:cubicBezTo>
                  <a:pt x="15264" y="65421"/>
                  <a:pt x="15230" y="66330"/>
                  <a:pt x="15230" y="67172"/>
                </a:cubicBezTo>
                <a:cubicBezTo>
                  <a:pt x="15230" y="69833"/>
                  <a:pt x="15784" y="71917"/>
                  <a:pt x="16893" y="73424"/>
                </a:cubicBezTo>
                <a:cubicBezTo>
                  <a:pt x="18001" y="74932"/>
                  <a:pt x="19819" y="75685"/>
                  <a:pt x="22346" y="75685"/>
                </a:cubicBezTo>
                <a:cubicBezTo>
                  <a:pt x="24475" y="75685"/>
                  <a:pt x="26736" y="74898"/>
                  <a:pt x="29130" y="73324"/>
                </a:cubicBezTo>
                <a:cubicBezTo>
                  <a:pt x="31524" y="71750"/>
                  <a:pt x="34251" y="69278"/>
                  <a:pt x="37311" y="65909"/>
                </a:cubicBezTo>
                <a:lnTo>
                  <a:pt x="41900" y="70564"/>
                </a:lnTo>
              </a:path>
            </a:pathLst>
          </a:custGeom>
          <a:solidFill xmlns:a="http://schemas.openxmlformats.org/drawingml/2006/main">
            <a:srgbClr val="000000"/>
          </a:solidFill>
          <a:ln xmlns:a="http://schemas.openxmlformats.org/drawingml/2006/main" w="0">
            <a:noFill/>
            <a:prstDash val="solid"/>
          </a:ln>
        </p:spPr>
      </p:sp>
      <p:sp>
        <p:nvSpPr>
          <p:cNvPr id="218" name="pdf-path-100075">
            <a:extLst xmlns:a="http://schemas.openxmlformats.org/drawingml/2006/main">
              <a:ext uri="{FF2B5EF4-FFF2-40B4-BE49-F238E27FC236}">
                <a16:creationId xmlns:a16="http://schemas.microsoft.com/office/drawing/2014/main" id="{E24BFC43-054E-49FA-B72F-70DE8AE2880F}"/>
              </a:ext>
            </a:extLst>
          </p:cNvPr>
          <p:cNvSpPr>
            <a:spLocks xmlns:a="http://schemas.openxmlformats.org/drawingml/2006/main" noGrp="1"/>
          </p:cNvSpPr>
          <p:nvPr/>
        </p:nvSpPr>
        <p:spPr>
          <a:xfrm xmlns:a="http://schemas.openxmlformats.org/drawingml/2006/main">
            <a:off x="1064005" y="2927372"/>
            <a:ext cx="76617" cy="80141"/>
          </a:xfrm>
          <a:custGeom xmlns:a="http://schemas.openxmlformats.org/drawingml/2006/main">
            <a:pathLst>
              <a:path w="76617" h="80141">
                <a:moveTo>
                  <a:pt x="43695" y="45159"/>
                </a:moveTo>
                <a:lnTo>
                  <a:pt x="43695" y="80141"/>
                </a:lnTo>
                <a:lnTo>
                  <a:pt x="32921" y="80141"/>
                </a:lnTo>
                <a:lnTo>
                  <a:pt x="32921" y="45159"/>
                </a:lnTo>
                <a:lnTo>
                  <a:pt x="0" y="45159"/>
                </a:lnTo>
                <a:lnTo>
                  <a:pt x="0" y="34983"/>
                </a:lnTo>
                <a:lnTo>
                  <a:pt x="32921" y="34983"/>
                </a:lnTo>
                <a:lnTo>
                  <a:pt x="32921" y="0"/>
                </a:lnTo>
                <a:lnTo>
                  <a:pt x="43695" y="0"/>
                </a:lnTo>
                <a:lnTo>
                  <a:pt x="43695" y="34983"/>
                </a:lnTo>
                <a:lnTo>
                  <a:pt x="76617" y="34983"/>
                </a:lnTo>
                <a:lnTo>
                  <a:pt x="76617" y="45159"/>
                </a:lnTo>
                <a:lnTo>
                  <a:pt x="43695" y="45159"/>
                </a:lnTo>
              </a:path>
            </a:pathLst>
          </a:custGeom>
          <a:solidFill xmlns:a="http://schemas.openxmlformats.org/drawingml/2006/main">
            <a:srgbClr val="000000"/>
          </a:solidFill>
          <a:ln xmlns:a="http://schemas.openxmlformats.org/drawingml/2006/main" w="0">
            <a:noFill/>
            <a:prstDash val="solid"/>
          </a:ln>
        </p:spPr>
      </p:sp>
      <p:sp>
        <p:nvSpPr>
          <p:cNvPr id="219" name="pdf-path-100076">
            <a:extLst xmlns:a="http://schemas.openxmlformats.org/drawingml/2006/main">
              <a:ext uri="{FF2B5EF4-FFF2-40B4-BE49-F238E27FC236}">
                <a16:creationId xmlns:a16="http://schemas.microsoft.com/office/drawing/2014/main" id="{53EAB21C-90CE-4D87-B770-DEB02FE7308B}"/>
              </a:ext>
            </a:extLst>
          </p:cNvPr>
          <p:cNvSpPr>
            <a:spLocks xmlns:a="http://schemas.openxmlformats.org/drawingml/2006/main" noGrp="1"/>
          </p:cNvSpPr>
          <p:nvPr/>
        </p:nvSpPr>
        <p:spPr>
          <a:xfrm xmlns:a="http://schemas.openxmlformats.org/drawingml/2006/main">
            <a:off x="1161416" y="2920721"/>
            <a:ext cx="56398" cy="85661"/>
          </a:xfrm>
          <a:custGeom xmlns:a="http://schemas.openxmlformats.org/drawingml/2006/main">
            <a:pathLst>
              <a:path w="56398" h="85661">
                <a:moveTo>
                  <a:pt x="36446" y="68103"/>
                </a:moveTo>
                <a:cubicBezTo>
                  <a:pt x="36446" y="69478"/>
                  <a:pt x="36491" y="70664"/>
                  <a:pt x="36579" y="71662"/>
                </a:cubicBezTo>
                <a:cubicBezTo>
                  <a:pt x="36668" y="72659"/>
                  <a:pt x="36812" y="73502"/>
                  <a:pt x="37012" y="74189"/>
                </a:cubicBezTo>
                <a:cubicBezTo>
                  <a:pt x="37211" y="74876"/>
                  <a:pt x="37477" y="75464"/>
                  <a:pt x="37809" y="75951"/>
                </a:cubicBezTo>
                <a:cubicBezTo>
                  <a:pt x="38142" y="76439"/>
                  <a:pt x="38530" y="76860"/>
                  <a:pt x="38973" y="77215"/>
                </a:cubicBezTo>
                <a:cubicBezTo>
                  <a:pt x="39506" y="77747"/>
                  <a:pt x="40215" y="78157"/>
                  <a:pt x="41102" y="78445"/>
                </a:cubicBezTo>
                <a:cubicBezTo>
                  <a:pt x="41988" y="78733"/>
                  <a:pt x="43119" y="78977"/>
                  <a:pt x="44494" y="79177"/>
                </a:cubicBezTo>
                <a:cubicBezTo>
                  <a:pt x="45868" y="79377"/>
                  <a:pt x="47520" y="79532"/>
                  <a:pt x="49448" y="79643"/>
                </a:cubicBezTo>
                <a:cubicBezTo>
                  <a:pt x="51377" y="79753"/>
                  <a:pt x="53694" y="79831"/>
                  <a:pt x="56398" y="79875"/>
                </a:cubicBezTo>
                <a:lnTo>
                  <a:pt x="56398" y="85661"/>
                </a:lnTo>
                <a:lnTo>
                  <a:pt x="3658" y="85661"/>
                </a:lnTo>
                <a:lnTo>
                  <a:pt x="3658" y="79875"/>
                </a:lnTo>
                <a:cubicBezTo>
                  <a:pt x="6274" y="79786"/>
                  <a:pt x="8491" y="79687"/>
                  <a:pt x="10309" y="79576"/>
                </a:cubicBezTo>
                <a:cubicBezTo>
                  <a:pt x="12127" y="79465"/>
                  <a:pt x="13678" y="79310"/>
                  <a:pt x="14964" y="79111"/>
                </a:cubicBezTo>
                <a:cubicBezTo>
                  <a:pt x="16250" y="78911"/>
                  <a:pt x="17281" y="78689"/>
                  <a:pt x="18057" y="78445"/>
                </a:cubicBezTo>
                <a:cubicBezTo>
                  <a:pt x="18833" y="78201"/>
                  <a:pt x="19509" y="77902"/>
                  <a:pt x="20085" y="77547"/>
                </a:cubicBezTo>
                <a:cubicBezTo>
                  <a:pt x="20706" y="77148"/>
                  <a:pt x="21238" y="76716"/>
                  <a:pt x="21682" y="76251"/>
                </a:cubicBezTo>
                <a:cubicBezTo>
                  <a:pt x="22125" y="75785"/>
                  <a:pt x="22479" y="75198"/>
                  <a:pt x="22746" y="74488"/>
                </a:cubicBezTo>
                <a:cubicBezTo>
                  <a:pt x="23012" y="73779"/>
                  <a:pt x="23222" y="72914"/>
                  <a:pt x="23378" y="71894"/>
                </a:cubicBezTo>
                <a:cubicBezTo>
                  <a:pt x="23533" y="70875"/>
                  <a:pt x="23610" y="69611"/>
                  <a:pt x="23610" y="68103"/>
                </a:cubicBezTo>
                <a:lnTo>
                  <a:pt x="23610" y="20418"/>
                </a:lnTo>
                <a:cubicBezTo>
                  <a:pt x="23610" y="18689"/>
                  <a:pt x="23278" y="17469"/>
                  <a:pt x="22612" y="16760"/>
                </a:cubicBezTo>
                <a:cubicBezTo>
                  <a:pt x="21947" y="16050"/>
                  <a:pt x="20994" y="15696"/>
                  <a:pt x="19753" y="15696"/>
                </a:cubicBezTo>
                <a:cubicBezTo>
                  <a:pt x="18378" y="15696"/>
                  <a:pt x="16339" y="16405"/>
                  <a:pt x="13634" y="17824"/>
                </a:cubicBezTo>
                <a:cubicBezTo>
                  <a:pt x="10930" y="19243"/>
                  <a:pt x="7427" y="21349"/>
                  <a:pt x="3126" y="24142"/>
                </a:cubicBezTo>
                <a:cubicBezTo>
                  <a:pt x="2550" y="23123"/>
                  <a:pt x="2017" y="22103"/>
                  <a:pt x="1530" y="21083"/>
                </a:cubicBezTo>
                <a:cubicBezTo>
                  <a:pt x="1042" y="20063"/>
                  <a:pt x="532" y="19021"/>
                  <a:pt x="0" y="17957"/>
                </a:cubicBezTo>
                <a:cubicBezTo>
                  <a:pt x="5498" y="14942"/>
                  <a:pt x="10941" y="11938"/>
                  <a:pt x="16328" y="8945"/>
                </a:cubicBezTo>
                <a:cubicBezTo>
                  <a:pt x="21715" y="5953"/>
                  <a:pt x="27179" y="2971"/>
                  <a:pt x="32722" y="0"/>
                </a:cubicBezTo>
                <a:lnTo>
                  <a:pt x="36779" y="0"/>
                </a:lnTo>
                <a:cubicBezTo>
                  <a:pt x="36690" y="2439"/>
                  <a:pt x="36623" y="4622"/>
                  <a:pt x="36579" y="6551"/>
                </a:cubicBezTo>
                <a:cubicBezTo>
                  <a:pt x="36535" y="8480"/>
                  <a:pt x="36501" y="10353"/>
                  <a:pt x="36480" y="12171"/>
                </a:cubicBezTo>
                <a:cubicBezTo>
                  <a:pt x="36457" y="13989"/>
                  <a:pt x="36446" y="15784"/>
                  <a:pt x="36446" y="17558"/>
                </a:cubicBezTo>
                <a:lnTo>
                  <a:pt x="36446" y="68103"/>
                </a:lnTo>
              </a:path>
            </a:pathLst>
          </a:custGeom>
          <a:solidFill xmlns:a="http://schemas.openxmlformats.org/drawingml/2006/main">
            <a:srgbClr val="000000"/>
          </a:solidFill>
          <a:ln xmlns:a="http://schemas.openxmlformats.org/drawingml/2006/main" w="0">
            <a:noFill/>
            <a:prstDash val="solid"/>
          </a:ln>
        </p:spPr>
      </p:sp>
      <p:sp>
        <p:nvSpPr>
          <p:cNvPr id="220" name="pdf-path-100077">
            <a:extLst xmlns:a="http://schemas.openxmlformats.org/drawingml/2006/main">
              <a:ext uri="{FF2B5EF4-FFF2-40B4-BE49-F238E27FC236}">
                <a16:creationId xmlns:a16="http://schemas.microsoft.com/office/drawing/2014/main" id="{81F685FD-C632-4AC7-A8C6-5AA438CFFC1C}"/>
              </a:ext>
            </a:extLst>
          </p:cNvPr>
          <p:cNvSpPr>
            <a:spLocks xmlns:a="http://schemas.openxmlformats.org/drawingml/2006/main" noGrp="1"/>
          </p:cNvSpPr>
          <p:nvPr/>
        </p:nvSpPr>
        <p:spPr>
          <a:xfrm xmlns:a="http://schemas.openxmlformats.org/drawingml/2006/main">
            <a:off x="3681993" y="2899816"/>
            <a:ext cx="78833" cy="86193"/>
          </a:xfrm>
          <a:custGeom xmlns:a="http://schemas.openxmlformats.org/drawingml/2006/main">
            <a:pathLst>
              <a:path w="78833" h="86193">
                <a:moveTo>
                  <a:pt x="25273" y="48417"/>
                </a:moveTo>
                <a:cubicBezTo>
                  <a:pt x="26219" y="44102"/>
                  <a:pt x="27623" y="38426"/>
                  <a:pt x="29485" y="31391"/>
                </a:cubicBezTo>
                <a:cubicBezTo>
                  <a:pt x="31347" y="24357"/>
                  <a:pt x="33224" y="18060"/>
                  <a:pt x="35116" y="12503"/>
                </a:cubicBezTo>
                <a:lnTo>
                  <a:pt x="34672" y="11705"/>
                </a:lnTo>
                <a:lnTo>
                  <a:pt x="27046" y="11705"/>
                </a:lnTo>
                <a:cubicBezTo>
                  <a:pt x="23144" y="11705"/>
                  <a:pt x="20145" y="12015"/>
                  <a:pt x="18046" y="12636"/>
                </a:cubicBezTo>
                <a:cubicBezTo>
                  <a:pt x="15947" y="13257"/>
                  <a:pt x="13893" y="14321"/>
                  <a:pt x="11883" y="15829"/>
                </a:cubicBezTo>
                <a:cubicBezTo>
                  <a:pt x="9873" y="17336"/>
                  <a:pt x="7774" y="19509"/>
                  <a:pt x="5587" y="22346"/>
                </a:cubicBezTo>
                <a:lnTo>
                  <a:pt x="0" y="17647"/>
                </a:lnTo>
                <a:cubicBezTo>
                  <a:pt x="3193" y="13686"/>
                  <a:pt x="5986" y="10582"/>
                  <a:pt x="8380" y="8335"/>
                </a:cubicBezTo>
                <a:cubicBezTo>
                  <a:pt x="10774" y="6089"/>
                  <a:pt x="13065" y="4389"/>
                  <a:pt x="15252" y="3237"/>
                </a:cubicBezTo>
                <a:cubicBezTo>
                  <a:pt x="17440" y="2084"/>
                  <a:pt x="19804" y="1256"/>
                  <a:pt x="22346" y="754"/>
                </a:cubicBezTo>
                <a:cubicBezTo>
                  <a:pt x="24888" y="251"/>
                  <a:pt x="28229" y="0"/>
                  <a:pt x="32367" y="0"/>
                </a:cubicBezTo>
                <a:lnTo>
                  <a:pt x="78833" y="0"/>
                </a:lnTo>
                <a:lnTo>
                  <a:pt x="76173" y="11705"/>
                </a:lnTo>
                <a:lnTo>
                  <a:pt x="48417" y="11705"/>
                </a:lnTo>
                <a:lnTo>
                  <a:pt x="38397" y="56132"/>
                </a:lnTo>
                <a:cubicBezTo>
                  <a:pt x="37096" y="61926"/>
                  <a:pt x="36446" y="66300"/>
                  <a:pt x="36446" y="69256"/>
                </a:cubicBezTo>
                <a:cubicBezTo>
                  <a:pt x="36446" y="71621"/>
                  <a:pt x="36830" y="73335"/>
                  <a:pt x="37599" y="74399"/>
                </a:cubicBezTo>
                <a:cubicBezTo>
                  <a:pt x="38367" y="75463"/>
                  <a:pt x="39579" y="75996"/>
                  <a:pt x="41234" y="75996"/>
                </a:cubicBezTo>
                <a:cubicBezTo>
                  <a:pt x="43244" y="75996"/>
                  <a:pt x="45432" y="75168"/>
                  <a:pt x="47797" y="73513"/>
                </a:cubicBezTo>
                <a:cubicBezTo>
                  <a:pt x="50161" y="71857"/>
                  <a:pt x="52851" y="69226"/>
                  <a:pt x="55866" y="65621"/>
                </a:cubicBezTo>
                <a:lnTo>
                  <a:pt x="61009" y="70409"/>
                </a:lnTo>
                <a:cubicBezTo>
                  <a:pt x="55925" y="76084"/>
                  <a:pt x="51388" y="80134"/>
                  <a:pt x="47398" y="82558"/>
                </a:cubicBezTo>
                <a:cubicBezTo>
                  <a:pt x="43407" y="84982"/>
                  <a:pt x="39313" y="86193"/>
                  <a:pt x="35116" y="86193"/>
                </a:cubicBezTo>
                <a:cubicBezTo>
                  <a:pt x="30919" y="86193"/>
                  <a:pt x="27608" y="84804"/>
                  <a:pt x="25184" y="82025"/>
                </a:cubicBezTo>
                <a:cubicBezTo>
                  <a:pt x="22760" y="79247"/>
                  <a:pt x="21549" y="75641"/>
                  <a:pt x="21549" y="71207"/>
                </a:cubicBezTo>
                <a:cubicBezTo>
                  <a:pt x="21549" y="67246"/>
                  <a:pt x="22376" y="61512"/>
                  <a:pt x="24031" y="54004"/>
                </a:cubicBezTo>
                <a:lnTo>
                  <a:pt x="25273" y="48417"/>
                </a:lnTo>
              </a:path>
            </a:pathLst>
          </a:custGeom>
          <a:solidFill xmlns:a="http://schemas.openxmlformats.org/drawingml/2006/main">
            <a:srgbClr val="7F7F7F"/>
          </a:solidFill>
          <a:ln xmlns:a="http://schemas.openxmlformats.org/drawingml/2006/main" w="0">
            <a:noFill/>
            <a:prstDash val="solid"/>
          </a:ln>
        </p:spPr>
      </p:sp>
      <p:sp>
        <p:nvSpPr>
          <p:cNvPr id="221" name="pdf-path-100078">
            <a:extLst xmlns:a="http://schemas.openxmlformats.org/drawingml/2006/main">
              <a:ext uri="{FF2B5EF4-FFF2-40B4-BE49-F238E27FC236}">
                <a16:creationId xmlns:a16="http://schemas.microsoft.com/office/drawing/2014/main" id="{B4A88C2F-DF32-4174-ABF4-A2B4BD45D07E}"/>
              </a:ext>
            </a:extLst>
          </p:cNvPr>
          <p:cNvSpPr>
            <a:spLocks xmlns:a="http://schemas.openxmlformats.org/drawingml/2006/main" noGrp="1"/>
          </p:cNvSpPr>
          <p:nvPr/>
        </p:nvSpPr>
        <p:spPr>
          <a:xfrm xmlns:a="http://schemas.openxmlformats.org/drawingml/2006/main">
            <a:off x="3772044" y="2939328"/>
            <a:ext cx="48351" cy="84597"/>
          </a:xfrm>
          <a:custGeom xmlns:a="http://schemas.openxmlformats.org/drawingml/2006/main">
            <a:pathLst>
              <a:path w="48351" h="84597">
                <a:moveTo>
                  <a:pt x="41899" y="70564"/>
                </a:moveTo>
                <a:cubicBezTo>
                  <a:pt x="39638" y="73091"/>
                  <a:pt x="37488" y="75242"/>
                  <a:pt x="35448" y="77016"/>
                </a:cubicBezTo>
                <a:cubicBezTo>
                  <a:pt x="33409" y="78789"/>
                  <a:pt x="31413" y="80241"/>
                  <a:pt x="29463" y="81372"/>
                </a:cubicBezTo>
                <a:cubicBezTo>
                  <a:pt x="27512" y="82502"/>
                  <a:pt x="25583" y="83323"/>
                  <a:pt x="23676" y="83832"/>
                </a:cubicBezTo>
                <a:cubicBezTo>
                  <a:pt x="21770" y="84342"/>
                  <a:pt x="19819" y="84597"/>
                  <a:pt x="17824" y="84597"/>
                </a:cubicBezTo>
                <a:cubicBezTo>
                  <a:pt x="12547" y="84597"/>
                  <a:pt x="8613" y="83356"/>
                  <a:pt x="6019" y="80873"/>
                </a:cubicBezTo>
                <a:cubicBezTo>
                  <a:pt x="3425" y="78390"/>
                  <a:pt x="2128" y="74732"/>
                  <a:pt x="2128" y="69899"/>
                </a:cubicBezTo>
                <a:cubicBezTo>
                  <a:pt x="2128" y="68258"/>
                  <a:pt x="2250" y="66452"/>
                  <a:pt x="2494" y="64479"/>
                </a:cubicBezTo>
                <a:cubicBezTo>
                  <a:pt x="2738" y="62506"/>
                  <a:pt x="3081" y="60588"/>
                  <a:pt x="3525" y="58726"/>
                </a:cubicBezTo>
                <a:lnTo>
                  <a:pt x="11439" y="24275"/>
                </a:lnTo>
                <a:lnTo>
                  <a:pt x="0" y="24275"/>
                </a:lnTo>
                <a:lnTo>
                  <a:pt x="1330" y="19154"/>
                </a:lnTo>
                <a:cubicBezTo>
                  <a:pt x="3990" y="19154"/>
                  <a:pt x="6063" y="18899"/>
                  <a:pt x="7548" y="18389"/>
                </a:cubicBezTo>
                <a:cubicBezTo>
                  <a:pt x="9034" y="17879"/>
                  <a:pt x="10286" y="17181"/>
                  <a:pt x="11306" y="16294"/>
                </a:cubicBezTo>
                <a:cubicBezTo>
                  <a:pt x="11971" y="15674"/>
                  <a:pt x="12614" y="14909"/>
                  <a:pt x="13235" y="14000"/>
                </a:cubicBezTo>
                <a:cubicBezTo>
                  <a:pt x="13855" y="13091"/>
                  <a:pt x="14476" y="11994"/>
                  <a:pt x="15097" y="10708"/>
                </a:cubicBezTo>
                <a:cubicBezTo>
                  <a:pt x="15718" y="9422"/>
                  <a:pt x="16349" y="7903"/>
                  <a:pt x="16993" y="6152"/>
                </a:cubicBezTo>
                <a:cubicBezTo>
                  <a:pt x="17635" y="4401"/>
                  <a:pt x="18356" y="2350"/>
                  <a:pt x="19154" y="0"/>
                </a:cubicBezTo>
                <a:lnTo>
                  <a:pt x="29529" y="0"/>
                </a:lnTo>
                <a:lnTo>
                  <a:pt x="25738" y="16893"/>
                </a:lnTo>
                <a:lnTo>
                  <a:pt x="48351" y="16893"/>
                </a:lnTo>
                <a:lnTo>
                  <a:pt x="46821" y="24275"/>
                </a:lnTo>
                <a:lnTo>
                  <a:pt x="24275" y="24275"/>
                </a:lnTo>
                <a:lnTo>
                  <a:pt x="17491" y="52142"/>
                </a:lnTo>
                <a:cubicBezTo>
                  <a:pt x="17048" y="54004"/>
                  <a:pt x="16682" y="55678"/>
                  <a:pt x="16394" y="57163"/>
                </a:cubicBezTo>
                <a:cubicBezTo>
                  <a:pt x="16106" y="58648"/>
                  <a:pt x="15873" y="59990"/>
                  <a:pt x="15695" y="61187"/>
                </a:cubicBezTo>
                <a:cubicBezTo>
                  <a:pt x="15518" y="62384"/>
                  <a:pt x="15396" y="63470"/>
                  <a:pt x="15330" y="64445"/>
                </a:cubicBezTo>
                <a:cubicBezTo>
                  <a:pt x="15263" y="65421"/>
                  <a:pt x="15230" y="66330"/>
                  <a:pt x="15230" y="67172"/>
                </a:cubicBezTo>
                <a:cubicBezTo>
                  <a:pt x="15230" y="69833"/>
                  <a:pt x="15784" y="71917"/>
                  <a:pt x="16893" y="73424"/>
                </a:cubicBezTo>
                <a:cubicBezTo>
                  <a:pt x="18001" y="74932"/>
                  <a:pt x="19819" y="75685"/>
                  <a:pt x="22346" y="75685"/>
                </a:cubicBezTo>
                <a:cubicBezTo>
                  <a:pt x="24475" y="75685"/>
                  <a:pt x="26736" y="74898"/>
                  <a:pt x="29130" y="73324"/>
                </a:cubicBezTo>
                <a:cubicBezTo>
                  <a:pt x="31524" y="71750"/>
                  <a:pt x="34251" y="69278"/>
                  <a:pt x="37310" y="65909"/>
                </a:cubicBezTo>
                <a:lnTo>
                  <a:pt x="41899" y="70564"/>
                </a:lnTo>
              </a:path>
            </a:pathLst>
          </a:custGeom>
          <a:solidFill xmlns:a="http://schemas.openxmlformats.org/drawingml/2006/main">
            <a:srgbClr val="7F7F7F"/>
          </a:solidFill>
          <a:ln xmlns:a="http://schemas.openxmlformats.org/drawingml/2006/main" w="0">
            <a:noFill/>
            <a:prstDash val="solid"/>
          </a:ln>
        </p:spPr>
      </p:sp>
      <p:sp>
        <p:nvSpPr>
          <p:cNvPr id="222" name="pdf-path-100079">
            <a:extLst xmlns:a="http://schemas.openxmlformats.org/drawingml/2006/main">
              <a:ext uri="{FF2B5EF4-FFF2-40B4-BE49-F238E27FC236}">
                <a16:creationId xmlns:a16="http://schemas.microsoft.com/office/drawing/2014/main" id="{43D00F04-2F5F-496D-A099-1511DBDFF504}"/>
              </a:ext>
            </a:extLst>
          </p:cNvPr>
          <p:cNvSpPr>
            <a:spLocks xmlns:a="http://schemas.openxmlformats.org/drawingml/2006/main" noGrp="1"/>
          </p:cNvSpPr>
          <p:nvPr/>
        </p:nvSpPr>
        <p:spPr>
          <a:xfrm xmlns:a="http://schemas.openxmlformats.org/drawingml/2006/main">
            <a:off x="3835586" y="2943718"/>
            <a:ext cx="76616" cy="80141"/>
          </a:xfrm>
          <a:custGeom xmlns:a="http://schemas.openxmlformats.org/drawingml/2006/main">
            <a:pathLst>
              <a:path w="76616" h="80141">
                <a:moveTo>
                  <a:pt x="43695" y="45159"/>
                </a:moveTo>
                <a:lnTo>
                  <a:pt x="43695" y="80141"/>
                </a:lnTo>
                <a:lnTo>
                  <a:pt x="32921" y="80141"/>
                </a:lnTo>
                <a:lnTo>
                  <a:pt x="32921" y="45159"/>
                </a:lnTo>
                <a:lnTo>
                  <a:pt x="0" y="45159"/>
                </a:lnTo>
                <a:lnTo>
                  <a:pt x="0" y="34983"/>
                </a:lnTo>
                <a:lnTo>
                  <a:pt x="32921" y="34983"/>
                </a:lnTo>
                <a:lnTo>
                  <a:pt x="32921" y="0"/>
                </a:lnTo>
                <a:lnTo>
                  <a:pt x="43695" y="0"/>
                </a:lnTo>
                <a:lnTo>
                  <a:pt x="43695" y="34983"/>
                </a:lnTo>
                <a:lnTo>
                  <a:pt x="76616" y="34983"/>
                </a:lnTo>
                <a:lnTo>
                  <a:pt x="76616" y="45159"/>
                </a:lnTo>
                <a:lnTo>
                  <a:pt x="43695" y="45159"/>
                </a:lnTo>
              </a:path>
            </a:pathLst>
          </a:custGeom>
          <a:solidFill xmlns:a="http://schemas.openxmlformats.org/drawingml/2006/main">
            <a:srgbClr val="7F7F7F"/>
          </a:solidFill>
          <a:ln xmlns:a="http://schemas.openxmlformats.org/drawingml/2006/main" w="0">
            <a:noFill/>
            <a:prstDash val="solid"/>
          </a:ln>
        </p:spPr>
      </p:sp>
      <p:sp>
        <p:nvSpPr>
          <p:cNvPr id="223" name="pdf-path-100080">
            <a:extLst xmlns:a="http://schemas.openxmlformats.org/drawingml/2006/main">
              <a:ext uri="{FF2B5EF4-FFF2-40B4-BE49-F238E27FC236}">
                <a16:creationId xmlns:a16="http://schemas.microsoft.com/office/drawing/2014/main" id="{84343365-BBD8-498F-97E5-C033EA071F10}"/>
              </a:ext>
            </a:extLst>
          </p:cNvPr>
          <p:cNvSpPr>
            <a:spLocks xmlns:a="http://schemas.openxmlformats.org/drawingml/2006/main" noGrp="1"/>
          </p:cNvSpPr>
          <p:nvPr/>
        </p:nvSpPr>
        <p:spPr>
          <a:xfrm xmlns:a="http://schemas.openxmlformats.org/drawingml/2006/main">
            <a:off x="3925216" y="2936468"/>
            <a:ext cx="93576" cy="86260"/>
          </a:xfrm>
          <a:custGeom xmlns:a="http://schemas.openxmlformats.org/drawingml/2006/main">
            <a:pathLst>
              <a:path w="93576" h="86260">
                <a:moveTo>
                  <a:pt x="72293" y="67704"/>
                </a:moveTo>
                <a:cubicBezTo>
                  <a:pt x="72116" y="68769"/>
                  <a:pt x="71950" y="69733"/>
                  <a:pt x="71795" y="70598"/>
                </a:cubicBezTo>
                <a:cubicBezTo>
                  <a:pt x="71639" y="71462"/>
                  <a:pt x="71517" y="72260"/>
                  <a:pt x="71429" y="72992"/>
                </a:cubicBezTo>
                <a:cubicBezTo>
                  <a:pt x="71340" y="73724"/>
                  <a:pt x="71274" y="74388"/>
                  <a:pt x="71229" y="74987"/>
                </a:cubicBezTo>
                <a:cubicBezTo>
                  <a:pt x="71185" y="75586"/>
                  <a:pt x="71163" y="76195"/>
                  <a:pt x="71163" y="76816"/>
                </a:cubicBezTo>
                <a:cubicBezTo>
                  <a:pt x="71163" y="78678"/>
                  <a:pt x="71684" y="79997"/>
                  <a:pt x="72726" y="80773"/>
                </a:cubicBezTo>
                <a:cubicBezTo>
                  <a:pt x="73768" y="81549"/>
                  <a:pt x="75597" y="82026"/>
                  <a:pt x="78212" y="82203"/>
                </a:cubicBezTo>
                <a:lnTo>
                  <a:pt x="77281" y="86260"/>
                </a:lnTo>
                <a:lnTo>
                  <a:pt x="49082" y="86260"/>
                </a:lnTo>
                <a:lnTo>
                  <a:pt x="49814" y="82203"/>
                </a:lnTo>
                <a:cubicBezTo>
                  <a:pt x="51188" y="81937"/>
                  <a:pt x="52297" y="81627"/>
                  <a:pt x="53139" y="81272"/>
                </a:cubicBezTo>
                <a:cubicBezTo>
                  <a:pt x="53982" y="80917"/>
                  <a:pt x="54625" y="80452"/>
                  <a:pt x="55068" y="79875"/>
                </a:cubicBezTo>
                <a:cubicBezTo>
                  <a:pt x="55467" y="79476"/>
                  <a:pt x="55899" y="78667"/>
                  <a:pt x="56365" y="77448"/>
                </a:cubicBezTo>
                <a:cubicBezTo>
                  <a:pt x="56830" y="76228"/>
                  <a:pt x="57329" y="74732"/>
                  <a:pt x="57861" y="72958"/>
                </a:cubicBezTo>
                <a:cubicBezTo>
                  <a:pt x="58394" y="71185"/>
                  <a:pt x="58948" y="69168"/>
                  <a:pt x="59524" y="66906"/>
                </a:cubicBezTo>
                <a:cubicBezTo>
                  <a:pt x="60101" y="64645"/>
                  <a:pt x="60666" y="62284"/>
                  <a:pt x="61220" y="59823"/>
                </a:cubicBezTo>
                <a:cubicBezTo>
                  <a:pt x="61774" y="57363"/>
                  <a:pt x="62340" y="54847"/>
                  <a:pt x="62916" y="52275"/>
                </a:cubicBezTo>
                <a:cubicBezTo>
                  <a:pt x="63492" y="49703"/>
                  <a:pt x="64047" y="47198"/>
                  <a:pt x="64578" y="44760"/>
                </a:cubicBezTo>
                <a:lnTo>
                  <a:pt x="28399" y="44760"/>
                </a:lnTo>
                <a:cubicBezTo>
                  <a:pt x="27822" y="47375"/>
                  <a:pt x="27157" y="50147"/>
                  <a:pt x="26404" y="53073"/>
                </a:cubicBezTo>
                <a:cubicBezTo>
                  <a:pt x="25650" y="55999"/>
                  <a:pt x="24940" y="58903"/>
                  <a:pt x="24275" y="61785"/>
                </a:cubicBezTo>
                <a:cubicBezTo>
                  <a:pt x="23610" y="64667"/>
                  <a:pt x="23045" y="67416"/>
                  <a:pt x="22579" y="70032"/>
                </a:cubicBezTo>
                <a:cubicBezTo>
                  <a:pt x="22114" y="72648"/>
                  <a:pt x="21881" y="74910"/>
                  <a:pt x="21881" y="76816"/>
                </a:cubicBezTo>
                <a:cubicBezTo>
                  <a:pt x="21881" y="78590"/>
                  <a:pt x="22391" y="79886"/>
                  <a:pt x="23411" y="80707"/>
                </a:cubicBezTo>
                <a:cubicBezTo>
                  <a:pt x="24430" y="81527"/>
                  <a:pt x="26315" y="82026"/>
                  <a:pt x="29064" y="82203"/>
                </a:cubicBezTo>
                <a:lnTo>
                  <a:pt x="27999" y="86260"/>
                </a:lnTo>
                <a:lnTo>
                  <a:pt x="0" y="86260"/>
                </a:lnTo>
                <a:lnTo>
                  <a:pt x="732" y="82203"/>
                </a:lnTo>
                <a:cubicBezTo>
                  <a:pt x="2106" y="81981"/>
                  <a:pt x="3226" y="81704"/>
                  <a:pt x="4090" y="81372"/>
                </a:cubicBezTo>
                <a:cubicBezTo>
                  <a:pt x="4955" y="81039"/>
                  <a:pt x="5731" y="80396"/>
                  <a:pt x="6418" y="79443"/>
                </a:cubicBezTo>
                <a:cubicBezTo>
                  <a:pt x="7105" y="78490"/>
                  <a:pt x="7737" y="77060"/>
                  <a:pt x="8314" y="75153"/>
                </a:cubicBezTo>
                <a:cubicBezTo>
                  <a:pt x="8890" y="73247"/>
                  <a:pt x="9555" y="70586"/>
                  <a:pt x="10309" y="67172"/>
                </a:cubicBezTo>
                <a:lnTo>
                  <a:pt x="21216" y="18689"/>
                </a:lnTo>
                <a:cubicBezTo>
                  <a:pt x="21615" y="16915"/>
                  <a:pt x="21936" y="15208"/>
                  <a:pt x="22180" y="13568"/>
                </a:cubicBezTo>
                <a:cubicBezTo>
                  <a:pt x="22424" y="11927"/>
                  <a:pt x="22546" y="10619"/>
                  <a:pt x="22546" y="9644"/>
                </a:cubicBezTo>
                <a:cubicBezTo>
                  <a:pt x="22546" y="7693"/>
                  <a:pt x="22036" y="6307"/>
                  <a:pt x="21016" y="5487"/>
                </a:cubicBezTo>
                <a:cubicBezTo>
                  <a:pt x="19997" y="4667"/>
                  <a:pt x="18135" y="4235"/>
                  <a:pt x="15430" y="4190"/>
                </a:cubicBezTo>
                <a:lnTo>
                  <a:pt x="16427" y="0"/>
                </a:lnTo>
                <a:lnTo>
                  <a:pt x="44493" y="0"/>
                </a:lnTo>
                <a:lnTo>
                  <a:pt x="43762" y="3990"/>
                </a:lnTo>
                <a:cubicBezTo>
                  <a:pt x="42254" y="4345"/>
                  <a:pt x="41046" y="4678"/>
                  <a:pt x="40137" y="4988"/>
                </a:cubicBezTo>
                <a:cubicBezTo>
                  <a:pt x="39228" y="5299"/>
                  <a:pt x="38452" y="5919"/>
                  <a:pt x="37809" y="6850"/>
                </a:cubicBezTo>
                <a:cubicBezTo>
                  <a:pt x="37166" y="7782"/>
                  <a:pt x="36579" y="9178"/>
                  <a:pt x="36047" y="11040"/>
                </a:cubicBezTo>
                <a:cubicBezTo>
                  <a:pt x="35515" y="12903"/>
                  <a:pt x="34850" y="15585"/>
                  <a:pt x="34052" y="19088"/>
                </a:cubicBezTo>
                <a:lnTo>
                  <a:pt x="29862" y="37643"/>
                </a:lnTo>
                <a:lnTo>
                  <a:pt x="66042" y="37643"/>
                </a:lnTo>
                <a:cubicBezTo>
                  <a:pt x="66618" y="35293"/>
                  <a:pt x="67228" y="32799"/>
                  <a:pt x="67871" y="30161"/>
                </a:cubicBezTo>
                <a:cubicBezTo>
                  <a:pt x="68514" y="27523"/>
                  <a:pt x="69123" y="24918"/>
                  <a:pt x="69700" y="22346"/>
                </a:cubicBezTo>
                <a:cubicBezTo>
                  <a:pt x="70276" y="19775"/>
                  <a:pt x="70753" y="17381"/>
                  <a:pt x="71130" y="15164"/>
                </a:cubicBezTo>
                <a:cubicBezTo>
                  <a:pt x="71506" y="12947"/>
                  <a:pt x="71695" y="11107"/>
                  <a:pt x="71695" y="9644"/>
                </a:cubicBezTo>
                <a:cubicBezTo>
                  <a:pt x="71695" y="7693"/>
                  <a:pt x="71185" y="6307"/>
                  <a:pt x="70165" y="5487"/>
                </a:cubicBezTo>
                <a:cubicBezTo>
                  <a:pt x="69145" y="4667"/>
                  <a:pt x="67283" y="4235"/>
                  <a:pt x="64578" y="4190"/>
                </a:cubicBezTo>
                <a:lnTo>
                  <a:pt x="65576" y="0"/>
                </a:lnTo>
                <a:lnTo>
                  <a:pt x="93576" y="0"/>
                </a:lnTo>
                <a:lnTo>
                  <a:pt x="92844" y="3990"/>
                </a:lnTo>
                <a:cubicBezTo>
                  <a:pt x="91337" y="4434"/>
                  <a:pt x="90128" y="4822"/>
                  <a:pt x="89220" y="5155"/>
                </a:cubicBezTo>
                <a:cubicBezTo>
                  <a:pt x="88311" y="5487"/>
                  <a:pt x="87534" y="6130"/>
                  <a:pt x="86892" y="7083"/>
                </a:cubicBezTo>
                <a:cubicBezTo>
                  <a:pt x="86249" y="8036"/>
                  <a:pt x="85684" y="9422"/>
                  <a:pt x="85196" y="11240"/>
                </a:cubicBezTo>
                <a:cubicBezTo>
                  <a:pt x="84708" y="13058"/>
                  <a:pt x="84087" y="15674"/>
                  <a:pt x="83333" y="19088"/>
                </a:cubicBezTo>
                <a:lnTo>
                  <a:pt x="72293" y="67704"/>
                </a:lnTo>
              </a:path>
            </a:pathLst>
          </a:custGeom>
          <a:solidFill xmlns:a="http://schemas.openxmlformats.org/drawingml/2006/main">
            <a:srgbClr val="7F7F7F"/>
          </a:solidFill>
          <a:ln xmlns:a="http://schemas.openxmlformats.org/drawingml/2006/main" w="0">
            <a:noFill/>
            <a:prstDash val="solid"/>
          </a:ln>
        </p:spPr>
      </p:sp>
      <p:sp>
        <p:nvSpPr>
          <p:cNvPr id="224" name="pdf-path-100081">
            <a:extLst xmlns:a="http://schemas.openxmlformats.org/drawingml/2006/main">
              <a:ext uri="{FF2B5EF4-FFF2-40B4-BE49-F238E27FC236}">
                <a16:creationId xmlns:a16="http://schemas.microsoft.com/office/drawing/2014/main" id="{FC6E8C26-BA2B-4AC5-B141-C70AE917E5CB}"/>
              </a:ext>
            </a:extLst>
          </p:cNvPr>
          <p:cNvSpPr>
            <a:spLocks xmlns:a="http://schemas.openxmlformats.org/drawingml/2006/main" noGrp="1"/>
          </p:cNvSpPr>
          <p:nvPr/>
        </p:nvSpPr>
        <p:spPr>
          <a:xfrm xmlns:a="http://schemas.openxmlformats.org/drawingml/2006/main">
            <a:off x="4034959" y="2978700"/>
            <a:ext cx="76616" cy="10176"/>
          </a:xfrm>
          <a:custGeom xmlns:a="http://schemas.openxmlformats.org/drawingml/2006/main">
            <a:pathLst>
              <a:path w="76616" h="10176">
                <a:moveTo>
                  <a:pt x="0" y="10176"/>
                </a:moveTo>
                <a:lnTo>
                  <a:pt x="0" y="0"/>
                </a:lnTo>
                <a:lnTo>
                  <a:pt x="76616" y="0"/>
                </a:lnTo>
                <a:lnTo>
                  <a:pt x="76616" y="10176"/>
                </a:lnTo>
                <a:lnTo>
                  <a:pt x="0" y="10176"/>
                </a:lnTo>
              </a:path>
            </a:pathLst>
          </a:custGeom>
          <a:solidFill xmlns:a="http://schemas.openxmlformats.org/drawingml/2006/main">
            <a:srgbClr val="7F7F7F"/>
          </a:solidFill>
          <a:ln xmlns:a="http://schemas.openxmlformats.org/drawingml/2006/main" w="0">
            <a:noFill/>
            <a:prstDash val="solid"/>
          </a:ln>
        </p:spPr>
      </p:sp>
      <p:sp>
        <p:nvSpPr>
          <p:cNvPr id="225" name="pdf-path-100082">
            <a:extLst xmlns:a="http://schemas.openxmlformats.org/drawingml/2006/main">
              <a:ext uri="{FF2B5EF4-FFF2-40B4-BE49-F238E27FC236}">
                <a16:creationId xmlns:a16="http://schemas.microsoft.com/office/drawing/2014/main" id="{46AC3872-64C7-4E6F-BC22-84CBB5631B59}"/>
              </a:ext>
            </a:extLst>
          </p:cNvPr>
          <p:cNvSpPr>
            <a:spLocks xmlns:a="http://schemas.openxmlformats.org/drawingml/2006/main" noGrp="1"/>
          </p:cNvSpPr>
          <p:nvPr/>
        </p:nvSpPr>
        <p:spPr>
          <a:xfrm xmlns:a="http://schemas.openxmlformats.org/drawingml/2006/main">
            <a:off x="4132369" y="2937067"/>
            <a:ext cx="56398" cy="85661"/>
          </a:xfrm>
          <a:custGeom xmlns:a="http://schemas.openxmlformats.org/drawingml/2006/main">
            <a:pathLst>
              <a:path w="56398" h="85661">
                <a:moveTo>
                  <a:pt x="36446" y="68103"/>
                </a:moveTo>
                <a:cubicBezTo>
                  <a:pt x="36446" y="69478"/>
                  <a:pt x="36491" y="70664"/>
                  <a:pt x="36579" y="71662"/>
                </a:cubicBezTo>
                <a:cubicBezTo>
                  <a:pt x="36668" y="72659"/>
                  <a:pt x="36812" y="73502"/>
                  <a:pt x="37012" y="74189"/>
                </a:cubicBezTo>
                <a:cubicBezTo>
                  <a:pt x="37211" y="74876"/>
                  <a:pt x="37477" y="75464"/>
                  <a:pt x="37809" y="75951"/>
                </a:cubicBezTo>
                <a:cubicBezTo>
                  <a:pt x="38142" y="76439"/>
                  <a:pt x="38530" y="76860"/>
                  <a:pt x="38974" y="77215"/>
                </a:cubicBezTo>
                <a:cubicBezTo>
                  <a:pt x="39506" y="77747"/>
                  <a:pt x="40215" y="78157"/>
                  <a:pt x="41102" y="78445"/>
                </a:cubicBezTo>
                <a:cubicBezTo>
                  <a:pt x="41988" y="78733"/>
                  <a:pt x="43119" y="78977"/>
                  <a:pt x="44494" y="79177"/>
                </a:cubicBezTo>
                <a:cubicBezTo>
                  <a:pt x="45868" y="79377"/>
                  <a:pt x="47520" y="79532"/>
                  <a:pt x="49448" y="79643"/>
                </a:cubicBezTo>
                <a:cubicBezTo>
                  <a:pt x="51377" y="79753"/>
                  <a:pt x="53694" y="79831"/>
                  <a:pt x="56398" y="79875"/>
                </a:cubicBezTo>
                <a:lnTo>
                  <a:pt x="56398" y="85661"/>
                </a:lnTo>
                <a:lnTo>
                  <a:pt x="3658" y="85661"/>
                </a:lnTo>
                <a:lnTo>
                  <a:pt x="3658" y="79875"/>
                </a:lnTo>
                <a:cubicBezTo>
                  <a:pt x="6274" y="79786"/>
                  <a:pt x="8491" y="79687"/>
                  <a:pt x="10309" y="79576"/>
                </a:cubicBezTo>
                <a:cubicBezTo>
                  <a:pt x="12127" y="79465"/>
                  <a:pt x="13678" y="79310"/>
                  <a:pt x="14964" y="79111"/>
                </a:cubicBezTo>
                <a:cubicBezTo>
                  <a:pt x="16250" y="78911"/>
                  <a:pt x="17281" y="78689"/>
                  <a:pt x="18057" y="78445"/>
                </a:cubicBezTo>
                <a:cubicBezTo>
                  <a:pt x="18833" y="78201"/>
                  <a:pt x="19509" y="77902"/>
                  <a:pt x="20085" y="77547"/>
                </a:cubicBezTo>
                <a:cubicBezTo>
                  <a:pt x="20706" y="77148"/>
                  <a:pt x="21238" y="76716"/>
                  <a:pt x="21682" y="76251"/>
                </a:cubicBezTo>
                <a:cubicBezTo>
                  <a:pt x="22125" y="75785"/>
                  <a:pt x="22479" y="75198"/>
                  <a:pt x="22746" y="74488"/>
                </a:cubicBezTo>
                <a:cubicBezTo>
                  <a:pt x="23012" y="73779"/>
                  <a:pt x="23222" y="72914"/>
                  <a:pt x="23378" y="71894"/>
                </a:cubicBezTo>
                <a:cubicBezTo>
                  <a:pt x="23533" y="70875"/>
                  <a:pt x="23610" y="69611"/>
                  <a:pt x="23610" y="68103"/>
                </a:cubicBezTo>
                <a:lnTo>
                  <a:pt x="23610" y="20418"/>
                </a:lnTo>
                <a:cubicBezTo>
                  <a:pt x="23610" y="18689"/>
                  <a:pt x="23278" y="17469"/>
                  <a:pt x="22613" y="16760"/>
                </a:cubicBezTo>
                <a:cubicBezTo>
                  <a:pt x="21947" y="16050"/>
                  <a:pt x="20994" y="15696"/>
                  <a:pt x="19753" y="15696"/>
                </a:cubicBezTo>
                <a:cubicBezTo>
                  <a:pt x="18378" y="15696"/>
                  <a:pt x="16339" y="16405"/>
                  <a:pt x="13634" y="17824"/>
                </a:cubicBezTo>
                <a:cubicBezTo>
                  <a:pt x="10930" y="19243"/>
                  <a:pt x="7427" y="21349"/>
                  <a:pt x="3126" y="24142"/>
                </a:cubicBezTo>
                <a:cubicBezTo>
                  <a:pt x="2550" y="23123"/>
                  <a:pt x="2017" y="22103"/>
                  <a:pt x="1530" y="21083"/>
                </a:cubicBezTo>
                <a:cubicBezTo>
                  <a:pt x="1042" y="20063"/>
                  <a:pt x="532" y="19021"/>
                  <a:pt x="0" y="17957"/>
                </a:cubicBezTo>
                <a:cubicBezTo>
                  <a:pt x="5498" y="14942"/>
                  <a:pt x="10941" y="11938"/>
                  <a:pt x="16328" y="8945"/>
                </a:cubicBezTo>
                <a:cubicBezTo>
                  <a:pt x="21715" y="5953"/>
                  <a:pt x="27179" y="2971"/>
                  <a:pt x="32722" y="0"/>
                </a:cubicBezTo>
                <a:lnTo>
                  <a:pt x="36779" y="0"/>
                </a:lnTo>
                <a:cubicBezTo>
                  <a:pt x="36690" y="2439"/>
                  <a:pt x="36623" y="4622"/>
                  <a:pt x="36579" y="6551"/>
                </a:cubicBezTo>
                <a:cubicBezTo>
                  <a:pt x="36535" y="8480"/>
                  <a:pt x="36501" y="10353"/>
                  <a:pt x="36480" y="12171"/>
                </a:cubicBezTo>
                <a:cubicBezTo>
                  <a:pt x="36457" y="13989"/>
                  <a:pt x="36446" y="15784"/>
                  <a:pt x="36446" y="17558"/>
                </a:cubicBezTo>
                <a:lnTo>
                  <a:pt x="36446" y="68103"/>
                </a:lnTo>
              </a:path>
            </a:pathLst>
          </a:custGeom>
          <a:solidFill xmlns:a="http://schemas.openxmlformats.org/drawingml/2006/main">
            <a:srgbClr val="7F7F7F"/>
          </a:solidFill>
          <a:ln xmlns:a="http://schemas.openxmlformats.org/drawingml/2006/main" w="0">
            <a:noFill/>
            <a:prstDash val="solid"/>
          </a:ln>
        </p:spPr>
      </p:sp>
      <p:sp>
        <p:nvSpPr>
          <p:cNvPr id="226" name="pdf-path-100083">
            <a:extLst xmlns:a="http://schemas.openxmlformats.org/drawingml/2006/main">
              <a:ext uri="{FF2B5EF4-FFF2-40B4-BE49-F238E27FC236}">
                <a16:creationId xmlns:a16="http://schemas.microsoft.com/office/drawing/2014/main" id="{6C5A619D-BE19-4F0D-BA16-F22753D19B73}"/>
              </a:ext>
            </a:extLst>
          </p:cNvPr>
          <p:cNvSpPr>
            <a:spLocks xmlns:a="http://schemas.openxmlformats.org/drawingml/2006/main" noGrp="1"/>
          </p:cNvSpPr>
          <p:nvPr/>
        </p:nvSpPr>
        <p:spPr>
          <a:xfrm xmlns:a="http://schemas.openxmlformats.org/drawingml/2006/main">
            <a:off x="3357901" y="2951241"/>
            <a:ext cx="129113" cy="22878"/>
          </a:xfrm>
          <a:custGeom xmlns:a="http://schemas.openxmlformats.org/drawingml/2006/main">
            <a:pathLst>
              <a:path w="129113" h="22878">
                <a:moveTo>
                  <a:pt x="64556" y="22878"/>
                </a:moveTo>
                <a:cubicBezTo>
                  <a:pt x="61482" y="22878"/>
                  <a:pt x="58911" y="21800"/>
                  <a:pt x="56842" y="19642"/>
                </a:cubicBezTo>
                <a:cubicBezTo>
                  <a:pt x="54772" y="17484"/>
                  <a:pt x="53738" y="14750"/>
                  <a:pt x="53738" y="11439"/>
                </a:cubicBezTo>
                <a:cubicBezTo>
                  <a:pt x="53738" y="8129"/>
                  <a:pt x="54772" y="5394"/>
                  <a:pt x="56842" y="3237"/>
                </a:cubicBezTo>
                <a:cubicBezTo>
                  <a:pt x="58911" y="1079"/>
                  <a:pt x="61482" y="0"/>
                  <a:pt x="64556" y="0"/>
                </a:cubicBezTo>
                <a:cubicBezTo>
                  <a:pt x="67631" y="0"/>
                  <a:pt x="70202" y="1079"/>
                  <a:pt x="72271" y="3237"/>
                </a:cubicBezTo>
                <a:cubicBezTo>
                  <a:pt x="74341" y="5394"/>
                  <a:pt x="75375" y="8129"/>
                  <a:pt x="75375" y="11439"/>
                </a:cubicBezTo>
                <a:cubicBezTo>
                  <a:pt x="75375" y="14750"/>
                  <a:pt x="74341" y="17484"/>
                  <a:pt x="72271" y="19642"/>
                </a:cubicBezTo>
                <a:cubicBezTo>
                  <a:pt x="70202" y="21800"/>
                  <a:pt x="67631" y="22878"/>
                  <a:pt x="64556" y="22878"/>
                </a:cubicBezTo>
                <a:moveTo>
                  <a:pt x="10819" y="22878"/>
                </a:moveTo>
                <a:cubicBezTo>
                  <a:pt x="7745" y="22878"/>
                  <a:pt x="5173" y="21800"/>
                  <a:pt x="3104" y="19642"/>
                </a:cubicBezTo>
                <a:cubicBezTo>
                  <a:pt x="1035" y="17484"/>
                  <a:pt x="0" y="14750"/>
                  <a:pt x="0" y="11439"/>
                </a:cubicBezTo>
                <a:cubicBezTo>
                  <a:pt x="0" y="8129"/>
                  <a:pt x="1035" y="5394"/>
                  <a:pt x="3104" y="3237"/>
                </a:cubicBezTo>
                <a:cubicBezTo>
                  <a:pt x="5173" y="1079"/>
                  <a:pt x="7745" y="0"/>
                  <a:pt x="10819" y="0"/>
                </a:cubicBezTo>
                <a:cubicBezTo>
                  <a:pt x="13892" y="0"/>
                  <a:pt x="16464" y="1079"/>
                  <a:pt x="18533" y="3237"/>
                </a:cubicBezTo>
                <a:cubicBezTo>
                  <a:pt x="20602" y="5394"/>
                  <a:pt x="21637" y="8129"/>
                  <a:pt x="21637" y="11439"/>
                </a:cubicBezTo>
                <a:cubicBezTo>
                  <a:pt x="21637" y="14750"/>
                  <a:pt x="20602" y="17484"/>
                  <a:pt x="18533" y="19642"/>
                </a:cubicBezTo>
                <a:cubicBezTo>
                  <a:pt x="16464" y="21800"/>
                  <a:pt x="13892" y="22878"/>
                  <a:pt x="10819" y="22878"/>
                </a:cubicBezTo>
                <a:moveTo>
                  <a:pt x="118294" y="22878"/>
                </a:moveTo>
                <a:cubicBezTo>
                  <a:pt x="115220" y="22878"/>
                  <a:pt x="112648" y="21800"/>
                  <a:pt x="110579" y="19642"/>
                </a:cubicBezTo>
                <a:cubicBezTo>
                  <a:pt x="108510" y="17484"/>
                  <a:pt x="107476" y="14750"/>
                  <a:pt x="107476" y="11439"/>
                </a:cubicBezTo>
                <a:cubicBezTo>
                  <a:pt x="107476" y="8129"/>
                  <a:pt x="108510" y="5394"/>
                  <a:pt x="110579" y="3237"/>
                </a:cubicBezTo>
                <a:cubicBezTo>
                  <a:pt x="112648" y="1079"/>
                  <a:pt x="115220" y="0"/>
                  <a:pt x="118294" y="0"/>
                </a:cubicBezTo>
                <a:cubicBezTo>
                  <a:pt x="121368" y="0"/>
                  <a:pt x="123940" y="1079"/>
                  <a:pt x="126009" y="3237"/>
                </a:cubicBezTo>
                <a:cubicBezTo>
                  <a:pt x="128078" y="5394"/>
                  <a:pt x="129113" y="8129"/>
                  <a:pt x="129113" y="11439"/>
                </a:cubicBezTo>
                <a:cubicBezTo>
                  <a:pt x="129113" y="14750"/>
                  <a:pt x="128078" y="17484"/>
                  <a:pt x="126009" y="19642"/>
                </a:cubicBezTo>
                <a:cubicBezTo>
                  <a:pt x="123940" y="21800"/>
                  <a:pt x="121368" y="22878"/>
                  <a:pt x="118294" y="22878"/>
                </a:cubicBezTo>
              </a:path>
            </a:pathLst>
          </a:custGeom>
          <a:solidFill xmlns:a="http://schemas.openxmlformats.org/drawingml/2006/main">
            <a:srgbClr val="7F7F7F"/>
          </a:solidFill>
          <a:ln xmlns:a="http://schemas.openxmlformats.org/drawingml/2006/main" w="0">
            <a:noFill/>
            <a:prstDash val="solid"/>
          </a:ln>
        </p:spPr>
      </p:sp>
      <p:sp>
        <p:nvSpPr>
          <p:cNvPr id="227" name="pdf-path-100084">
            <a:extLst xmlns:a="http://schemas.openxmlformats.org/drawingml/2006/main">
              <a:ext uri="{FF2B5EF4-FFF2-40B4-BE49-F238E27FC236}">
                <a16:creationId xmlns:a16="http://schemas.microsoft.com/office/drawing/2014/main" id="{83432AA6-FAF8-4CC7-A950-B7C94D010A1C}"/>
              </a:ext>
            </a:extLst>
          </p:cNvPr>
          <p:cNvSpPr>
            <a:spLocks xmlns:a="http://schemas.openxmlformats.org/drawingml/2006/main" noGrp="1"/>
          </p:cNvSpPr>
          <p:nvPr/>
        </p:nvSpPr>
        <p:spPr>
          <a:xfrm xmlns:a="http://schemas.openxmlformats.org/drawingml/2006/main">
            <a:off x="1799720" y="2894368"/>
            <a:ext cx="78833" cy="86193"/>
          </a:xfrm>
          <a:custGeom xmlns:a="http://schemas.openxmlformats.org/drawingml/2006/main">
            <a:pathLst>
              <a:path w="78833" h="86193">
                <a:moveTo>
                  <a:pt x="25273" y="48417"/>
                </a:moveTo>
                <a:cubicBezTo>
                  <a:pt x="26219" y="44102"/>
                  <a:pt x="27623" y="38426"/>
                  <a:pt x="29485" y="31391"/>
                </a:cubicBezTo>
                <a:cubicBezTo>
                  <a:pt x="31347" y="24357"/>
                  <a:pt x="33224" y="18060"/>
                  <a:pt x="35116" y="12503"/>
                </a:cubicBezTo>
                <a:lnTo>
                  <a:pt x="34672" y="11705"/>
                </a:lnTo>
                <a:lnTo>
                  <a:pt x="27046" y="11705"/>
                </a:lnTo>
                <a:cubicBezTo>
                  <a:pt x="23144" y="11705"/>
                  <a:pt x="20145" y="12015"/>
                  <a:pt x="18046" y="12636"/>
                </a:cubicBezTo>
                <a:cubicBezTo>
                  <a:pt x="15947" y="13257"/>
                  <a:pt x="13893" y="14321"/>
                  <a:pt x="11883" y="15829"/>
                </a:cubicBezTo>
                <a:cubicBezTo>
                  <a:pt x="9873" y="17336"/>
                  <a:pt x="7774" y="19509"/>
                  <a:pt x="5587" y="22346"/>
                </a:cubicBezTo>
                <a:lnTo>
                  <a:pt x="0" y="17647"/>
                </a:lnTo>
                <a:cubicBezTo>
                  <a:pt x="3193" y="13686"/>
                  <a:pt x="5986" y="10582"/>
                  <a:pt x="8380" y="8335"/>
                </a:cubicBezTo>
                <a:cubicBezTo>
                  <a:pt x="10774" y="6089"/>
                  <a:pt x="13065" y="4389"/>
                  <a:pt x="15252" y="3237"/>
                </a:cubicBezTo>
                <a:cubicBezTo>
                  <a:pt x="17440" y="2084"/>
                  <a:pt x="19804" y="1256"/>
                  <a:pt x="22346" y="754"/>
                </a:cubicBezTo>
                <a:cubicBezTo>
                  <a:pt x="24888" y="251"/>
                  <a:pt x="28229" y="0"/>
                  <a:pt x="32367" y="0"/>
                </a:cubicBezTo>
                <a:lnTo>
                  <a:pt x="78833" y="0"/>
                </a:lnTo>
                <a:lnTo>
                  <a:pt x="76173" y="11705"/>
                </a:lnTo>
                <a:lnTo>
                  <a:pt x="48417" y="11705"/>
                </a:lnTo>
                <a:lnTo>
                  <a:pt x="38397" y="56132"/>
                </a:lnTo>
                <a:cubicBezTo>
                  <a:pt x="37096" y="61926"/>
                  <a:pt x="36446" y="66300"/>
                  <a:pt x="36446" y="69256"/>
                </a:cubicBezTo>
                <a:cubicBezTo>
                  <a:pt x="36446" y="71621"/>
                  <a:pt x="36830" y="73335"/>
                  <a:pt x="37599" y="74399"/>
                </a:cubicBezTo>
                <a:cubicBezTo>
                  <a:pt x="38367" y="75463"/>
                  <a:pt x="39579" y="75996"/>
                  <a:pt x="41234" y="75996"/>
                </a:cubicBezTo>
                <a:cubicBezTo>
                  <a:pt x="43244" y="75996"/>
                  <a:pt x="45432" y="75168"/>
                  <a:pt x="47797" y="73513"/>
                </a:cubicBezTo>
                <a:cubicBezTo>
                  <a:pt x="50161" y="71857"/>
                  <a:pt x="52851" y="69226"/>
                  <a:pt x="55866" y="65621"/>
                </a:cubicBezTo>
                <a:lnTo>
                  <a:pt x="61009" y="70409"/>
                </a:lnTo>
                <a:cubicBezTo>
                  <a:pt x="55925" y="76084"/>
                  <a:pt x="51388" y="80134"/>
                  <a:pt x="47398" y="82558"/>
                </a:cubicBezTo>
                <a:cubicBezTo>
                  <a:pt x="43407" y="84982"/>
                  <a:pt x="39313" y="86193"/>
                  <a:pt x="35116" y="86193"/>
                </a:cubicBezTo>
                <a:cubicBezTo>
                  <a:pt x="30919" y="86193"/>
                  <a:pt x="27608" y="84804"/>
                  <a:pt x="25184" y="82025"/>
                </a:cubicBezTo>
                <a:cubicBezTo>
                  <a:pt x="22760" y="79247"/>
                  <a:pt x="21549" y="75641"/>
                  <a:pt x="21549" y="71207"/>
                </a:cubicBezTo>
                <a:cubicBezTo>
                  <a:pt x="21549" y="67246"/>
                  <a:pt x="22376" y="61512"/>
                  <a:pt x="24031" y="54004"/>
                </a:cubicBezTo>
                <a:lnTo>
                  <a:pt x="25273" y="48417"/>
                </a:lnTo>
              </a:path>
            </a:pathLst>
          </a:custGeom>
          <a:solidFill xmlns:a="http://schemas.openxmlformats.org/drawingml/2006/main">
            <a:srgbClr val="000000"/>
          </a:solidFill>
          <a:ln xmlns:a="http://schemas.openxmlformats.org/drawingml/2006/main" w="0">
            <a:noFill/>
            <a:prstDash val="solid"/>
          </a:ln>
        </p:spPr>
      </p:sp>
      <p:sp>
        <p:nvSpPr>
          <p:cNvPr id="228" name="pdf-path-100085">
            <a:extLst xmlns:a="http://schemas.openxmlformats.org/drawingml/2006/main">
              <a:ext uri="{FF2B5EF4-FFF2-40B4-BE49-F238E27FC236}">
                <a16:creationId xmlns:a16="http://schemas.microsoft.com/office/drawing/2014/main" id="{B2600B58-AB45-4A65-8EED-35B78BA6C6A2}"/>
              </a:ext>
            </a:extLst>
          </p:cNvPr>
          <p:cNvSpPr>
            <a:spLocks xmlns:a="http://schemas.openxmlformats.org/drawingml/2006/main" noGrp="1"/>
          </p:cNvSpPr>
          <p:nvPr/>
        </p:nvSpPr>
        <p:spPr>
          <a:xfrm xmlns:a="http://schemas.openxmlformats.org/drawingml/2006/main">
            <a:off x="1889771" y="2933880"/>
            <a:ext cx="48351" cy="84597"/>
          </a:xfrm>
          <a:custGeom xmlns:a="http://schemas.openxmlformats.org/drawingml/2006/main">
            <a:pathLst>
              <a:path w="48351" h="84597">
                <a:moveTo>
                  <a:pt x="41899" y="70564"/>
                </a:moveTo>
                <a:cubicBezTo>
                  <a:pt x="39638" y="73091"/>
                  <a:pt x="37488" y="75242"/>
                  <a:pt x="35448" y="77016"/>
                </a:cubicBezTo>
                <a:cubicBezTo>
                  <a:pt x="33409" y="78789"/>
                  <a:pt x="31413" y="80241"/>
                  <a:pt x="29463" y="81372"/>
                </a:cubicBezTo>
                <a:cubicBezTo>
                  <a:pt x="27512" y="82502"/>
                  <a:pt x="25583" y="83323"/>
                  <a:pt x="23676" y="83832"/>
                </a:cubicBezTo>
                <a:cubicBezTo>
                  <a:pt x="21770" y="84342"/>
                  <a:pt x="19819" y="84597"/>
                  <a:pt x="17824" y="84597"/>
                </a:cubicBezTo>
                <a:cubicBezTo>
                  <a:pt x="12547" y="84597"/>
                  <a:pt x="8613" y="83356"/>
                  <a:pt x="6019" y="80873"/>
                </a:cubicBezTo>
                <a:cubicBezTo>
                  <a:pt x="3425" y="78390"/>
                  <a:pt x="2128" y="74732"/>
                  <a:pt x="2128" y="69899"/>
                </a:cubicBezTo>
                <a:cubicBezTo>
                  <a:pt x="2128" y="68258"/>
                  <a:pt x="2250" y="66452"/>
                  <a:pt x="2494" y="64479"/>
                </a:cubicBezTo>
                <a:cubicBezTo>
                  <a:pt x="2738" y="62506"/>
                  <a:pt x="3081" y="60588"/>
                  <a:pt x="3525" y="58726"/>
                </a:cubicBezTo>
                <a:lnTo>
                  <a:pt x="11439" y="24275"/>
                </a:lnTo>
                <a:lnTo>
                  <a:pt x="0" y="24275"/>
                </a:lnTo>
                <a:lnTo>
                  <a:pt x="1330" y="19154"/>
                </a:lnTo>
                <a:cubicBezTo>
                  <a:pt x="3990" y="19154"/>
                  <a:pt x="6063" y="18899"/>
                  <a:pt x="7548" y="18389"/>
                </a:cubicBezTo>
                <a:cubicBezTo>
                  <a:pt x="9034" y="17879"/>
                  <a:pt x="10286" y="17181"/>
                  <a:pt x="11306" y="16294"/>
                </a:cubicBezTo>
                <a:cubicBezTo>
                  <a:pt x="11971" y="15674"/>
                  <a:pt x="12614" y="14909"/>
                  <a:pt x="13235" y="14000"/>
                </a:cubicBezTo>
                <a:cubicBezTo>
                  <a:pt x="13855" y="13091"/>
                  <a:pt x="14476" y="11994"/>
                  <a:pt x="15097" y="10708"/>
                </a:cubicBezTo>
                <a:cubicBezTo>
                  <a:pt x="15718" y="9422"/>
                  <a:pt x="16349" y="7903"/>
                  <a:pt x="16993" y="6152"/>
                </a:cubicBezTo>
                <a:cubicBezTo>
                  <a:pt x="17635" y="4401"/>
                  <a:pt x="18356" y="2350"/>
                  <a:pt x="19154" y="0"/>
                </a:cubicBezTo>
                <a:lnTo>
                  <a:pt x="29529" y="0"/>
                </a:lnTo>
                <a:lnTo>
                  <a:pt x="25738" y="16893"/>
                </a:lnTo>
                <a:lnTo>
                  <a:pt x="48351" y="16893"/>
                </a:lnTo>
                <a:lnTo>
                  <a:pt x="46821" y="24275"/>
                </a:lnTo>
                <a:lnTo>
                  <a:pt x="24275" y="24275"/>
                </a:lnTo>
                <a:lnTo>
                  <a:pt x="17491" y="52142"/>
                </a:lnTo>
                <a:cubicBezTo>
                  <a:pt x="17048" y="54004"/>
                  <a:pt x="16682" y="55678"/>
                  <a:pt x="16394" y="57163"/>
                </a:cubicBezTo>
                <a:cubicBezTo>
                  <a:pt x="16106" y="58648"/>
                  <a:pt x="15873" y="59990"/>
                  <a:pt x="15695" y="61187"/>
                </a:cubicBezTo>
                <a:cubicBezTo>
                  <a:pt x="15518" y="62384"/>
                  <a:pt x="15396" y="63470"/>
                  <a:pt x="15330" y="64445"/>
                </a:cubicBezTo>
                <a:cubicBezTo>
                  <a:pt x="15263" y="65421"/>
                  <a:pt x="15230" y="66330"/>
                  <a:pt x="15230" y="67172"/>
                </a:cubicBezTo>
                <a:cubicBezTo>
                  <a:pt x="15230" y="69833"/>
                  <a:pt x="15784" y="71917"/>
                  <a:pt x="16893" y="73424"/>
                </a:cubicBezTo>
                <a:cubicBezTo>
                  <a:pt x="18001" y="74932"/>
                  <a:pt x="19819" y="75685"/>
                  <a:pt x="22346" y="75685"/>
                </a:cubicBezTo>
                <a:cubicBezTo>
                  <a:pt x="24475" y="75685"/>
                  <a:pt x="26736" y="74898"/>
                  <a:pt x="29130" y="73324"/>
                </a:cubicBezTo>
                <a:cubicBezTo>
                  <a:pt x="31524" y="71750"/>
                  <a:pt x="34251" y="69278"/>
                  <a:pt x="37310" y="65909"/>
                </a:cubicBezTo>
                <a:lnTo>
                  <a:pt x="41899" y="70564"/>
                </a:lnTo>
              </a:path>
            </a:pathLst>
          </a:custGeom>
          <a:solidFill xmlns:a="http://schemas.openxmlformats.org/drawingml/2006/main">
            <a:srgbClr val="000000"/>
          </a:solidFill>
          <a:ln xmlns:a="http://schemas.openxmlformats.org/drawingml/2006/main" w="0">
            <a:noFill/>
            <a:prstDash val="solid"/>
          </a:ln>
        </p:spPr>
      </p:sp>
      <p:sp>
        <p:nvSpPr>
          <p:cNvPr id="229" name="pdf-path-100086">
            <a:extLst xmlns:a="http://schemas.openxmlformats.org/drawingml/2006/main">
              <a:ext uri="{FF2B5EF4-FFF2-40B4-BE49-F238E27FC236}">
                <a16:creationId xmlns:a16="http://schemas.microsoft.com/office/drawing/2014/main" id="{AF40BE73-E11C-4335-8E3A-E90341AEAD0A}"/>
              </a:ext>
            </a:extLst>
          </p:cNvPr>
          <p:cNvSpPr>
            <a:spLocks xmlns:a="http://schemas.openxmlformats.org/drawingml/2006/main" noGrp="1"/>
          </p:cNvSpPr>
          <p:nvPr/>
        </p:nvSpPr>
        <p:spPr>
          <a:xfrm xmlns:a="http://schemas.openxmlformats.org/drawingml/2006/main">
            <a:off x="1953314" y="2938269"/>
            <a:ext cx="76616" cy="80141"/>
          </a:xfrm>
          <a:custGeom xmlns:a="http://schemas.openxmlformats.org/drawingml/2006/main">
            <a:pathLst>
              <a:path w="76616" h="80141">
                <a:moveTo>
                  <a:pt x="43695" y="45159"/>
                </a:moveTo>
                <a:lnTo>
                  <a:pt x="43695" y="80141"/>
                </a:lnTo>
                <a:lnTo>
                  <a:pt x="32921" y="80141"/>
                </a:lnTo>
                <a:lnTo>
                  <a:pt x="32921" y="45159"/>
                </a:lnTo>
                <a:lnTo>
                  <a:pt x="0" y="45159"/>
                </a:lnTo>
                <a:lnTo>
                  <a:pt x="0" y="34983"/>
                </a:lnTo>
                <a:lnTo>
                  <a:pt x="32921" y="34983"/>
                </a:lnTo>
                <a:lnTo>
                  <a:pt x="32921" y="0"/>
                </a:lnTo>
                <a:lnTo>
                  <a:pt x="43695" y="0"/>
                </a:lnTo>
                <a:lnTo>
                  <a:pt x="43695" y="34983"/>
                </a:lnTo>
                <a:lnTo>
                  <a:pt x="76616" y="34983"/>
                </a:lnTo>
                <a:lnTo>
                  <a:pt x="76616" y="45159"/>
                </a:lnTo>
                <a:lnTo>
                  <a:pt x="43695" y="45159"/>
                </a:lnTo>
              </a:path>
            </a:pathLst>
          </a:custGeom>
          <a:solidFill xmlns:a="http://schemas.openxmlformats.org/drawingml/2006/main">
            <a:srgbClr val="000000"/>
          </a:solidFill>
          <a:ln xmlns:a="http://schemas.openxmlformats.org/drawingml/2006/main" w="0">
            <a:noFill/>
            <a:prstDash val="solid"/>
          </a:ln>
        </p:spPr>
      </p:sp>
      <p:sp>
        <p:nvSpPr>
          <p:cNvPr id="230" name="pdf-path-100087">
            <a:extLst xmlns:a="http://schemas.openxmlformats.org/drawingml/2006/main">
              <a:ext uri="{FF2B5EF4-FFF2-40B4-BE49-F238E27FC236}">
                <a16:creationId xmlns:a16="http://schemas.microsoft.com/office/drawing/2014/main" id="{546D3DCF-DAB0-4BBA-AC94-BC68737F075B}"/>
              </a:ext>
            </a:extLst>
          </p:cNvPr>
          <p:cNvSpPr>
            <a:spLocks xmlns:a="http://schemas.openxmlformats.org/drawingml/2006/main" noGrp="1"/>
          </p:cNvSpPr>
          <p:nvPr/>
        </p:nvSpPr>
        <p:spPr>
          <a:xfrm xmlns:a="http://schemas.openxmlformats.org/drawingml/2006/main">
            <a:off x="2046268" y="2926498"/>
            <a:ext cx="70564" cy="91980"/>
          </a:xfrm>
          <a:custGeom xmlns:a="http://schemas.openxmlformats.org/drawingml/2006/main">
            <a:pathLst>
              <a:path w="70564" h="91980">
                <a:moveTo>
                  <a:pt x="20085" y="57396"/>
                </a:moveTo>
                <a:lnTo>
                  <a:pt x="12769" y="90782"/>
                </a:lnTo>
                <a:lnTo>
                  <a:pt x="0" y="90782"/>
                </a:lnTo>
                <a:lnTo>
                  <a:pt x="16095" y="19354"/>
                </a:lnTo>
                <a:cubicBezTo>
                  <a:pt x="16627" y="17004"/>
                  <a:pt x="17003" y="15153"/>
                  <a:pt x="17225" y="13800"/>
                </a:cubicBezTo>
                <a:cubicBezTo>
                  <a:pt x="17447" y="12448"/>
                  <a:pt x="17558" y="11240"/>
                  <a:pt x="17558" y="10176"/>
                </a:cubicBezTo>
                <a:cubicBezTo>
                  <a:pt x="17558" y="9333"/>
                  <a:pt x="17414" y="8602"/>
                  <a:pt x="17126" y="7981"/>
                </a:cubicBezTo>
                <a:cubicBezTo>
                  <a:pt x="16837" y="7360"/>
                  <a:pt x="16361" y="6861"/>
                  <a:pt x="15695" y="6484"/>
                </a:cubicBezTo>
                <a:cubicBezTo>
                  <a:pt x="15030" y="6108"/>
                  <a:pt x="14144" y="5830"/>
                  <a:pt x="13035" y="5653"/>
                </a:cubicBezTo>
                <a:cubicBezTo>
                  <a:pt x="11927" y="5476"/>
                  <a:pt x="10553" y="5365"/>
                  <a:pt x="8912" y="5321"/>
                </a:cubicBezTo>
                <a:lnTo>
                  <a:pt x="9909" y="798"/>
                </a:lnTo>
                <a:lnTo>
                  <a:pt x="28199" y="0"/>
                </a:lnTo>
                <a:lnTo>
                  <a:pt x="32988" y="0"/>
                </a:lnTo>
                <a:lnTo>
                  <a:pt x="21282" y="51742"/>
                </a:lnTo>
                <a:lnTo>
                  <a:pt x="23144" y="51742"/>
                </a:lnTo>
                <a:cubicBezTo>
                  <a:pt x="24829" y="51742"/>
                  <a:pt x="26647" y="51388"/>
                  <a:pt x="28598" y="50679"/>
                </a:cubicBezTo>
                <a:cubicBezTo>
                  <a:pt x="30549" y="49969"/>
                  <a:pt x="32489" y="49049"/>
                  <a:pt x="34417" y="47919"/>
                </a:cubicBezTo>
                <a:cubicBezTo>
                  <a:pt x="36346" y="46788"/>
                  <a:pt x="38197" y="45513"/>
                  <a:pt x="39971" y="44094"/>
                </a:cubicBezTo>
                <a:cubicBezTo>
                  <a:pt x="41744" y="42675"/>
                  <a:pt x="43307" y="41246"/>
                  <a:pt x="44659" y="39805"/>
                </a:cubicBezTo>
                <a:cubicBezTo>
                  <a:pt x="46012" y="38364"/>
                  <a:pt x="47087" y="37000"/>
                  <a:pt x="47885" y="35714"/>
                </a:cubicBezTo>
                <a:cubicBezTo>
                  <a:pt x="48683" y="34429"/>
                  <a:pt x="49082" y="33342"/>
                  <a:pt x="49082" y="32456"/>
                </a:cubicBezTo>
                <a:cubicBezTo>
                  <a:pt x="49082" y="31391"/>
                  <a:pt x="48727" y="30527"/>
                  <a:pt x="48018" y="29862"/>
                </a:cubicBezTo>
                <a:cubicBezTo>
                  <a:pt x="47309" y="29197"/>
                  <a:pt x="46023" y="28753"/>
                  <a:pt x="44161" y="28532"/>
                </a:cubicBezTo>
                <a:lnTo>
                  <a:pt x="44959" y="24275"/>
                </a:lnTo>
                <a:lnTo>
                  <a:pt x="68901" y="24275"/>
                </a:lnTo>
                <a:lnTo>
                  <a:pt x="70564" y="28398"/>
                </a:lnTo>
                <a:cubicBezTo>
                  <a:pt x="67771" y="30793"/>
                  <a:pt x="65088" y="33010"/>
                  <a:pt x="62517" y="35049"/>
                </a:cubicBezTo>
                <a:cubicBezTo>
                  <a:pt x="59945" y="37089"/>
                  <a:pt x="57429" y="39051"/>
                  <a:pt x="54968" y="40935"/>
                </a:cubicBezTo>
                <a:cubicBezTo>
                  <a:pt x="52507" y="42820"/>
                  <a:pt x="50046" y="44671"/>
                  <a:pt x="47586" y="46488"/>
                </a:cubicBezTo>
                <a:cubicBezTo>
                  <a:pt x="45125" y="48307"/>
                  <a:pt x="42609" y="50191"/>
                  <a:pt x="40037" y="52142"/>
                </a:cubicBezTo>
                <a:cubicBezTo>
                  <a:pt x="41101" y="55511"/>
                  <a:pt x="42188" y="58936"/>
                  <a:pt x="43296" y="62417"/>
                </a:cubicBezTo>
                <a:cubicBezTo>
                  <a:pt x="44405" y="65897"/>
                  <a:pt x="45513" y="69345"/>
                  <a:pt x="46621" y="72759"/>
                </a:cubicBezTo>
                <a:cubicBezTo>
                  <a:pt x="47153" y="74577"/>
                  <a:pt x="47652" y="76140"/>
                  <a:pt x="48118" y="77448"/>
                </a:cubicBezTo>
                <a:cubicBezTo>
                  <a:pt x="48584" y="78756"/>
                  <a:pt x="49082" y="79820"/>
                  <a:pt x="49614" y="80640"/>
                </a:cubicBezTo>
                <a:cubicBezTo>
                  <a:pt x="50146" y="81460"/>
                  <a:pt x="50723" y="82070"/>
                  <a:pt x="51344" y="82469"/>
                </a:cubicBezTo>
                <a:cubicBezTo>
                  <a:pt x="51964" y="82868"/>
                  <a:pt x="52718" y="83067"/>
                  <a:pt x="53605" y="83067"/>
                </a:cubicBezTo>
                <a:cubicBezTo>
                  <a:pt x="54226" y="83067"/>
                  <a:pt x="54868" y="82957"/>
                  <a:pt x="55533" y="82735"/>
                </a:cubicBezTo>
                <a:cubicBezTo>
                  <a:pt x="56199" y="82513"/>
                  <a:pt x="56941" y="82114"/>
                  <a:pt x="57761" y="81538"/>
                </a:cubicBezTo>
                <a:cubicBezTo>
                  <a:pt x="58582" y="80961"/>
                  <a:pt x="59513" y="80174"/>
                  <a:pt x="60555" y="79177"/>
                </a:cubicBezTo>
                <a:cubicBezTo>
                  <a:pt x="61597" y="78179"/>
                  <a:pt x="62783" y="76927"/>
                  <a:pt x="64113" y="75419"/>
                </a:cubicBezTo>
                <a:lnTo>
                  <a:pt x="68635" y="79742"/>
                </a:lnTo>
                <a:cubicBezTo>
                  <a:pt x="66551" y="81871"/>
                  <a:pt x="64612" y="83711"/>
                  <a:pt x="62816" y="85262"/>
                </a:cubicBezTo>
                <a:cubicBezTo>
                  <a:pt x="61020" y="86814"/>
                  <a:pt x="59313" y="88089"/>
                  <a:pt x="57695" y="89086"/>
                </a:cubicBezTo>
                <a:cubicBezTo>
                  <a:pt x="56077" y="90084"/>
                  <a:pt x="54514" y="90816"/>
                  <a:pt x="53006" y="91281"/>
                </a:cubicBezTo>
                <a:cubicBezTo>
                  <a:pt x="51499" y="91747"/>
                  <a:pt x="49969" y="91980"/>
                  <a:pt x="48417" y="91980"/>
                </a:cubicBezTo>
                <a:cubicBezTo>
                  <a:pt x="45624" y="91980"/>
                  <a:pt x="43374" y="91281"/>
                  <a:pt x="41666" y="89885"/>
                </a:cubicBezTo>
                <a:cubicBezTo>
                  <a:pt x="39959" y="88488"/>
                  <a:pt x="38508" y="86493"/>
                  <a:pt x="37311" y="83899"/>
                </a:cubicBezTo>
                <a:cubicBezTo>
                  <a:pt x="36113" y="81305"/>
                  <a:pt x="35016" y="78168"/>
                  <a:pt x="34018" y="74488"/>
                </a:cubicBezTo>
                <a:cubicBezTo>
                  <a:pt x="33021" y="70808"/>
                  <a:pt x="31857" y="66707"/>
                  <a:pt x="30527" y="62184"/>
                </a:cubicBezTo>
                <a:cubicBezTo>
                  <a:pt x="30216" y="61120"/>
                  <a:pt x="29917" y="60267"/>
                  <a:pt x="29629" y="59624"/>
                </a:cubicBezTo>
                <a:cubicBezTo>
                  <a:pt x="29341" y="58981"/>
                  <a:pt x="28975" y="58493"/>
                  <a:pt x="28531" y="58161"/>
                </a:cubicBezTo>
                <a:cubicBezTo>
                  <a:pt x="28088" y="57828"/>
                  <a:pt x="27534" y="57617"/>
                  <a:pt x="26869" y="57529"/>
                </a:cubicBezTo>
                <a:cubicBezTo>
                  <a:pt x="26204" y="57440"/>
                  <a:pt x="25362" y="57396"/>
                  <a:pt x="24342" y="57396"/>
                </a:cubicBezTo>
                <a:lnTo>
                  <a:pt x="20085" y="57396"/>
                </a:lnTo>
              </a:path>
            </a:pathLst>
          </a:custGeom>
          <a:solidFill xmlns:a="http://schemas.openxmlformats.org/drawingml/2006/main">
            <a:srgbClr val="000000"/>
          </a:solidFill>
          <a:ln xmlns:a="http://schemas.openxmlformats.org/drawingml/2006/main" w="0">
            <a:noFill/>
            <a:prstDash val="solid"/>
          </a:ln>
        </p:spPr>
      </p:sp>
      <p:sp>
        <p:nvSpPr>
          <p:cNvPr id="231" name="pdf-path-100088">
            <a:extLst xmlns:a="http://schemas.openxmlformats.org/drawingml/2006/main">
              <a:ext uri="{FF2B5EF4-FFF2-40B4-BE49-F238E27FC236}">
                <a16:creationId xmlns:a16="http://schemas.microsoft.com/office/drawing/2014/main" id="{17105416-8739-440A-9A47-A5FC550B6237}"/>
              </a:ext>
            </a:extLst>
          </p:cNvPr>
          <p:cNvSpPr>
            <a:spLocks xmlns:a="http://schemas.openxmlformats.org/drawingml/2006/main" noGrp="1"/>
          </p:cNvSpPr>
          <p:nvPr/>
        </p:nvSpPr>
        <p:spPr>
          <a:xfrm xmlns:a="http://schemas.openxmlformats.org/drawingml/2006/main">
            <a:off x="1457842" y="2932172"/>
            <a:ext cx="129113" cy="22878"/>
          </a:xfrm>
          <a:custGeom xmlns:a="http://schemas.openxmlformats.org/drawingml/2006/main">
            <a:pathLst>
              <a:path w="129113" h="22878">
                <a:moveTo>
                  <a:pt x="64556" y="22878"/>
                </a:moveTo>
                <a:cubicBezTo>
                  <a:pt x="61482" y="22878"/>
                  <a:pt x="58911" y="21800"/>
                  <a:pt x="56842" y="19642"/>
                </a:cubicBezTo>
                <a:cubicBezTo>
                  <a:pt x="54772" y="17484"/>
                  <a:pt x="53738" y="14750"/>
                  <a:pt x="53738" y="11439"/>
                </a:cubicBezTo>
                <a:cubicBezTo>
                  <a:pt x="53738" y="8129"/>
                  <a:pt x="54772" y="5394"/>
                  <a:pt x="56842" y="3237"/>
                </a:cubicBezTo>
                <a:cubicBezTo>
                  <a:pt x="58911" y="1079"/>
                  <a:pt x="61482" y="0"/>
                  <a:pt x="64556" y="0"/>
                </a:cubicBezTo>
                <a:cubicBezTo>
                  <a:pt x="67631" y="0"/>
                  <a:pt x="70202" y="1079"/>
                  <a:pt x="72271" y="3237"/>
                </a:cubicBezTo>
                <a:cubicBezTo>
                  <a:pt x="74341" y="5394"/>
                  <a:pt x="75375" y="8129"/>
                  <a:pt x="75375" y="11439"/>
                </a:cubicBezTo>
                <a:cubicBezTo>
                  <a:pt x="75375" y="14750"/>
                  <a:pt x="74341" y="17484"/>
                  <a:pt x="72271" y="19642"/>
                </a:cubicBezTo>
                <a:cubicBezTo>
                  <a:pt x="70202" y="21800"/>
                  <a:pt x="67631" y="22878"/>
                  <a:pt x="64556" y="22878"/>
                </a:cubicBezTo>
                <a:moveTo>
                  <a:pt x="10819" y="22878"/>
                </a:moveTo>
                <a:cubicBezTo>
                  <a:pt x="7745" y="22878"/>
                  <a:pt x="5173" y="21800"/>
                  <a:pt x="3104" y="19642"/>
                </a:cubicBezTo>
                <a:cubicBezTo>
                  <a:pt x="1035" y="17484"/>
                  <a:pt x="0" y="14750"/>
                  <a:pt x="0" y="11439"/>
                </a:cubicBezTo>
                <a:cubicBezTo>
                  <a:pt x="0" y="8129"/>
                  <a:pt x="1035" y="5394"/>
                  <a:pt x="3104" y="3237"/>
                </a:cubicBezTo>
                <a:cubicBezTo>
                  <a:pt x="5173" y="1079"/>
                  <a:pt x="7745" y="0"/>
                  <a:pt x="10819" y="0"/>
                </a:cubicBezTo>
                <a:cubicBezTo>
                  <a:pt x="13892" y="0"/>
                  <a:pt x="16464" y="1079"/>
                  <a:pt x="18533" y="3237"/>
                </a:cubicBezTo>
                <a:cubicBezTo>
                  <a:pt x="20602" y="5394"/>
                  <a:pt x="21637" y="8129"/>
                  <a:pt x="21637" y="11439"/>
                </a:cubicBezTo>
                <a:cubicBezTo>
                  <a:pt x="21637" y="14750"/>
                  <a:pt x="20602" y="17484"/>
                  <a:pt x="18533" y="19642"/>
                </a:cubicBezTo>
                <a:cubicBezTo>
                  <a:pt x="16464" y="21800"/>
                  <a:pt x="13892" y="22878"/>
                  <a:pt x="10819" y="22878"/>
                </a:cubicBezTo>
                <a:moveTo>
                  <a:pt x="118294" y="22878"/>
                </a:moveTo>
                <a:cubicBezTo>
                  <a:pt x="115220" y="22878"/>
                  <a:pt x="112648" y="21800"/>
                  <a:pt x="110579" y="19642"/>
                </a:cubicBezTo>
                <a:cubicBezTo>
                  <a:pt x="108510" y="17484"/>
                  <a:pt x="107476" y="14750"/>
                  <a:pt x="107476" y="11439"/>
                </a:cubicBezTo>
                <a:cubicBezTo>
                  <a:pt x="107476" y="8129"/>
                  <a:pt x="108510" y="5394"/>
                  <a:pt x="110579" y="3237"/>
                </a:cubicBezTo>
                <a:cubicBezTo>
                  <a:pt x="112648" y="1079"/>
                  <a:pt x="115220" y="0"/>
                  <a:pt x="118294" y="0"/>
                </a:cubicBezTo>
                <a:cubicBezTo>
                  <a:pt x="121368" y="0"/>
                  <a:pt x="123940" y="1079"/>
                  <a:pt x="126009" y="3237"/>
                </a:cubicBezTo>
                <a:cubicBezTo>
                  <a:pt x="128078" y="5394"/>
                  <a:pt x="129113" y="8129"/>
                  <a:pt x="129113" y="11439"/>
                </a:cubicBezTo>
                <a:cubicBezTo>
                  <a:pt x="129113" y="14750"/>
                  <a:pt x="128078" y="17484"/>
                  <a:pt x="126009" y="19642"/>
                </a:cubicBezTo>
                <a:cubicBezTo>
                  <a:pt x="123940" y="21800"/>
                  <a:pt x="121368" y="22878"/>
                  <a:pt x="118294" y="22878"/>
                </a:cubicBezTo>
              </a:path>
            </a:pathLst>
          </a:custGeom>
          <a:solidFill xmlns:a="http://schemas.openxmlformats.org/drawingml/2006/main">
            <a:srgbClr val="000000"/>
          </a:solidFill>
          <a:ln xmlns:a="http://schemas.openxmlformats.org/drawingml/2006/main" w="0">
            <a:noFill/>
            <a:prstDash val="solid"/>
          </a:ln>
        </p:spPr>
      </p:sp>
      <p:sp>
        <p:nvSpPr>
          <p:cNvPr id="232" name="pdf-path-100089">
            <a:extLst xmlns:a="http://schemas.openxmlformats.org/drawingml/2006/main">
              <a:ext uri="{FF2B5EF4-FFF2-40B4-BE49-F238E27FC236}">
                <a16:creationId xmlns:a16="http://schemas.microsoft.com/office/drawing/2014/main" id="{6E34F13D-1EEB-4932-85B1-D534CC58F985}"/>
              </a:ext>
            </a:extLst>
          </p:cNvPr>
          <p:cNvSpPr>
            <a:spLocks xmlns:a="http://schemas.openxmlformats.org/drawingml/2006/main" noGrp="1"/>
          </p:cNvSpPr>
          <p:nvPr/>
        </p:nvSpPr>
        <p:spPr>
          <a:xfrm xmlns:a="http://schemas.openxmlformats.org/drawingml/2006/main">
            <a:off x="2658897" y="2913436"/>
            <a:ext cx="78833" cy="86193"/>
          </a:xfrm>
          <a:custGeom xmlns:a="http://schemas.openxmlformats.org/drawingml/2006/main">
            <a:pathLst>
              <a:path w="78833" h="86193">
                <a:moveTo>
                  <a:pt x="25273" y="48417"/>
                </a:moveTo>
                <a:cubicBezTo>
                  <a:pt x="26219" y="44102"/>
                  <a:pt x="27623" y="38426"/>
                  <a:pt x="29485" y="31391"/>
                </a:cubicBezTo>
                <a:cubicBezTo>
                  <a:pt x="31347" y="24357"/>
                  <a:pt x="33224" y="18060"/>
                  <a:pt x="35116" y="12503"/>
                </a:cubicBezTo>
                <a:lnTo>
                  <a:pt x="34672" y="11705"/>
                </a:lnTo>
                <a:lnTo>
                  <a:pt x="27046" y="11705"/>
                </a:lnTo>
                <a:cubicBezTo>
                  <a:pt x="23145" y="11705"/>
                  <a:pt x="20145" y="12015"/>
                  <a:pt x="18046" y="12636"/>
                </a:cubicBezTo>
                <a:cubicBezTo>
                  <a:pt x="15947" y="13257"/>
                  <a:pt x="13893" y="14321"/>
                  <a:pt x="11883" y="15829"/>
                </a:cubicBezTo>
                <a:cubicBezTo>
                  <a:pt x="9873" y="17336"/>
                  <a:pt x="7774" y="19509"/>
                  <a:pt x="5587" y="22346"/>
                </a:cubicBezTo>
                <a:lnTo>
                  <a:pt x="0" y="17647"/>
                </a:lnTo>
                <a:cubicBezTo>
                  <a:pt x="3193" y="13686"/>
                  <a:pt x="5986" y="10582"/>
                  <a:pt x="8380" y="8335"/>
                </a:cubicBezTo>
                <a:cubicBezTo>
                  <a:pt x="10774" y="6089"/>
                  <a:pt x="13065" y="4389"/>
                  <a:pt x="15252" y="3237"/>
                </a:cubicBezTo>
                <a:cubicBezTo>
                  <a:pt x="17440" y="2084"/>
                  <a:pt x="19804" y="1256"/>
                  <a:pt x="22346" y="754"/>
                </a:cubicBezTo>
                <a:cubicBezTo>
                  <a:pt x="24888" y="251"/>
                  <a:pt x="28229" y="0"/>
                  <a:pt x="32367" y="0"/>
                </a:cubicBezTo>
                <a:lnTo>
                  <a:pt x="78833" y="0"/>
                </a:lnTo>
                <a:lnTo>
                  <a:pt x="76173" y="11705"/>
                </a:lnTo>
                <a:lnTo>
                  <a:pt x="48417" y="11705"/>
                </a:lnTo>
                <a:lnTo>
                  <a:pt x="38397" y="56132"/>
                </a:lnTo>
                <a:cubicBezTo>
                  <a:pt x="37096" y="61926"/>
                  <a:pt x="36446" y="66300"/>
                  <a:pt x="36446" y="69256"/>
                </a:cubicBezTo>
                <a:cubicBezTo>
                  <a:pt x="36446" y="71621"/>
                  <a:pt x="36830" y="73335"/>
                  <a:pt x="37599" y="74399"/>
                </a:cubicBezTo>
                <a:cubicBezTo>
                  <a:pt x="38367" y="75463"/>
                  <a:pt x="39579" y="75996"/>
                  <a:pt x="41234" y="75996"/>
                </a:cubicBezTo>
                <a:cubicBezTo>
                  <a:pt x="43244" y="75996"/>
                  <a:pt x="45432" y="75168"/>
                  <a:pt x="47797" y="73513"/>
                </a:cubicBezTo>
                <a:cubicBezTo>
                  <a:pt x="50161" y="71857"/>
                  <a:pt x="52851" y="69226"/>
                  <a:pt x="55866" y="65621"/>
                </a:cubicBezTo>
                <a:lnTo>
                  <a:pt x="61009" y="70409"/>
                </a:lnTo>
                <a:cubicBezTo>
                  <a:pt x="55925" y="76084"/>
                  <a:pt x="51388" y="80134"/>
                  <a:pt x="47398" y="82558"/>
                </a:cubicBezTo>
                <a:cubicBezTo>
                  <a:pt x="43407" y="84982"/>
                  <a:pt x="39313" y="86193"/>
                  <a:pt x="35116" y="86193"/>
                </a:cubicBezTo>
                <a:cubicBezTo>
                  <a:pt x="30919" y="86193"/>
                  <a:pt x="27608" y="84804"/>
                  <a:pt x="25184" y="82025"/>
                </a:cubicBezTo>
                <a:cubicBezTo>
                  <a:pt x="22760" y="79247"/>
                  <a:pt x="21549" y="75641"/>
                  <a:pt x="21549" y="71207"/>
                </a:cubicBezTo>
                <a:cubicBezTo>
                  <a:pt x="21549" y="67246"/>
                  <a:pt x="22376" y="61512"/>
                  <a:pt x="24031" y="54004"/>
                </a:cubicBezTo>
                <a:lnTo>
                  <a:pt x="25273" y="48417"/>
                </a:lnTo>
              </a:path>
            </a:pathLst>
          </a:custGeom>
          <a:solidFill xmlns:a="http://schemas.openxmlformats.org/drawingml/2006/main">
            <a:srgbClr val="7F7F7F"/>
          </a:solidFill>
          <a:ln xmlns:a="http://schemas.openxmlformats.org/drawingml/2006/main" w="0">
            <a:noFill/>
            <a:prstDash val="solid"/>
          </a:ln>
        </p:spPr>
      </p:sp>
      <p:sp>
        <p:nvSpPr>
          <p:cNvPr id="233" name="pdf-path-100090">
            <a:extLst xmlns:a="http://schemas.openxmlformats.org/drawingml/2006/main">
              <a:ext uri="{FF2B5EF4-FFF2-40B4-BE49-F238E27FC236}">
                <a16:creationId xmlns:a16="http://schemas.microsoft.com/office/drawing/2014/main" id="{C11A8509-8C8A-4ED3-8F89-8622790A9F44}"/>
              </a:ext>
            </a:extLst>
          </p:cNvPr>
          <p:cNvSpPr>
            <a:spLocks xmlns:a="http://schemas.openxmlformats.org/drawingml/2006/main" noGrp="1"/>
          </p:cNvSpPr>
          <p:nvPr/>
        </p:nvSpPr>
        <p:spPr>
          <a:xfrm xmlns:a="http://schemas.openxmlformats.org/drawingml/2006/main">
            <a:off x="2748948" y="2950224"/>
            <a:ext cx="48351" cy="84597"/>
          </a:xfrm>
          <a:custGeom xmlns:a="http://schemas.openxmlformats.org/drawingml/2006/main">
            <a:pathLst>
              <a:path w="48351" h="84597">
                <a:moveTo>
                  <a:pt x="41899" y="70564"/>
                </a:moveTo>
                <a:cubicBezTo>
                  <a:pt x="39638" y="73091"/>
                  <a:pt x="37488" y="75242"/>
                  <a:pt x="35448" y="77016"/>
                </a:cubicBezTo>
                <a:cubicBezTo>
                  <a:pt x="33409" y="78789"/>
                  <a:pt x="31413" y="80241"/>
                  <a:pt x="29463" y="81372"/>
                </a:cubicBezTo>
                <a:cubicBezTo>
                  <a:pt x="27512" y="82502"/>
                  <a:pt x="25583" y="83323"/>
                  <a:pt x="23676" y="83832"/>
                </a:cubicBezTo>
                <a:cubicBezTo>
                  <a:pt x="21770" y="84342"/>
                  <a:pt x="19819" y="84597"/>
                  <a:pt x="17824" y="84597"/>
                </a:cubicBezTo>
                <a:cubicBezTo>
                  <a:pt x="12547" y="84597"/>
                  <a:pt x="8613" y="83356"/>
                  <a:pt x="6019" y="80873"/>
                </a:cubicBezTo>
                <a:cubicBezTo>
                  <a:pt x="3425" y="78390"/>
                  <a:pt x="2128" y="74732"/>
                  <a:pt x="2128" y="69899"/>
                </a:cubicBezTo>
                <a:cubicBezTo>
                  <a:pt x="2128" y="68258"/>
                  <a:pt x="2250" y="66452"/>
                  <a:pt x="2494" y="64479"/>
                </a:cubicBezTo>
                <a:cubicBezTo>
                  <a:pt x="2738" y="62506"/>
                  <a:pt x="3081" y="60588"/>
                  <a:pt x="3525" y="58726"/>
                </a:cubicBezTo>
                <a:lnTo>
                  <a:pt x="11439" y="24275"/>
                </a:lnTo>
                <a:lnTo>
                  <a:pt x="0" y="24275"/>
                </a:lnTo>
                <a:lnTo>
                  <a:pt x="1330" y="19154"/>
                </a:lnTo>
                <a:cubicBezTo>
                  <a:pt x="3990" y="19154"/>
                  <a:pt x="6063" y="18899"/>
                  <a:pt x="7548" y="18389"/>
                </a:cubicBezTo>
                <a:cubicBezTo>
                  <a:pt x="9034" y="17879"/>
                  <a:pt x="10286" y="17181"/>
                  <a:pt x="11306" y="16294"/>
                </a:cubicBezTo>
                <a:cubicBezTo>
                  <a:pt x="11971" y="15674"/>
                  <a:pt x="12614" y="14909"/>
                  <a:pt x="13235" y="14000"/>
                </a:cubicBezTo>
                <a:cubicBezTo>
                  <a:pt x="13855" y="13091"/>
                  <a:pt x="14476" y="11994"/>
                  <a:pt x="15097" y="10708"/>
                </a:cubicBezTo>
                <a:cubicBezTo>
                  <a:pt x="15718" y="9422"/>
                  <a:pt x="16349" y="7903"/>
                  <a:pt x="16993" y="6152"/>
                </a:cubicBezTo>
                <a:cubicBezTo>
                  <a:pt x="17635" y="4401"/>
                  <a:pt x="18356" y="2350"/>
                  <a:pt x="19154" y="0"/>
                </a:cubicBezTo>
                <a:lnTo>
                  <a:pt x="29529" y="0"/>
                </a:lnTo>
                <a:lnTo>
                  <a:pt x="25738" y="16893"/>
                </a:lnTo>
                <a:lnTo>
                  <a:pt x="48351" y="16893"/>
                </a:lnTo>
                <a:lnTo>
                  <a:pt x="46821" y="24275"/>
                </a:lnTo>
                <a:lnTo>
                  <a:pt x="24275" y="24275"/>
                </a:lnTo>
                <a:lnTo>
                  <a:pt x="17491" y="52142"/>
                </a:lnTo>
                <a:cubicBezTo>
                  <a:pt x="17048" y="54004"/>
                  <a:pt x="16682" y="55678"/>
                  <a:pt x="16394" y="57163"/>
                </a:cubicBezTo>
                <a:cubicBezTo>
                  <a:pt x="16106" y="58648"/>
                  <a:pt x="15873" y="59990"/>
                  <a:pt x="15695" y="61187"/>
                </a:cubicBezTo>
                <a:cubicBezTo>
                  <a:pt x="15518" y="62384"/>
                  <a:pt x="15396" y="63470"/>
                  <a:pt x="15330" y="64445"/>
                </a:cubicBezTo>
                <a:cubicBezTo>
                  <a:pt x="15263" y="65421"/>
                  <a:pt x="15230" y="66330"/>
                  <a:pt x="15230" y="67172"/>
                </a:cubicBezTo>
                <a:cubicBezTo>
                  <a:pt x="15230" y="69833"/>
                  <a:pt x="15784" y="71917"/>
                  <a:pt x="16893" y="73424"/>
                </a:cubicBezTo>
                <a:cubicBezTo>
                  <a:pt x="18001" y="74932"/>
                  <a:pt x="19819" y="75685"/>
                  <a:pt x="22346" y="75685"/>
                </a:cubicBezTo>
                <a:cubicBezTo>
                  <a:pt x="24475" y="75685"/>
                  <a:pt x="26736" y="74898"/>
                  <a:pt x="29130" y="73324"/>
                </a:cubicBezTo>
                <a:cubicBezTo>
                  <a:pt x="31524" y="71750"/>
                  <a:pt x="34251" y="69278"/>
                  <a:pt x="37310" y="65909"/>
                </a:cubicBezTo>
                <a:lnTo>
                  <a:pt x="41899" y="70564"/>
                </a:lnTo>
              </a:path>
            </a:pathLst>
          </a:custGeom>
          <a:solidFill xmlns:a="http://schemas.openxmlformats.org/drawingml/2006/main">
            <a:srgbClr val="7F7F7F"/>
          </a:solidFill>
          <a:ln xmlns:a="http://schemas.openxmlformats.org/drawingml/2006/main" w="0">
            <a:noFill/>
            <a:prstDash val="solid"/>
          </a:ln>
        </p:spPr>
      </p:sp>
      <p:sp>
        <p:nvSpPr>
          <p:cNvPr id="234" name="pdf-path-100091">
            <a:extLst xmlns:a="http://schemas.openxmlformats.org/drawingml/2006/main">
              <a:ext uri="{FF2B5EF4-FFF2-40B4-BE49-F238E27FC236}">
                <a16:creationId xmlns:a16="http://schemas.microsoft.com/office/drawing/2014/main" id="{C00AAE1F-5AF9-438B-8778-41F36C6A8017}"/>
              </a:ext>
            </a:extLst>
          </p:cNvPr>
          <p:cNvSpPr>
            <a:spLocks xmlns:a="http://schemas.openxmlformats.org/drawingml/2006/main" noGrp="1"/>
          </p:cNvSpPr>
          <p:nvPr/>
        </p:nvSpPr>
        <p:spPr>
          <a:xfrm xmlns:a="http://schemas.openxmlformats.org/drawingml/2006/main">
            <a:off x="2812491" y="2954613"/>
            <a:ext cx="76617" cy="80141"/>
          </a:xfrm>
          <a:custGeom xmlns:a="http://schemas.openxmlformats.org/drawingml/2006/main">
            <a:pathLst>
              <a:path w="76617" h="80141">
                <a:moveTo>
                  <a:pt x="43695" y="45159"/>
                </a:moveTo>
                <a:lnTo>
                  <a:pt x="43695" y="80141"/>
                </a:lnTo>
                <a:lnTo>
                  <a:pt x="32921" y="80141"/>
                </a:lnTo>
                <a:lnTo>
                  <a:pt x="32921" y="45159"/>
                </a:lnTo>
                <a:lnTo>
                  <a:pt x="0" y="45159"/>
                </a:lnTo>
                <a:lnTo>
                  <a:pt x="0" y="34983"/>
                </a:lnTo>
                <a:lnTo>
                  <a:pt x="32921" y="34983"/>
                </a:lnTo>
                <a:lnTo>
                  <a:pt x="32921" y="0"/>
                </a:lnTo>
                <a:lnTo>
                  <a:pt x="43695" y="0"/>
                </a:lnTo>
                <a:lnTo>
                  <a:pt x="43695" y="34983"/>
                </a:lnTo>
                <a:lnTo>
                  <a:pt x="76617" y="34983"/>
                </a:lnTo>
                <a:lnTo>
                  <a:pt x="76617" y="45159"/>
                </a:lnTo>
                <a:lnTo>
                  <a:pt x="43695" y="45159"/>
                </a:lnTo>
              </a:path>
            </a:pathLst>
          </a:custGeom>
          <a:solidFill xmlns:a="http://schemas.openxmlformats.org/drawingml/2006/main">
            <a:srgbClr val="7F7F7F"/>
          </a:solidFill>
          <a:ln xmlns:a="http://schemas.openxmlformats.org/drawingml/2006/main" w="0">
            <a:noFill/>
            <a:prstDash val="solid"/>
          </a:ln>
        </p:spPr>
      </p:sp>
      <p:sp>
        <p:nvSpPr>
          <p:cNvPr id="235" name="pdf-path-100092">
            <a:extLst xmlns:a="http://schemas.openxmlformats.org/drawingml/2006/main">
              <a:ext uri="{FF2B5EF4-FFF2-40B4-BE49-F238E27FC236}">
                <a16:creationId xmlns:a16="http://schemas.microsoft.com/office/drawing/2014/main" id="{1D2CE3D9-A28E-43AF-BEFE-F12CAC0E434F}"/>
              </a:ext>
            </a:extLst>
          </p:cNvPr>
          <p:cNvSpPr>
            <a:spLocks xmlns:a="http://schemas.openxmlformats.org/drawingml/2006/main" noGrp="1"/>
          </p:cNvSpPr>
          <p:nvPr/>
        </p:nvSpPr>
        <p:spPr>
          <a:xfrm xmlns:a="http://schemas.openxmlformats.org/drawingml/2006/main">
            <a:off x="2905446" y="2942842"/>
            <a:ext cx="70564" cy="91980"/>
          </a:xfrm>
          <a:custGeom xmlns:a="http://schemas.openxmlformats.org/drawingml/2006/main">
            <a:pathLst>
              <a:path w="70564" h="91980">
                <a:moveTo>
                  <a:pt x="20085" y="57396"/>
                </a:moveTo>
                <a:lnTo>
                  <a:pt x="12769" y="90782"/>
                </a:lnTo>
                <a:lnTo>
                  <a:pt x="0" y="90782"/>
                </a:lnTo>
                <a:lnTo>
                  <a:pt x="16095" y="19354"/>
                </a:lnTo>
                <a:cubicBezTo>
                  <a:pt x="16627" y="17004"/>
                  <a:pt x="17003" y="15153"/>
                  <a:pt x="17225" y="13800"/>
                </a:cubicBezTo>
                <a:cubicBezTo>
                  <a:pt x="17447" y="12448"/>
                  <a:pt x="17558" y="11240"/>
                  <a:pt x="17558" y="10176"/>
                </a:cubicBezTo>
                <a:cubicBezTo>
                  <a:pt x="17558" y="9333"/>
                  <a:pt x="17414" y="8602"/>
                  <a:pt x="17126" y="7981"/>
                </a:cubicBezTo>
                <a:cubicBezTo>
                  <a:pt x="16837" y="7360"/>
                  <a:pt x="16361" y="6861"/>
                  <a:pt x="15695" y="6484"/>
                </a:cubicBezTo>
                <a:cubicBezTo>
                  <a:pt x="15030" y="6108"/>
                  <a:pt x="14144" y="5830"/>
                  <a:pt x="13035" y="5653"/>
                </a:cubicBezTo>
                <a:cubicBezTo>
                  <a:pt x="11927" y="5476"/>
                  <a:pt x="10553" y="5365"/>
                  <a:pt x="8912" y="5321"/>
                </a:cubicBezTo>
                <a:lnTo>
                  <a:pt x="9909" y="798"/>
                </a:lnTo>
                <a:lnTo>
                  <a:pt x="28199" y="0"/>
                </a:lnTo>
                <a:lnTo>
                  <a:pt x="32988" y="0"/>
                </a:lnTo>
                <a:lnTo>
                  <a:pt x="21282" y="51742"/>
                </a:lnTo>
                <a:lnTo>
                  <a:pt x="23144" y="51742"/>
                </a:lnTo>
                <a:cubicBezTo>
                  <a:pt x="24829" y="51742"/>
                  <a:pt x="26647" y="51388"/>
                  <a:pt x="28598" y="50679"/>
                </a:cubicBezTo>
                <a:cubicBezTo>
                  <a:pt x="30549" y="49969"/>
                  <a:pt x="32489" y="49049"/>
                  <a:pt x="34417" y="47919"/>
                </a:cubicBezTo>
                <a:cubicBezTo>
                  <a:pt x="36346" y="46788"/>
                  <a:pt x="38197" y="45513"/>
                  <a:pt x="39971" y="44094"/>
                </a:cubicBezTo>
                <a:cubicBezTo>
                  <a:pt x="41744" y="42675"/>
                  <a:pt x="43307" y="41246"/>
                  <a:pt x="44659" y="39805"/>
                </a:cubicBezTo>
                <a:cubicBezTo>
                  <a:pt x="46012" y="38364"/>
                  <a:pt x="47087" y="37000"/>
                  <a:pt x="47885" y="35714"/>
                </a:cubicBezTo>
                <a:cubicBezTo>
                  <a:pt x="48683" y="34429"/>
                  <a:pt x="49082" y="33342"/>
                  <a:pt x="49082" y="32456"/>
                </a:cubicBezTo>
                <a:cubicBezTo>
                  <a:pt x="49082" y="31391"/>
                  <a:pt x="48727" y="30527"/>
                  <a:pt x="48018" y="29862"/>
                </a:cubicBezTo>
                <a:cubicBezTo>
                  <a:pt x="47309" y="29197"/>
                  <a:pt x="46023" y="28753"/>
                  <a:pt x="44161" y="28532"/>
                </a:cubicBezTo>
                <a:lnTo>
                  <a:pt x="44959" y="24275"/>
                </a:lnTo>
                <a:lnTo>
                  <a:pt x="68901" y="24275"/>
                </a:lnTo>
                <a:lnTo>
                  <a:pt x="70564" y="28398"/>
                </a:lnTo>
                <a:cubicBezTo>
                  <a:pt x="67771" y="30793"/>
                  <a:pt x="65088" y="33010"/>
                  <a:pt x="62517" y="35049"/>
                </a:cubicBezTo>
                <a:cubicBezTo>
                  <a:pt x="59945" y="37089"/>
                  <a:pt x="57429" y="39051"/>
                  <a:pt x="54968" y="40935"/>
                </a:cubicBezTo>
                <a:cubicBezTo>
                  <a:pt x="52507" y="42820"/>
                  <a:pt x="50047" y="44671"/>
                  <a:pt x="47586" y="46488"/>
                </a:cubicBezTo>
                <a:cubicBezTo>
                  <a:pt x="45125" y="48307"/>
                  <a:pt x="42609" y="50191"/>
                  <a:pt x="40037" y="52142"/>
                </a:cubicBezTo>
                <a:cubicBezTo>
                  <a:pt x="41101" y="55511"/>
                  <a:pt x="42188" y="58936"/>
                  <a:pt x="43296" y="62417"/>
                </a:cubicBezTo>
                <a:cubicBezTo>
                  <a:pt x="44405" y="65897"/>
                  <a:pt x="45513" y="69345"/>
                  <a:pt x="46621" y="72759"/>
                </a:cubicBezTo>
                <a:cubicBezTo>
                  <a:pt x="47153" y="74577"/>
                  <a:pt x="47652" y="76140"/>
                  <a:pt x="48118" y="77448"/>
                </a:cubicBezTo>
                <a:cubicBezTo>
                  <a:pt x="48584" y="78756"/>
                  <a:pt x="49082" y="79820"/>
                  <a:pt x="49614" y="80640"/>
                </a:cubicBezTo>
                <a:cubicBezTo>
                  <a:pt x="50146" y="81460"/>
                  <a:pt x="50723" y="82070"/>
                  <a:pt x="51344" y="82469"/>
                </a:cubicBezTo>
                <a:cubicBezTo>
                  <a:pt x="51964" y="82868"/>
                  <a:pt x="52718" y="83067"/>
                  <a:pt x="53605" y="83067"/>
                </a:cubicBezTo>
                <a:cubicBezTo>
                  <a:pt x="54226" y="83067"/>
                  <a:pt x="54868" y="82957"/>
                  <a:pt x="55533" y="82735"/>
                </a:cubicBezTo>
                <a:cubicBezTo>
                  <a:pt x="56199" y="82513"/>
                  <a:pt x="56941" y="82114"/>
                  <a:pt x="57761" y="81538"/>
                </a:cubicBezTo>
                <a:cubicBezTo>
                  <a:pt x="58582" y="80961"/>
                  <a:pt x="59513" y="80174"/>
                  <a:pt x="60555" y="79177"/>
                </a:cubicBezTo>
                <a:cubicBezTo>
                  <a:pt x="61597" y="78179"/>
                  <a:pt x="62783" y="76927"/>
                  <a:pt x="64113" y="75419"/>
                </a:cubicBezTo>
                <a:lnTo>
                  <a:pt x="68635" y="79742"/>
                </a:lnTo>
                <a:cubicBezTo>
                  <a:pt x="66551" y="81871"/>
                  <a:pt x="64612" y="83711"/>
                  <a:pt x="62816" y="85262"/>
                </a:cubicBezTo>
                <a:cubicBezTo>
                  <a:pt x="61020" y="86814"/>
                  <a:pt x="59313" y="88089"/>
                  <a:pt x="57695" y="89086"/>
                </a:cubicBezTo>
                <a:cubicBezTo>
                  <a:pt x="56077" y="90084"/>
                  <a:pt x="54514" y="90816"/>
                  <a:pt x="53006" y="91281"/>
                </a:cubicBezTo>
                <a:cubicBezTo>
                  <a:pt x="51499" y="91747"/>
                  <a:pt x="49969" y="91980"/>
                  <a:pt x="48417" y="91980"/>
                </a:cubicBezTo>
                <a:cubicBezTo>
                  <a:pt x="45624" y="91980"/>
                  <a:pt x="43374" y="91281"/>
                  <a:pt x="41666" y="89885"/>
                </a:cubicBezTo>
                <a:cubicBezTo>
                  <a:pt x="39959" y="88488"/>
                  <a:pt x="38508" y="86493"/>
                  <a:pt x="37311" y="83899"/>
                </a:cubicBezTo>
                <a:cubicBezTo>
                  <a:pt x="36113" y="81305"/>
                  <a:pt x="35016" y="78168"/>
                  <a:pt x="34018" y="74488"/>
                </a:cubicBezTo>
                <a:cubicBezTo>
                  <a:pt x="33021" y="70808"/>
                  <a:pt x="31857" y="66707"/>
                  <a:pt x="30527" y="62184"/>
                </a:cubicBezTo>
                <a:cubicBezTo>
                  <a:pt x="30216" y="61120"/>
                  <a:pt x="29917" y="60267"/>
                  <a:pt x="29629" y="59624"/>
                </a:cubicBezTo>
                <a:cubicBezTo>
                  <a:pt x="29341" y="58981"/>
                  <a:pt x="28975" y="58493"/>
                  <a:pt x="28531" y="58161"/>
                </a:cubicBezTo>
                <a:cubicBezTo>
                  <a:pt x="28088" y="57828"/>
                  <a:pt x="27534" y="57617"/>
                  <a:pt x="26869" y="57529"/>
                </a:cubicBezTo>
                <a:cubicBezTo>
                  <a:pt x="26204" y="57440"/>
                  <a:pt x="25362" y="57396"/>
                  <a:pt x="24342" y="57396"/>
                </a:cubicBezTo>
                <a:lnTo>
                  <a:pt x="20085" y="57396"/>
                </a:lnTo>
              </a:path>
            </a:pathLst>
          </a:custGeom>
          <a:solidFill xmlns:a="http://schemas.openxmlformats.org/drawingml/2006/main">
            <a:srgbClr val="7F7F7F"/>
          </a:solidFill>
          <a:ln xmlns:a="http://schemas.openxmlformats.org/drawingml/2006/main" w="0">
            <a:noFill/>
            <a:prstDash val="solid"/>
          </a:ln>
        </p:spPr>
      </p:sp>
      <p:sp>
        <p:nvSpPr>
          <p:cNvPr id="236" name="pdf-path-100093">
            <a:extLst xmlns:a="http://schemas.openxmlformats.org/drawingml/2006/main">
              <a:ext uri="{FF2B5EF4-FFF2-40B4-BE49-F238E27FC236}">
                <a16:creationId xmlns:a16="http://schemas.microsoft.com/office/drawing/2014/main" id="{71A92875-5121-4BAC-B074-C69B657C49CD}"/>
              </a:ext>
            </a:extLst>
          </p:cNvPr>
          <p:cNvSpPr>
            <a:spLocks xmlns:a="http://schemas.openxmlformats.org/drawingml/2006/main" noGrp="1"/>
          </p:cNvSpPr>
          <p:nvPr/>
        </p:nvSpPr>
        <p:spPr>
          <a:xfrm xmlns:a="http://schemas.openxmlformats.org/drawingml/2006/main">
            <a:off x="2993703" y="2954613"/>
            <a:ext cx="76616" cy="80141"/>
          </a:xfrm>
          <a:custGeom xmlns:a="http://schemas.openxmlformats.org/drawingml/2006/main">
            <a:pathLst>
              <a:path w="76616" h="80141">
                <a:moveTo>
                  <a:pt x="43695" y="45159"/>
                </a:moveTo>
                <a:lnTo>
                  <a:pt x="43695" y="80141"/>
                </a:lnTo>
                <a:lnTo>
                  <a:pt x="32921" y="80141"/>
                </a:lnTo>
                <a:lnTo>
                  <a:pt x="32921" y="45159"/>
                </a:lnTo>
                <a:lnTo>
                  <a:pt x="0" y="45159"/>
                </a:lnTo>
                <a:lnTo>
                  <a:pt x="0" y="34983"/>
                </a:lnTo>
                <a:lnTo>
                  <a:pt x="32921" y="34983"/>
                </a:lnTo>
                <a:lnTo>
                  <a:pt x="32921" y="0"/>
                </a:lnTo>
                <a:lnTo>
                  <a:pt x="43695" y="0"/>
                </a:lnTo>
                <a:lnTo>
                  <a:pt x="43695" y="34983"/>
                </a:lnTo>
                <a:lnTo>
                  <a:pt x="76616" y="34983"/>
                </a:lnTo>
                <a:lnTo>
                  <a:pt x="76616" y="45159"/>
                </a:lnTo>
                <a:lnTo>
                  <a:pt x="43695" y="45159"/>
                </a:lnTo>
              </a:path>
            </a:pathLst>
          </a:custGeom>
          <a:solidFill xmlns:a="http://schemas.openxmlformats.org/drawingml/2006/main">
            <a:srgbClr val="7F7F7F"/>
          </a:solidFill>
          <a:ln xmlns:a="http://schemas.openxmlformats.org/drawingml/2006/main" w="0">
            <a:noFill/>
            <a:prstDash val="solid"/>
          </a:ln>
        </p:spPr>
      </p:sp>
      <p:sp>
        <p:nvSpPr>
          <p:cNvPr id="237" name="pdf-path-100094">
            <a:extLst xmlns:a="http://schemas.openxmlformats.org/drawingml/2006/main">
              <a:ext uri="{FF2B5EF4-FFF2-40B4-BE49-F238E27FC236}">
                <a16:creationId xmlns:a16="http://schemas.microsoft.com/office/drawing/2014/main" id="{D1B0A104-719A-4DF8-AD31-D5C0A613F0D9}"/>
              </a:ext>
            </a:extLst>
          </p:cNvPr>
          <p:cNvSpPr>
            <a:spLocks xmlns:a="http://schemas.openxmlformats.org/drawingml/2006/main" noGrp="1"/>
          </p:cNvSpPr>
          <p:nvPr/>
        </p:nvSpPr>
        <p:spPr>
          <a:xfrm xmlns:a="http://schemas.openxmlformats.org/drawingml/2006/main">
            <a:off x="3091113" y="2947963"/>
            <a:ext cx="56398" cy="85661"/>
          </a:xfrm>
          <a:custGeom xmlns:a="http://schemas.openxmlformats.org/drawingml/2006/main">
            <a:pathLst>
              <a:path w="56398" h="85661">
                <a:moveTo>
                  <a:pt x="36446" y="68103"/>
                </a:moveTo>
                <a:cubicBezTo>
                  <a:pt x="36446" y="69478"/>
                  <a:pt x="36491" y="70664"/>
                  <a:pt x="36579" y="71662"/>
                </a:cubicBezTo>
                <a:cubicBezTo>
                  <a:pt x="36668" y="72659"/>
                  <a:pt x="36812" y="73502"/>
                  <a:pt x="37012" y="74189"/>
                </a:cubicBezTo>
                <a:cubicBezTo>
                  <a:pt x="37211" y="74876"/>
                  <a:pt x="37477" y="75464"/>
                  <a:pt x="37809" y="75951"/>
                </a:cubicBezTo>
                <a:cubicBezTo>
                  <a:pt x="38142" y="76439"/>
                  <a:pt x="38530" y="76860"/>
                  <a:pt x="38974" y="77215"/>
                </a:cubicBezTo>
                <a:cubicBezTo>
                  <a:pt x="39506" y="77747"/>
                  <a:pt x="40215" y="78157"/>
                  <a:pt x="41102" y="78445"/>
                </a:cubicBezTo>
                <a:cubicBezTo>
                  <a:pt x="41988" y="78733"/>
                  <a:pt x="43119" y="78977"/>
                  <a:pt x="44494" y="79177"/>
                </a:cubicBezTo>
                <a:cubicBezTo>
                  <a:pt x="45868" y="79377"/>
                  <a:pt x="47520" y="79532"/>
                  <a:pt x="49448" y="79643"/>
                </a:cubicBezTo>
                <a:cubicBezTo>
                  <a:pt x="51377" y="79753"/>
                  <a:pt x="53694" y="79831"/>
                  <a:pt x="56398" y="79875"/>
                </a:cubicBezTo>
                <a:lnTo>
                  <a:pt x="56398" y="85661"/>
                </a:lnTo>
                <a:lnTo>
                  <a:pt x="3658" y="85661"/>
                </a:lnTo>
                <a:lnTo>
                  <a:pt x="3658" y="79875"/>
                </a:lnTo>
                <a:cubicBezTo>
                  <a:pt x="6274" y="79786"/>
                  <a:pt x="8491" y="79687"/>
                  <a:pt x="10309" y="79576"/>
                </a:cubicBezTo>
                <a:cubicBezTo>
                  <a:pt x="12127" y="79465"/>
                  <a:pt x="13678" y="79310"/>
                  <a:pt x="14964" y="79111"/>
                </a:cubicBezTo>
                <a:cubicBezTo>
                  <a:pt x="16250" y="78911"/>
                  <a:pt x="17281" y="78689"/>
                  <a:pt x="18057" y="78445"/>
                </a:cubicBezTo>
                <a:cubicBezTo>
                  <a:pt x="18833" y="78201"/>
                  <a:pt x="19509" y="77902"/>
                  <a:pt x="20085" y="77547"/>
                </a:cubicBezTo>
                <a:cubicBezTo>
                  <a:pt x="20706" y="77148"/>
                  <a:pt x="21238" y="76716"/>
                  <a:pt x="21682" y="76251"/>
                </a:cubicBezTo>
                <a:cubicBezTo>
                  <a:pt x="22125" y="75785"/>
                  <a:pt x="22479" y="75198"/>
                  <a:pt x="22746" y="74488"/>
                </a:cubicBezTo>
                <a:cubicBezTo>
                  <a:pt x="23012" y="73779"/>
                  <a:pt x="23222" y="72914"/>
                  <a:pt x="23378" y="71894"/>
                </a:cubicBezTo>
                <a:cubicBezTo>
                  <a:pt x="23533" y="70875"/>
                  <a:pt x="23610" y="69611"/>
                  <a:pt x="23610" y="68103"/>
                </a:cubicBezTo>
                <a:lnTo>
                  <a:pt x="23610" y="20418"/>
                </a:lnTo>
                <a:cubicBezTo>
                  <a:pt x="23610" y="18689"/>
                  <a:pt x="23278" y="17469"/>
                  <a:pt x="22613" y="16760"/>
                </a:cubicBezTo>
                <a:cubicBezTo>
                  <a:pt x="21947" y="16050"/>
                  <a:pt x="20994" y="15696"/>
                  <a:pt x="19753" y="15696"/>
                </a:cubicBezTo>
                <a:cubicBezTo>
                  <a:pt x="18378" y="15696"/>
                  <a:pt x="16339" y="16405"/>
                  <a:pt x="13634" y="17824"/>
                </a:cubicBezTo>
                <a:cubicBezTo>
                  <a:pt x="10930" y="19243"/>
                  <a:pt x="7427" y="21349"/>
                  <a:pt x="3126" y="24142"/>
                </a:cubicBezTo>
                <a:cubicBezTo>
                  <a:pt x="2550" y="23123"/>
                  <a:pt x="2017" y="22103"/>
                  <a:pt x="1530" y="21083"/>
                </a:cubicBezTo>
                <a:cubicBezTo>
                  <a:pt x="1042" y="20063"/>
                  <a:pt x="532" y="19021"/>
                  <a:pt x="0" y="17957"/>
                </a:cubicBezTo>
                <a:cubicBezTo>
                  <a:pt x="5498" y="14942"/>
                  <a:pt x="10941" y="11938"/>
                  <a:pt x="16328" y="8945"/>
                </a:cubicBezTo>
                <a:cubicBezTo>
                  <a:pt x="21715" y="5953"/>
                  <a:pt x="27179" y="2971"/>
                  <a:pt x="32722" y="0"/>
                </a:cubicBezTo>
                <a:lnTo>
                  <a:pt x="36779" y="0"/>
                </a:lnTo>
                <a:cubicBezTo>
                  <a:pt x="36690" y="2439"/>
                  <a:pt x="36623" y="4622"/>
                  <a:pt x="36579" y="6551"/>
                </a:cubicBezTo>
                <a:cubicBezTo>
                  <a:pt x="36535" y="8480"/>
                  <a:pt x="36501" y="10353"/>
                  <a:pt x="36480" y="12171"/>
                </a:cubicBezTo>
                <a:cubicBezTo>
                  <a:pt x="36457" y="13989"/>
                  <a:pt x="36446" y="15784"/>
                  <a:pt x="36446" y="17558"/>
                </a:cubicBezTo>
                <a:lnTo>
                  <a:pt x="36446" y="68103"/>
                </a:lnTo>
              </a:path>
            </a:pathLst>
          </a:custGeom>
          <a:solidFill xmlns:a="http://schemas.openxmlformats.org/drawingml/2006/main">
            <a:srgbClr val="7F7F7F"/>
          </a:solidFill>
          <a:ln xmlns:a="http://schemas.openxmlformats.org/drawingml/2006/main" w="0">
            <a:noFill/>
            <a:prstDash val="solid"/>
          </a:ln>
        </p:spPr>
      </p:sp>
      <p:sp>
        <p:nvSpPr>
          <p:cNvPr id="238" name="pdf-path-100095">
            <a:extLst xmlns:a="http://schemas.openxmlformats.org/drawingml/2006/main">
              <a:ext uri="{FF2B5EF4-FFF2-40B4-BE49-F238E27FC236}">
                <a16:creationId xmlns:a16="http://schemas.microsoft.com/office/drawing/2014/main" id="{C00470EB-00BD-438C-9DE9-495979699BCE}"/>
              </a:ext>
            </a:extLst>
          </p:cNvPr>
          <p:cNvSpPr>
            <a:spLocks xmlns:a="http://schemas.openxmlformats.org/drawingml/2006/main" noGrp="1"/>
          </p:cNvSpPr>
          <p:nvPr/>
        </p:nvSpPr>
        <p:spPr>
          <a:xfrm xmlns:a="http://schemas.openxmlformats.org/drawingml/2006/main">
            <a:off x="570635" y="7498646"/>
            <a:ext cx="73690" cy="32988"/>
          </a:xfrm>
          <a:custGeom xmlns:a="http://schemas.openxmlformats.org/drawingml/2006/main">
            <a:pathLst>
              <a:path w="73690" h="32988">
                <a:moveTo>
                  <a:pt x="43540" y="0"/>
                </a:moveTo>
                <a:lnTo>
                  <a:pt x="73690" y="27933"/>
                </a:lnTo>
                <a:lnTo>
                  <a:pt x="68901" y="32988"/>
                </a:lnTo>
                <a:lnTo>
                  <a:pt x="37599" y="11439"/>
                </a:lnTo>
                <a:lnTo>
                  <a:pt x="36623" y="11439"/>
                </a:lnTo>
                <a:lnTo>
                  <a:pt x="4789" y="32988"/>
                </a:lnTo>
                <a:lnTo>
                  <a:pt x="0" y="27933"/>
                </a:lnTo>
                <a:lnTo>
                  <a:pt x="31657" y="0"/>
                </a:lnTo>
                <a:lnTo>
                  <a:pt x="43540" y="0"/>
                </a:lnTo>
              </a:path>
            </a:pathLst>
          </a:custGeom>
          <a:solidFill xmlns:a="http://schemas.openxmlformats.org/drawingml/2006/main">
            <a:srgbClr val="000000"/>
          </a:solidFill>
          <a:ln xmlns:a="http://schemas.openxmlformats.org/drawingml/2006/main" w="0">
            <a:noFill/>
            <a:prstDash val="solid"/>
          </a:ln>
        </p:spPr>
      </p:sp>
      <p:sp>
        <p:nvSpPr>
          <p:cNvPr id="239" name="pdf-path-100096">
            <a:extLst xmlns:a="http://schemas.openxmlformats.org/drawingml/2006/main">
              <a:ext uri="{FF2B5EF4-FFF2-40B4-BE49-F238E27FC236}">
                <a16:creationId xmlns:a16="http://schemas.microsoft.com/office/drawing/2014/main" id="{D84266CE-9E88-4739-A9AC-C74D29F47B14}"/>
              </a:ext>
            </a:extLst>
          </p:cNvPr>
          <p:cNvSpPr>
            <a:spLocks xmlns:a="http://schemas.openxmlformats.org/drawingml/2006/main" noGrp="1"/>
          </p:cNvSpPr>
          <p:nvPr/>
        </p:nvSpPr>
        <p:spPr>
          <a:xfrm xmlns:a="http://schemas.openxmlformats.org/drawingml/2006/main">
            <a:off x="557188" y="7540235"/>
            <a:ext cx="89741" cy="87701"/>
          </a:xfrm>
          <a:custGeom xmlns:a="http://schemas.openxmlformats.org/drawingml/2006/main">
            <a:pathLst>
              <a:path w="89741" h="87701">
                <a:moveTo>
                  <a:pt x="66862" y="5853"/>
                </a:moveTo>
                <a:lnTo>
                  <a:pt x="75020" y="0"/>
                </a:lnTo>
                <a:lnTo>
                  <a:pt x="80696" y="1419"/>
                </a:lnTo>
                <a:lnTo>
                  <a:pt x="67660" y="57640"/>
                </a:lnTo>
                <a:cubicBezTo>
                  <a:pt x="66359" y="63256"/>
                  <a:pt x="65709" y="67631"/>
                  <a:pt x="65709" y="70764"/>
                </a:cubicBezTo>
                <a:cubicBezTo>
                  <a:pt x="65709" y="73128"/>
                  <a:pt x="66093" y="74843"/>
                  <a:pt x="66862" y="75907"/>
                </a:cubicBezTo>
                <a:cubicBezTo>
                  <a:pt x="67630" y="76971"/>
                  <a:pt x="68842" y="77503"/>
                  <a:pt x="70498" y="77503"/>
                </a:cubicBezTo>
                <a:cubicBezTo>
                  <a:pt x="72271" y="77503"/>
                  <a:pt x="74163" y="76779"/>
                  <a:pt x="76173" y="75330"/>
                </a:cubicBezTo>
                <a:cubicBezTo>
                  <a:pt x="78183" y="73883"/>
                  <a:pt x="81021" y="71118"/>
                  <a:pt x="84686" y="67040"/>
                </a:cubicBezTo>
                <a:lnTo>
                  <a:pt x="89741" y="72005"/>
                </a:lnTo>
                <a:cubicBezTo>
                  <a:pt x="84420" y="77680"/>
                  <a:pt x="79883" y="81715"/>
                  <a:pt x="76129" y="84110"/>
                </a:cubicBezTo>
                <a:cubicBezTo>
                  <a:pt x="72375" y="86504"/>
                  <a:pt x="68310" y="87701"/>
                  <a:pt x="63936" y="87701"/>
                </a:cubicBezTo>
                <a:cubicBezTo>
                  <a:pt x="60270" y="87701"/>
                  <a:pt x="57344" y="86489"/>
                  <a:pt x="55157" y="84066"/>
                </a:cubicBezTo>
                <a:cubicBezTo>
                  <a:pt x="52969" y="81641"/>
                  <a:pt x="51876" y="78420"/>
                  <a:pt x="51876" y="74400"/>
                </a:cubicBezTo>
                <a:cubicBezTo>
                  <a:pt x="51876" y="71148"/>
                  <a:pt x="52555" y="67689"/>
                  <a:pt x="53915" y="64024"/>
                </a:cubicBezTo>
                <a:lnTo>
                  <a:pt x="52762" y="63669"/>
                </a:lnTo>
                <a:cubicBezTo>
                  <a:pt x="47087" y="71946"/>
                  <a:pt x="41707" y="78006"/>
                  <a:pt x="36623" y="81849"/>
                </a:cubicBezTo>
                <a:cubicBezTo>
                  <a:pt x="31539" y="85691"/>
                  <a:pt x="26159" y="87612"/>
                  <a:pt x="20484" y="87612"/>
                </a:cubicBezTo>
                <a:cubicBezTo>
                  <a:pt x="13981" y="87612"/>
                  <a:pt x="8941" y="85159"/>
                  <a:pt x="5365" y="80252"/>
                </a:cubicBezTo>
                <a:cubicBezTo>
                  <a:pt x="1788" y="75345"/>
                  <a:pt x="0" y="68459"/>
                  <a:pt x="0" y="59591"/>
                </a:cubicBezTo>
                <a:cubicBezTo>
                  <a:pt x="0" y="49423"/>
                  <a:pt x="1995" y="39653"/>
                  <a:pt x="5986" y="30283"/>
                </a:cubicBezTo>
                <a:cubicBezTo>
                  <a:pt x="9976" y="20913"/>
                  <a:pt x="15459" y="13524"/>
                  <a:pt x="22435" y="8114"/>
                </a:cubicBezTo>
                <a:cubicBezTo>
                  <a:pt x="29411" y="2705"/>
                  <a:pt x="37185" y="0"/>
                  <a:pt x="45757" y="0"/>
                </a:cubicBezTo>
                <a:cubicBezTo>
                  <a:pt x="49600" y="0"/>
                  <a:pt x="53191" y="429"/>
                  <a:pt x="56531" y="1286"/>
                </a:cubicBezTo>
                <a:cubicBezTo>
                  <a:pt x="59871" y="2143"/>
                  <a:pt x="63315" y="3665"/>
                  <a:pt x="66862" y="5853"/>
                </a:cubicBezTo>
                <a:moveTo>
                  <a:pt x="59058" y="32279"/>
                </a:moveTo>
                <a:cubicBezTo>
                  <a:pt x="59590" y="29854"/>
                  <a:pt x="59945" y="27756"/>
                  <a:pt x="60123" y="25982"/>
                </a:cubicBezTo>
                <a:cubicBezTo>
                  <a:pt x="60300" y="24209"/>
                  <a:pt x="60389" y="22288"/>
                  <a:pt x="60389" y="20218"/>
                </a:cubicBezTo>
                <a:cubicBezTo>
                  <a:pt x="60389" y="15666"/>
                  <a:pt x="59413" y="12326"/>
                  <a:pt x="57462" y="10198"/>
                </a:cubicBezTo>
                <a:cubicBezTo>
                  <a:pt x="55511" y="8070"/>
                  <a:pt x="52201" y="7006"/>
                  <a:pt x="47531" y="7006"/>
                </a:cubicBezTo>
                <a:cubicBezTo>
                  <a:pt x="41442" y="7006"/>
                  <a:pt x="35973" y="9459"/>
                  <a:pt x="31125" y="14366"/>
                </a:cubicBezTo>
                <a:cubicBezTo>
                  <a:pt x="26278" y="19272"/>
                  <a:pt x="22494" y="25849"/>
                  <a:pt x="19775" y="34096"/>
                </a:cubicBezTo>
                <a:cubicBezTo>
                  <a:pt x="17055" y="42343"/>
                  <a:pt x="15696" y="50575"/>
                  <a:pt x="15696" y="58793"/>
                </a:cubicBezTo>
                <a:cubicBezTo>
                  <a:pt x="15696" y="64941"/>
                  <a:pt x="16538" y="69537"/>
                  <a:pt x="18223" y="72582"/>
                </a:cubicBezTo>
                <a:cubicBezTo>
                  <a:pt x="19908" y="75626"/>
                  <a:pt x="22731" y="77148"/>
                  <a:pt x="26692" y="77148"/>
                </a:cubicBezTo>
                <a:cubicBezTo>
                  <a:pt x="30593" y="77148"/>
                  <a:pt x="34421" y="75464"/>
                  <a:pt x="38175" y="72094"/>
                </a:cubicBezTo>
                <a:cubicBezTo>
                  <a:pt x="41929" y="68725"/>
                  <a:pt x="45801" y="63921"/>
                  <a:pt x="49792" y="57685"/>
                </a:cubicBezTo>
                <a:cubicBezTo>
                  <a:pt x="53782" y="51447"/>
                  <a:pt x="56605" y="44250"/>
                  <a:pt x="58260" y="36091"/>
                </a:cubicBezTo>
                <a:lnTo>
                  <a:pt x="59058" y="32279"/>
                </a:lnTo>
              </a:path>
            </a:pathLst>
          </a:custGeom>
          <a:solidFill xmlns:a="http://schemas.openxmlformats.org/drawingml/2006/main">
            <a:srgbClr val="000000"/>
          </a:solidFill>
          <a:ln xmlns:a="http://schemas.openxmlformats.org/drawingml/2006/main" w="0">
            <a:noFill/>
            <a:prstDash val="solid"/>
          </a:ln>
        </p:spPr>
      </p:sp>
      <p:sp>
        <p:nvSpPr>
          <p:cNvPr id="240" name="pdf-path-100097">
            <a:extLst xmlns:a="http://schemas.openxmlformats.org/drawingml/2006/main">
              <a:ext uri="{FF2B5EF4-FFF2-40B4-BE49-F238E27FC236}">
                <a16:creationId xmlns:a16="http://schemas.microsoft.com/office/drawing/2014/main" id="{D0D84F32-A36E-474A-829A-ACD8F1C4C54D}"/>
              </a:ext>
            </a:extLst>
          </p:cNvPr>
          <p:cNvSpPr>
            <a:spLocks xmlns:a="http://schemas.openxmlformats.org/drawingml/2006/main" noGrp="1"/>
          </p:cNvSpPr>
          <p:nvPr/>
        </p:nvSpPr>
        <p:spPr>
          <a:xfrm xmlns:a="http://schemas.openxmlformats.org/drawingml/2006/main">
            <a:off x="658057" y="7581253"/>
            <a:ext cx="48351" cy="84597"/>
          </a:xfrm>
          <a:custGeom xmlns:a="http://schemas.openxmlformats.org/drawingml/2006/main">
            <a:pathLst>
              <a:path w="48351" h="84597">
                <a:moveTo>
                  <a:pt x="41900" y="70565"/>
                </a:moveTo>
                <a:cubicBezTo>
                  <a:pt x="39638" y="73092"/>
                  <a:pt x="37488" y="75242"/>
                  <a:pt x="35448" y="77015"/>
                </a:cubicBezTo>
                <a:cubicBezTo>
                  <a:pt x="33409" y="78789"/>
                  <a:pt x="31414" y="80241"/>
                  <a:pt x="29463" y="81372"/>
                </a:cubicBezTo>
                <a:cubicBezTo>
                  <a:pt x="27512" y="82502"/>
                  <a:pt x="25583" y="83323"/>
                  <a:pt x="23677" y="83833"/>
                </a:cubicBezTo>
                <a:cubicBezTo>
                  <a:pt x="21770" y="84342"/>
                  <a:pt x="19819" y="84597"/>
                  <a:pt x="17824" y="84597"/>
                </a:cubicBezTo>
                <a:cubicBezTo>
                  <a:pt x="12548" y="84597"/>
                  <a:pt x="8613" y="83356"/>
                  <a:pt x="6019" y="80873"/>
                </a:cubicBezTo>
                <a:cubicBezTo>
                  <a:pt x="3425" y="78390"/>
                  <a:pt x="2128" y="74732"/>
                  <a:pt x="2128" y="69899"/>
                </a:cubicBezTo>
                <a:cubicBezTo>
                  <a:pt x="2128" y="68259"/>
                  <a:pt x="2250" y="66452"/>
                  <a:pt x="2494" y="64479"/>
                </a:cubicBezTo>
                <a:cubicBezTo>
                  <a:pt x="2738" y="62506"/>
                  <a:pt x="3082" y="60588"/>
                  <a:pt x="3525" y="58726"/>
                </a:cubicBezTo>
                <a:lnTo>
                  <a:pt x="11439" y="24275"/>
                </a:lnTo>
                <a:lnTo>
                  <a:pt x="0" y="24275"/>
                </a:lnTo>
                <a:lnTo>
                  <a:pt x="1330" y="19154"/>
                </a:lnTo>
                <a:cubicBezTo>
                  <a:pt x="3990" y="19154"/>
                  <a:pt x="6063" y="18899"/>
                  <a:pt x="7549" y="18390"/>
                </a:cubicBezTo>
                <a:cubicBezTo>
                  <a:pt x="9034" y="17879"/>
                  <a:pt x="10287" y="17181"/>
                  <a:pt x="11306" y="16294"/>
                </a:cubicBezTo>
                <a:cubicBezTo>
                  <a:pt x="11971" y="15674"/>
                  <a:pt x="12614" y="14908"/>
                  <a:pt x="13235" y="14000"/>
                </a:cubicBezTo>
                <a:cubicBezTo>
                  <a:pt x="13856" y="13091"/>
                  <a:pt x="14477" y="11993"/>
                  <a:pt x="15097" y="10708"/>
                </a:cubicBezTo>
                <a:cubicBezTo>
                  <a:pt x="15718" y="9422"/>
                  <a:pt x="16350" y="7903"/>
                  <a:pt x="16993" y="6152"/>
                </a:cubicBezTo>
                <a:cubicBezTo>
                  <a:pt x="17635" y="4400"/>
                  <a:pt x="18356" y="2350"/>
                  <a:pt x="19154" y="0"/>
                </a:cubicBezTo>
                <a:lnTo>
                  <a:pt x="29529" y="0"/>
                </a:lnTo>
                <a:lnTo>
                  <a:pt x="25738" y="16893"/>
                </a:lnTo>
                <a:lnTo>
                  <a:pt x="48351" y="16893"/>
                </a:lnTo>
                <a:lnTo>
                  <a:pt x="46821" y="24275"/>
                </a:lnTo>
                <a:lnTo>
                  <a:pt x="24275" y="24275"/>
                </a:lnTo>
                <a:lnTo>
                  <a:pt x="17491" y="52142"/>
                </a:lnTo>
                <a:cubicBezTo>
                  <a:pt x="17048" y="54004"/>
                  <a:pt x="16682" y="55678"/>
                  <a:pt x="16394" y="57163"/>
                </a:cubicBezTo>
                <a:cubicBezTo>
                  <a:pt x="16106" y="58648"/>
                  <a:pt x="15873" y="59989"/>
                  <a:pt x="15696" y="61187"/>
                </a:cubicBezTo>
                <a:cubicBezTo>
                  <a:pt x="15518" y="62384"/>
                  <a:pt x="15397" y="63471"/>
                  <a:pt x="15330" y="64445"/>
                </a:cubicBezTo>
                <a:cubicBezTo>
                  <a:pt x="15264" y="65421"/>
                  <a:pt x="15230" y="66330"/>
                  <a:pt x="15230" y="67172"/>
                </a:cubicBezTo>
                <a:cubicBezTo>
                  <a:pt x="15230" y="69833"/>
                  <a:pt x="15784" y="71916"/>
                  <a:pt x="16893" y="73424"/>
                </a:cubicBezTo>
                <a:cubicBezTo>
                  <a:pt x="18001" y="74932"/>
                  <a:pt x="19819" y="75685"/>
                  <a:pt x="22346" y="75685"/>
                </a:cubicBezTo>
                <a:cubicBezTo>
                  <a:pt x="24475" y="75685"/>
                  <a:pt x="26736" y="74899"/>
                  <a:pt x="29130" y="73325"/>
                </a:cubicBezTo>
                <a:cubicBezTo>
                  <a:pt x="31524" y="71751"/>
                  <a:pt x="34251" y="69278"/>
                  <a:pt x="37311" y="65909"/>
                </a:cubicBezTo>
                <a:lnTo>
                  <a:pt x="41900" y="70565"/>
                </a:lnTo>
              </a:path>
            </a:pathLst>
          </a:custGeom>
          <a:solidFill xmlns:a="http://schemas.openxmlformats.org/drawingml/2006/main">
            <a:srgbClr val="000000"/>
          </a:solidFill>
          <a:ln xmlns:a="http://schemas.openxmlformats.org/drawingml/2006/main" w="0">
            <a:noFill/>
            <a:prstDash val="solid"/>
          </a:ln>
        </p:spPr>
      </p:sp>
      <p:sp>
        <p:nvSpPr>
          <p:cNvPr id="241" name="pdf-path-100098">
            <a:extLst xmlns:a="http://schemas.openxmlformats.org/drawingml/2006/main">
              <a:ext uri="{FF2B5EF4-FFF2-40B4-BE49-F238E27FC236}">
                <a16:creationId xmlns:a16="http://schemas.microsoft.com/office/drawing/2014/main" id="{2747399A-9E70-4977-89AC-9E38C80ED829}"/>
              </a:ext>
            </a:extLst>
          </p:cNvPr>
          <p:cNvSpPr>
            <a:spLocks xmlns:a="http://schemas.openxmlformats.org/drawingml/2006/main" noGrp="1"/>
          </p:cNvSpPr>
          <p:nvPr/>
        </p:nvSpPr>
        <p:spPr>
          <a:xfrm xmlns:a="http://schemas.openxmlformats.org/drawingml/2006/main">
            <a:off x="945750" y="7498645"/>
            <a:ext cx="73690" cy="32988"/>
          </a:xfrm>
          <a:custGeom xmlns:a="http://schemas.openxmlformats.org/drawingml/2006/main">
            <a:pathLst>
              <a:path w="73690" h="32988">
                <a:moveTo>
                  <a:pt x="43540" y="0"/>
                </a:moveTo>
                <a:lnTo>
                  <a:pt x="73690" y="27933"/>
                </a:lnTo>
                <a:lnTo>
                  <a:pt x="68901" y="32988"/>
                </a:lnTo>
                <a:lnTo>
                  <a:pt x="37599" y="11439"/>
                </a:lnTo>
                <a:lnTo>
                  <a:pt x="36623" y="11439"/>
                </a:lnTo>
                <a:lnTo>
                  <a:pt x="4789" y="32988"/>
                </a:lnTo>
                <a:lnTo>
                  <a:pt x="0" y="27933"/>
                </a:lnTo>
                <a:lnTo>
                  <a:pt x="31657" y="0"/>
                </a:lnTo>
                <a:lnTo>
                  <a:pt x="43540" y="0"/>
                </a:lnTo>
              </a:path>
            </a:pathLst>
          </a:custGeom>
          <a:solidFill xmlns:a="http://schemas.openxmlformats.org/drawingml/2006/main">
            <a:srgbClr val="000000"/>
          </a:solidFill>
          <a:ln xmlns:a="http://schemas.openxmlformats.org/drawingml/2006/main" w="0">
            <a:noFill/>
            <a:prstDash val="solid"/>
          </a:ln>
        </p:spPr>
      </p:sp>
      <p:sp>
        <p:nvSpPr>
          <p:cNvPr id="242" name="pdf-path-100099">
            <a:extLst xmlns:a="http://schemas.openxmlformats.org/drawingml/2006/main">
              <a:ext uri="{FF2B5EF4-FFF2-40B4-BE49-F238E27FC236}">
                <a16:creationId xmlns:a16="http://schemas.microsoft.com/office/drawing/2014/main" id="{1FA9F063-D3A3-480C-AFAC-CE3FFCA915DF}"/>
              </a:ext>
            </a:extLst>
          </p:cNvPr>
          <p:cNvSpPr>
            <a:spLocks xmlns:a="http://schemas.openxmlformats.org/drawingml/2006/main" noGrp="1"/>
          </p:cNvSpPr>
          <p:nvPr/>
        </p:nvSpPr>
        <p:spPr>
          <a:xfrm xmlns:a="http://schemas.openxmlformats.org/drawingml/2006/main">
            <a:off x="932303" y="7540234"/>
            <a:ext cx="89741" cy="87701"/>
          </a:xfrm>
          <a:custGeom xmlns:a="http://schemas.openxmlformats.org/drawingml/2006/main">
            <a:pathLst>
              <a:path w="89741" h="87701">
                <a:moveTo>
                  <a:pt x="66862" y="5853"/>
                </a:moveTo>
                <a:lnTo>
                  <a:pt x="75020" y="0"/>
                </a:lnTo>
                <a:lnTo>
                  <a:pt x="80696" y="1419"/>
                </a:lnTo>
                <a:lnTo>
                  <a:pt x="67660" y="57640"/>
                </a:lnTo>
                <a:cubicBezTo>
                  <a:pt x="66359" y="63256"/>
                  <a:pt x="65709" y="67631"/>
                  <a:pt x="65709" y="70764"/>
                </a:cubicBezTo>
                <a:cubicBezTo>
                  <a:pt x="65709" y="73128"/>
                  <a:pt x="66093" y="74843"/>
                  <a:pt x="66862" y="75907"/>
                </a:cubicBezTo>
                <a:cubicBezTo>
                  <a:pt x="67630" y="76971"/>
                  <a:pt x="68842" y="77503"/>
                  <a:pt x="70498" y="77503"/>
                </a:cubicBezTo>
                <a:cubicBezTo>
                  <a:pt x="72271" y="77503"/>
                  <a:pt x="74163" y="76779"/>
                  <a:pt x="76173" y="75330"/>
                </a:cubicBezTo>
                <a:cubicBezTo>
                  <a:pt x="78183" y="73883"/>
                  <a:pt x="81021" y="71118"/>
                  <a:pt x="84686" y="67040"/>
                </a:cubicBezTo>
                <a:lnTo>
                  <a:pt x="89741" y="72005"/>
                </a:lnTo>
                <a:cubicBezTo>
                  <a:pt x="84420" y="77680"/>
                  <a:pt x="79883" y="81715"/>
                  <a:pt x="76129" y="84110"/>
                </a:cubicBezTo>
                <a:cubicBezTo>
                  <a:pt x="72375" y="86504"/>
                  <a:pt x="68310" y="87701"/>
                  <a:pt x="63936" y="87701"/>
                </a:cubicBezTo>
                <a:cubicBezTo>
                  <a:pt x="60270" y="87701"/>
                  <a:pt x="57344" y="86489"/>
                  <a:pt x="55157" y="84066"/>
                </a:cubicBezTo>
                <a:cubicBezTo>
                  <a:pt x="52969" y="81641"/>
                  <a:pt x="51876" y="78420"/>
                  <a:pt x="51876" y="74400"/>
                </a:cubicBezTo>
                <a:cubicBezTo>
                  <a:pt x="51876" y="71148"/>
                  <a:pt x="52555" y="67689"/>
                  <a:pt x="53915" y="64024"/>
                </a:cubicBezTo>
                <a:lnTo>
                  <a:pt x="52762" y="63669"/>
                </a:lnTo>
                <a:cubicBezTo>
                  <a:pt x="47087" y="71946"/>
                  <a:pt x="41707" y="78006"/>
                  <a:pt x="36623" y="81849"/>
                </a:cubicBezTo>
                <a:cubicBezTo>
                  <a:pt x="31539" y="85691"/>
                  <a:pt x="26159" y="87612"/>
                  <a:pt x="20484" y="87612"/>
                </a:cubicBezTo>
                <a:cubicBezTo>
                  <a:pt x="13981" y="87612"/>
                  <a:pt x="8941" y="85159"/>
                  <a:pt x="5365" y="80252"/>
                </a:cubicBezTo>
                <a:cubicBezTo>
                  <a:pt x="1788" y="75345"/>
                  <a:pt x="0" y="68459"/>
                  <a:pt x="0" y="59591"/>
                </a:cubicBezTo>
                <a:cubicBezTo>
                  <a:pt x="0" y="49423"/>
                  <a:pt x="1995" y="39653"/>
                  <a:pt x="5986" y="30283"/>
                </a:cubicBezTo>
                <a:cubicBezTo>
                  <a:pt x="9976" y="20913"/>
                  <a:pt x="15459" y="13524"/>
                  <a:pt x="22435" y="8114"/>
                </a:cubicBezTo>
                <a:cubicBezTo>
                  <a:pt x="29411" y="2705"/>
                  <a:pt x="37185" y="0"/>
                  <a:pt x="45757" y="0"/>
                </a:cubicBezTo>
                <a:cubicBezTo>
                  <a:pt x="49600" y="0"/>
                  <a:pt x="53191" y="429"/>
                  <a:pt x="56531" y="1286"/>
                </a:cubicBezTo>
                <a:cubicBezTo>
                  <a:pt x="59871" y="2143"/>
                  <a:pt x="63315" y="3665"/>
                  <a:pt x="66862" y="5853"/>
                </a:cubicBezTo>
                <a:moveTo>
                  <a:pt x="59058" y="32279"/>
                </a:moveTo>
                <a:cubicBezTo>
                  <a:pt x="59590" y="29854"/>
                  <a:pt x="59945" y="27756"/>
                  <a:pt x="60123" y="25982"/>
                </a:cubicBezTo>
                <a:cubicBezTo>
                  <a:pt x="60300" y="24209"/>
                  <a:pt x="60389" y="22288"/>
                  <a:pt x="60389" y="20218"/>
                </a:cubicBezTo>
                <a:cubicBezTo>
                  <a:pt x="60389" y="15666"/>
                  <a:pt x="59413" y="12326"/>
                  <a:pt x="57462" y="10198"/>
                </a:cubicBezTo>
                <a:cubicBezTo>
                  <a:pt x="55511" y="8070"/>
                  <a:pt x="52201" y="7006"/>
                  <a:pt x="47531" y="7006"/>
                </a:cubicBezTo>
                <a:cubicBezTo>
                  <a:pt x="41442" y="7006"/>
                  <a:pt x="35973" y="9459"/>
                  <a:pt x="31125" y="14366"/>
                </a:cubicBezTo>
                <a:cubicBezTo>
                  <a:pt x="26278" y="19272"/>
                  <a:pt x="22494" y="25849"/>
                  <a:pt x="19775" y="34096"/>
                </a:cubicBezTo>
                <a:cubicBezTo>
                  <a:pt x="17055" y="42343"/>
                  <a:pt x="15696" y="50575"/>
                  <a:pt x="15696" y="58793"/>
                </a:cubicBezTo>
                <a:cubicBezTo>
                  <a:pt x="15696" y="64941"/>
                  <a:pt x="16538" y="69537"/>
                  <a:pt x="18223" y="72582"/>
                </a:cubicBezTo>
                <a:cubicBezTo>
                  <a:pt x="19908" y="75626"/>
                  <a:pt x="22731" y="77148"/>
                  <a:pt x="26692" y="77148"/>
                </a:cubicBezTo>
                <a:cubicBezTo>
                  <a:pt x="30593" y="77148"/>
                  <a:pt x="34421" y="75464"/>
                  <a:pt x="38175" y="72094"/>
                </a:cubicBezTo>
                <a:cubicBezTo>
                  <a:pt x="41929" y="68725"/>
                  <a:pt x="45801" y="63921"/>
                  <a:pt x="49792" y="57685"/>
                </a:cubicBezTo>
                <a:cubicBezTo>
                  <a:pt x="53782" y="51447"/>
                  <a:pt x="56605" y="44250"/>
                  <a:pt x="58260" y="36091"/>
                </a:cubicBezTo>
                <a:lnTo>
                  <a:pt x="59058" y="32279"/>
                </a:lnTo>
              </a:path>
            </a:pathLst>
          </a:custGeom>
          <a:solidFill xmlns:a="http://schemas.openxmlformats.org/drawingml/2006/main">
            <a:srgbClr val="000000"/>
          </a:solidFill>
          <a:ln xmlns:a="http://schemas.openxmlformats.org/drawingml/2006/main" w="0">
            <a:noFill/>
            <a:prstDash val="solid"/>
          </a:ln>
        </p:spPr>
      </p:sp>
      <p:sp>
        <p:nvSpPr>
          <p:cNvPr id="243" name="pdf-path-100100">
            <a:extLst xmlns:a="http://schemas.openxmlformats.org/drawingml/2006/main">
              <a:ext uri="{FF2B5EF4-FFF2-40B4-BE49-F238E27FC236}">
                <a16:creationId xmlns:a16="http://schemas.microsoft.com/office/drawing/2014/main" id="{39D27320-0A3D-4D3F-A442-2F3FEB730040}"/>
              </a:ext>
            </a:extLst>
          </p:cNvPr>
          <p:cNvSpPr>
            <a:spLocks xmlns:a="http://schemas.openxmlformats.org/drawingml/2006/main" noGrp="1"/>
          </p:cNvSpPr>
          <p:nvPr/>
        </p:nvSpPr>
        <p:spPr>
          <a:xfrm xmlns:a="http://schemas.openxmlformats.org/drawingml/2006/main">
            <a:off x="1033172" y="7581252"/>
            <a:ext cx="48351" cy="84597"/>
          </a:xfrm>
          <a:custGeom xmlns:a="http://schemas.openxmlformats.org/drawingml/2006/main">
            <a:pathLst>
              <a:path w="48351" h="84597">
                <a:moveTo>
                  <a:pt x="41900" y="70565"/>
                </a:moveTo>
                <a:cubicBezTo>
                  <a:pt x="39639" y="73092"/>
                  <a:pt x="37488" y="75242"/>
                  <a:pt x="35448" y="77015"/>
                </a:cubicBezTo>
                <a:cubicBezTo>
                  <a:pt x="33409" y="78789"/>
                  <a:pt x="31413" y="80241"/>
                  <a:pt x="29463" y="81372"/>
                </a:cubicBezTo>
                <a:cubicBezTo>
                  <a:pt x="27512" y="82502"/>
                  <a:pt x="25583" y="83323"/>
                  <a:pt x="23677" y="83833"/>
                </a:cubicBezTo>
                <a:cubicBezTo>
                  <a:pt x="21770" y="84342"/>
                  <a:pt x="19819" y="84597"/>
                  <a:pt x="17824" y="84597"/>
                </a:cubicBezTo>
                <a:cubicBezTo>
                  <a:pt x="12548" y="84597"/>
                  <a:pt x="8613" y="83356"/>
                  <a:pt x="6019" y="80873"/>
                </a:cubicBezTo>
                <a:cubicBezTo>
                  <a:pt x="3425" y="78390"/>
                  <a:pt x="2128" y="74732"/>
                  <a:pt x="2128" y="69899"/>
                </a:cubicBezTo>
                <a:cubicBezTo>
                  <a:pt x="2128" y="68259"/>
                  <a:pt x="2250" y="66452"/>
                  <a:pt x="2494" y="64479"/>
                </a:cubicBezTo>
                <a:cubicBezTo>
                  <a:pt x="2738" y="62506"/>
                  <a:pt x="3082" y="60588"/>
                  <a:pt x="3525" y="58726"/>
                </a:cubicBezTo>
                <a:lnTo>
                  <a:pt x="11439" y="24275"/>
                </a:lnTo>
                <a:lnTo>
                  <a:pt x="0" y="24275"/>
                </a:lnTo>
                <a:lnTo>
                  <a:pt x="1330" y="19154"/>
                </a:lnTo>
                <a:cubicBezTo>
                  <a:pt x="3990" y="19154"/>
                  <a:pt x="6063" y="18899"/>
                  <a:pt x="7549" y="18390"/>
                </a:cubicBezTo>
                <a:cubicBezTo>
                  <a:pt x="9034" y="17879"/>
                  <a:pt x="10287" y="17181"/>
                  <a:pt x="11306" y="16294"/>
                </a:cubicBezTo>
                <a:cubicBezTo>
                  <a:pt x="11971" y="15674"/>
                  <a:pt x="12614" y="14908"/>
                  <a:pt x="13235" y="14000"/>
                </a:cubicBezTo>
                <a:cubicBezTo>
                  <a:pt x="13856" y="13091"/>
                  <a:pt x="14477" y="11993"/>
                  <a:pt x="15097" y="10708"/>
                </a:cubicBezTo>
                <a:cubicBezTo>
                  <a:pt x="15718" y="9422"/>
                  <a:pt x="16350" y="7903"/>
                  <a:pt x="16993" y="6152"/>
                </a:cubicBezTo>
                <a:cubicBezTo>
                  <a:pt x="17635" y="4400"/>
                  <a:pt x="18356" y="2350"/>
                  <a:pt x="19154" y="0"/>
                </a:cubicBezTo>
                <a:lnTo>
                  <a:pt x="29529" y="0"/>
                </a:lnTo>
                <a:lnTo>
                  <a:pt x="25738" y="16893"/>
                </a:lnTo>
                <a:lnTo>
                  <a:pt x="48351" y="16893"/>
                </a:lnTo>
                <a:lnTo>
                  <a:pt x="46821" y="24275"/>
                </a:lnTo>
                <a:lnTo>
                  <a:pt x="24275" y="24275"/>
                </a:lnTo>
                <a:lnTo>
                  <a:pt x="17491" y="52142"/>
                </a:lnTo>
                <a:cubicBezTo>
                  <a:pt x="17048" y="54004"/>
                  <a:pt x="16682" y="55678"/>
                  <a:pt x="16394" y="57163"/>
                </a:cubicBezTo>
                <a:cubicBezTo>
                  <a:pt x="16106" y="58648"/>
                  <a:pt x="15873" y="59989"/>
                  <a:pt x="15696" y="61187"/>
                </a:cubicBezTo>
                <a:cubicBezTo>
                  <a:pt x="15518" y="62384"/>
                  <a:pt x="15397" y="63471"/>
                  <a:pt x="15330" y="64445"/>
                </a:cubicBezTo>
                <a:cubicBezTo>
                  <a:pt x="15264" y="65421"/>
                  <a:pt x="15230" y="66330"/>
                  <a:pt x="15230" y="67172"/>
                </a:cubicBezTo>
                <a:cubicBezTo>
                  <a:pt x="15230" y="69833"/>
                  <a:pt x="15784" y="71916"/>
                  <a:pt x="16893" y="73424"/>
                </a:cubicBezTo>
                <a:cubicBezTo>
                  <a:pt x="18001" y="74932"/>
                  <a:pt x="19819" y="75685"/>
                  <a:pt x="22346" y="75685"/>
                </a:cubicBezTo>
                <a:cubicBezTo>
                  <a:pt x="24475" y="75685"/>
                  <a:pt x="26736" y="74899"/>
                  <a:pt x="29130" y="73325"/>
                </a:cubicBezTo>
                <a:cubicBezTo>
                  <a:pt x="31525" y="71751"/>
                  <a:pt x="34251" y="69278"/>
                  <a:pt x="37311" y="65909"/>
                </a:cubicBezTo>
                <a:lnTo>
                  <a:pt x="41900" y="70565"/>
                </a:lnTo>
              </a:path>
            </a:pathLst>
          </a:custGeom>
          <a:solidFill xmlns:a="http://schemas.openxmlformats.org/drawingml/2006/main">
            <a:srgbClr val="000000"/>
          </a:solidFill>
          <a:ln xmlns:a="http://schemas.openxmlformats.org/drawingml/2006/main" w="0">
            <a:noFill/>
            <a:prstDash val="solid"/>
          </a:ln>
        </p:spPr>
      </p:sp>
      <p:sp>
        <p:nvSpPr>
          <p:cNvPr id="244" name="pdf-path-100101">
            <a:extLst xmlns:a="http://schemas.openxmlformats.org/drawingml/2006/main">
              <a:ext uri="{FF2B5EF4-FFF2-40B4-BE49-F238E27FC236}">
                <a16:creationId xmlns:a16="http://schemas.microsoft.com/office/drawing/2014/main" id="{8E08EBF8-C20C-4ACA-B704-EBE9EC67A021}"/>
              </a:ext>
            </a:extLst>
          </p:cNvPr>
          <p:cNvSpPr>
            <a:spLocks xmlns:a="http://schemas.openxmlformats.org/drawingml/2006/main" noGrp="1"/>
          </p:cNvSpPr>
          <p:nvPr/>
        </p:nvSpPr>
        <p:spPr>
          <a:xfrm xmlns:a="http://schemas.openxmlformats.org/drawingml/2006/main">
            <a:off x="1096715" y="7585642"/>
            <a:ext cx="76617" cy="80141"/>
          </a:xfrm>
          <a:custGeom xmlns:a="http://schemas.openxmlformats.org/drawingml/2006/main">
            <a:pathLst>
              <a:path w="76617" h="80141">
                <a:moveTo>
                  <a:pt x="43695" y="45158"/>
                </a:moveTo>
                <a:lnTo>
                  <a:pt x="43695" y="80141"/>
                </a:lnTo>
                <a:lnTo>
                  <a:pt x="32921" y="80141"/>
                </a:lnTo>
                <a:lnTo>
                  <a:pt x="32921" y="45158"/>
                </a:lnTo>
                <a:lnTo>
                  <a:pt x="0" y="45158"/>
                </a:lnTo>
                <a:lnTo>
                  <a:pt x="0" y="34983"/>
                </a:lnTo>
                <a:lnTo>
                  <a:pt x="32921" y="34983"/>
                </a:lnTo>
                <a:lnTo>
                  <a:pt x="32921" y="0"/>
                </a:lnTo>
                <a:lnTo>
                  <a:pt x="43695" y="0"/>
                </a:lnTo>
                <a:lnTo>
                  <a:pt x="43695" y="34983"/>
                </a:lnTo>
                <a:lnTo>
                  <a:pt x="76617" y="34983"/>
                </a:lnTo>
                <a:lnTo>
                  <a:pt x="76617" y="45158"/>
                </a:lnTo>
                <a:lnTo>
                  <a:pt x="43695" y="45158"/>
                </a:lnTo>
              </a:path>
            </a:pathLst>
          </a:custGeom>
          <a:solidFill xmlns:a="http://schemas.openxmlformats.org/drawingml/2006/main">
            <a:srgbClr val="000000"/>
          </a:solidFill>
          <a:ln xmlns:a="http://schemas.openxmlformats.org/drawingml/2006/main" w="0">
            <a:noFill/>
            <a:prstDash val="solid"/>
          </a:ln>
        </p:spPr>
      </p:sp>
      <p:sp>
        <p:nvSpPr>
          <p:cNvPr id="245" name="pdf-path-100102">
            <a:extLst xmlns:a="http://schemas.openxmlformats.org/drawingml/2006/main">
              <a:ext uri="{FF2B5EF4-FFF2-40B4-BE49-F238E27FC236}">
                <a16:creationId xmlns:a16="http://schemas.microsoft.com/office/drawing/2014/main" id="{D8AB42DD-2A69-4D9D-9882-3F12A5753070}"/>
              </a:ext>
            </a:extLst>
          </p:cNvPr>
          <p:cNvSpPr>
            <a:spLocks xmlns:a="http://schemas.openxmlformats.org/drawingml/2006/main" noGrp="1"/>
          </p:cNvSpPr>
          <p:nvPr/>
        </p:nvSpPr>
        <p:spPr>
          <a:xfrm xmlns:a="http://schemas.openxmlformats.org/drawingml/2006/main">
            <a:off x="1194126" y="7578991"/>
            <a:ext cx="56398" cy="85661"/>
          </a:xfrm>
          <a:custGeom xmlns:a="http://schemas.openxmlformats.org/drawingml/2006/main">
            <a:pathLst>
              <a:path w="56398" h="85661">
                <a:moveTo>
                  <a:pt x="36446" y="68104"/>
                </a:moveTo>
                <a:cubicBezTo>
                  <a:pt x="36446" y="69478"/>
                  <a:pt x="36491" y="70664"/>
                  <a:pt x="36579" y="71662"/>
                </a:cubicBezTo>
                <a:cubicBezTo>
                  <a:pt x="36668" y="72659"/>
                  <a:pt x="36812" y="73502"/>
                  <a:pt x="37012" y="74189"/>
                </a:cubicBezTo>
                <a:cubicBezTo>
                  <a:pt x="37211" y="74876"/>
                  <a:pt x="37477" y="75464"/>
                  <a:pt x="37809" y="75951"/>
                </a:cubicBezTo>
                <a:cubicBezTo>
                  <a:pt x="38142" y="76439"/>
                  <a:pt x="38530" y="76860"/>
                  <a:pt x="38974" y="77215"/>
                </a:cubicBezTo>
                <a:cubicBezTo>
                  <a:pt x="39506" y="77747"/>
                  <a:pt x="40215" y="78157"/>
                  <a:pt x="41102" y="78445"/>
                </a:cubicBezTo>
                <a:cubicBezTo>
                  <a:pt x="41988" y="78734"/>
                  <a:pt x="43119" y="78977"/>
                  <a:pt x="44494" y="79177"/>
                </a:cubicBezTo>
                <a:cubicBezTo>
                  <a:pt x="45868" y="79377"/>
                  <a:pt x="47520" y="79532"/>
                  <a:pt x="49448" y="79643"/>
                </a:cubicBezTo>
                <a:cubicBezTo>
                  <a:pt x="51377" y="79753"/>
                  <a:pt x="53694" y="79831"/>
                  <a:pt x="56398" y="79875"/>
                </a:cubicBezTo>
                <a:lnTo>
                  <a:pt x="56398" y="85661"/>
                </a:lnTo>
                <a:lnTo>
                  <a:pt x="3658" y="85661"/>
                </a:lnTo>
                <a:lnTo>
                  <a:pt x="3658" y="79875"/>
                </a:lnTo>
                <a:cubicBezTo>
                  <a:pt x="6274" y="79786"/>
                  <a:pt x="8491" y="79687"/>
                  <a:pt x="10309" y="79576"/>
                </a:cubicBezTo>
                <a:cubicBezTo>
                  <a:pt x="12127" y="79465"/>
                  <a:pt x="13678" y="79310"/>
                  <a:pt x="14964" y="79111"/>
                </a:cubicBezTo>
                <a:cubicBezTo>
                  <a:pt x="16250" y="78911"/>
                  <a:pt x="17281" y="78689"/>
                  <a:pt x="18057" y="78445"/>
                </a:cubicBezTo>
                <a:cubicBezTo>
                  <a:pt x="18833" y="78201"/>
                  <a:pt x="19509" y="77902"/>
                  <a:pt x="20085" y="77548"/>
                </a:cubicBezTo>
                <a:cubicBezTo>
                  <a:pt x="20706" y="77148"/>
                  <a:pt x="21238" y="76716"/>
                  <a:pt x="21682" y="76250"/>
                </a:cubicBezTo>
                <a:cubicBezTo>
                  <a:pt x="22125" y="75785"/>
                  <a:pt x="22479" y="75198"/>
                  <a:pt x="22746" y="74488"/>
                </a:cubicBezTo>
                <a:cubicBezTo>
                  <a:pt x="23012" y="73779"/>
                  <a:pt x="23222" y="72914"/>
                  <a:pt x="23378" y="71894"/>
                </a:cubicBezTo>
                <a:cubicBezTo>
                  <a:pt x="23533" y="70874"/>
                  <a:pt x="23610" y="69611"/>
                  <a:pt x="23610" y="68104"/>
                </a:cubicBezTo>
                <a:lnTo>
                  <a:pt x="23610" y="20418"/>
                </a:lnTo>
                <a:cubicBezTo>
                  <a:pt x="23610" y="18689"/>
                  <a:pt x="23278" y="17470"/>
                  <a:pt x="22613" y="16760"/>
                </a:cubicBezTo>
                <a:cubicBezTo>
                  <a:pt x="21947" y="16051"/>
                  <a:pt x="20994" y="15696"/>
                  <a:pt x="19753" y="15696"/>
                </a:cubicBezTo>
                <a:cubicBezTo>
                  <a:pt x="18378" y="15696"/>
                  <a:pt x="16339" y="16405"/>
                  <a:pt x="13634" y="17824"/>
                </a:cubicBezTo>
                <a:cubicBezTo>
                  <a:pt x="10930" y="19242"/>
                  <a:pt x="7427" y="21348"/>
                  <a:pt x="3126" y="24142"/>
                </a:cubicBezTo>
                <a:cubicBezTo>
                  <a:pt x="2550" y="23122"/>
                  <a:pt x="2017" y="22103"/>
                  <a:pt x="1530" y="21082"/>
                </a:cubicBezTo>
                <a:cubicBezTo>
                  <a:pt x="1042" y="20063"/>
                  <a:pt x="532" y="19021"/>
                  <a:pt x="0" y="17957"/>
                </a:cubicBezTo>
                <a:cubicBezTo>
                  <a:pt x="5498" y="14942"/>
                  <a:pt x="10941" y="11938"/>
                  <a:pt x="16328" y="8945"/>
                </a:cubicBezTo>
                <a:cubicBezTo>
                  <a:pt x="21715" y="5953"/>
                  <a:pt x="27179" y="2971"/>
                  <a:pt x="32722" y="0"/>
                </a:cubicBezTo>
                <a:lnTo>
                  <a:pt x="36779" y="0"/>
                </a:lnTo>
                <a:cubicBezTo>
                  <a:pt x="36690" y="2438"/>
                  <a:pt x="36623" y="4623"/>
                  <a:pt x="36579" y="6551"/>
                </a:cubicBezTo>
                <a:cubicBezTo>
                  <a:pt x="36535" y="8480"/>
                  <a:pt x="36501" y="10353"/>
                  <a:pt x="36480" y="12171"/>
                </a:cubicBezTo>
                <a:cubicBezTo>
                  <a:pt x="36457" y="13988"/>
                  <a:pt x="36446" y="15785"/>
                  <a:pt x="36446" y="17558"/>
                </a:cubicBezTo>
                <a:lnTo>
                  <a:pt x="36446" y="68104"/>
                </a:lnTo>
              </a:path>
            </a:pathLst>
          </a:custGeom>
          <a:solidFill xmlns:a="http://schemas.openxmlformats.org/drawingml/2006/main">
            <a:srgbClr val="000000"/>
          </a:solidFill>
          <a:ln xmlns:a="http://schemas.openxmlformats.org/drawingml/2006/main" w="0">
            <a:noFill/>
            <a:prstDash val="solid"/>
          </a:ln>
        </p:spPr>
      </p:sp>
      <p:sp>
        <p:nvSpPr>
          <p:cNvPr id="246" name="pdf-path-100103">
            <a:extLst xmlns:a="http://schemas.openxmlformats.org/drawingml/2006/main">
              <a:ext uri="{FF2B5EF4-FFF2-40B4-BE49-F238E27FC236}">
                <a16:creationId xmlns:a16="http://schemas.microsoft.com/office/drawing/2014/main" id="{6C9F4F99-1F69-465D-A2C4-97BB9B329522}"/>
              </a:ext>
            </a:extLst>
          </p:cNvPr>
          <p:cNvSpPr>
            <a:spLocks xmlns:a="http://schemas.openxmlformats.org/drawingml/2006/main" noGrp="1"/>
          </p:cNvSpPr>
          <p:nvPr/>
        </p:nvSpPr>
        <p:spPr>
          <a:xfrm xmlns:a="http://schemas.openxmlformats.org/drawingml/2006/main">
            <a:off x="1808999" y="7495921"/>
            <a:ext cx="73690" cy="32988"/>
          </a:xfrm>
          <a:custGeom xmlns:a="http://schemas.openxmlformats.org/drawingml/2006/main">
            <a:pathLst>
              <a:path w="73690" h="32988">
                <a:moveTo>
                  <a:pt x="43540" y="0"/>
                </a:moveTo>
                <a:lnTo>
                  <a:pt x="73690" y="27933"/>
                </a:lnTo>
                <a:lnTo>
                  <a:pt x="68902" y="32988"/>
                </a:lnTo>
                <a:lnTo>
                  <a:pt x="37599" y="11439"/>
                </a:lnTo>
                <a:lnTo>
                  <a:pt x="36623" y="11439"/>
                </a:lnTo>
                <a:lnTo>
                  <a:pt x="4788" y="32988"/>
                </a:lnTo>
                <a:lnTo>
                  <a:pt x="0" y="27933"/>
                </a:lnTo>
                <a:lnTo>
                  <a:pt x="31658" y="0"/>
                </a:lnTo>
                <a:lnTo>
                  <a:pt x="43540" y="0"/>
                </a:lnTo>
              </a:path>
            </a:pathLst>
          </a:custGeom>
          <a:solidFill xmlns:a="http://schemas.openxmlformats.org/drawingml/2006/main">
            <a:srgbClr val="000000"/>
          </a:solidFill>
          <a:ln xmlns:a="http://schemas.openxmlformats.org/drawingml/2006/main" w="0">
            <a:noFill/>
            <a:prstDash val="solid"/>
          </a:ln>
        </p:spPr>
      </p:sp>
      <p:sp>
        <p:nvSpPr>
          <p:cNvPr id="247" name="pdf-path-100104">
            <a:extLst xmlns:a="http://schemas.openxmlformats.org/drawingml/2006/main">
              <a:ext uri="{FF2B5EF4-FFF2-40B4-BE49-F238E27FC236}">
                <a16:creationId xmlns:a16="http://schemas.microsoft.com/office/drawing/2014/main" id="{0CF9D052-8BEC-4ACA-B4D2-B59FC61270A3}"/>
              </a:ext>
            </a:extLst>
          </p:cNvPr>
          <p:cNvSpPr>
            <a:spLocks xmlns:a="http://schemas.openxmlformats.org/drawingml/2006/main" noGrp="1"/>
          </p:cNvSpPr>
          <p:nvPr/>
        </p:nvSpPr>
        <p:spPr>
          <a:xfrm xmlns:a="http://schemas.openxmlformats.org/drawingml/2006/main">
            <a:off x="1795552" y="7537510"/>
            <a:ext cx="89740" cy="87701"/>
          </a:xfrm>
          <a:custGeom xmlns:a="http://schemas.openxmlformats.org/drawingml/2006/main">
            <a:pathLst>
              <a:path w="89740" h="87701">
                <a:moveTo>
                  <a:pt x="66862" y="5853"/>
                </a:moveTo>
                <a:lnTo>
                  <a:pt x="75020" y="0"/>
                </a:lnTo>
                <a:lnTo>
                  <a:pt x="80695" y="1419"/>
                </a:lnTo>
                <a:lnTo>
                  <a:pt x="67660" y="57640"/>
                </a:lnTo>
                <a:cubicBezTo>
                  <a:pt x="66359" y="63256"/>
                  <a:pt x="65709" y="67631"/>
                  <a:pt x="65709" y="70764"/>
                </a:cubicBezTo>
                <a:cubicBezTo>
                  <a:pt x="65709" y="73128"/>
                  <a:pt x="66093" y="74843"/>
                  <a:pt x="66862" y="75907"/>
                </a:cubicBezTo>
                <a:cubicBezTo>
                  <a:pt x="67630" y="76971"/>
                  <a:pt x="68842" y="77503"/>
                  <a:pt x="70497" y="77503"/>
                </a:cubicBezTo>
                <a:cubicBezTo>
                  <a:pt x="72271" y="77503"/>
                  <a:pt x="74163" y="76779"/>
                  <a:pt x="76173" y="75330"/>
                </a:cubicBezTo>
                <a:cubicBezTo>
                  <a:pt x="78183" y="73883"/>
                  <a:pt x="81020" y="71118"/>
                  <a:pt x="84686" y="67040"/>
                </a:cubicBezTo>
                <a:lnTo>
                  <a:pt x="89740" y="72005"/>
                </a:lnTo>
                <a:cubicBezTo>
                  <a:pt x="84420" y="77680"/>
                  <a:pt x="79882" y="81715"/>
                  <a:pt x="76129" y="84110"/>
                </a:cubicBezTo>
                <a:cubicBezTo>
                  <a:pt x="72375" y="86504"/>
                  <a:pt x="68310" y="87701"/>
                  <a:pt x="63935" y="87701"/>
                </a:cubicBezTo>
                <a:cubicBezTo>
                  <a:pt x="60270" y="87701"/>
                  <a:pt x="57344" y="86489"/>
                  <a:pt x="55157" y="84066"/>
                </a:cubicBezTo>
                <a:cubicBezTo>
                  <a:pt x="52969" y="81641"/>
                  <a:pt x="51875" y="78420"/>
                  <a:pt x="51875" y="74400"/>
                </a:cubicBezTo>
                <a:cubicBezTo>
                  <a:pt x="51875" y="71148"/>
                  <a:pt x="52555" y="67689"/>
                  <a:pt x="53915" y="64024"/>
                </a:cubicBezTo>
                <a:lnTo>
                  <a:pt x="52762" y="63669"/>
                </a:lnTo>
                <a:cubicBezTo>
                  <a:pt x="47087" y="71946"/>
                  <a:pt x="41707" y="78006"/>
                  <a:pt x="36623" y="81849"/>
                </a:cubicBezTo>
                <a:cubicBezTo>
                  <a:pt x="31539" y="85691"/>
                  <a:pt x="26159" y="87612"/>
                  <a:pt x="20484" y="87612"/>
                </a:cubicBezTo>
                <a:cubicBezTo>
                  <a:pt x="13981" y="87612"/>
                  <a:pt x="8941" y="85159"/>
                  <a:pt x="5365" y="80252"/>
                </a:cubicBezTo>
                <a:cubicBezTo>
                  <a:pt x="1788" y="75345"/>
                  <a:pt x="0" y="68459"/>
                  <a:pt x="0" y="59591"/>
                </a:cubicBezTo>
                <a:cubicBezTo>
                  <a:pt x="0" y="49423"/>
                  <a:pt x="1995" y="39653"/>
                  <a:pt x="5985" y="30283"/>
                </a:cubicBezTo>
                <a:cubicBezTo>
                  <a:pt x="9976" y="20913"/>
                  <a:pt x="15459" y="13524"/>
                  <a:pt x="22435" y="8114"/>
                </a:cubicBezTo>
                <a:cubicBezTo>
                  <a:pt x="29411" y="2705"/>
                  <a:pt x="37185" y="0"/>
                  <a:pt x="45757" y="0"/>
                </a:cubicBezTo>
                <a:cubicBezTo>
                  <a:pt x="49599" y="0"/>
                  <a:pt x="53191" y="429"/>
                  <a:pt x="56531" y="1286"/>
                </a:cubicBezTo>
                <a:cubicBezTo>
                  <a:pt x="59871" y="2143"/>
                  <a:pt x="63315" y="3665"/>
                  <a:pt x="66862" y="5853"/>
                </a:cubicBezTo>
                <a:moveTo>
                  <a:pt x="59058" y="32279"/>
                </a:moveTo>
                <a:cubicBezTo>
                  <a:pt x="59590" y="29854"/>
                  <a:pt x="59945" y="27756"/>
                  <a:pt x="60122" y="25982"/>
                </a:cubicBezTo>
                <a:cubicBezTo>
                  <a:pt x="60300" y="24209"/>
                  <a:pt x="60388" y="22288"/>
                  <a:pt x="60388" y="20218"/>
                </a:cubicBezTo>
                <a:cubicBezTo>
                  <a:pt x="60388" y="15666"/>
                  <a:pt x="59413" y="12326"/>
                  <a:pt x="57462" y="10198"/>
                </a:cubicBezTo>
                <a:cubicBezTo>
                  <a:pt x="55511" y="8070"/>
                  <a:pt x="52201" y="7006"/>
                  <a:pt x="47530" y="7006"/>
                </a:cubicBezTo>
                <a:cubicBezTo>
                  <a:pt x="41441" y="7006"/>
                  <a:pt x="35973" y="9459"/>
                  <a:pt x="31125" y="14366"/>
                </a:cubicBezTo>
                <a:cubicBezTo>
                  <a:pt x="26278" y="19272"/>
                  <a:pt x="22494" y="25849"/>
                  <a:pt x="19775" y="34096"/>
                </a:cubicBezTo>
                <a:cubicBezTo>
                  <a:pt x="17055" y="42343"/>
                  <a:pt x="15695" y="50575"/>
                  <a:pt x="15695" y="58793"/>
                </a:cubicBezTo>
                <a:cubicBezTo>
                  <a:pt x="15695" y="64941"/>
                  <a:pt x="16538" y="69537"/>
                  <a:pt x="18223" y="72582"/>
                </a:cubicBezTo>
                <a:cubicBezTo>
                  <a:pt x="19908" y="75626"/>
                  <a:pt x="22731" y="77148"/>
                  <a:pt x="26691" y="77148"/>
                </a:cubicBezTo>
                <a:cubicBezTo>
                  <a:pt x="30593" y="77148"/>
                  <a:pt x="34421" y="75464"/>
                  <a:pt x="38175" y="72094"/>
                </a:cubicBezTo>
                <a:cubicBezTo>
                  <a:pt x="41929" y="68725"/>
                  <a:pt x="45801" y="63921"/>
                  <a:pt x="49792" y="57685"/>
                </a:cubicBezTo>
                <a:cubicBezTo>
                  <a:pt x="53782" y="51447"/>
                  <a:pt x="56605" y="44250"/>
                  <a:pt x="58260" y="36091"/>
                </a:cubicBezTo>
                <a:lnTo>
                  <a:pt x="59058" y="32279"/>
                </a:lnTo>
              </a:path>
            </a:pathLst>
          </a:custGeom>
          <a:solidFill xmlns:a="http://schemas.openxmlformats.org/drawingml/2006/main">
            <a:srgbClr val="000000"/>
          </a:solidFill>
          <a:ln xmlns:a="http://schemas.openxmlformats.org/drawingml/2006/main" w="0">
            <a:noFill/>
            <a:prstDash val="solid"/>
          </a:ln>
        </p:spPr>
      </p:sp>
      <p:sp>
        <p:nvSpPr>
          <p:cNvPr id="248" name="pdf-path-100105">
            <a:extLst xmlns:a="http://schemas.openxmlformats.org/drawingml/2006/main">
              <a:ext uri="{FF2B5EF4-FFF2-40B4-BE49-F238E27FC236}">
                <a16:creationId xmlns:a16="http://schemas.microsoft.com/office/drawing/2014/main" id="{7A9E8330-643C-45AB-A969-549EBA682C4C}"/>
              </a:ext>
            </a:extLst>
          </p:cNvPr>
          <p:cNvSpPr>
            <a:spLocks xmlns:a="http://schemas.openxmlformats.org/drawingml/2006/main" noGrp="1"/>
          </p:cNvSpPr>
          <p:nvPr/>
        </p:nvSpPr>
        <p:spPr>
          <a:xfrm xmlns:a="http://schemas.openxmlformats.org/drawingml/2006/main">
            <a:off x="1896422" y="7578530"/>
            <a:ext cx="48351" cy="84597"/>
          </a:xfrm>
          <a:custGeom xmlns:a="http://schemas.openxmlformats.org/drawingml/2006/main">
            <a:pathLst>
              <a:path w="48351" h="84597">
                <a:moveTo>
                  <a:pt x="41899" y="70565"/>
                </a:moveTo>
                <a:cubicBezTo>
                  <a:pt x="39638" y="73092"/>
                  <a:pt x="37488" y="75242"/>
                  <a:pt x="35448" y="77015"/>
                </a:cubicBezTo>
                <a:cubicBezTo>
                  <a:pt x="33409" y="78789"/>
                  <a:pt x="31413" y="80241"/>
                  <a:pt x="29463" y="81372"/>
                </a:cubicBezTo>
                <a:cubicBezTo>
                  <a:pt x="27512" y="82502"/>
                  <a:pt x="25583" y="83323"/>
                  <a:pt x="23676" y="83833"/>
                </a:cubicBezTo>
                <a:cubicBezTo>
                  <a:pt x="21770" y="84342"/>
                  <a:pt x="19819" y="84597"/>
                  <a:pt x="17824" y="84597"/>
                </a:cubicBezTo>
                <a:cubicBezTo>
                  <a:pt x="12547" y="84597"/>
                  <a:pt x="8613" y="83356"/>
                  <a:pt x="6019" y="80873"/>
                </a:cubicBezTo>
                <a:cubicBezTo>
                  <a:pt x="3425" y="78390"/>
                  <a:pt x="2128" y="74732"/>
                  <a:pt x="2128" y="69899"/>
                </a:cubicBezTo>
                <a:cubicBezTo>
                  <a:pt x="2128" y="68259"/>
                  <a:pt x="2250" y="66452"/>
                  <a:pt x="2494" y="64479"/>
                </a:cubicBezTo>
                <a:cubicBezTo>
                  <a:pt x="2738" y="62506"/>
                  <a:pt x="3081" y="60588"/>
                  <a:pt x="3525" y="58726"/>
                </a:cubicBezTo>
                <a:lnTo>
                  <a:pt x="11439" y="24275"/>
                </a:lnTo>
                <a:lnTo>
                  <a:pt x="0" y="24275"/>
                </a:lnTo>
                <a:lnTo>
                  <a:pt x="1330" y="19154"/>
                </a:lnTo>
                <a:cubicBezTo>
                  <a:pt x="3990" y="19154"/>
                  <a:pt x="6063" y="18899"/>
                  <a:pt x="7548" y="18390"/>
                </a:cubicBezTo>
                <a:cubicBezTo>
                  <a:pt x="9034" y="17879"/>
                  <a:pt x="10286" y="17181"/>
                  <a:pt x="11306" y="16294"/>
                </a:cubicBezTo>
                <a:cubicBezTo>
                  <a:pt x="11971" y="15673"/>
                  <a:pt x="12614" y="14908"/>
                  <a:pt x="13235" y="14000"/>
                </a:cubicBezTo>
                <a:cubicBezTo>
                  <a:pt x="13855" y="13091"/>
                  <a:pt x="14476" y="11993"/>
                  <a:pt x="15097" y="10708"/>
                </a:cubicBezTo>
                <a:cubicBezTo>
                  <a:pt x="15718" y="9422"/>
                  <a:pt x="16349" y="7903"/>
                  <a:pt x="16993" y="6152"/>
                </a:cubicBezTo>
                <a:cubicBezTo>
                  <a:pt x="17635" y="4400"/>
                  <a:pt x="18356" y="2350"/>
                  <a:pt x="19154" y="0"/>
                </a:cubicBezTo>
                <a:lnTo>
                  <a:pt x="29529" y="0"/>
                </a:lnTo>
                <a:lnTo>
                  <a:pt x="25738" y="16893"/>
                </a:lnTo>
                <a:lnTo>
                  <a:pt x="48351" y="16893"/>
                </a:lnTo>
                <a:lnTo>
                  <a:pt x="46821" y="24275"/>
                </a:lnTo>
                <a:lnTo>
                  <a:pt x="24275" y="24275"/>
                </a:lnTo>
                <a:lnTo>
                  <a:pt x="17491" y="52142"/>
                </a:lnTo>
                <a:cubicBezTo>
                  <a:pt x="17048" y="54004"/>
                  <a:pt x="16682" y="55678"/>
                  <a:pt x="16394" y="57163"/>
                </a:cubicBezTo>
                <a:cubicBezTo>
                  <a:pt x="16106" y="58648"/>
                  <a:pt x="15873" y="59989"/>
                  <a:pt x="15695" y="61187"/>
                </a:cubicBezTo>
                <a:cubicBezTo>
                  <a:pt x="15518" y="62384"/>
                  <a:pt x="15396" y="63471"/>
                  <a:pt x="15330" y="64445"/>
                </a:cubicBezTo>
                <a:cubicBezTo>
                  <a:pt x="15263" y="65421"/>
                  <a:pt x="15230" y="66330"/>
                  <a:pt x="15230" y="67172"/>
                </a:cubicBezTo>
                <a:cubicBezTo>
                  <a:pt x="15230" y="69833"/>
                  <a:pt x="15784" y="71916"/>
                  <a:pt x="16893" y="73424"/>
                </a:cubicBezTo>
                <a:cubicBezTo>
                  <a:pt x="18001" y="74932"/>
                  <a:pt x="19819" y="75685"/>
                  <a:pt x="22346" y="75685"/>
                </a:cubicBezTo>
                <a:cubicBezTo>
                  <a:pt x="24475" y="75685"/>
                  <a:pt x="26736" y="74899"/>
                  <a:pt x="29130" y="73325"/>
                </a:cubicBezTo>
                <a:cubicBezTo>
                  <a:pt x="31524" y="71751"/>
                  <a:pt x="34251" y="69278"/>
                  <a:pt x="37310" y="65909"/>
                </a:cubicBezTo>
                <a:lnTo>
                  <a:pt x="41899" y="70565"/>
                </a:lnTo>
              </a:path>
            </a:pathLst>
          </a:custGeom>
          <a:solidFill xmlns:a="http://schemas.openxmlformats.org/drawingml/2006/main">
            <a:srgbClr val="000000"/>
          </a:solidFill>
          <a:ln xmlns:a="http://schemas.openxmlformats.org/drawingml/2006/main" w="0">
            <a:noFill/>
            <a:prstDash val="solid"/>
          </a:ln>
        </p:spPr>
      </p:sp>
      <p:sp>
        <p:nvSpPr>
          <p:cNvPr id="249" name="pdf-path-100106">
            <a:extLst xmlns:a="http://schemas.openxmlformats.org/drawingml/2006/main">
              <a:ext uri="{FF2B5EF4-FFF2-40B4-BE49-F238E27FC236}">
                <a16:creationId xmlns:a16="http://schemas.microsoft.com/office/drawing/2014/main" id="{CACA99BB-091C-4645-B3CB-1A147E941C03}"/>
              </a:ext>
            </a:extLst>
          </p:cNvPr>
          <p:cNvSpPr>
            <a:spLocks xmlns:a="http://schemas.openxmlformats.org/drawingml/2006/main" noGrp="1"/>
          </p:cNvSpPr>
          <p:nvPr/>
        </p:nvSpPr>
        <p:spPr>
          <a:xfrm xmlns:a="http://schemas.openxmlformats.org/drawingml/2006/main">
            <a:off x="1959965" y="7582920"/>
            <a:ext cx="76617" cy="80141"/>
          </a:xfrm>
          <a:custGeom xmlns:a="http://schemas.openxmlformats.org/drawingml/2006/main">
            <a:pathLst>
              <a:path w="76617" h="80141">
                <a:moveTo>
                  <a:pt x="43695" y="45158"/>
                </a:moveTo>
                <a:lnTo>
                  <a:pt x="43695" y="80141"/>
                </a:lnTo>
                <a:lnTo>
                  <a:pt x="32921" y="80141"/>
                </a:lnTo>
                <a:lnTo>
                  <a:pt x="32921" y="45158"/>
                </a:lnTo>
                <a:lnTo>
                  <a:pt x="0" y="45158"/>
                </a:lnTo>
                <a:lnTo>
                  <a:pt x="0" y="34983"/>
                </a:lnTo>
                <a:lnTo>
                  <a:pt x="32921" y="34983"/>
                </a:lnTo>
                <a:lnTo>
                  <a:pt x="32921" y="0"/>
                </a:lnTo>
                <a:lnTo>
                  <a:pt x="43695" y="0"/>
                </a:lnTo>
                <a:lnTo>
                  <a:pt x="43695" y="34983"/>
                </a:lnTo>
                <a:lnTo>
                  <a:pt x="76617" y="34983"/>
                </a:lnTo>
                <a:lnTo>
                  <a:pt x="76617" y="45158"/>
                </a:lnTo>
                <a:lnTo>
                  <a:pt x="43695" y="45158"/>
                </a:lnTo>
              </a:path>
            </a:pathLst>
          </a:custGeom>
          <a:solidFill xmlns:a="http://schemas.openxmlformats.org/drawingml/2006/main">
            <a:srgbClr val="000000"/>
          </a:solidFill>
          <a:ln xmlns:a="http://schemas.openxmlformats.org/drawingml/2006/main" w="0">
            <a:noFill/>
            <a:prstDash val="solid"/>
          </a:ln>
        </p:spPr>
      </p:sp>
      <p:sp>
        <p:nvSpPr>
          <p:cNvPr id="250" name="pdf-path-100107">
            <a:extLst xmlns:a="http://schemas.openxmlformats.org/drawingml/2006/main">
              <a:ext uri="{FF2B5EF4-FFF2-40B4-BE49-F238E27FC236}">
                <a16:creationId xmlns:a16="http://schemas.microsoft.com/office/drawing/2014/main" id="{74B926B2-8FA1-4B36-A1DB-57E8A39ED695}"/>
              </a:ext>
            </a:extLst>
          </p:cNvPr>
          <p:cNvSpPr>
            <a:spLocks xmlns:a="http://schemas.openxmlformats.org/drawingml/2006/main" noGrp="1"/>
          </p:cNvSpPr>
          <p:nvPr/>
        </p:nvSpPr>
        <p:spPr>
          <a:xfrm xmlns:a="http://schemas.openxmlformats.org/drawingml/2006/main">
            <a:off x="2052920" y="7571148"/>
            <a:ext cx="70564" cy="91979"/>
          </a:xfrm>
          <a:custGeom xmlns:a="http://schemas.openxmlformats.org/drawingml/2006/main">
            <a:pathLst>
              <a:path w="70564" h="91979">
                <a:moveTo>
                  <a:pt x="20085" y="57395"/>
                </a:moveTo>
                <a:lnTo>
                  <a:pt x="12769" y="90782"/>
                </a:lnTo>
                <a:lnTo>
                  <a:pt x="0" y="90782"/>
                </a:lnTo>
                <a:lnTo>
                  <a:pt x="16095" y="19353"/>
                </a:lnTo>
                <a:cubicBezTo>
                  <a:pt x="16627" y="17003"/>
                  <a:pt x="17003" y="15153"/>
                  <a:pt x="17225" y="13800"/>
                </a:cubicBezTo>
                <a:cubicBezTo>
                  <a:pt x="17447" y="12447"/>
                  <a:pt x="17558" y="11240"/>
                  <a:pt x="17558" y="10175"/>
                </a:cubicBezTo>
                <a:cubicBezTo>
                  <a:pt x="17558" y="9333"/>
                  <a:pt x="17414" y="8601"/>
                  <a:pt x="17126" y="7980"/>
                </a:cubicBezTo>
                <a:cubicBezTo>
                  <a:pt x="16837" y="7360"/>
                  <a:pt x="16361" y="6861"/>
                  <a:pt x="15695" y="6484"/>
                </a:cubicBezTo>
                <a:cubicBezTo>
                  <a:pt x="15030" y="6107"/>
                  <a:pt x="14144" y="5830"/>
                  <a:pt x="13035" y="5653"/>
                </a:cubicBezTo>
                <a:cubicBezTo>
                  <a:pt x="11927" y="5476"/>
                  <a:pt x="10553" y="5365"/>
                  <a:pt x="8912" y="5320"/>
                </a:cubicBezTo>
                <a:lnTo>
                  <a:pt x="9909" y="798"/>
                </a:lnTo>
                <a:lnTo>
                  <a:pt x="28199" y="0"/>
                </a:lnTo>
                <a:lnTo>
                  <a:pt x="32988" y="0"/>
                </a:lnTo>
                <a:lnTo>
                  <a:pt x="21282" y="51742"/>
                </a:lnTo>
                <a:lnTo>
                  <a:pt x="23144" y="51742"/>
                </a:lnTo>
                <a:cubicBezTo>
                  <a:pt x="24829" y="51742"/>
                  <a:pt x="26647" y="51388"/>
                  <a:pt x="28598" y="50678"/>
                </a:cubicBezTo>
                <a:cubicBezTo>
                  <a:pt x="30549" y="49969"/>
                  <a:pt x="32489" y="49049"/>
                  <a:pt x="34417" y="47918"/>
                </a:cubicBezTo>
                <a:cubicBezTo>
                  <a:pt x="36346" y="46788"/>
                  <a:pt x="38197" y="45513"/>
                  <a:pt x="39971" y="44094"/>
                </a:cubicBezTo>
                <a:cubicBezTo>
                  <a:pt x="41744" y="42675"/>
                  <a:pt x="43307" y="41245"/>
                  <a:pt x="44659" y="39804"/>
                </a:cubicBezTo>
                <a:cubicBezTo>
                  <a:pt x="46012" y="38363"/>
                  <a:pt x="47087" y="37000"/>
                  <a:pt x="47885" y="35714"/>
                </a:cubicBezTo>
                <a:cubicBezTo>
                  <a:pt x="48683" y="34428"/>
                  <a:pt x="49082" y="33342"/>
                  <a:pt x="49082" y="32455"/>
                </a:cubicBezTo>
                <a:cubicBezTo>
                  <a:pt x="49082" y="31391"/>
                  <a:pt x="48727" y="30527"/>
                  <a:pt x="48018" y="29861"/>
                </a:cubicBezTo>
                <a:cubicBezTo>
                  <a:pt x="47309" y="29196"/>
                  <a:pt x="46023" y="28753"/>
                  <a:pt x="44161" y="28531"/>
                </a:cubicBezTo>
                <a:lnTo>
                  <a:pt x="44959" y="24275"/>
                </a:lnTo>
                <a:lnTo>
                  <a:pt x="68902" y="24275"/>
                </a:lnTo>
                <a:lnTo>
                  <a:pt x="70564" y="28398"/>
                </a:lnTo>
                <a:cubicBezTo>
                  <a:pt x="67771" y="30793"/>
                  <a:pt x="65088" y="33009"/>
                  <a:pt x="62517" y="35049"/>
                </a:cubicBezTo>
                <a:cubicBezTo>
                  <a:pt x="59945" y="37089"/>
                  <a:pt x="57429" y="39051"/>
                  <a:pt x="54968" y="40934"/>
                </a:cubicBezTo>
                <a:cubicBezTo>
                  <a:pt x="52507" y="42819"/>
                  <a:pt x="50047" y="44670"/>
                  <a:pt x="47586" y="46488"/>
                </a:cubicBezTo>
                <a:cubicBezTo>
                  <a:pt x="45125" y="48306"/>
                  <a:pt x="42609" y="50190"/>
                  <a:pt x="40037" y="52141"/>
                </a:cubicBezTo>
                <a:cubicBezTo>
                  <a:pt x="41101" y="55511"/>
                  <a:pt x="42188" y="58936"/>
                  <a:pt x="43296" y="62416"/>
                </a:cubicBezTo>
                <a:cubicBezTo>
                  <a:pt x="44405" y="65897"/>
                  <a:pt x="45513" y="69345"/>
                  <a:pt x="46621" y="72759"/>
                </a:cubicBezTo>
                <a:cubicBezTo>
                  <a:pt x="47153" y="74576"/>
                  <a:pt x="47652" y="76140"/>
                  <a:pt x="48118" y="77448"/>
                </a:cubicBezTo>
                <a:cubicBezTo>
                  <a:pt x="48584" y="78756"/>
                  <a:pt x="49082" y="79820"/>
                  <a:pt x="49614" y="80639"/>
                </a:cubicBezTo>
                <a:cubicBezTo>
                  <a:pt x="50146" y="81460"/>
                  <a:pt x="50723" y="82069"/>
                  <a:pt x="51344" y="82469"/>
                </a:cubicBezTo>
                <a:cubicBezTo>
                  <a:pt x="51964" y="82867"/>
                  <a:pt x="52718" y="83067"/>
                  <a:pt x="53605" y="83067"/>
                </a:cubicBezTo>
                <a:cubicBezTo>
                  <a:pt x="54226" y="83067"/>
                  <a:pt x="54868" y="82956"/>
                  <a:pt x="55533" y="82735"/>
                </a:cubicBezTo>
                <a:cubicBezTo>
                  <a:pt x="56199" y="82513"/>
                  <a:pt x="56941" y="82114"/>
                  <a:pt x="57761" y="81537"/>
                </a:cubicBezTo>
                <a:cubicBezTo>
                  <a:pt x="58582" y="80961"/>
                  <a:pt x="59513" y="80174"/>
                  <a:pt x="60555" y="79177"/>
                </a:cubicBezTo>
                <a:cubicBezTo>
                  <a:pt x="61597" y="78179"/>
                  <a:pt x="62783" y="76926"/>
                  <a:pt x="64113" y="75418"/>
                </a:cubicBezTo>
                <a:lnTo>
                  <a:pt x="68635" y="79742"/>
                </a:lnTo>
                <a:cubicBezTo>
                  <a:pt x="66551" y="81870"/>
                  <a:pt x="64612" y="83710"/>
                  <a:pt x="62816" y="85262"/>
                </a:cubicBezTo>
                <a:cubicBezTo>
                  <a:pt x="61020" y="86813"/>
                  <a:pt x="59313" y="88088"/>
                  <a:pt x="57695" y="89086"/>
                </a:cubicBezTo>
                <a:cubicBezTo>
                  <a:pt x="56077" y="90083"/>
                  <a:pt x="54514" y="90815"/>
                  <a:pt x="53006" y="91281"/>
                </a:cubicBezTo>
                <a:cubicBezTo>
                  <a:pt x="51499" y="91746"/>
                  <a:pt x="49969" y="91979"/>
                  <a:pt x="48417" y="91979"/>
                </a:cubicBezTo>
                <a:cubicBezTo>
                  <a:pt x="45624" y="91979"/>
                  <a:pt x="43374" y="91281"/>
                  <a:pt x="41666" y="89884"/>
                </a:cubicBezTo>
                <a:cubicBezTo>
                  <a:pt x="39959" y="88488"/>
                  <a:pt x="38508" y="86492"/>
                  <a:pt x="37311" y="83898"/>
                </a:cubicBezTo>
                <a:cubicBezTo>
                  <a:pt x="36113" y="81305"/>
                  <a:pt x="35016" y="78168"/>
                  <a:pt x="34018" y="74488"/>
                </a:cubicBezTo>
                <a:cubicBezTo>
                  <a:pt x="33021" y="70808"/>
                  <a:pt x="31857" y="66707"/>
                  <a:pt x="30527" y="62183"/>
                </a:cubicBezTo>
                <a:cubicBezTo>
                  <a:pt x="30216" y="61120"/>
                  <a:pt x="29917" y="60266"/>
                  <a:pt x="29629" y="59623"/>
                </a:cubicBezTo>
                <a:cubicBezTo>
                  <a:pt x="29341" y="58980"/>
                  <a:pt x="28975" y="58493"/>
                  <a:pt x="28531" y="58160"/>
                </a:cubicBezTo>
                <a:cubicBezTo>
                  <a:pt x="28088" y="57828"/>
                  <a:pt x="27534" y="57617"/>
                  <a:pt x="26869" y="57528"/>
                </a:cubicBezTo>
                <a:cubicBezTo>
                  <a:pt x="26204" y="57440"/>
                  <a:pt x="25362" y="57395"/>
                  <a:pt x="24342" y="57395"/>
                </a:cubicBezTo>
                <a:lnTo>
                  <a:pt x="20085" y="57395"/>
                </a:lnTo>
              </a:path>
            </a:pathLst>
          </a:custGeom>
          <a:solidFill xmlns:a="http://schemas.openxmlformats.org/drawingml/2006/main">
            <a:srgbClr val="000000"/>
          </a:solidFill>
          <a:ln xmlns:a="http://schemas.openxmlformats.org/drawingml/2006/main" w="0">
            <a:noFill/>
            <a:prstDash val="solid"/>
          </a:ln>
        </p:spPr>
      </p:sp>
      <p:sp>
        <p:nvSpPr>
          <p:cNvPr id="251" name="pdf-path-100108">
            <a:extLst xmlns:a="http://schemas.openxmlformats.org/drawingml/2006/main">
              <a:ext uri="{FF2B5EF4-FFF2-40B4-BE49-F238E27FC236}">
                <a16:creationId xmlns:a16="http://schemas.microsoft.com/office/drawing/2014/main" id="{8305F334-5939-4C78-AD0D-BFFD169F27AB}"/>
              </a:ext>
            </a:extLst>
          </p:cNvPr>
          <p:cNvSpPr>
            <a:spLocks xmlns:a="http://schemas.openxmlformats.org/drawingml/2006/main" noGrp="1"/>
          </p:cNvSpPr>
          <p:nvPr/>
        </p:nvSpPr>
        <p:spPr>
          <a:xfrm xmlns:a="http://schemas.openxmlformats.org/drawingml/2006/main">
            <a:off x="3698261" y="7504093"/>
            <a:ext cx="73690" cy="32988"/>
          </a:xfrm>
          <a:custGeom xmlns:a="http://schemas.openxmlformats.org/drawingml/2006/main">
            <a:pathLst>
              <a:path w="73690" h="32988">
                <a:moveTo>
                  <a:pt x="43540" y="0"/>
                </a:moveTo>
                <a:lnTo>
                  <a:pt x="73690" y="27933"/>
                </a:lnTo>
                <a:lnTo>
                  <a:pt x="68902" y="32988"/>
                </a:lnTo>
                <a:lnTo>
                  <a:pt x="37599" y="11439"/>
                </a:lnTo>
                <a:lnTo>
                  <a:pt x="36623" y="11439"/>
                </a:lnTo>
                <a:lnTo>
                  <a:pt x="4788" y="32988"/>
                </a:lnTo>
                <a:lnTo>
                  <a:pt x="0" y="27933"/>
                </a:lnTo>
                <a:lnTo>
                  <a:pt x="31658" y="0"/>
                </a:lnTo>
                <a:lnTo>
                  <a:pt x="43540" y="0"/>
                </a:lnTo>
              </a:path>
            </a:pathLst>
          </a:custGeom>
          <a:solidFill xmlns:a="http://schemas.openxmlformats.org/drawingml/2006/main">
            <a:srgbClr val="7F7F7F"/>
          </a:solidFill>
          <a:ln xmlns:a="http://schemas.openxmlformats.org/drawingml/2006/main" w="0">
            <a:noFill/>
            <a:prstDash val="solid"/>
          </a:ln>
        </p:spPr>
      </p:sp>
      <p:sp>
        <p:nvSpPr>
          <p:cNvPr id="252" name="pdf-path-100109">
            <a:extLst xmlns:a="http://schemas.openxmlformats.org/drawingml/2006/main">
              <a:ext uri="{FF2B5EF4-FFF2-40B4-BE49-F238E27FC236}">
                <a16:creationId xmlns:a16="http://schemas.microsoft.com/office/drawing/2014/main" id="{66CDE9A4-E976-4837-9086-15236CB37611}"/>
              </a:ext>
            </a:extLst>
          </p:cNvPr>
          <p:cNvSpPr>
            <a:spLocks xmlns:a="http://schemas.openxmlformats.org/drawingml/2006/main" noGrp="1"/>
          </p:cNvSpPr>
          <p:nvPr/>
        </p:nvSpPr>
        <p:spPr>
          <a:xfrm xmlns:a="http://schemas.openxmlformats.org/drawingml/2006/main">
            <a:off x="3684814" y="7545683"/>
            <a:ext cx="89740" cy="87701"/>
          </a:xfrm>
          <a:custGeom xmlns:a="http://schemas.openxmlformats.org/drawingml/2006/main">
            <a:pathLst>
              <a:path w="89740" h="87701">
                <a:moveTo>
                  <a:pt x="66862" y="5853"/>
                </a:moveTo>
                <a:lnTo>
                  <a:pt x="75020" y="0"/>
                </a:lnTo>
                <a:lnTo>
                  <a:pt x="80695" y="1419"/>
                </a:lnTo>
                <a:lnTo>
                  <a:pt x="67660" y="57640"/>
                </a:lnTo>
                <a:cubicBezTo>
                  <a:pt x="66359" y="63256"/>
                  <a:pt x="65709" y="67631"/>
                  <a:pt x="65709" y="70764"/>
                </a:cubicBezTo>
                <a:cubicBezTo>
                  <a:pt x="65709" y="73128"/>
                  <a:pt x="66093" y="74843"/>
                  <a:pt x="66862" y="75907"/>
                </a:cubicBezTo>
                <a:cubicBezTo>
                  <a:pt x="67630" y="76971"/>
                  <a:pt x="68842" y="77503"/>
                  <a:pt x="70497" y="77503"/>
                </a:cubicBezTo>
                <a:cubicBezTo>
                  <a:pt x="72271" y="77503"/>
                  <a:pt x="74163" y="76779"/>
                  <a:pt x="76173" y="75330"/>
                </a:cubicBezTo>
                <a:cubicBezTo>
                  <a:pt x="78183" y="73883"/>
                  <a:pt x="81020" y="71118"/>
                  <a:pt x="84686" y="67040"/>
                </a:cubicBezTo>
                <a:lnTo>
                  <a:pt x="89740" y="72005"/>
                </a:lnTo>
                <a:cubicBezTo>
                  <a:pt x="84420" y="77680"/>
                  <a:pt x="79882" y="81715"/>
                  <a:pt x="76129" y="84110"/>
                </a:cubicBezTo>
                <a:cubicBezTo>
                  <a:pt x="72375" y="86504"/>
                  <a:pt x="68310" y="87701"/>
                  <a:pt x="63935" y="87701"/>
                </a:cubicBezTo>
                <a:cubicBezTo>
                  <a:pt x="60270" y="87701"/>
                  <a:pt x="57344" y="86489"/>
                  <a:pt x="55157" y="84066"/>
                </a:cubicBezTo>
                <a:cubicBezTo>
                  <a:pt x="52969" y="81641"/>
                  <a:pt x="51875" y="78420"/>
                  <a:pt x="51875" y="74400"/>
                </a:cubicBezTo>
                <a:cubicBezTo>
                  <a:pt x="51875" y="71148"/>
                  <a:pt x="52555" y="67689"/>
                  <a:pt x="53915" y="64024"/>
                </a:cubicBezTo>
                <a:lnTo>
                  <a:pt x="52762" y="63669"/>
                </a:lnTo>
                <a:cubicBezTo>
                  <a:pt x="47087" y="71946"/>
                  <a:pt x="41707" y="78006"/>
                  <a:pt x="36623" y="81849"/>
                </a:cubicBezTo>
                <a:cubicBezTo>
                  <a:pt x="31539" y="85691"/>
                  <a:pt x="26159" y="87612"/>
                  <a:pt x="20484" y="87612"/>
                </a:cubicBezTo>
                <a:cubicBezTo>
                  <a:pt x="13981" y="87612"/>
                  <a:pt x="8941" y="85159"/>
                  <a:pt x="5365" y="80252"/>
                </a:cubicBezTo>
                <a:cubicBezTo>
                  <a:pt x="1788" y="75345"/>
                  <a:pt x="0" y="68459"/>
                  <a:pt x="0" y="59591"/>
                </a:cubicBezTo>
                <a:cubicBezTo>
                  <a:pt x="0" y="49423"/>
                  <a:pt x="1995" y="39653"/>
                  <a:pt x="5985" y="30283"/>
                </a:cubicBezTo>
                <a:cubicBezTo>
                  <a:pt x="9976" y="20913"/>
                  <a:pt x="15459" y="13524"/>
                  <a:pt x="22435" y="8114"/>
                </a:cubicBezTo>
                <a:cubicBezTo>
                  <a:pt x="29411" y="2705"/>
                  <a:pt x="37185" y="0"/>
                  <a:pt x="45757" y="0"/>
                </a:cubicBezTo>
                <a:cubicBezTo>
                  <a:pt x="49599" y="0"/>
                  <a:pt x="53191" y="429"/>
                  <a:pt x="56531" y="1286"/>
                </a:cubicBezTo>
                <a:cubicBezTo>
                  <a:pt x="59871" y="2143"/>
                  <a:pt x="63315" y="3665"/>
                  <a:pt x="66862" y="5853"/>
                </a:cubicBezTo>
                <a:moveTo>
                  <a:pt x="59058" y="32279"/>
                </a:moveTo>
                <a:cubicBezTo>
                  <a:pt x="59590" y="29854"/>
                  <a:pt x="59945" y="27756"/>
                  <a:pt x="60122" y="25982"/>
                </a:cubicBezTo>
                <a:cubicBezTo>
                  <a:pt x="60300" y="24209"/>
                  <a:pt x="60388" y="22288"/>
                  <a:pt x="60388" y="20218"/>
                </a:cubicBezTo>
                <a:cubicBezTo>
                  <a:pt x="60388" y="15666"/>
                  <a:pt x="59413" y="12326"/>
                  <a:pt x="57462" y="10198"/>
                </a:cubicBezTo>
                <a:cubicBezTo>
                  <a:pt x="55511" y="8070"/>
                  <a:pt x="52201" y="7006"/>
                  <a:pt x="47531" y="7006"/>
                </a:cubicBezTo>
                <a:cubicBezTo>
                  <a:pt x="41441" y="7006"/>
                  <a:pt x="35973" y="9459"/>
                  <a:pt x="31125" y="14366"/>
                </a:cubicBezTo>
                <a:cubicBezTo>
                  <a:pt x="26278" y="19272"/>
                  <a:pt x="22494" y="25849"/>
                  <a:pt x="19775" y="34096"/>
                </a:cubicBezTo>
                <a:cubicBezTo>
                  <a:pt x="17055" y="42343"/>
                  <a:pt x="15695" y="50575"/>
                  <a:pt x="15695" y="58793"/>
                </a:cubicBezTo>
                <a:cubicBezTo>
                  <a:pt x="15695" y="64941"/>
                  <a:pt x="16538" y="69537"/>
                  <a:pt x="18223" y="72582"/>
                </a:cubicBezTo>
                <a:cubicBezTo>
                  <a:pt x="19908" y="75626"/>
                  <a:pt x="22731" y="77148"/>
                  <a:pt x="26691" y="77148"/>
                </a:cubicBezTo>
                <a:cubicBezTo>
                  <a:pt x="30593" y="77148"/>
                  <a:pt x="34421" y="75464"/>
                  <a:pt x="38175" y="72094"/>
                </a:cubicBezTo>
                <a:cubicBezTo>
                  <a:pt x="41929" y="68725"/>
                  <a:pt x="45801" y="63921"/>
                  <a:pt x="49792" y="57684"/>
                </a:cubicBezTo>
                <a:cubicBezTo>
                  <a:pt x="53782" y="51447"/>
                  <a:pt x="56605" y="44250"/>
                  <a:pt x="58260" y="36091"/>
                </a:cubicBezTo>
                <a:lnTo>
                  <a:pt x="59058" y="32279"/>
                </a:lnTo>
              </a:path>
            </a:pathLst>
          </a:custGeom>
          <a:solidFill xmlns:a="http://schemas.openxmlformats.org/drawingml/2006/main">
            <a:srgbClr val="7F7F7F"/>
          </a:solidFill>
          <a:ln xmlns:a="http://schemas.openxmlformats.org/drawingml/2006/main" w="0">
            <a:noFill/>
            <a:prstDash val="solid"/>
          </a:ln>
        </p:spPr>
      </p:sp>
      <p:sp>
        <p:nvSpPr>
          <p:cNvPr id="253" name="pdf-path-100110">
            <a:extLst xmlns:a="http://schemas.openxmlformats.org/drawingml/2006/main">
              <a:ext uri="{FF2B5EF4-FFF2-40B4-BE49-F238E27FC236}">
                <a16:creationId xmlns:a16="http://schemas.microsoft.com/office/drawing/2014/main" id="{4BE21058-BB93-470D-A18E-B71A6EC9D4BA}"/>
              </a:ext>
            </a:extLst>
          </p:cNvPr>
          <p:cNvSpPr>
            <a:spLocks xmlns:a="http://schemas.openxmlformats.org/drawingml/2006/main" noGrp="1"/>
          </p:cNvSpPr>
          <p:nvPr/>
        </p:nvSpPr>
        <p:spPr>
          <a:xfrm xmlns:a="http://schemas.openxmlformats.org/drawingml/2006/main">
            <a:off x="3785683" y="7586703"/>
            <a:ext cx="48351" cy="84597"/>
          </a:xfrm>
          <a:custGeom xmlns:a="http://schemas.openxmlformats.org/drawingml/2006/main">
            <a:pathLst>
              <a:path w="48351" h="84597">
                <a:moveTo>
                  <a:pt x="41899" y="70565"/>
                </a:moveTo>
                <a:cubicBezTo>
                  <a:pt x="39638" y="73092"/>
                  <a:pt x="37488" y="75242"/>
                  <a:pt x="35448" y="77015"/>
                </a:cubicBezTo>
                <a:cubicBezTo>
                  <a:pt x="33409" y="78789"/>
                  <a:pt x="31413" y="80241"/>
                  <a:pt x="29463" y="81372"/>
                </a:cubicBezTo>
                <a:cubicBezTo>
                  <a:pt x="27512" y="82502"/>
                  <a:pt x="25583" y="83323"/>
                  <a:pt x="23676" y="83833"/>
                </a:cubicBezTo>
                <a:cubicBezTo>
                  <a:pt x="21770" y="84342"/>
                  <a:pt x="19819" y="84597"/>
                  <a:pt x="17824" y="84597"/>
                </a:cubicBezTo>
                <a:cubicBezTo>
                  <a:pt x="12547" y="84597"/>
                  <a:pt x="8613" y="83356"/>
                  <a:pt x="6019" y="80873"/>
                </a:cubicBezTo>
                <a:cubicBezTo>
                  <a:pt x="3425" y="78390"/>
                  <a:pt x="2128" y="74732"/>
                  <a:pt x="2128" y="69899"/>
                </a:cubicBezTo>
                <a:cubicBezTo>
                  <a:pt x="2128" y="68259"/>
                  <a:pt x="2250" y="66452"/>
                  <a:pt x="2494" y="64479"/>
                </a:cubicBezTo>
                <a:cubicBezTo>
                  <a:pt x="2738" y="62506"/>
                  <a:pt x="3081" y="60588"/>
                  <a:pt x="3525" y="58726"/>
                </a:cubicBezTo>
                <a:lnTo>
                  <a:pt x="11439" y="24275"/>
                </a:lnTo>
                <a:lnTo>
                  <a:pt x="0" y="24275"/>
                </a:lnTo>
                <a:lnTo>
                  <a:pt x="1330" y="19154"/>
                </a:lnTo>
                <a:cubicBezTo>
                  <a:pt x="3990" y="19154"/>
                  <a:pt x="6063" y="18899"/>
                  <a:pt x="7548" y="18390"/>
                </a:cubicBezTo>
                <a:cubicBezTo>
                  <a:pt x="9034" y="17879"/>
                  <a:pt x="10286" y="17181"/>
                  <a:pt x="11306" y="16294"/>
                </a:cubicBezTo>
                <a:cubicBezTo>
                  <a:pt x="11971" y="15673"/>
                  <a:pt x="12614" y="14908"/>
                  <a:pt x="13235" y="14000"/>
                </a:cubicBezTo>
                <a:cubicBezTo>
                  <a:pt x="13855" y="13091"/>
                  <a:pt x="14476" y="11993"/>
                  <a:pt x="15097" y="10708"/>
                </a:cubicBezTo>
                <a:cubicBezTo>
                  <a:pt x="15718" y="9422"/>
                  <a:pt x="16349" y="7903"/>
                  <a:pt x="16993" y="6152"/>
                </a:cubicBezTo>
                <a:cubicBezTo>
                  <a:pt x="17635" y="4400"/>
                  <a:pt x="18356" y="2350"/>
                  <a:pt x="19154" y="0"/>
                </a:cubicBezTo>
                <a:lnTo>
                  <a:pt x="29529" y="0"/>
                </a:lnTo>
                <a:lnTo>
                  <a:pt x="25738" y="16893"/>
                </a:lnTo>
                <a:lnTo>
                  <a:pt x="48351" y="16893"/>
                </a:lnTo>
                <a:lnTo>
                  <a:pt x="46821" y="24275"/>
                </a:lnTo>
                <a:lnTo>
                  <a:pt x="24275" y="24275"/>
                </a:lnTo>
                <a:lnTo>
                  <a:pt x="17491" y="52142"/>
                </a:lnTo>
                <a:cubicBezTo>
                  <a:pt x="17048" y="54004"/>
                  <a:pt x="16682" y="55678"/>
                  <a:pt x="16394" y="57163"/>
                </a:cubicBezTo>
                <a:cubicBezTo>
                  <a:pt x="16106" y="58648"/>
                  <a:pt x="15873" y="59989"/>
                  <a:pt x="15695" y="61187"/>
                </a:cubicBezTo>
                <a:cubicBezTo>
                  <a:pt x="15518" y="62384"/>
                  <a:pt x="15396" y="63471"/>
                  <a:pt x="15330" y="64445"/>
                </a:cubicBezTo>
                <a:cubicBezTo>
                  <a:pt x="15263" y="65421"/>
                  <a:pt x="15230" y="66330"/>
                  <a:pt x="15230" y="67172"/>
                </a:cubicBezTo>
                <a:cubicBezTo>
                  <a:pt x="15230" y="69833"/>
                  <a:pt x="15784" y="71916"/>
                  <a:pt x="16893" y="73424"/>
                </a:cubicBezTo>
                <a:cubicBezTo>
                  <a:pt x="18001" y="74932"/>
                  <a:pt x="19819" y="75685"/>
                  <a:pt x="22346" y="75685"/>
                </a:cubicBezTo>
                <a:cubicBezTo>
                  <a:pt x="24475" y="75685"/>
                  <a:pt x="26736" y="74899"/>
                  <a:pt x="29130" y="73325"/>
                </a:cubicBezTo>
                <a:cubicBezTo>
                  <a:pt x="31524" y="71751"/>
                  <a:pt x="34251" y="69278"/>
                  <a:pt x="37310" y="65909"/>
                </a:cubicBezTo>
                <a:lnTo>
                  <a:pt x="41899" y="70565"/>
                </a:lnTo>
              </a:path>
            </a:pathLst>
          </a:custGeom>
          <a:solidFill xmlns:a="http://schemas.openxmlformats.org/drawingml/2006/main">
            <a:srgbClr val="7F7F7F"/>
          </a:solidFill>
          <a:ln xmlns:a="http://schemas.openxmlformats.org/drawingml/2006/main" w="0">
            <a:noFill/>
            <a:prstDash val="solid"/>
          </a:ln>
        </p:spPr>
      </p:sp>
      <p:sp>
        <p:nvSpPr>
          <p:cNvPr id="254" name="pdf-path-100111">
            <a:extLst xmlns:a="http://schemas.openxmlformats.org/drawingml/2006/main">
              <a:ext uri="{FF2B5EF4-FFF2-40B4-BE49-F238E27FC236}">
                <a16:creationId xmlns:a16="http://schemas.microsoft.com/office/drawing/2014/main" id="{FD4EFA41-86D3-4738-A288-5C253D344796}"/>
              </a:ext>
            </a:extLst>
          </p:cNvPr>
          <p:cNvSpPr>
            <a:spLocks xmlns:a="http://schemas.openxmlformats.org/drawingml/2006/main" noGrp="1"/>
          </p:cNvSpPr>
          <p:nvPr/>
        </p:nvSpPr>
        <p:spPr>
          <a:xfrm xmlns:a="http://schemas.openxmlformats.org/drawingml/2006/main">
            <a:off x="3849226" y="7591092"/>
            <a:ext cx="76617" cy="80141"/>
          </a:xfrm>
          <a:custGeom xmlns:a="http://schemas.openxmlformats.org/drawingml/2006/main">
            <a:pathLst>
              <a:path w="76617" h="80141">
                <a:moveTo>
                  <a:pt x="43695" y="45158"/>
                </a:moveTo>
                <a:lnTo>
                  <a:pt x="43695" y="80141"/>
                </a:lnTo>
                <a:lnTo>
                  <a:pt x="32921" y="80141"/>
                </a:lnTo>
                <a:lnTo>
                  <a:pt x="32921" y="45158"/>
                </a:lnTo>
                <a:lnTo>
                  <a:pt x="0" y="45158"/>
                </a:lnTo>
                <a:lnTo>
                  <a:pt x="0" y="34983"/>
                </a:lnTo>
                <a:lnTo>
                  <a:pt x="32921" y="34983"/>
                </a:lnTo>
                <a:lnTo>
                  <a:pt x="32921" y="0"/>
                </a:lnTo>
                <a:lnTo>
                  <a:pt x="43695" y="0"/>
                </a:lnTo>
                <a:lnTo>
                  <a:pt x="43695" y="34983"/>
                </a:lnTo>
                <a:lnTo>
                  <a:pt x="76617" y="34983"/>
                </a:lnTo>
                <a:lnTo>
                  <a:pt x="76617" y="45158"/>
                </a:lnTo>
                <a:lnTo>
                  <a:pt x="43695" y="45158"/>
                </a:lnTo>
              </a:path>
            </a:pathLst>
          </a:custGeom>
          <a:solidFill xmlns:a="http://schemas.openxmlformats.org/drawingml/2006/main">
            <a:srgbClr val="7F7F7F"/>
          </a:solidFill>
          <a:ln xmlns:a="http://schemas.openxmlformats.org/drawingml/2006/main" w="0">
            <a:noFill/>
            <a:prstDash val="solid"/>
          </a:ln>
        </p:spPr>
      </p:sp>
      <p:sp>
        <p:nvSpPr>
          <p:cNvPr id="255" name="pdf-path-100112">
            <a:extLst xmlns:a="http://schemas.openxmlformats.org/drawingml/2006/main">
              <a:ext uri="{FF2B5EF4-FFF2-40B4-BE49-F238E27FC236}">
                <a16:creationId xmlns:a16="http://schemas.microsoft.com/office/drawing/2014/main" id="{CD6172D0-D7AC-4B9A-8B0D-4B564394119A}"/>
              </a:ext>
            </a:extLst>
          </p:cNvPr>
          <p:cNvSpPr>
            <a:spLocks xmlns:a="http://schemas.openxmlformats.org/drawingml/2006/main" noGrp="1"/>
          </p:cNvSpPr>
          <p:nvPr/>
        </p:nvSpPr>
        <p:spPr>
          <a:xfrm xmlns:a="http://schemas.openxmlformats.org/drawingml/2006/main">
            <a:off x="3938855" y="7583843"/>
            <a:ext cx="93576" cy="86260"/>
          </a:xfrm>
          <a:custGeom xmlns:a="http://schemas.openxmlformats.org/drawingml/2006/main">
            <a:pathLst>
              <a:path w="93576" h="86260">
                <a:moveTo>
                  <a:pt x="72293" y="67704"/>
                </a:moveTo>
                <a:cubicBezTo>
                  <a:pt x="72116" y="68768"/>
                  <a:pt x="71950" y="69733"/>
                  <a:pt x="71795" y="70597"/>
                </a:cubicBezTo>
                <a:cubicBezTo>
                  <a:pt x="71639" y="71462"/>
                  <a:pt x="71518" y="72260"/>
                  <a:pt x="71429" y="72991"/>
                </a:cubicBezTo>
                <a:cubicBezTo>
                  <a:pt x="71340" y="73723"/>
                  <a:pt x="71274" y="74388"/>
                  <a:pt x="71230" y="74987"/>
                </a:cubicBezTo>
                <a:cubicBezTo>
                  <a:pt x="71185" y="75585"/>
                  <a:pt x="71163" y="76194"/>
                  <a:pt x="71163" y="76815"/>
                </a:cubicBezTo>
                <a:cubicBezTo>
                  <a:pt x="71163" y="78678"/>
                  <a:pt x="71684" y="79997"/>
                  <a:pt x="72726" y="80773"/>
                </a:cubicBezTo>
                <a:cubicBezTo>
                  <a:pt x="73768" y="81549"/>
                  <a:pt x="75597" y="82025"/>
                  <a:pt x="78213" y="82203"/>
                </a:cubicBezTo>
                <a:lnTo>
                  <a:pt x="77281" y="86260"/>
                </a:lnTo>
                <a:lnTo>
                  <a:pt x="49082" y="86260"/>
                </a:lnTo>
                <a:lnTo>
                  <a:pt x="49814" y="82203"/>
                </a:lnTo>
                <a:cubicBezTo>
                  <a:pt x="51188" y="81937"/>
                  <a:pt x="52297" y="81626"/>
                  <a:pt x="53139" y="81271"/>
                </a:cubicBezTo>
                <a:cubicBezTo>
                  <a:pt x="53982" y="80917"/>
                  <a:pt x="54625" y="80451"/>
                  <a:pt x="55068" y="79874"/>
                </a:cubicBezTo>
                <a:cubicBezTo>
                  <a:pt x="55467" y="79476"/>
                  <a:pt x="55899" y="78667"/>
                  <a:pt x="56365" y="77448"/>
                </a:cubicBezTo>
                <a:cubicBezTo>
                  <a:pt x="56830" y="76228"/>
                  <a:pt x="57329" y="74732"/>
                  <a:pt x="57862" y="72958"/>
                </a:cubicBezTo>
                <a:cubicBezTo>
                  <a:pt x="58394" y="71185"/>
                  <a:pt x="58948" y="69168"/>
                  <a:pt x="59524" y="66906"/>
                </a:cubicBezTo>
                <a:cubicBezTo>
                  <a:pt x="60101" y="64644"/>
                  <a:pt x="60666" y="62284"/>
                  <a:pt x="61220" y="59823"/>
                </a:cubicBezTo>
                <a:cubicBezTo>
                  <a:pt x="61774" y="57362"/>
                  <a:pt x="62340" y="54846"/>
                  <a:pt x="62916" y="52274"/>
                </a:cubicBezTo>
                <a:cubicBezTo>
                  <a:pt x="63492" y="49703"/>
                  <a:pt x="64047" y="47197"/>
                  <a:pt x="64578" y="44759"/>
                </a:cubicBezTo>
                <a:lnTo>
                  <a:pt x="28399" y="44759"/>
                </a:lnTo>
                <a:cubicBezTo>
                  <a:pt x="27822" y="47375"/>
                  <a:pt x="27157" y="50146"/>
                  <a:pt x="26404" y="53072"/>
                </a:cubicBezTo>
                <a:cubicBezTo>
                  <a:pt x="25650" y="55999"/>
                  <a:pt x="24940" y="58903"/>
                  <a:pt x="24275" y="61785"/>
                </a:cubicBezTo>
                <a:cubicBezTo>
                  <a:pt x="23610" y="64667"/>
                  <a:pt x="23045" y="67416"/>
                  <a:pt x="22579" y="70032"/>
                </a:cubicBezTo>
                <a:cubicBezTo>
                  <a:pt x="22114" y="72648"/>
                  <a:pt x="21881" y="74909"/>
                  <a:pt x="21881" y="76815"/>
                </a:cubicBezTo>
                <a:cubicBezTo>
                  <a:pt x="21881" y="78589"/>
                  <a:pt x="22391" y="79886"/>
                  <a:pt x="23411" y="80706"/>
                </a:cubicBezTo>
                <a:cubicBezTo>
                  <a:pt x="24430" y="81526"/>
                  <a:pt x="26315" y="82025"/>
                  <a:pt x="29064" y="82203"/>
                </a:cubicBezTo>
                <a:lnTo>
                  <a:pt x="27999" y="86260"/>
                </a:lnTo>
                <a:lnTo>
                  <a:pt x="0" y="86260"/>
                </a:lnTo>
                <a:lnTo>
                  <a:pt x="732" y="82203"/>
                </a:lnTo>
                <a:cubicBezTo>
                  <a:pt x="2106" y="81981"/>
                  <a:pt x="3226" y="81704"/>
                  <a:pt x="4090" y="81371"/>
                </a:cubicBezTo>
                <a:cubicBezTo>
                  <a:pt x="4955" y="81039"/>
                  <a:pt x="5731" y="80396"/>
                  <a:pt x="6418" y="79443"/>
                </a:cubicBezTo>
                <a:cubicBezTo>
                  <a:pt x="7105" y="78490"/>
                  <a:pt x="7737" y="77060"/>
                  <a:pt x="8314" y="75153"/>
                </a:cubicBezTo>
                <a:cubicBezTo>
                  <a:pt x="8890" y="73246"/>
                  <a:pt x="9555" y="70586"/>
                  <a:pt x="10309" y="67172"/>
                </a:cubicBezTo>
                <a:lnTo>
                  <a:pt x="21216" y="18688"/>
                </a:lnTo>
                <a:cubicBezTo>
                  <a:pt x="21615" y="16915"/>
                  <a:pt x="21936" y="15208"/>
                  <a:pt x="22180" y="13567"/>
                </a:cubicBezTo>
                <a:cubicBezTo>
                  <a:pt x="22424" y="11927"/>
                  <a:pt x="22546" y="10619"/>
                  <a:pt x="22546" y="9643"/>
                </a:cubicBezTo>
                <a:cubicBezTo>
                  <a:pt x="22546" y="7692"/>
                  <a:pt x="22036" y="6307"/>
                  <a:pt x="21016" y="5487"/>
                </a:cubicBezTo>
                <a:cubicBezTo>
                  <a:pt x="19997" y="4666"/>
                  <a:pt x="18135" y="4234"/>
                  <a:pt x="15430" y="4189"/>
                </a:cubicBezTo>
                <a:lnTo>
                  <a:pt x="16427" y="0"/>
                </a:lnTo>
                <a:lnTo>
                  <a:pt x="44493" y="0"/>
                </a:lnTo>
                <a:lnTo>
                  <a:pt x="43762" y="3990"/>
                </a:lnTo>
                <a:cubicBezTo>
                  <a:pt x="42254" y="4345"/>
                  <a:pt x="41046" y="4678"/>
                  <a:pt x="40137" y="4988"/>
                </a:cubicBezTo>
                <a:cubicBezTo>
                  <a:pt x="39228" y="5298"/>
                  <a:pt x="38452" y="5919"/>
                  <a:pt x="37809" y="6850"/>
                </a:cubicBezTo>
                <a:cubicBezTo>
                  <a:pt x="37166" y="7781"/>
                  <a:pt x="36579" y="9177"/>
                  <a:pt x="36047" y="11040"/>
                </a:cubicBezTo>
                <a:cubicBezTo>
                  <a:pt x="35515" y="12902"/>
                  <a:pt x="34850" y="15584"/>
                  <a:pt x="34052" y="19087"/>
                </a:cubicBezTo>
                <a:lnTo>
                  <a:pt x="29862" y="37642"/>
                </a:lnTo>
                <a:lnTo>
                  <a:pt x="66042" y="37642"/>
                </a:lnTo>
                <a:cubicBezTo>
                  <a:pt x="66618" y="35293"/>
                  <a:pt x="67228" y="32799"/>
                  <a:pt x="67871" y="30160"/>
                </a:cubicBezTo>
                <a:cubicBezTo>
                  <a:pt x="68514" y="27522"/>
                  <a:pt x="69123" y="24918"/>
                  <a:pt x="69700" y="22346"/>
                </a:cubicBezTo>
                <a:cubicBezTo>
                  <a:pt x="70276" y="19774"/>
                  <a:pt x="70753" y="17381"/>
                  <a:pt x="71130" y="15163"/>
                </a:cubicBezTo>
                <a:cubicBezTo>
                  <a:pt x="71506" y="12946"/>
                  <a:pt x="71695" y="11106"/>
                  <a:pt x="71695" y="9643"/>
                </a:cubicBezTo>
                <a:cubicBezTo>
                  <a:pt x="71695" y="7692"/>
                  <a:pt x="71185" y="6307"/>
                  <a:pt x="70165" y="5487"/>
                </a:cubicBezTo>
                <a:cubicBezTo>
                  <a:pt x="69145" y="4666"/>
                  <a:pt x="67283" y="4234"/>
                  <a:pt x="64578" y="4189"/>
                </a:cubicBezTo>
                <a:lnTo>
                  <a:pt x="65576" y="0"/>
                </a:lnTo>
                <a:lnTo>
                  <a:pt x="93576" y="0"/>
                </a:lnTo>
                <a:lnTo>
                  <a:pt x="92844" y="3990"/>
                </a:lnTo>
                <a:cubicBezTo>
                  <a:pt x="91337" y="4433"/>
                  <a:pt x="90128" y="4822"/>
                  <a:pt x="89220" y="5154"/>
                </a:cubicBezTo>
                <a:cubicBezTo>
                  <a:pt x="88311" y="5487"/>
                  <a:pt x="87534" y="6130"/>
                  <a:pt x="86892" y="7083"/>
                </a:cubicBezTo>
                <a:cubicBezTo>
                  <a:pt x="86249" y="8036"/>
                  <a:pt x="85684" y="9422"/>
                  <a:pt x="85196" y="11240"/>
                </a:cubicBezTo>
                <a:cubicBezTo>
                  <a:pt x="84708" y="13057"/>
                  <a:pt x="84087" y="15673"/>
                  <a:pt x="83334" y="19087"/>
                </a:cubicBezTo>
                <a:lnTo>
                  <a:pt x="72293" y="67704"/>
                </a:lnTo>
              </a:path>
            </a:pathLst>
          </a:custGeom>
          <a:solidFill xmlns:a="http://schemas.openxmlformats.org/drawingml/2006/main">
            <a:srgbClr val="7F7F7F"/>
          </a:solidFill>
          <a:ln xmlns:a="http://schemas.openxmlformats.org/drawingml/2006/main" w="0">
            <a:noFill/>
            <a:prstDash val="solid"/>
          </a:ln>
        </p:spPr>
      </p:sp>
      <p:sp>
        <p:nvSpPr>
          <p:cNvPr id="256" name="pdf-path-100113">
            <a:extLst xmlns:a="http://schemas.openxmlformats.org/drawingml/2006/main">
              <a:ext uri="{FF2B5EF4-FFF2-40B4-BE49-F238E27FC236}">
                <a16:creationId xmlns:a16="http://schemas.microsoft.com/office/drawing/2014/main" id="{D9770335-DDA6-4257-A183-9F81EEACFFB2}"/>
              </a:ext>
            </a:extLst>
          </p:cNvPr>
          <p:cNvSpPr>
            <a:spLocks xmlns:a="http://schemas.openxmlformats.org/drawingml/2006/main" noGrp="1"/>
          </p:cNvSpPr>
          <p:nvPr/>
        </p:nvSpPr>
        <p:spPr>
          <a:xfrm xmlns:a="http://schemas.openxmlformats.org/drawingml/2006/main">
            <a:off x="4048598" y="7626075"/>
            <a:ext cx="76617" cy="10175"/>
          </a:xfrm>
          <a:custGeom xmlns:a="http://schemas.openxmlformats.org/drawingml/2006/main">
            <a:pathLst>
              <a:path w="76617" h="10175">
                <a:moveTo>
                  <a:pt x="0" y="10175"/>
                </a:moveTo>
                <a:lnTo>
                  <a:pt x="0" y="0"/>
                </a:lnTo>
                <a:lnTo>
                  <a:pt x="76617" y="0"/>
                </a:lnTo>
                <a:lnTo>
                  <a:pt x="76617" y="10175"/>
                </a:lnTo>
                <a:lnTo>
                  <a:pt x="0" y="10175"/>
                </a:lnTo>
              </a:path>
            </a:pathLst>
          </a:custGeom>
          <a:solidFill xmlns:a="http://schemas.openxmlformats.org/drawingml/2006/main">
            <a:srgbClr val="7F7F7F"/>
          </a:solidFill>
          <a:ln xmlns:a="http://schemas.openxmlformats.org/drawingml/2006/main" w="0">
            <a:noFill/>
            <a:prstDash val="solid"/>
          </a:ln>
        </p:spPr>
      </p:sp>
      <p:sp>
        <p:nvSpPr>
          <p:cNvPr id="257" name="pdf-path-100114">
            <a:extLst xmlns:a="http://schemas.openxmlformats.org/drawingml/2006/main">
              <a:ext uri="{FF2B5EF4-FFF2-40B4-BE49-F238E27FC236}">
                <a16:creationId xmlns:a16="http://schemas.microsoft.com/office/drawing/2014/main" id="{EAA8714F-EE3F-4B7C-9210-99915C497D5D}"/>
              </a:ext>
            </a:extLst>
          </p:cNvPr>
          <p:cNvSpPr>
            <a:spLocks xmlns:a="http://schemas.openxmlformats.org/drawingml/2006/main" noGrp="1"/>
          </p:cNvSpPr>
          <p:nvPr/>
        </p:nvSpPr>
        <p:spPr>
          <a:xfrm xmlns:a="http://schemas.openxmlformats.org/drawingml/2006/main">
            <a:off x="4146009" y="7584441"/>
            <a:ext cx="56398" cy="85661"/>
          </a:xfrm>
          <a:custGeom xmlns:a="http://schemas.openxmlformats.org/drawingml/2006/main">
            <a:pathLst>
              <a:path w="56398" h="85661">
                <a:moveTo>
                  <a:pt x="36446" y="68104"/>
                </a:moveTo>
                <a:cubicBezTo>
                  <a:pt x="36446" y="69478"/>
                  <a:pt x="36491" y="70664"/>
                  <a:pt x="36579" y="71662"/>
                </a:cubicBezTo>
                <a:cubicBezTo>
                  <a:pt x="36668" y="72659"/>
                  <a:pt x="36812" y="73502"/>
                  <a:pt x="37012" y="74189"/>
                </a:cubicBezTo>
                <a:cubicBezTo>
                  <a:pt x="37211" y="74876"/>
                  <a:pt x="37477" y="75464"/>
                  <a:pt x="37809" y="75951"/>
                </a:cubicBezTo>
                <a:cubicBezTo>
                  <a:pt x="38142" y="76439"/>
                  <a:pt x="38530" y="76860"/>
                  <a:pt x="38974" y="77215"/>
                </a:cubicBezTo>
                <a:cubicBezTo>
                  <a:pt x="39506" y="77747"/>
                  <a:pt x="40215" y="78157"/>
                  <a:pt x="41102" y="78445"/>
                </a:cubicBezTo>
                <a:cubicBezTo>
                  <a:pt x="41988" y="78734"/>
                  <a:pt x="43119" y="78977"/>
                  <a:pt x="44494" y="79177"/>
                </a:cubicBezTo>
                <a:cubicBezTo>
                  <a:pt x="45868" y="79377"/>
                  <a:pt x="47520" y="79532"/>
                  <a:pt x="49448" y="79643"/>
                </a:cubicBezTo>
                <a:cubicBezTo>
                  <a:pt x="51377" y="79753"/>
                  <a:pt x="53694" y="79831"/>
                  <a:pt x="56398" y="79875"/>
                </a:cubicBezTo>
                <a:lnTo>
                  <a:pt x="56398" y="85661"/>
                </a:lnTo>
                <a:lnTo>
                  <a:pt x="3658" y="85661"/>
                </a:lnTo>
                <a:lnTo>
                  <a:pt x="3658" y="79875"/>
                </a:lnTo>
                <a:cubicBezTo>
                  <a:pt x="6274" y="79786"/>
                  <a:pt x="8491" y="79687"/>
                  <a:pt x="10309" y="79576"/>
                </a:cubicBezTo>
                <a:cubicBezTo>
                  <a:pt x="12127" y="79465"/>
                  <a:pt x="13678" y="79310"/>
                  <a:pt x="14964" y="79111"/>
                </a:cubicBezTo>
                <a:cubicBezTo>
                  <a:pt x="16250" y="78911"/>
                  <a:pt x="17281" y="78689"/>
                  <a:pt x="18057" y="78445"/>
                </a:cubicBezTo>
                <a:cubicBezTo>
                  <a:pt x="18833" y="78201"/>
                  <a:pt x="19509" y="77902"/>
                  <a:pt x="20085" y="77548"/>
                </a:cubicBezTo>
                <a:cubicBezTo>
                  <a:pt x="20706" y="77148"/>
                  <a:pt x="21238" y="76716"/>
                  <a:pt x="21682" y="76250"/>
                </a:cubicBezTo>
                <a:cubicBezTo>
                  <a:pt x="22125" y="75785"/>
                  <a:pt x="22479" y="75198"/>
                  <a:pt x="22746" y="74488"/>
                </a:cubicBezTo>
                <a:cubicBezTo>
                  <a:pt x="23012" y="73779"/>
                  <a:pt x="23222" y="72914"/>
                  <a:pt x="23378" y="71894"/>
                </a:cubicBezTo>
                <a:cubicBezTo>
                  <a:pt x="23533" y="70874"/>
                  <a:pt x="23610" y="69611"/>
                  <a:pt x="23610" y="68104"/>
                </a:cubicBezTo>
                <a:lnTo>
                  <a:pt x="23610" y="20418"/>
                </a:lnTo>
                <a:cubicBezTo>
                  <a:pt x="23610" y="18689"/>
                  <a:pt x="23278" y="17470"/>
                  <a:pt x="22613" y="16760"/>
                </a:cubicBezTo>
                <a:cubicBezTo>
                  <a:pt x="21947" y="16051"/>
                  <a:pt x="20994" y="15696"/>
                  <a:pt x="19753" y="15696"/>
                </a:cubicBezTo>
                <a:cubicBezTo>
                  <a:pt x="18378" y="15696"/>
                  <a:pt x="16339" y="16405"/>
                  <a:pt x="13634" y="17824"/>
                </a:cubicBezTo>
                <a:cubicBezTo>
                  <a:pt x="10930" y="19242"/>
                  <a:pt x="7427" y="21348"/>
                  <a:pt x="3126" y="24142"/>
                </a:cubicBezTo>
                <a:cubicBezTo>
                  <a:pt x="2550" y="23122"/>
                  <a:pt x="2017" y="22103"/>
                  <a:pt x="1530" y="21082"/>
                </a:cubicBezTo>
                <a:cubicBezTo>
                  <a:pt x="1042" y="20063"/>
                  <a:pt x="532" y="19021"/>
                  <a:pt x="0" y="17957"/>
                </a:cubicBezTo>
                <a:cubicBezTo>
                  <a:pt x="5498" y="14942"/>
                  <a:pt x="10941" y="11938"/>
                  <a:pt x="16328" y="8945"/>
                </a:cubicBezTo>
                <a:cubicBezTo>
                  <a:pt x="21715" y="5953"/>
                  <a:pt x="27179" y="2971"/>
                  <a:pt x="32722" y="0"/>
                </a:cubicBezTo>
                <a:lnTo>
                  <a:pt x="36779" y="0"/>
                </a:lnTo>
                <a:cubicBezTo>
                  <a:pt x="36690" y="2438"/>
                  <a:pt x="36623" y="4623"/>
                  <a:pt x="36579" y="6551"/>
                </a:cubicBezTo>
                <a:cubicBezTo>
                  <a:pt x="36535" y="8480"/>
                  <a:pt x="36501" y="10353"/>
                  <a:pt x="36480" y="12171"/>
                </a:cubicBezTo>
                <a:cubicBezTo>
                  <a:pt x="36457" y="13988"/>
                  <a:pt x="36446" y="15785"/>
                  <a:pt x="36446" y="17558"/>
                </a:cubicBezTo>
                <a:lnTo>
                  <a:pt x="36446" y="68104"/>
                </a:lnTo>
              </a:path>
            </a:pathLst>
          </a:custGeom>
          <a:solidFill xmlns:a="http://schemas.openxmlformats.org/drawingml/2006/main">
            <a:srgbClr val="7F7F7F"/>
          </a:solidFill>
          <a:ln xmlns:a="http://schemas.openxmlformats.org/drawingml/2006/main" w="0">
            <a:noFill/>
            <a:prstDash val="solid"/>
          </a:ln>
        </p:spPr>
      </p:sp>
      <p:sp>
        <p:nvSpPr>
          <p:cNvPr id="258" name="pdf-path-100115">
            <a:extLst xmlns:a="http://schemas.openxmlformats.org/drawingml/2006/main">
              <a:ext uri="{FF2B5EF4-FFF2-40B4-BE49-F238E27FC236}">
                <a16:creationId xmlns:a16="http://schemas.microsoft.com/office/drawing/2014/main" id="{2255B72B-F623-4F1B-A450-3C7CFF3C35F0}"/>
              </a:ext>
            </a:extLst>
          </p:cNvPr>
          <p:cNvSpPr>
            <a:spLocks xmlns:a="http://schemas.openxmlformats.org/drawingml/2006/main" noGrp="1"/>
          </p:cNvSpPr>
          <p:nvPr/>
        </p:nvSpPr>
        <p:spPr>
          <a:xfrm xmlns:a="http://schemas.openxmlformats.org/drawingml/2006/main">
            <a:off x="3342533" y="7576822"/>
            <a:ext cx="129113" cy="22879"/>
          </a:xfrm>
          <a:custGeom xmlns:a="http://schemas.openxmlformats.org/drawingml/2006/main">
            <a:pathLst>
              <a:path w="129113" h="22879">
                <a:moveTo>
                  <a:pt x="64556" y="22879"/>
                </a:moveTo>
                <a:cubicBezTo>
                  <a:pt x="61482" y="22879"/>
                  <a:pt x="58911" y="21800"/>
                  <a:pt x="56842" y="19642"/>
                </a:cubicBezTo>
                <a:cubicBezTo>
                  <a:pt x="54772" y="17484"/>
                  <a:pt x="53738" y="14751"/>
                  <a:pt x="53738" y="11439"/>
                </a:cubicBezTo>
                <a:cubicBezTo>
                  <a:pt x="53738" y="8129"/>
                  <a:pt x="54772" y="5395"/>
                  <a:pt x="56842" y="3237"/>
                </a:cubicBezTo>
                <a:cubicBezTo>
                  <a:pt x="58911" y="1080"/>
                  <a:pt x="61482" y="0"/>
                  <a:pt x="64556" y="0"/>
                </a:cubicBezTo>
                <a:cubicBezTo>
                  <a:pt x="67631" y="0"/>
                  <a:pt x="70202" y="1080"/>
                  <a:pt x="72271" y="3237"/>
                </a:cubicBezTo>
                <a:cubicBezTo>
                  <a:pt x="74341" y="5395"/>
                  <a:pt x="75375" y="8129"/>
                  <a:pt x="75375" y="11439"/>
                </a:cubicBezTo>
                <a:cubicBezTo>
                  <a:pt x="75375" y="14751"/>
                  <a:pt x="74341" y="17484"/>
                  <a:pt x="72271" y="19642"/>
                </a:cubicBezTo>
                <a:cubicBezTo>
                  <a:pt x="70202" y="21800"/>
                  <a:pt x="67631" y="22879"/>
                  <a:pt x="64556" y="22879"/>
                </a:cubicBezTo>
                <a:moveTo>
                  <a:pt x="10819" y="22879"/>
                </a:moveTo>
                <a:cubicBezTo>
                  <a:pt x="7745" y="22879"/>
                  <a:pt x="5173" y="21800"/>
                  <a:pt x="3104" y="19642"/>
                </a:cubicBezTo>
                <a:cubicBezTo>
                  <a:pt x="1035" y="17484"/>
                  <a:pt x="0" y="14751"/>
                  <a:pt x="0" y="11439"/>
                </a:cubicBezTo>
                <a:cubicBezTo>
                  <a:pt x="0" y="8129"/>
                  <a:pt x="1035" y="5395"/>
                  <a:pt x="3104" y="3237"/>
                </a:cubicBezTo>
                <a:cubicBezTo>
                  <a:pt x="5173" y="1080"/>
                  <a:pt x="7745" y="0"/>
                  <a:pt x="10819" y="0"/>
                </a:cubicBezTo>
                <a:cubicBezTo>
                  <a:pt x="13893" y="0"/>
                  <a:pt x="16464" y="1080"/>
                  <a:pt x="18533" y="3237"/>
                </a:cubicBezTo>
                <a:cubicBezTo>
                  <a:pt x="20602" y="5395"/>
                  <a:pt x="21637" y="8129"/>
                  <a:pt x="21637" y="11439"/>
                </a:cubicBezTo>
                <a:cubicBezTo>
                  <a:pt x="21637" y="14751"/>
                  <a:pt x="20602" y="17484"/>
                  <a:pt x="18533" y="19642"/>
                </a:cubicBezTo>
                <a:cubicBezTo>
                  <a:pt x="16464" y="21800"/>
                  <a:pt x="13893" y="22879"/>
                  <a:pt x="10819" y="22879"/>
                </a:cubicBezTo>
                <a:moveTo>
                  <a:pt x="118294" y="22879"/>
                </a:moveTo>
                <a:cubicBezTo>
                  <a:pt x="115220" y="22879"/>
                  <a:pt x="112648" y="21800"/>
                  <a:pt x="110579" y="19642"/>
                </a:cubicBezTo>
                <a:cubicBezTo>
                  <a:pt x="108511" y="17484"/>
                  <a:pt x="107476" y="14751"/>
                  <a:pt x="107476" y="11439"/>
                </a:cubicBezTo>
                <a:cubicBezTo>
                  <a:pt x="107476" y="8129"/>
                  <a:pt x="108511" y="5395"/>
                  <a:pt x="110579" y="3237"/>
                </a:cubicBezTo>
                <a:cubicBezTo>
                  <a:pt x="112648" y="1080"/>
                  <a:pt x="115220" y="0"/>
                  <a:pt x="118294" y="0"/>
                </a:cubicBezTo>
                <a:cubicBezTo>
                  <a:pt x="121368" y="0"/>
                  <a:pt x="123940" y="1080"/>
                  <a:pt x="126009" y="3237"/>
                </a:cubicBezTo>
                <a:cubicBezTo>
                  <a:pt x="128078" y="5395"/>
                  <a:pt x="129113" y="8129"/>
                  <a:pt x="129113" y="11439"/>
                </a:cubicBezTo>
                <a:cubicBezTo>
                  <a:pt x="129113" y="14751"/>
                  <a:pt x="128078" y="17484"/>
                  <a:pt x="126009" y="19642"/>
                </a:cubicBezTo>
                <a:cubicBezTo>
                  <a:pt x="123940" y="21800"/>
                  <a:pt x="121368" y="22879"/>
                  <a:pt x="118294" y="22879"/>
                </a:cubicBezTo>
              </a:path>
            </a:pathLst>
          </a:custGeom>
          <a:solidFill xmlns:a="http://schemas.openxmlformats.org/drawingml/2006/main">
            <a:srgbClr val="7F7F7F"/>
          </a:solidFill>
          <a:ln xmlns:a="http://schemas.openxmlformats.org/drawingml/2006/main" w="0">
            <a:noFill/>
            <a:prstDash val="solid"/>
          </a:ln>
        </p:spPr>
      </p:sp>
      <p:sp>
        <p:nvSpPr>
          <p:cNvPr id="259" name="pdf-path-100116">
            <a:extLst xmlns:a="http://schemas.openxmlformats.org/drawingml/2006/main">
              <a:ext uri="{FF2B5EF4-FFF2-40B4-BE49-F238E27FC236}">
                <a16:creationId xmlns:a16="http://schemas.microsoft.com/office/drawing/2014/main" id="{EC993106-E56D-422E-8215-9054329FAC5F}"/>
              </a:ext>
            </a:extLst>
          </p:cNvPr>
          <p:cNvSpPr>
            <a:spLocks xmlns:a="http://schemas.openxmlformats.org/drawingml/2006/main" noGrp="1"/>
          </p:cNvSpPr>
          <p:nvPr/>
        </p:nvSpPr>
        <p:spPr>
          <a:xfrm xmlns:a="http://schemas.openxmlformats.org/drawingml/2006/main">
            <a:off x="1455792" y="7563200"/>
            <a:ext cx="129113" cy="22879"/>
          </a:xfrm>
          <a:custGeom xmlns:a="http://schemas.openxmlformats.org/drawingml/2006/main">
            <a:pathLst>
              <a:path w="129113" h="22879">
                <a:moveTo>
                  <a:pt x="64556" y="22879"/>
                </a:moveTo>
                <a:cubicBezTo>
                  <a:pt x="61482" y="22879"/>
                  <a:pt x="58911" y="21800"/>
                  <a:pt x="56842" y="19642"/>
                </a:cubicBezTo>
                <a:cubicBezTo>
                  <a:pt x="54772" y="17484"/>
                  <a:pt x="53738" y="14751"/>
                  <a:pt x="53738" y="11439"/>
                </a:cubicBezTo>
                <a:cubicBezTo>
                  <a:pt x="53738" y="8129"/>
                  <a:pt x="54772" y="5395"/>
                  <a:pt x="56842" y="3237"/>
                </a:cubicBezTo>
                <a:cubicBezTo>
                  <a:pt x="58911" y="1080"/>
                  <a:pt x="61482" y="0"/>
                  <a:pt x="64556" y="0"/>
                </a:cubicBezTo>
                <a:cubicBezTo>
                  <a:pt x="67631" y="0"/>
                  <a:pt x="70202" y="1080"/>
                  <a:pt x="72271" y="3237"/>
                </a:cubicBezTo>
                <a:cubicBezTo>
                  <a:pt x="74341" y="5395"/>
                  <a:pt x="75375" y="8129"/>
                  <a:pt x="75375" y="11439"/>
                </a:cubicBezTo>
                <a:cubicBezTo>
                  <a:pt x="75375" y="14751"/>
                  <a:pt x="74341" y="17484"/>
                  <a:pt x="72271" y="19642"/>
                </a:cubicBezTo>
                <a:cubicBezTo>
                  <a:pt x="70202" y="21800"/>
                  <a:pt x="67631" y="22879"/>
                  <a:pt x="64556" y="22879"/>
                </a:cubicBezTo>
                <a:moveTo>
                  <a:pt x="10819" y="22879"/>
                </a:moveTo>
                <a:cubicBezTo>
                  <a:pt x="7745" y="22879"/>
                  <a:pt x="5173" y="21800"/>
                  <a:pt x="3104" y="19642"/>
                </a:cubicBezTo>
                <a:cubicBezTo>
                  <a:pt x="1035" y="17484"/>
                  <a:pt x="0" y="14751"/>
                  <a:pt x="0" y="11439"/>
                </a:cubicBezTo>
                <a:cubicBezTo>
                  <a:pt x="0" y="8129"/>
                  <a:pt x="1035" y="5395"/>
                  <a:pt x="3104" y="3237"/>
                </a:cubicBezTo>
                <a:cubicBezTo>
                  <a:pt x="5173" y="1080"/>
                  <a:pt x="7745" y="0"/>
                  <a:pt x="10819" y="0"/>
                </a:cubicBezTo>
                <a:cubicBezTo>
                  <a:pt x="13893" y="0"/>
                  <a:pt x="16464" y="1080"/>
                  <a:pt x="18533" y="3237"/>
                </a:cubicBezTo>
                <a:cubicBezTo>
                  <a:pt x="20602" y="5395"/>
                  <a:pt x="21637" y="8129"/>
                  <a:pt x="21637" y="11439"/>
                </a:cubicBezTo>
                <a:cubicBezTo>
                  <a:pt x="21637" y="14751"/>
                  <a:pt x="20602" y="17484"/>
                  <a:pt x="18533" y="19642"/>
                </a:cubicBezTo>
                <a:cubicBezTo>
                  <a:pt x="16464" y="21800"/>
                  <a:pt x="13893" y="22879"/>
                  <a:pt x="10819" y="22879"/>
                </a:cubicBezTo>
                <a:moveTo>
                  <a:pt x="118294" y="22879"/>
                </a:moveTo>
                <a:cubicBezTo>
                  <a:pt x="115220" y="22879"/>
                  <a:pt x="112648" y="21800"/>
                  <a:pt x="110579" y="19642"/>
                </a:cubicBezTo>
                <a:cubicBezTo>
                  <a:pt x="108511" y="17484"/>
                  <a:pt x="107476" y="14751"/>
                  <a:pt x="107476" y="11439"/>
                </a:cubicBezTo>
                <a:cubicBezTo>
                  <a:pt x="107476" y="8129"/>
                  <a:pt x="108511" y="5395"/>
                  <a:pt x="110579" y="3237"/>
                </a:cubicBezTo>
                <a:cubicBezTo>
                  <a:pt x="112648" y="1080"/>
                  <a:pt x="115220" y="0"/>
                  <a:pt x="118294" y="0"/>
                </a:cubicBezTo>
                <a:cubicBezTo>
                  <a:pt x="121368" y="0"/>
                  <a:pt x="123940" y="1080"/>
                  <a:pt x="126009" y="3237"/>
                </a:cubicBezTo>
                <a:cubicBezTo>
                  <a:pt x="128078" y="5395"/>
                  <a:pt x="129113" y="8129"/>
                  <a:pt x="129113" y="11439"/>
                </a:cubicBezTo>
                <a:cubicBezTo>
                  <a:pt x="129113" y="14751"/>
                  <a:pt x="128078" y="17484"/>
                  <a:pt x="126009" y="19642"/>
                </a:cubicBezTo>
                <a:cubicBezTo>
                  <a:pt x="123940" y="21800"/>
                  <a:pt x="121368" y="22879"/>
                  <a:pt x="118294" y="22879"/>
                </a:cubicBezTo>
              </a:path>
            </a:pathLst>
          </a:custGeom>
          <a:solidFill xmlns:a="http://schemas.openxmlformats.org/drawingml/2006/main">
            <a:srgbClr val="000000"/>
          </a:solidFill>
          <a:ln xmlns:a="http://schemas.openxmlformats.org/drawingml/2006/main" w="0">
            <a:noFill/>
            <a:prstDash val="solid"/>
          </a:ln>
        </p:spPr>
      </p:sp>
      <p:sp>
        <p:nvSpPr>
          <p:cNvPr id="260" name="pdf-path-100117">
            <a:extLst xmlns:a="http://schemas.openxmlformats.org/drawingml/2006/main">
              <a:ext uri="{FF2B5EF4-FFF2-40B4-BE49-F238E27FC236}">
                <a16:creationId xmlns:a16="http://schemas.microsoft.com/office/drawing/2014/main" id="{B3FD55C2-5EE2-4F9B-94C7-111985967956}"/>
              </a:ext>
            </a:extLst>
          </p:cNvPr>
          <p:cNvSpPr>
            <a:spLocks xmlns:a="http://schemas.openxmlformats.org/drawingml/2006/main" noGrp="1"/>
          </p:cNvSpPr>
          <p:nvPr/>
        </p:nvSpPr>
        <p:spPr>
          <a:xfrm xmlns:a="http://schemas.openxmlformats.org/drawingml/2006/main">
            <a:off x="2672431" y="7504093"/>
            <a:ext cx="73690" cy="32988"/>
          </a:xfrm>
          <a:custGeom xmlns:a="http://schemas.openxmlformats.org/drawingml/2006/main">
            <a:pathLst>
              <a:path w="73690" h="32988">
                <a:moveTo>
                  <a:pt x="43540" y="0"/>
                </a:moveTo>
                <a:lnTo>
                  <a:pt x="73690" y="27933"/>
                </a:lnTo>
                <a:lnTo>
                  <a:pt x="68902" y="32988"/>
                </a:lnTo>
                <a:lnTo>
                  <a:pt x="37599" y="11439"/>
                </a:lnTo>
                <a:lnTo>
                  <a:pt x="36623" y="11439"/>
                </a:lnTo>
                <a:lnTo>
                  <a:pt x="4788" y="32988"/>
                </a:lnTo>
                <a:lnTo>
                  <a:pt x="0" y="27933"/>
                </a:lnTo>
                <a:lnTo>
                  <a:pt x="31658" y="0"/>
                </a:lnTo>
                <a:lnTo>
                  <a:pt x="43540" y="0"/>
                </a:lnTo>
              </a:path>
            </a:pathLst>
          </a:custGeom>
          <a:solidFill xmlns:a="http://schemas.openxmlformats.org/drawingml/2006/main">
            <a:srgbClr val="7F7F7F"/>
          </a:solidFill>
          <a:ln xmlns:a="http://schemas.openxmlformats.org/drawingml/2006/main" w="0">
            <a:noFill/>
            <a:prstDash val="solid"/>
          </a:ln>
        </p:spPr>
      </p:sp>
      <p:sp>
        <p:nvSpPr>
          <p:cNvPr id="261" name="pdf-path-100118">
            <a:extLst xmlns:a="http://schemas.openxmlformats.org/drawingml/2006/main">
              <a:ext uri="{FF2B5EF4-FFF2-40B4-BE49-F238E27FC236}">
                <a16:creationId xmlns:a16="http://schemas.microsoft.com/office/drawing/2014/main" id="{E37501D3-1FB3-41DB-843F-AF3C78D3D364}"/>
              </a:ext>
            </a:extLst>
          </p:cNvPr>
          <p:cNvSpPr>
            <a:spLocks xmlns:a="http://schemas.openxmlformats.org/drawingml/2006/main" noGrp="1"/>
          </p:cNvSpPr>
          <p:nvPr/>
        </p:nvSpPr>
        <p:spPr>
          <a:xfrm xmlns:a="http://schemas.openxmlformats.org/drawingml/2006/main">
            <a:off x="2658985" y="7545682"/>
            <a:ext cx="89740" cy="87701"/>
          </a:xfrm>
          <a:custGeom xmlns:a="http://schemas.openxmlformats.org/drawingml/2006/main">
            <a:pathLst>
              <a:path w="89740" h="87701">
                <a:moveTo>
                  <a:pt x="66862" y="5853"/>
                </a:moveTo>
                <a:lnTo>
                  <a:pt x="75020" y="0"/>
                </a:lnTo>
                <a:lnTo>
                  <a:pt x="80695" y="1419"/>
                </a:lnTo>
                <a:lnTo>
                  <a:pt x="67660" y="57640"/>
                </a:lnTo>
                <a:cubicBezTo>
                  <a:pt x="66359" y="63256"/>
                  <a:pt x="65709" y="67631"/>
                  <a:pt x="65709" y="70764"/>
                </a:cubicBezTo>
                <a:cubicBezTo>
                  <a:pt x="65709" y="73128"/>
                  <a:pt x="66093" y="74843"/>
                  <a:pt x="66862" y="75907"/>
                </a:cubicBezTo>
                <a:cubicBezTo>
                  <a:pt x="67630" y="76971"/>
                  <a:pt x="68842" y="77503"/>
                  <a:pt x="70497" y="77503"/>
                </a:cubicBezTo>
                <a:cubicBezTo>
                  <a:pt x="72271" y="77503"/>
                  <a:pt x="74163" y="76779"/>
                  <a:pt x="76173" y="75330"/>
                </a:cubicBezTo>
                <a:cubicBezTo>
                  <a:pt x="78183" y="73883"/>
                  <a:pt x="81020" y="71118"/>
                  <a:pt x="84686" y="67040"/>
                </a:cubicBezTo>
                <a:lnTo>
                  <a:pt x="89740" y="72005"/>
                </a:lnTo>
                <a:cubicBezTo>
                  <a:pt x="84420" y="77680"/>
                  <a:pt x="79882" y="81715"/>
                  <a:pt x="76129" y="84110"/>
                </a:cubicBezTo>
                <a:cubicBezTo>
                  <a:pt x="72375" y="86504"/>
                  <a:pt x="68310" y="87701"/>
                  <a:pt x="63935" y="87701"/>
                </a:cubicBezTo>
                <a:cubicBezTo>
                  <a:pt x="60270" y="87701"/>
                  <a:pt x="57344" y="86489"/>
                  <a:pt x="55157" y="84066"/>
                </a:cubicBezTo>
                <a:cubicBezTo>
                  <a:pt x="52969" y="81641"/>
                  <a:pt x="51875" y="78420"/>
                  <a:pt x="51875" y="74400"/>
                </a:cubicBezTo>
                <a:cubicBezTo>
                  <a:pt x="51875" y="71148"/>
                  <a:pt x="52555" y="67689"/>
                  <a:pt x="53915" y="64024"/>
                </a:cubicBezTo>
                <a:lnTo>
                  <a:pt x="52762" y="63669"/>
                </a:lnTo>
                <a:cubicBezTo>
                  <a:pt x="47087" y="71946"/>
                  <a:pt x="41707" y="78006"/>
                  <a:pt x="36623" y="81849"/>
                </a:cubicBezTo>
                <a:cubicBezTo>
                  <a:pt x="31539" y="85691"/>
                  <a:pt x="26159" y="87612"/>
                  <a:pt x="20484" y="87612"/>
                </a:cubicBezTo>
                <a:cubicBezTo>
                  <a:pt x="13981" y="87612"/>
                  <a:pt x="8941" y="85159"/>
                  <a:pt x="5365" y="80252"/>
                </a:cubicBezTo>
                <a:cubicBezTo>
                  <a:pt x="1788" y="75345"/>
                  <a:pt x="0" y="68459"/>
                  <a:pt x="0" y="59591"/>
                </a:cubicBezTo>
                <a:cubicBezTo>
                  <a:pt x="0" y="49423"/>
                  <a:pt x="1995" y="39653"/>
                  <a:pt x="5986" y="30283"/>
                </a:cubicBezTo>
                <a:cubicBezTo>
                  <a:pt x="9976" y="20913"/>
                  <a:pt x="15459" y="13524"/>
                  <a:pt x="22435" y="8114"/>
                </a:cubicBezTo>
                <a:cubicBezTo>
                  <a:pt x="29411" y="2705"/>
                  <a:pt x="37185" y="0"/>
                  <a:pt x="45757" y="0"/>
                </a:cubicBezTo>
                <a:cubicBezTo>
                  <a:pt x="49599" y="0"/>
                  <a:pt x="53191" y="429"/>
                  <a:pt x="56531" y="1286"/>
                </a:cubicBezTo>
                <a:cubicBezTo>
                  <a:pt x="59871" y="2143"/>
                  <a:pt x="63315" y="3665"/>
                  <a:pt x="66862" y="5853"/>
                </a:cubicBezTo>
                <a:moveTo>
                  <a:pt x="59058" y="32279"/>
                </a:moveTo>
                <a:cubicBezTo>
                  <a:pt x="59590" y="29854"/>
                  <a:pt x="59945" y="27756"/>
                  <a:pt x="60122" y="25982"/>
                </a:cubicBezTo>
                <a:cubicBezTo>
                  <a:pt x="60300" y="24209"/>
                  <a:pt x="60388" y="22288"/>
                  <a:pt x="60388" y="20218"/>
                </a:cubicBezTo>
                <a:cubicBezTo>
                  <a:pt x="60388" y="15666"/>
                  <a:pt x="59413" y="12326"/>
                  <a:pt x="57462" y="10198"/>
                </a:cubicBezTo>
                <a:cubicBezTo>
                  <a:pt x="55511" y="8070"/>
                  <a:pt x="52201" y="7006"/>
                  <a:pt x="47531" y="7006"/>
                </a:cubicBezTo>
                <a:cubicBezTo>
                  <a:pt x="41441" y="7006"/>
                  <a:pt x="35973" y="9459"/>
                  <a:pt x="31125" y="14366"/>
                </a:cubicBezTo>
                <a:cubicBezTo>
                  <a:pt x="26278" y="19272"/>
                  <a:pt x="22494" y="25849"/>
                  <a:pt x="19775" y="34096"/>
                </a:cubicBezTo>
                <a:cubicBezTo>
                  <a:pt x="17055" y="42343"/>
                  <a:pt x="15695" y="50575"/>
                  <a:pt x="15695" y="58793"/>
                </a:cubicBezTo>
                <a:cubicBezTo>
                  <a:pt x="15695" y="64941"/>
                  <a:pt x="16538" y="69537"/>
                  <a:pt x="18223" y="72582"/>
                </a:cubicBezTo>
                <a:cubicBezTo>
                  <a:pt x="19908" y="75626"/>
                  <a:pt x="22731" y="77148"/>
                  <a:pt x="26691" y="77148"/>
                </a:cubicBezTo>
                <a:cubicBezTo>
                  <a:pt x="30593" y="77148"/>
                  <a:pt x="34421" y="75464"/>
                  <a:pt x="38175" y="72094"/>
                </a:cubicBezTo>
                <a:cubicBezTo>
                  <a:pt x="41929" y="68725"/>
                  <a:pt x="45801" y="63921"/>
                  <a:pt x="49792" y="57684"/>
                </a:cubicBezTo>
                <a:cubicBezTo>
                  <a:pt x="53782" y="51447"/>
                  <a:pt x="56605" y="44250"/>
                  <a:pt x="58260" y="36091"/>
                </a:cubicBezTo>
                <a:lnTo>
                  <a:pt x="59058" y="32279"/>
                </a:lnTo>
              </a:path>
            </a:pathLst>
          </a:custGeom>
          <a:solidFill xmlns:a="http://schemas.openxmlformats.org/drawingml/2006/main">
            <a:srgbClr val="7F7F7F"/>
          </a:solidFill>
          <a:ln xmlns:a="http://schemas.openxmlformats.org/drawingml/2006/main" w="0">
            <a:noFill/>
            <a:prstDash val="solid"/>
          </a:ln>
        </p:spPr>
      </p:sp>
      <p:sp>
        <p:nvSpPr>
          <p:cNvPr id="262" name="pdf-path-100119">
            <a:extLst xmlns:a="http://schemas.openxmlformats.org/drawingml/2006/main">
              <a:ext uri="{FF2B5EF4-FFF2-40B4-BE49-F238E27FC236}">
                <a16:creationId xmlns:a16="http://schemas.microsoft.com/office/drawing/2014/main" id="{0CC5DFA5-D3AF-4533-975D-83DA6B739238}"/>
              </a:ext>
            </a:extLst>
          </p:cNvPr>
          <p:cNvSpPr>
            <a:spLocks xmlns:a="http://schemas.openxmlformats.org/drawingml/2006/main" noGrp="1"/>
          </p:cNvSpPr>
          <p:nvPr/>
        </p:nvSpPr>
        <p:spPr>
          <a:xfrm xmlns:a="http://schemas.openxmlformats.org/drawingml/2006/main">
            <a:off x="2759854" y="7586702"/>
            <a:ext cx="48351" cy="84597"/>
          </a:xfrm>
          <a:custGeom xmlns:a="http://schemas.openxmlformats.org/drawingml/2006/main">
            <a:pathLst>
              <a:path w="48351" h="84597">
                <a:moveTo>
                  <a:pt x="41899" y="70565"/>
                </a:moveTo>
                <a:cubicBezTo>
                  <a:pt x="39638" y="73092"/>
                  <a:pt x="37488" y="75242"/>
                  <a:pt x="35448" y="77015"/>
                </a:cubicBezTo>
                <a:cubicBezTo>
                  <a:pt x="33409" y="78789"/>
                  <a:pt x="31413" y="80241"/>
                  <a:pt x="29463" y="81372"/>
                </a:cubicBezTo>
                <a:cubicBezTo>
                  <a:pt x="27512" y="82502"/>
                  <a:pt x="25583" y="83323"/>
                  <a:pt x="23676" y="83833"/>
                </a:cubicBezTo>
                <a:cubicBezTo>
                  <a:pt x="21770" y="84342"/>
                  <a:pt x="19819" y="84597"/>
                  <a:pt x="17824" y="84597"/>
                </a:cubicBezTo>
                <a:cubicBezTo>
                  <a:pt x="12547" y="84597"/>
                  <a:pt x="8613" y="83356"/>
                  <a:pt x="6019" y="80873"/>
                </a:cubicBezTo>
                <a:cubicBezTo>
                  <a:pt x="3425" y="78390"/>
                  <a:pt x="2128" y="74732"/>
                  <a:pt x="2128" y="69899"/>
                </a:cubicBezTo>
                <a:cubicBezTo>
                  <a:pt x="2128" y="68259"/>
                  <a:pt x="2250" y="66452"/>
                  <a:pt x="2494" y="64479"/>
                </a:cubicBezTo>
                <a:cubicBezTo>
                  <a:pt x="2738" y="62506"/>
                  <a:pt x="3081" y="60588"/>
                  <a:pt x="3525" y="58726"/>
                </a:cubicBezTo>
                <a:lnTo>
                  <a:pt x="11439" y="24275"/>
                </a:lnTo>
                <a:lnTo>
                  <a:pt x="0" y="24275"/>
                </a:lnTo>
                <a:lnTo>
                  <a:pt x="1330" y="19154"/>
                </a:lnTo>
                <a:cubicBezTo>
                  <a:pt x="3990" y="19154"/>
                  <a:pt x="6063" y="18899"/>
                  <a:pt x="7548" y="18390"/>
                </a:cubicBezTo>
                <a:cubicBezTo>
                  <a:pt x="9034" y="17879"/>
                  <a:pt x="10286" y="17181"/>
                  <a:pt x="11306" y="16294"/>
                </a:cubicBezTo>
                <a:cubicBezTo>
                  <a:pt x="11971" y="15673"/>
                  <a:pt x="12614" y="14908"/>
                  <a:pt x="13235" y="14000"/>
                </a:cubicBezTo>
                <a:cubicBezTo>
                  <a:pt x="13855" y="13091"/>
                  <a:pt x="14476" y="11993"/>
                  <a:pt x="15097" y="10708"/>
                </a:cubicBezTo>
                <a:cubicBezTo>
                  <a:pt x="15718" y="9422"/>
                  <a:pt x="16349" y="7903"/>
                  <a:pt x="16993" y="6152"/>
                </a:cubicBezTo>
                <a:cubicBezTo>
                  <a:pt x="17635" y="4400"/>
                  <a:pt x="18356" y="2350"/>
                  <a:pt x="19154" y="0"/>
                </a:cubicBezTo>
                <a:lnTo>
                  <a:pt x="29529" y="0"/>
                </a:lnTo>
                <a:lnTo>
                  <a:pt x="25738" y="16893"/>
                </a:lnTo>
                <a:lnTo>
                  <a:pt x="48351" y="16893"/>
                </a:lnTo>
                <a:lnTo>
                  <a:pt x="46821" y="24275"/>
                </a:lnTo>
                <a:lnTo>
                  <a:pt x="24275" y="24275"/>
                </a:lnTo>
                <a:lnTo>
                  <a:pt x="17491" y="52142"/>
                </a:lnTo>
                <a:cubicBezTo>
                  <a:pt x="17048" y="54004"/>
                  <a:pt x="16682" y="55678"/>
                  <a:pt x="16394" y="57163"/>
                </a:cubicBezTo>
                <a:cubicBezTo>
                  <a:pt x="16106" y="58648"/>
                  <a:pt x="15873" y="59989"/>
                  <a:pt x="15695" y="61187"/>
                </a:cubicBezTo>
                <a:cubicBezTo>
                  <a:pt x="15518" y="62384"/>
                  <a:pt x="15396" y="63471"/>
                  <a:pt x="15330" y="64445"/>
                </a:cubicBezTo>
                <a:cubicBezTo>
                  <a:pt x="15263" y="65421"/>
                  <a:pt x="15230" y="66330"/>
                  <a:pt x="15230" y="67172"/>
                </a:cubicBezTo>
                <a:cubicBezTo>
                  <a:pt x="15230" y="69833"/>
                  <a:pt x="15784" y="71916"/>
                  <a:pt x="16893" y="73424"/>
                </a:cubicBezTo>
                <a:cubicBezTo>
                  <a:pt x="18001" y="74932"/>
                  <a:pt x="19819" y="75685"/>
                  <a:pt x="22346" y="75685"/>
                </a:cubicBezTo>
                <a:cubicBezTo>
                  <a:pt x="24475" y="75685"/>
                  <a:pt x="26736" y="74899"/>
                  <a:pt x="29130" y="73325"/>
                </a:cubicBezTo>
                <a:cubicBezTo>
                  <a:pt x="31524" y="71751"/>
                  <a:pt x="34251" y="69278"/>
                  <a:pt x="37310" y="65909"/>
                </a:cubicBezTo>
                <a:lnTo>
                  <a:pt x="41899" y="70565"/>
                </a:lnTo>
              </a:path>
            </a:pathLst>
          </a:custGeom>
          <a:solidFill xmlns:a="http://schemas.openxmlformats.org/drawingml/2006/main">
            <a:srgbClr val="7F7F7F"/>
          </a:solidFill>
          <a:ln xmlns:a="http://schemas.openxmlformats.org/drawingml/2006/main" w="0">
            <a:noFill/>
            <a:prstDash val="solid"/>
          </a:ln>
        </p:spPr>
      </p:sp>
      <p:sp>
        <p:nvSpPr>
          <p:cNvPr id="263" name="pdf-path-100120">
            <a:extLst xmlns:a="http://schemas.openxmlformats.org/drawingml/2006/main">
              <a:ext uri="{FF2B5EF4-FFF2-40B4-BE49-F238E27FC236}">
                <a16:creationId xmlns:a16="http://schemas.microsoft.com/office/drawing/2014/main" id="{1385311A-69A6-4882-989E-7EDBAECED96A}"/>
              </a:ext>
            </a:extLst>
          </p:cNvPr>
          <p:cNvSpPr>
            <a:spLocks xmlns:a="http://schemas.openxmlformats.org/drawingml/2006/main" noGrp="1"/>
          </p:cNvSpPr>
          <p:nvPr/>
        </p:nvSpPr>
        <p:spPr>
          <a:xfrm xmlns:a="http://schemas.openxmlformats.org/drawingml/2006/main">
            <a:off x="2823397" y="7591092"/>
            <a:ext cx="76617" cy="80141"/>
          </a:xfrm>
          <a:custGeom xmlns:a="http://schemas.openxmlformats.org/drawingml/2006/main">
            <a:pathLst>
              <a:path w="76617" h="80141">
                <a:moveTo>
                  <a:pt x="43695" y="45158"/>
                </a:moveTo>
                <a:lnTo>
                  <a:pt x="43695" y="80141"/>
                </a:lnTo>
                <a:lnTo>
                  <a:pt x="32921" y="80141"/>
                </a:lnTo>
                <a:lnTo>
                  <a:pt x="32921" y="45158"/>
                </a:lnTo>
                <a:lnTo>
                  <a:pt x="0" y="45158"/>
                </a:lnTo>
                <a:lnTo>
                  <a:pt x="0" y="34983"/>
                </a:lnTo>
                <a:lnTo>
                  <a:pt x="32921" y="34983"/>
                </a:lnTo>
                <a:lnTo>
                  <a:pt x="32921" y="0"/>
                </a:lnTo>
                <a:lnTo>
                  <a:pt x="43695" y="0"/>
                </a:lnTo>
                <a:lnTo>
                  <a:pt x="43695" y="34983"/>
                </a:lnTo>
                <a:lnTo>
                  <a:pt x="76617" y="34983"/>
                </a:lnTo>
                <a:lnTo>
                  <a:pt x="76617" y="45158"/>
                </a:lnTo>
                <a:lnTo>
                  <a:pt x="43695" y="45158"/>
                </a:lnTo>
              </a:path>
            </a:pathLst>
          </a:custGeom>
          <a:solidFill xmlns:a="http://schemas.openxmlformats.org/drawingml/2006/main">
            <a:srgbClr val="7F7F7F"/>
          </a:solidFill>
          <a:ln xmlns:a="http://schemas.openxmlformats.org/drawingml/2006/main" w="0">
            <a:noFill/>
            <a:prstDash val="solid"/>
          </a:ln>
        </p:spPr>
      </p:sp>
      <p:sp>
        <p:nvSpPr>
          <p:cNvPr id="264" name="pdf-path-100121">
            <a:extLst xmlns:a="http://schemas.openxmlformats.org/drawingml/2006/main">
              <a:ext uri="{FF2B5EF4-FFF2-40B4-BE49-F238E27FC236}">
                <a16:creationId xmlns:a16="http://schemas.microsoft.com/office/drawing/2014/main" id="{CF978D96-8DB9-4A43-81B8-4BDDBC636C19}"/>
              </a:ext>
            </a:extLst>
          </p:cNvPr>
          <p:cNvSpPr>
            <a:spLocks xmlns:a="http://schemas.openxmlformats.org/drawingml/2006/main" noGrp="1"/>
          </p:cNvSpPr>
          <p:nvPr/>
        </p:nvSpPr>
        <p:spPr>
          <a:xfrm xmlns:a="http://schemas.openxmlformats.org/drawingml/2006/main">
            <a:off x="2916351" y="7579319"/>
            <a:ext cx="70564" cy="91980"/>
          </a:xfrm>
          <a:custGeom xmlns:a="http://schemas.openxmlformats.org/drawingml/2006/main">
            <a:pathLst>
              <a:path w="70564" h="91980">
                <a:moveTo>
                  <a:pt x="20085" y="57396"/>
                </a:moveTo>
                <a:lnTo>
                  <a:pt x="12769" y="90783"/>
                </a:lnTo>
                <a:lnTo>
                  <a:pt x="0" y="90783"/>
                </a:lnTo>
                <a:lnTo>
                  <a:pt x="16095" y="19354"/>
                </a:lnTo>
                <a:cubicBezTo>
                  <a:pt x="16627" y="17004"/>
                  <a:pt x="17003" y="15153"/>
                  <a:pt x="17225" y="13801"/>
                </a:cubicBezTo>
                <a:cubicBezTo>
                  <a:pt x="17447" y="12448"/>
                  <a:pt x="17558" y="11240"/>
                  <a:pt x="17558" y="10176"/>
                </a:cubicBezTo>
                <a:cubicBezTo>
                  <a:pt x="17558" y="9333"/>
                  <a:pt x="17414" y="8602"/>
                  <a:pt x="17126" y="7981"/>
                </a:cubicBezTo>
                <a:cubicBezTo>
                  <a:pt x="16837" y="7361"/>
                  <a:pt x="16361" y="6862"/>
                  <a:pt x="15695" y="6484"/>
                </a:cubicBezTo>
                <a:cubicBezTo>
                  <a:pt x="15030" y="6108"/>
                  <a:pt x="14144" y="5830"/>
                  <a:pt x="13035" y="5653"/>
                </a:cubicBezTo>
                <a:cubicBezTo>
                  <a:pt x="11927" y="5476"/>
                  <a:pt x="10553" y="5366"/>
                  <a:pt x="8912" y="5321"/>
                </a:cubicBezTo>
                <a:lnTo>
                  <a:pt x="9909" y="799"/>
                </a:lnTo>
                <a:lnTo>
                  <a:pt x="28199" y="0"/>
                </a:lnTo>
                <a:lnTo>
                  <a:pt x="32988" y="0"/>
                </a:lnTo>
                <a:lnTo>
                  <a:pt x="21282" y="51743"/>
                </a:lnTo>
                <a:lnTo>
                  <a:pt x="23144" y="51743"/>
                </a:lnTo>
                <a:cubicBezTo>
                  <a:pt x="24829" y="51743"/>
                  <a:pt x="26647" y="51388"/>
                  <a:pt x="28598" y="50679"/>
                </a:cubicBezTo>
                <a:cubicBezTo>
                  <a:pt x="30549" y="49970"/>
                  <a:pt x="32489" y="49050"/>
                  <a:pt x="34417" y="47919"/>
                </a:cubicBezTo>
                <a:cubicBezTo>
                  <a:pt x="36346" y="46788"/>
                  <a:pt x="38197" y="45514"/>
                  <a:pt x="39971" y="44095"/>
                </a:cubicBezTo>
                <a:cubicBezTo>
                  <a:pt x="41744" y="42676"/>
                  <a:pt x="43307" y="41246"/>
                  <a:pt x="44659" y="39805"/>
                </a:cubicBezTo>
                <a:cubicBezTo>
                  <a:pt x="46012" y="38364"/>
                  <a:pt x="47087" y="37001"/>
                  <a:pt x="47885" y="35714"/>
                </a:cubicBezTo>
                <a:cubicBezTo>
                  <a:pt x="48683" y="34429"/>
                  <a:pt x="49082" y="33342"/>
                  <a:pt x="49082" y="32456"/>
                </a:cubicBezTo>
                <a:cubicBezTo>
                  <a:pt x="49082" y="31392"/>
                  <a:pt x="48727" y="30527"/>
                  <a:pt x="48018" y="29862"/>
                </a:cubicBezTo>
                <a:cubicBezTo>
                  <a:pt x="47309" y="29197"/>
                  <a:pt x="46023" y="28754"/>
                  <a:pt x="44161" y="28532"/>
                </a:cubicBezTo>
                <a:lnTo>
                  <a:pt x="44959" y="24276"/>
                </a:lnTo>
                <a:lnTo>
                  <a:pt x="68902" y="24276"/>
                </a:lnTo>
                <a:lnTo>
                  <a:pt x="70564" y="28399"/>
                </a:lnTo>
                <a:cubicBezTo>
                  <a:pt x="67771" y="30793"/>
                  <a:pt x="65088" y="33010"/>
                  <a:pt x="62517" y="35050"/>
                </a:cubicBezTo>
                <a:cubicBezTo>
                  <a:pt x="59945" y="37090"/>
                  <a:pt x="57429" y="39052"/>
                  <a:pt x="54968" y="40935"/>
                </a:cubicBezTo>
                <a:cubicBezTo>
                  <a:pt x="52507" y="42820"/>
                  <a:pt x="50047" y="44671"/>
                  <a:pt x="47586" y="46489"/>
                </a:cubicBezTo>
                <a:cubicBezTo>
                  <a:pt x="45125" y="48307"/>
                  <a:pt x="42609" y="50191"/>
                  <a:pt x="40037" y="52142"/>
                </a:cubicBezTo>
                <a:cubicBezTo>
                  <a:pt x="41101" y="55511"/>
                  <a:pt x="42188" y="58937"/>
                  <a:pt x="43296" y="62417"/>
                </a:cubicBezTo>
                <a:cubicBezTo>
                  <a:pt x="44405" y="65898"/>
                  <a:pt x="45513" y="69345"/>
                  <a:pt x="46621" y="72760"/>
                </a:cubicBezTo>
                <a:cubicBezTo>
                  <a:pt x="47153" y="74577"/>
                  <a:pt x="47652" y="76140"/>
                  <a:pt x="48118" y="77448"/>
                </a:cubicBezTo>
                <a:cubicBezTo>
                  <a:pt x="48584" y="78757"/>
                  <a:pt x="49082" y="79820"/>
                  <a:pt x="49614" y="80640"/>
                </a:cubicBezTo>
                <a:cubicBezTo>
                  <a:pt x="50146" y="81461"/>
                  <a:pt x="50723" y="82070"/>
                  <a:pt x="51344" y="82470"/>
                </a:cubicBezTo>
                <a:cubicBezTo>
                  <a:pt x="51964" y="82868"/>
                  <a:pt x="52718" y="83068"/>
                  <a:pt x="53605" y="83068"/>
                </a:cubicBezTo>
                <a:cubicBezTo>
                  <a:pt x="54226" y="83068"/>
                  <a:pt x="54868" y="82957"/>
                  <a:pt x="55534" y="82736"/>
                </a:cubicBezTo>
                <a:cubicBezTo>
                  <a:pt x="56199" y="82514"/>
                  <a:pt x="56941" y="82115"/>
                  <a:pt x="57761" y="81538"/>
                </a:cubicBezTo>
                <a:cubicBezTo>
                  <a:pt x="58582" y="80962"/>
                  <a:pt x="59513" y="80175"/>
                  <a:pt x="60555" y="79178"/>
                </a:cubicBezTo>
                <a:cubicBezTo>
                  <a:pt x="61597" y="78180"/>
                  <a:pt x="62783" y="76927"/>
                  <a:pt x="64113" y="75419"/>
                </a:cubicBezTo>
                <a:lnTo>
                  <a:pt x="68635" y="79743"/>
                </a:lnTo>
                <a:cubicBezTo>
                  <a:pt x="66551" y="81871"/>
                  <a:pt x="64612" y="83711"/>
                  <a:pt x="62816" y="85263"/>
                </a:cubicBezTo>
                <a:cubicBezTo>
                  <a:pt x="61020" y="86814"/>
                  <a:pt x="59313" y="88089"/>
                  <a:pt x="57695" y="89087"/>
                </a:cubicBezTo>
                <a:cubicBezTo>
                  <a:pt x="56077" y="90084"/>
                  <a:pt x="54514" y="90816"/>
                  <a:pt x="53006" y="91282"/>
                </a:cubicBezTo>
                <a:cubicBezTo>
                  <a:pt x="51499" y="91747"/>
                  <a:pt x="49969" y="91980"/>
                  <a:pt x="48417" y="91980"/>
                </a:cubicBezTo>
                <a:cubicBezTo>
                  <a:pt x="45624" y="91980"/>
                  <a:pt x="43374" y="91282"/>
                  <a:pt x="41666" y="89885"/>
                </a:cubicBezTo>
                <a:cubicBezTo>
                  <a:pt x="39959" y="88488"/>
                  <a:pt x="38508" y="86493"/>
                  <a:pt x="37311" y="83899"/>
                </a:cubicBezTo>
                <a:cubicBezTo>
                  <a:pt x="36113" y="81306"/>
                  <a:pt x="35016" y="78169"/>
                  <a:pt x="34018" y="74489"/>
                </a:cubicBezTo>
                <a:cubicBezTo>
                  <a:pt x="33021" y="70809"/>
                  <a:pt x="31857" y="66708"/>
                  <a:pt x="30527" y="62184"/>
                </a:cubicBezTo>
                <a:cubicBezTo>
                  <a:pt x="30216" y="61120"/>
                  <a:pt x="29917" y="60267"/>
                  <a:pt x="29629" y="59624"/>
                </a:cubicBezTo>
                <a:cubicBezTo>
                  <a:pt x="29341" y="58981"/>
                  <a:pt x="28975" y="58494"/>
                  <a:pt x="28531" y="58161"/>
                </a:cubicBezTo>
                <a:cubicBezTo>
                  <a:pt x="28088" y="57828"/>
                  <a:pt x="27534" y="57618"/>
                  <a:pt x="26869" y="57529"/>
                </a:cubicBezTo>
                <a:cubicBezTo>
                  <a:pt x="26204" y="57440"/>
                  <a:pt x="25362" y="57396"/>
                  <a:pt x="24342" y="57396"/>
                </a:cubicBezTo>
                <a:lnTo>
                  <a:pt x="20085" y="57396"/>
                </a:lnTo>
              </a:path>
            </a:pathLst>
          </a:custGeom>
          <a:solidFill xmlns:a="http://schemas.openxmlformats.org/drawingml/2006/main">
            <a:srgbClr val="7F7F7F"/>
          </a:solidFill>
          <a:ln xmlns:a="http://schemas.openxmlformats.org/drawingml/2006/main" w="0">
            <a:noFill/>
            <a:prstDash val="solid"/>
          </a:ln>
        </p:spPr>
      </p:sp>
      <p:sp>
        <p:nvSpPr>
          <p:cNvPr id="265" name="pdf-path-100122">
            <a:extLst xmlns:a="http://schemas.openxmlformats.org/drawingml/2006/main">
              <a:ext uri="{FF2B5EF4-FFF2-40B4-BE49-F238E27FC236}">
                <a16:creationId xmlns:a16="http://schemas.microsoft.com/office/drawing/2014/main" id="{52BA44A9-ACF8-4BD7-A288-70261202F254}"/>
              </a:ext>
            </a:extLst>
          </p:cNvPr>
          <p:cNvSpPr>
            <a:spLocks xmlns:a="http://schemas.openxmlformats.org/drawingml/2006/main" noGrp="1"/>
          </p:cNvSpPr>
          <p:nvPr/>
        </p:nvSpPr>
        <p:spPr>
          <a:xfrm xmlns:a="http://schemas.openxmlformats.org/drawingml/2006/main">
            <a:off x="3004608" y="7591092"/>
            <a:ext cx="76617" cy="80141"/>
          </a:xfrm>
          <a:custGeom xmlns:a="http://schemas.openxmlformats.org/drawingml/2006/main">
            <a:pathLst>
              <a:path w="76617" h="80141">
                <a:moveTo>
                  <a:pt x="43695" y="45158"/>
                </a:moveTo>
                <a:lnTo>
                  <a:pt x="43695" y="80141"/>
                </a:lnTo>
                <a:lnTo>
                  <a:pt x="32921" y="80141"/>
                </a:lnTo>
                <a:lnTo>
                  <a:pt x="32921" y="45158"/>
                </a:lnTo>
                <a:lnTo>
                  <a:pt x="0" y="45158"/>
                </a:lnTo>
                <a:lnTo>
                  <a:pt x="0" y="34983"/>
                </a:lnTo>
                <a:lnTo>
                  <a:pt x="32921" y="34983"/>
                </a:lnTo>
                <a:lnTo>
                  <a:pt x="32921" y="0"/>
                </a:lnTo>
                <a:lnTo>
                  <a:pt x="43695" y="0"/>
                </a:lnTo>
                <a:lnTo>
                  <a:pt x="43695" y="34983"/>
                </a:lnTo>
                <a:lnTo>
                  <a:pt x="76617" y="34983"/>
                </a:lnTo>
                <a:lnTo>
                  <a:pt x="76617" y="45158"/>
                </a:lnTo>
                <a:lnTo>
                  <a:pt x="43695" y="45158"/>
                </a:lnTo>
              </a:path>
            </a:pathLst>
          </a:custGeom>
          <a:solidFill xmlns:a="http://schemas.openxmlformats.org/drawingml/2006/main">
            <a:srgbClr val="7F7F7F"/>
          </a:solidFill>
          <a:ln xmlns:a="http://schemas.openxmlformats.org/drawingml/2006/main" w="0">
            <a:noFill/>
            <a:prstDash val="solid"/>
          </a:ln>
        </p:spPr>
      </p:sp>
      <p:sp>
        <p:nvSpPr>
          <p:cNvPr id="266" name="pdf-path-100123">
            <a:extLst xmlns:a="http://schemas.openxmlformats.org/drawingml/2006/main">
              <a:ext uri="{FF2B5EF4-FFF2-40B4-BE49-F238E27FC236}">
                <a16:creationId xmlns:a16="http://schemas.microsoft.com/office/drawing/2014/main" id="{C21A5086-05AB-4F36-B5C2-EB01690E7DC5}"/>
              </a:ext>
            </a:extLst>
          </p:cNvPr>
          <p:cNvSpPr>
            <a:spLocks xmlns:a="http://schemas.openxmlformats.org/drawingml/2006/main" noGrp="1"/>
          </p:cNvSpPr>
          <p:nvPr/>
        </p:nvSpPr>
        <p:spPr>
          <a:xfrm xmlns:a="http://schemas.openxmlformats.org/drawingml/2006/main">
            <a:off x="3102018" y="7584441"/>
            <a:ext cx="56398" cy="85661"/>
          </a:xfrm>
          <a:custGeom xmlns:a="http://schemas.openxmlformats.org/drawingml/2006/main">
            <a:pathLst>
              <a:path w="56398" h="85661">
                <a:moveTo>
                  <a:pt x="36446" y="68104"/>
                </a:moveTo>
                <a:cubicBezTo>
                  <a:pt x="36446" y="69478"/>
                  <a:pt x="36491" y="70664"/>
                  <a:pt x="36579" y="71662"/>
                </a:cubicBezTo>
                <a:cubicBezTo>
                  <a:pt x="36668" y="72659"/>
                  <a:pt x="36812" y="73502"/>
                  <a:pt x="37012" y="74189"/>
                </a:cubicBezTo>
                <a:cubicBezTo>
                  <a:pt x="37211" y="74876"/>
                  <a:pt x="37477" y="75464"/>
                  <a:pt x="37809" y="75951"/>
                </a:cubicBezTo>
                <a:cubicBezTo>
                  <a:pt x="38142" y="76439"/>
                  <a:pt x="38530" y="76860"/>
                  <a:pt x="38974" y="77215"/>
                </a:cubicBezTo>
                <a:cubicBezTo>
                  <a:pt x="39506" y="77747"/>
                  <a:pt x="40215" y="78157"/>
                  <a:pt x="41102" y="78445"/>
                </a:cubicBezTo>
                <a:cubicBezTo>
                  <a:pt x="41988" y="78734"/>
                  <a:pt x="43119" y="78977"/>
                  <a:pt x="44494" y="79177"/>
                </a:cubicBezTo>
                <a:cubicBezTo>
                  <a:pt x="45868" y="79377"/>
                  <a:pt x="47520" y="79532"/>
                  <a:pt x="49448" y="79643"/>
                </a:cubicBezTo>
                <a:cubicBezTo>
                  <a:pt x="51377" y="79753"/>
                  <a:pt x="53694" y="79831"/>
                  <a:pt x="56398" y="79875"/>
                </a:cubicBezTo>
                <a:lnTo>
                  <a:pt x="56398" y="85661"/>
                </a:lnTo>
                <a:lnTo>
                  <a:pt x="3658" y="85661"/>
                </a:lnTo>
                <a:lnTo>
                  <a:pt x="3658" y="79875"/>
                </a:lnTo>
                <a:cubicBezTo>
                  <a:pt x="6274" y="79786"/>
                  <a:pt x="8491" y="79687"/>
                  <a:pt x="10309" y="79576"/>
                </a:cubicBezTo>
                <a:cubicBezTo>
                  <a:pt x="12127" y="79465"/>
                  <a:pt x="13678" y="79310"/>
                  <a:pt x="14964" y="79111"/>
                </a:cubicBezTo>
                <a:cubicBezTo>
                  <a:pt x="16250" y="78911"/>
                  <a:pt x="17281" y="78689"/>
                  <a:pt x="18057" y="78445"/>
                </a:cubicBezTo>
                <a:cubicBezTo>
                  <a:pt x="18833" y="78201"/>
                  <a:pt x="19509" y="77902"/>
                  <a:pt x="20085" y="77548"/>
                </a:cubicBezTo>
                <a:cubicBezTo>
                  <a:pt x="20706" y="77148"/>
                  <a:pt x="21238" y="76716"/>
                  <a:pt x="21682" y="76250"/>
                </a:cubicBezTo>
                <a:cubicBezTo>
                  <a:pt x="22125" y="75785"/>
                  <a:pt x="22480" y="75198"/>
                  <a:pt x="22746" y="74488"/>
                </a:cubicBezTo>
                <a:cubicBezTo>
                  <a:pt x="23012" y="73779"/>
                  <a:pt x="23222" y="72914"/>
                  <a:pt x="23378" y="71894"/>
                </a:cubicBezTo>
                <a:cubicBezTo>
                  <a:pt x="23533" y="70874"/>
                  <a:pt x="23610" y="69611"/>
                  <a:pt x="23610" y="68104"/>
                </a:cubicBezTo>
                <a:lnTo>
                  <a:pt x="23610" y="20418"/>
                </a:lnTo>
                <a:cubicBezTo>
                  <a:pt x="23610" y="18689"/>
                  <a:pt x="23278" y="17470"/>
                  <a:pt x="22613" y="16760"/>
                </a:cubicBezTo>
                <a:cubicBezTo>
                  <a:pt x="21947" y="16051"/>
                  <a:pt x="20994" y="15696"/>
                  <a:pt x="19753" y="15696"/>
                </a:cubicBezTo>
                <a:cubicBezTo>
                  <a:pt x="18378" y="15696"/>
                  <a:pt x="16339" y="16405"/>
                  <a:pt x="13634" y="17824"/>
                </a:cubicBezTo>
                <a:cubicBezTo>
                  <a:pt x="10930" y="19242"/>
                  <a:pt x="7427" y="21348"/>
                  <a:pt x="3126" y="24142"/>
                </a:cubicBezTo>
                <a:cubicBezTo>
                  <a:pt x="2550" y="23122"/>
                  <a:pt x="2017" y="22103"/>
                  <a:pt x="1530" y="21082"/>
                </a:cubicBezTo>
                <a:cubicBezTo>
                  <a:pt x="1042" y="20063"/>
                  <a:pt x="532" y="19021"/>
                  <a:pt x="0" y="17957"/>
                </a:cubicBezTo>
                <a:cubicBezTo>
                  <a:pt x="5498" y="14942"/>
                  <a:pt x="10941" y="11938"/>
                  <a:pt x="16328" y="8945"/>
                </a:cubicBezTo>
                <a:cubicBezTo>
                  <a:pt x="21715" y="5953"/>
                  <a:pt x="27179" y="2971"/>
                  <a:pt x="32722" y="0"/>
                </a:cubicBezTo>
                <a:lnTo>
                  <a:pt x="36779" y="0"/>
                </a:lnTo>
                <a:cubicBezTo>
                  <a:pt x="36690" y="2438"/>
                  <a:pt x="36623" y="4622"/>
                  <a:pt x="36579" y="6551"/>
                </a:cubicBezTo>
                <a:cubicBezTo>
                  <a:pt x="36535" y="8480"/>
                  <a:pt x="36501" y="10353"/>
                  <a:pt x="36480" y="12171"/>
                </a:cubicBezTo>
                <a:cubicBezTo>
                  <a:pt x="36457" y="13988"/>
                  <a:pt x="36446" y="15785"/>
                  <a:pt x="36446" y="17558"/>
                </a:cubicBezTo>
                <a:lnTo>
                  <a:pt x="36446" y="68104"/>
                </a:lnTo>
              </a:path>
            </a:pathLst>
          </a:custGeom>
          <a:solidFill xmlns:a="http://schemas.openxmlformats.org/drawingml/2006/main">
            <a:srgbClr val="7F7F7F"/>
          </a:solidFill>
          <a:ln xmlns:a="http://schemas.openxmlformats.org/drawingml/2006/main" w="0">
            <a:noFill/>
            <a:prstDash val="solid"/>
          </a:ln>
        </p:spPr>
      </p:sp>
      <p:sp>
        <p:nvSpPr>
          <p:cNvPr id="267" name="pdf-path-100124">
            <a:extLst xmlns:a="http://schemas.openxmlformats.org/drawingml/2006/main">
              <a:ext uri="{FF2B5EF4-FFF2-40B4-BE49-F238E27FC236}">
                <a16:creationId xmlns:a16="http://schemas.microsoft.com/office/drawing/2014/main" id="{45F077E9-58BC-4FBE-AD3A-A4B7E9E9A89A}"/>
              </a:ext>
            </a:extLst>
          </p:cNvPr>
          <p:cNvSpPr>
            <a:spLocks xmlns:a="http://schemas.openxmlformats.org/drawingml/2006/main" noGrp="1"/>
          </p:cNvSpPr>
          <p:nvPr/>
        </p:nvSpPr>
        <p:spPr>
          <a:xfrm xmlns:a="http://schemas.openxmlformats.org/drawingml/2006/main">
            <a:off x="1774114" y="6401812"/>
            <a:ext cx="60056" cy="31126"/>
          </a:xfrm>
          <a:custGeom xmlns:a="http://schemas.openxmlformats.org/drawingml/2006/main">
            <a:pathLst>
              <a:path w="60056" h="31126">
                <a:moveTo>
                  <a:pt x="37311" y="0"/>
                </a:moveTo>
                <a:lnTo>
                  <a:pt x="60056" y="25340"/>
                </a:lnTo>
                <a:lnTo>
                  <a:pt x="54370" y="31126"/>
                </a:lnTo>
                <a:lnTo>
                  <a:pt x="30626" y="12670"/>
                </a:lnTo>
                <a:lnTo>
                  <a:pt x="29529" y="12670"/>
                </a:lnTo>
                <a:lnTo>
                  <a:pt x="5587" y="31126"/>
                </a:lnTo>
                <a:lnTo>
                  <a:pt x="0" y="25340"/>
                </a:lnTo>
                <a:lnTo>
                  <a:pt x="23943" y="0"/>
                </a:lnTo>
                <a:lnTo>
                  <a:pt x="37311" y="0"/>
                </a:lnTo>
              </a:path>
            </a:pathLst>
          </a:custGeom>
          <a:solidFill xmlns:a="http://schemas.openxmlformats.org/drawingml/2006/main">
            <a:srgbClr val="000000"/>
          </a:solidFill>
          <a:ln xmlns:a="http://schemas.openxmlformats.org/drawingml/2006/main" w="0">
            <a:noFill/>
            <a:prstDash val="solid"/>
          </a:ln>
        </p:spPr>
      </p:sp>
      <p:sp>
        <p:nvSpPr>
          <p:cNvPr id="268" name="pdf-path-100125">
            <a:extLst xmlns:a="http://schemas.openxmlformats.org/drawingml/2006/main">
              <a:ext uri="{FF2B5EF4-FFF2-40B4-BE49-F238E27FC236}">
                <a16:creationId xmlns:a16="http://schemas.microsoft.com/office/drawing/2014/main" id="{F2239F1E-4DA6-4BC9-B4B0-1ACBC76A1EBA}"/>
              </a:ext>
            </a:extLst>
          </p:cNvPr>
          <p:cNvSpPr>
            <a:spLocks xmlns:a="http://schemas.openxmlformats.org/drawingml/2006/main" noGrp="1"/>
          </p:cNvSpPr>
          <p:nvPr/>
        </p:nvSpPr>
        <p:spPr>
          <a:xfrm xmlns:a="http://schemas.openxmlformats.org/drawingml/2006/main">
            <a:off x="1722603" y="6440412"/>
            <a:ext cx="113329" cy="185656"/>
          </a:xfrm>
          <a:custGeom xmlns:a="http://schemas.openxmlformats.org/drawingml/2006/main">
            <a:pathLst>
              <a:path w="113329" h="185656">
                <a:moveTo>
                  <a:pt x="75319" y="68736"/>
                </a:moveTo>
                <a:cubicBezTo>
                  <a:pt x="91148" y="74322"/>
                  <a:pt x="99062" y="84731"/>
                  <a:pt x="99062" y="99961"/>
                </a:cubicBezTo>
                <a:cubicBezTo>
                  <a:pt x="99062" y="107809"/>
                  <a:pt x="97317" y="115157"/>
                  <a:pt x="93825" y="122008"/>
                </a:cubicBezTo>
                <a:cubicBezTo>
                  <a:pt x="90333" y="128858"/>
                  <a:pt x="85212" y="134295"/>
                  <a:pt x="78462" y="138319"/>
                </a:cubicBezTo>
                <a:cubicBezTo>
                  <a:pt x="71711" y="142342"/>
                  <a:pt x="63947" y="144354"/>
                  <a:pt x="55168" y="144354"/>
                </a:cubicBezTo>
                <a:cubicBezTo>
                  <a:pt x="49515" y="144354"/>
                  <a:pt x="44543" y="143906"/>
                  <a:pt x="40253" y="143008"/>
                </a:cubicBezTo>
                <a:cubicBezTo>
                  <a:pt x="35964" y="142109"/>
                  <a:pt x="31524" y="140563"/>
                  <a:pt x="26936" y="138368"/>
                </a:cubicBezTo>
                <a:lnTo>
                  <a:pt x="16261" y="185656"/>
                </a:lnTo>
                <a:lnTo>
                  <a:pt x="0" y="185656"/>
                </a:lnTo>
                <a:lnTo>
                  <a:pt x="29529" y="53772"/>
                </a:lnTo>
                <a:cubicBezTo>
                  <a:pt x="32190" y="41933"/>
                  <a:pt x="35781" y="32123"/>
                  <a:pt x="40303" y="24342"/>
                </a:cubicBezTo>
                <a:cubicBezTo>
                  <a:pt x="44826" y="16561"/>
                  <a:pt x="50479" y="10559"/>
                  <a:pt x="57263" y="6335"/>
                </a:cubicBezTo>
                <a:cubicBezTo>
                  <a:pt x="64047" y="2112"/>
                  <a:pt x="72027" y="0"/>
                  <a:pt x="81205" y="0"/>
                </a:cubicBezTo>
                <a:cubicBezTo>
                  <a:pt x="91447" y="0"/>
                  <a:pt x="99362" y="2278"/>
                  <a:pt x="104948" y="6834"/>
                </a:cubicBezTo>
                <a:cubicBezTo>
                  <a:pt x="110535" y="11390"/>
                  <a:pt x="113329" y="17858"/>
                  <a:pt x="113329" y="26237"/>
                </a:cubicBezTo>
                <a:cubicBezTo>
                  <a:pt x="113329" y="29629"/>
                  <a:pt x="112846" y="33304"/>
                  <a:pt x="111882" y="37261"/>
                </a:cubicBezTo>
                <a:cubicBezTo>
                  <a:pt x="110917" y="41218"/>
                  <a:pt x="109005" y="45109"/>
                  <a:pt x="106146" y="48933"/>
                </a:cubicBezTo>
                <a:cubicBezTo>
                  <a:pt x="103286" y="52758"/>
                  <a:pt x="99312" y="56299"/>
                  <a:pt x="94224" y="59558"/>
                </a:cubicBezTo>
                <a:cubicBezTo>
                  <a:pt x="89136" y="62817"/>
                  <a:pt x="82901" y="65610"/>
                  <a:pt x="75519" y="67937"/>
                </a:cubicBezTo>
                <a:lnTo>
                  <a:pt x="75319" y="68736"/>
                </a:lnTo>
                <a:moveTo>
                  <a:pt x="58660" y="64346"/>
                </a:moveTo>
                <a:cubicBezTo>
                  <a:pt x="65842" y="63814"/>
                  <a:pt x="72327" y="61753"/>
                  <a:pt x="78113" y="58161"/>
                </a:cubicBezTo>
                <a:cubicBezTo>
                  <a:pt x="83899" y="54570"/>
                  <a:pt x="88438" y="49864"/>
                  <a:pt x="91730" y="44045"/>
                </a:cubicBezTo>
                <a:cubicBezTo>
                  <a:pt x="95022" y="38225"/>
                  <a:pt x="96668" y="31857"/>
                  <a:pt x="96668" y="24940"/>
                </a:cubicBezTo>
                <a:cubicBezTo>
                  <a:pt x="96668" y="19420"/>
                  <a:pt x="95288" y="15197"/>
                  <a:pt x="92528" y="12270"/>
                </a:cubicBezTo>
                <a:cubicBezTo>
                  <a:pt x="89768" y="9345"/>
                  <a:pt x="85661" y="7881"/>
                  <a:pt x="80208" y="7881"/>
                </a:cubicBezTo>
                <a:cubicBezTo>
                  <a:pt x="71761" y="7881"/>
                  <a:pt x="64711" y="11955"/>
                  <a:pt x="59058" y="20102"/>
                </a:cubicBezTo>
                <a:cubicBezTo>
                  <a:pt x="53405" y="28249"/>
                  <a:pt x="48783" y="40603"/>
                  <a:pt x="45192" y="57163"/>
                </a:cubicBezTo>
                <a:lnTo>
                  <a:pt x="31724" y="119714"/>
                </a:lnTo>
                <a:cubicBezTo>
                  <a:pt x="31391" y="121243"/>
                  <a:pt x="31225" y="122540"/>
                  <a:pt x="31225" y="123604"/>
                </a:cubicBezTo>
                <a:cubicBezTo>
                  <a:pt x="31225" y="125399"/>
                  <a:pt x="31641" y="126930"/>
                  <a:pt x="32472" y="128193"/>
                </a:cubicBezTo>
                <a:cubicBezTo>
                  <a:pt x="33304" y="129457"/>
                  <a:pt x="34534" y="130704"/>
                  <a:pt x="36163" y="131934"/>
                </a:cubicBezTo>
                <a:cubicBezTo>
                  <a:pt x="37793" y="133165"/>
                  <a:pt x="39905" y="134229"/>
                  <a:pt x="42498" y="135126"/>
                </a:cubicBezTo>
                <a:cubicBezTo>
                  <a:pt x="45092" y="136024"/>
                  <a:pt x="48384" y="136473"/>
                  <a:pt x="52374" y="136473"/>
                </a:cubicBezTo>
                <a:cubicBezTo>
                  <a:pt x="57762" y="136473"/>
                  <a:pt x="62667" y="134810"/>
                  <a:pt x="67089" y="131485"/>
                </a:cubicBezTo>
                <a:cubicBezTo>
                  <a:pt x="71512" y="128160"/>
                  <a:pt x="74987" y="123438"/>
                  <a:pt x="77514" y="117319"/>
                </a:cubicBezTo>
                <a:cubicBezTo>
                  <a:pt x="80041" y="111201"/>
                  <a:pt x="81305" y="104217"/>
                  <a:pt x="81305" y="96369"/>
                </a:cubicBezTo>
                <a:cubicBezTo>
                  <a:pt x="81305" y="88854"/>
                  <a:pt x="79227" y="82968"/>
                  <a:pt x="75070" y="78712"/>
                </a:cubicBezTo>
                <a:cubicBezTo>
                  <a:pt x="70913" y="74455"/>
                  <a:pt x="64977" y="72028"/>
                  <a:pt x="57263" y="71429"/>
                </a:cubicBezTo>
                <a:lnTo>
                  <a:pt x="58660" y="64346"/>
                </a:lnTo>
              </a:path>
            </a:pathLst>
          </a:custGeom>
          <a:solidFill xmlns:a="http://schemas.openxmlformats.org/drawingml/2006/main">
            <a:srgbClr val="000000"/>
          </a:solidFill>
          <a:ln xmlns:a="http://schemas.openxmlformats.org/drawingml/2006/main" w="0">
            <a:noFill/>
            <a:prstDash val="solid"/>
          </a:ln>
        </p:spPr>
      </p:sp>
      <p:sp>
        <p:nvSpPr>
          <p:cNvPr id="269" name="pdf-path-100126">
            <a:extLst xmlns:a="http://schemas.openxmlformats.org/drawingml/2006/main">
              <a:ext uri="{FF2B5EF4-FFF2-40B4-BE49-F238E27FC236}">
                <a16:creationId xmlns:a16="http://schemas.microsoft.com/office/drawing/2014/main" id="{B6F12242-1C5E-4407-AABD-97ADD995C130}"/>
              </a:ext>
            </a:extLst>
          </p:cNvPr>
          <p:cNvSpPr>
            <a:spLocks xmlns:a="http://schemas.openxmlformats.org/drawingml/2006/main" noGrp="1"/>
          </p:cNvSpPr>
          <p:nvPr/>
        </p:nvSpPr>
        <p:spPr>
          <a:xfrm xmlns:a="http://schemas.openxmlformats.org/drawingml/2006/main">
            <a:off x="1841779" y="6536407"/>
            <a:ext cx="52380" cy="91647"/>
          </a:xfrm>
          <a:custGeom xmlns:a="http://schemas.openxmlformats.org/drawingml/2006/main">
            <a:pathLst>
              <a:path w="52380" h="91647">
                <a:moveTo>
                  <a:pt x="45391" y="76445"/>
                </a:moveTo>
                <a:cubicBezTo>
                  <a:pt x="42941" y="79183"/>
                  <a:pt x="40612" y="81512"/>
                  <a:pt x="38402" y="83433"/>
                </a:cubicBezTo>
                <a:cubicBezTo>
                  <a:pt x="36193" y="85355"/>
                  <a:pt x="34031" y="86928"/>
                  <a:pt x="31918" y="88153"/>
                </a:cubicBezTo>
                <a:cubicBezTo>
                  <a:pt x="29804" y="89378"/>
                  <a:pt x="27715" y="90267"/>
                  <a:pt x="25649" y="90819"/>
                </a:cubicBezTo>
                <a:cubicBezTo>
                  <a:pt x="23584" y="91371"/>
                  <a:pt x="21470" y="91647"/>
                  <a:pt x="19309" y="91647"/>
                </a:cubicBezTo>
                <a:cubicBezTo>
                  <a:pt x="13593" y="91647"/>
                  <a:pt x="9330" y="90302"/>
                  <a:pt x="6520" y="87612"/>
                </a:cubicBezTo>
                <a:cubicBezTo>
                  <a:pt x="3711" y="84923"/>
                  <a:pt x="2305" y="80960"/>
                  <a:pt x="2305" y="75724"/>
                </a:cubicBezTo>
                <a:cubicBezTo>
                  <a:pt x="2305" y="73947"/>
                  <a:pt x="2437" y="71990"/>
                  <a:pt x="2702" y="69852"/>
                </a:cubicBezTo>
                <a:cubicBezTo>
                  <a:pt x="2966" y="67715"/>
                  <a:pt x="3338" y="65638"/>
                  <a:pt x="3819" y="63620"/>
                </a:cubicBezTo>
                <a:lnTo>
                  <a:pt x="12393" y="26298"/>
                </a:lnTo>
                <a:lnTo>
                  <a:pt x="0" y="26298"/>
                </a:lnTo>
                <a:lnTo>
                  <a:pt x="1441" y="20750"/>
                </a:lnTo>
                <a:cubicBezTo>
                  <a:pt x="4323" y="20750"/>
                  <a:pt x="6568" y="20475"/>
                  <a:pt x="8178" y="19922"/>
                </a:cubicBezTo>
                <a:cubicBezTo>
                  <a:pt x="9786" y="19370"/>
                  <a:pt x="11143" y="18613"/>
                  <a:pt x="12248" y="17653"/>
                </a:cubicBezTo>
                <a:cubicBezTo>
                  <a:pt x="12969" y="16979"/>
                  <a:pt x="13665" y="16151"/>
                  <a:pt x="14338" y="15167"/>
                </a:cubicBezTo>
                <a:cubicBezTo>
                  <a:pt x="15010" y="14182"/>
                  <a:pt x="15683" y="12993"/>
                  <a:pt x="16355" y="11600"/>
                </a:cubicBezTo>
                <a:cubicBezTo>
                  <a:pt x="17027" y="10207"/>
                  <a:pt x="17712" y="8562"/>
                  <a:pt x="18408" y="6665"/>
                </a:cubicBezTo>
                <a:cubicBezTo>
                  <a:pt x="19105" y="4767"/>
                  <a:pt x="19886" y="2546"/>
                  <a:pt x="20750" y="0"/>
                </a:cubicBezTo>
                <a:lnTo>
                  <a:pt x="31990" y="0"/>
                </a:lnTo>
                <a:lnTo>
                  <a:pt x="27883" y="18301"/>
                </a:lnTo>
                <a:lnTo>
                  <a:pt x="52380" y="18301"/>
                </a:lnTo>
                <a:lnTo>
                  <a:pt x="50723" y="26298"/>
                </a:lnTo>
                <a:lnTo>
                  <a:pt x="26298" y="26298"/>
                </a:lnTo>
                <a:lnTo>
                  <a:pt x="18949" y="56487"/>
                </a:lnTo>
                <a:cubicBezTo>
                  <a:pt x="18468" y="58504"/>
                  <a:pt x="18072" y="60317"/>
                  <a:pt x="17760" y="61927"/>
                </a:cubicBezTo>
                <a:cubicBezTo>
                  <a:pt x="17448" y="63536"/>
                  <a:pt x="17196" y="64989"/>
                  <a:pt x="17003" y="66285"/>
                </a:cubicBezTo>
                <a:cubicBezTo>
                  <a:pt x="16811" y="67583"/>
                  <a:pt x="16680" y="68759"/>
                  <a:pt x="16607" y="69816"/>
                </a:cubicBezTo>
                <a:cubicBezTo>
                  <a:pt x="16535" y="70873"/>
                  <a:pt x="16499" y="71858"/>
                  <a:pt x="16499" y="72770"/>
                </a:cubicBezTo>
                <a:cubicBezTo>
                  <a:pt x="16499" y="75652"/>
                  <a:pt x="17099" y="77910"/>
                  <a:pt x="18300" y="79543"/>
                </a:cubicBezTo>
                <a:cubicBezTo>
                  <a:pt x="19501" y="81176"/>
                  <a:pt x="21470" y="81993"/>
                  <a:pt x="24208" y="81993"/>
                </a:cubicBezTo>
                <a:cubicBezTo>
                  <a:pt x="26514" y="81993"/>
                  <a:pt x="28964" y="81140"/>
                  <a:pt x="31557" y="79435"/>
                </a:cubicBezTo>
                <a:cubicBezTo>
                  <a:pt x="34151" y="77729"/>
                  <a:pt x="37105" y="75052"/>
                  <a:pt x="40419" y="71401"/>
                </a:cubicBezTo>
                <a:lnTo>
                  <a:pt x="45391" y="76445"/>
                </a:lnTo>
              </a:path>
            </a:pathLst>
          </a:custGeom>
          <a:solidFill xmlns:a="http://schemas.openxmlformats.org/drawingml/2006/main">
            <a:srgbClr val="000000"/>
          </a:solidFill>
          <a:ln xmlns:a="http://schemas.openxmlformats.org/drawingml/2006/main" w="0">
            <a:noFill/>
            <a:prstDash val="solid"/>
          </a:ln>
        </p:spPr>
      </p:sp>
      <p:sp>
        <p:nvSpPr>
          <p:cNvPr id="270" name="pdf-path-100127">
            <a:extLst xmlns:a="http://schemas.openxmlformats.org/drawingml/2006/main">
              <a:ext uri="{FF2B5EF4-FFF2-40B4-BE49-F238E27FC236}">
                <a16:creationId xmlns:a16="http://schemas.microsoft.com/office/drawing/2014/main" id="{88CB4F92-B58C-4FFE-97F7-B64BFF4A0B85}"/>
              </a:ext>
            </a:extLst>
          </p:cNvPr>
          <p:cNvSpPr>
            <a:spLocks xmlns:a="http://schemas.openxmlformats.org/drawingml/2006/main" noGrp="1"/>
          </p:cNvSpPr>
          <p:nvPr/>
        </p:nvSpPr>
        <p:spPr>
          <a:xfrm xmlns:a="http://schemas.openxmlformats.org/drawingml/2006/main">
            <a:off x="9284974" y="6445400"/>
            <a:ext cx="60056" cy="31126"/>
          </a:xfrm>
          <a:custGeom xmlns:a="http://schemas.openxmlformats.org/drawingml/2006/main">
            <a:pathLst>
              <a:path w="60056" h="31126">
                <a:moveTo>
                  <a:pt x="37310" y="0"/>
                </a:moveTo>
                <a:lnTo>
                  <a:pt x="60056" y="25340"/>
                </a:lnTo>
                <a:lnTo>
                  <a:pt x="54370" y="31126"/>
                </a:lnTo>
                <a:lnTo>
                  <a:pt x="30627" y="12670"/>
                </a:lnTo>
                <a:lnTo>
                  <a:pt x="29529" y="12670"/>
                </a:lnTo>
                <a:lnTo>
                  <a:pt x="5586" y="31126"/>
                </a:lnTo>
                <a:lnTo>
                  <a:pt x="0" y="25340"/>
                </a:lnTo>
                <a:lnTo>
                  <a:pt x="23943" y="0"/>
                </a:lnTo>
                <a:lnTo>
                  <a:pt x="37310" y="0"/>
                </a:lnTo>
              </a:path>
            </a:pathLst>
          </a:custGeom>
          <a:solidFill xmlns:a="http://schemas.openxmlformats.org/drawingml/2006/main">
            <a:srgbClr val="000000"/>
          </a:solidFill>
          <a:ln xmlns:a="http://schemas.openxmlformats.org/drawingml/2006/main" w="0">
            <a:noFill/>
            <a:prstDash val="solid"/>
          </a:ln>
        </p:spPr>
      </p:sp>
      <p:sp>
        <p:nvSpPr>
          <p:cNvPr id="271" name="pdf-path-100128">
            <a:extLst xmlns:a="http://schemas.openxmlformats.org/drawingml/2006/main">
              <a:ext uri="{FF2B5EF4-FFF2-40B4-BE49-F238E27FC236}">
                <a16:creationId xmlns:a16="http://schemas.microsoft.com/office/drawing/2014/main" id="{D9FEA15B-A38F-4398-B716-29453E4D6539}"/>
              </a:ext>
            </a:extLst>
          </p:cNvPr>
          <p:cNvSpPr>
            <a:spLocks xmlns:a="http://schemas.openxmlformats.org/drawingml/2006/main" noGrp="1"/>
          </p:cNvSpPr>
          <p:nvPr/>
        </p:nvSpPr>
        <p:spPr>
          <a:xfrm xmlns:a="http://schemas.openxmlformats.org/drawingml/2006/main">
            <a:off x="9233463" y="6486721"/>
            <a:ext cx="113329" cy="185656"/>
          </a:xfrm>
          <a:custGeom xmlns:a="http://schemas.openxmlformats.org/drawingml/2006/main">
            <a:pathLst>
              <a:path w="113329" h="185656">
                <a:moveTo>
                  <a:pt x="75320" y="68736"/>
                </a:moveTo>
                <a:cubicBezTo>
                  <a:pt x="91148" y="74322"/>
                  <a:pt x="99063" y="84731"/>
                  <a:pt x="99063" y="99961"/>
                </a:cubicBezTo>
                <a:cubicBezTo>
                  <a:pt x="99063" y="107809"/>
                  <a:pt x="97317" y="115157"/>
                  <a:pt x="93825" y="122008"/>
                </a:cubicBezTo>
                <a:cubicBezTo>
                  <a:pt x="90334" y="128858"/>
                  <a:pt x="85212" y="134295"/>
                  <a:pt x="78462" y="138319"/>
                </a:cubicBezTo>
                <a:cubicBezTo>
                  <a:pt x="71711" y="142342"/>
                  <a:pt x="63947" y="144354"/>
                  <a:pt x="55168" y="144354"/>
                </a:cubicBezTo>
                <a:cubicBezTo>
                  <a:pt x="49514" y="144354"/>
                  <a:pt x="44543" y="143906"/>
                  <a:pt x="40253" y="143008"/>
                </a:cubicBezTo>
                <a:cubicBezTo>
                  <a:pt x="35964" y="142109"/>
                  <a:pt x="31524" y="140563"/>
                  <a:pt x="26936" y="138368"/>
                </a:cubicBezTo>
                <a:lnTo>
                  <a:pt x="16261" y="185656"/>
                </a:lnTo>
                <a:lnTo>
                  <a:pt x="0" y="185656"/>
                </a:lnTo>
                <a:lnTo>
                  <a:pt x="29529" y="53772"/>
                </a:lnTo>
                <a:cubicBezTo>
                  <a:pt x="32190" y="41933"/>
                  <a:pt x="35781" y="32123"/>
                  <a:pt x="40303" y="24342"/>
                </a:cubicBezTo>
                <a:cubicBezTo>
                  <a:pt x="44825" y="16561"/>
                  <a:pt x="50479" y="10559"/>
                  <a:pt x="57262" y="6335"/>
                </a:cubicBezTo>
                <a:cubicBezTo>
                  <a:pt x="64046" y="2112"/>
                  <a:pt x="72027" y="0"/>
                  <a:pt x="81205" y="0"/>
                </a:cubicBezTo>
                <a:cubicBezTo>
                  <a:pt x="91447" y="0"/>
                  <a:pt x="99362" y="2278"/>
                  <a:pt x="104948" y="6834"/>
                </a:cubicBezTo>
                <a:cubicBezTo>
                  <a:pt x="110535" y="11390"/>
                  <a:pt x="113329" y="17858"/>
                  <a:pt x="113329" y="26237"/>
                </a:cubicBezTo>
                <a:cubicBezTo>
                  <a:pt x="113329" y="29629"/>
                  <a:pt x="112846" y="33304"/>
                  <a:pt x="111882" y="37261"/>
                </a:cubicBezTo>
                <a:cubicBezTo>
                  <a:pt x="110917" y="41218"/>
                  <a:pt x="109005" y="45109"/>
                  <a:pt x="106146" y="48933"/>
                </a:cubicBezTo>
                <a:cubicBezTo>
                  <a:pt x="103286" y="52758"/>
                  <a:pt x="99312" y="56299"/>
                  <a:pt x="94224" y="59558"/>
                </a:cubicBezTo>
                <a:cubicBezTo>
                  <a:pt x="89136" y="62817"/>
                  <a:pt x="82901" y="65610"/>
                  <a:pt x="75519" y="67937"/>
                </a:cubicBezTo>
                <a:lnTo>
                  <a:pt x="75320" y="68736"/>
                </a:lnTo>
                <a:moveTo>
                  <a:pt x="58660" y="64346"/>
                </a:moveTo>
                <a:cubicBezTo>
                  <a:pt x="65842" y="63814"/>
                  <a:pt x="72327" y="61753"/>
                  <a:pt x="78113" y="58161"/>
                </a:cubicBezTo>
                <a:cubicBezTo>
                  <a:pt x="83899" y="54570"/>
                  <a:pt x="88438" y="49864"/>
                  <a:pt x="91730" y="44045"/>
                </a:cubicBezTo>
                <a:cubicBezTo>
                  <a:pt x="95022" y="38225"/>
                  <a:pt x="96668" y="31857"/>
                  <a:pt x="96668" y="24940"/>
                </a:cubicBezTo>
                <a:cubicBezTo>
                  <a:pt x="96668" y="19420"/>
                  <a:pt x="95289" y="15197"/>
                  <a:pt x="92529" y="12270"/>
                </a:cubicBezTo>
                <a:cubicBezTo>
                  <a:pt x="89768" y="9345"/>
                  <a:pt x="85661" y="7881"/>
                  <a:pt x="80208" y="7881"/>
                </a:cubicBezTo>
                <a:cubicBezTo>
                  <a:pt x="71761" y="7881"/>
                  <a:pt x="64711" y="11955"/>
                  <a:pt x="59058" y="20102"/>
                </a:cubicBezTo>
                <a:cubicBezTo>
                  <a:pt x="53405" y="28249"/>
                  <a:pt x="48783" y="40603"/>
                  <a:pt x="45192" y="57163"/>
                </a:cubicBezTo>
                <a:lnTo>
                  <a:pt x="31724" y="119714"/>
                </a:lnTo>
                <a:cubicBezTo>
                  <a:pt x="31392" y="121243"/>
                  <a:pt x="31225" y="122540"/>
                  <a:pt x="31225" y="123604"/>
                </a:cubicBezTo>
                <a:cubicBezTo>
                  <a:pt x="31225" y="125399"/>
                  <a:pt x="31641" y="126930"/>
                  <a:pt x="32472" y="128193"/>
                </a:cubicBezTo>
                <a:cubicBezTo>
                  <a:pt x="33303" y="129457"/>
                  <a:pt x="34534" y="130704"/>
                  <a:pt x="36163" y="131934"/>
                </a:cubicBezTo>
                <a:cubicBezTo>
                  <a:pt x="37792" y="133165"/>
                  <a:pt x="39905" y="134229"/>
                  <a:pt x="42498" y="135126"/>
                </a:cubicBezTo>
                <a:cubicBezTo>
                  <a:pt x="45092" y="136024"/>
                  <a:pt x="48384" y="136473"/>
                  <a:pt x="52375" y="136473"/>
                </a:cubicBezTo>
                <a:cubicBezTo>
                  <a:pt x="57761" y="136473"/>
                  <a:pt x="62667" y="134810"/>
                  <a:pt x="67090" y="131485"/>
                </a:cubicBezTo>
                <a:cubicBezTo>
                  <a:pt x="71512" y="128160"/>
                  <a:pt x="74987" y="123438"/>
                  <a:pt x="77514" y="117319"/>
                </a:cubicBezTo>
                <a:cubicBezTo>
                  <a:pt x="80042" y="111201"/>
                  <a:pt x="81306" y="104217"/>
                  <a:pt x="81306" y="96369"/>
                </a:cubicBezTo>
                <a:cubicBezTo>
                  <a:pt x="81306" y="88854"/>
                  <a:pt x="79227" y="82968"/>
                  <a:pt x="75070" y="78712"/>
                </a:cubicBezTo>
                <a:cubicBezTo>
                  <a:pt x="70913" y="74455"/>
                  <a:pt x="64977" y="72028"/>
                  <a:pt x="57262" y="71429"/>
                </a:cubicBezTo>
                <a:lnTo>
                  <a:pt x="58660" y="64346"/>
                </a:lnTo>
              </a:path>
            </a:pathLst>
          </a:custGeom>
          <a:solidFill xmlns:a="http://schemas.openxmlformats.org/drawingml/2006/main">
            <a:srgbClr val="000000"/>
          </a:solidFill>
          <a:ln xmlns:a="http://schemas.openxmlformats.org/drawingml/2006/main" w="0">
            <a:noFill/>
            <a:prstDash val="solid"/>
          </a:ln>
        </p:spPr>
      </p:sp>
      <p:sp>
        <p:nvSpPr>
          <p:cNvPr id="272" name="pdf-path-100129">
            <a:extLst xmlns:a="http://schemas.openxmlformats.org/drawingml/2006/main">
              <a:ext uri="{FF2B5EF4-FFF2-40B4-BE49-F238E27FC236}">
                <a16:creationId xmlns:a16="http://schemas.microsoft.com/office/drawing/2014/main" id="{04C5E358-5F40-4E12-8C87-58407C9AF984}"/>
              </a:ext>
            </a:extLst>
          </p:cNvPr>
          <p:cNvSpPr>
            <a:spLocks xmlns:a="http://schemas.openxmlformats.org/drawingml/2006/main" noGrp="1"/>
          </p:cNvSpPr>
          <p:nvPr/>
        </p:nvSpPr>
        <p:spPr>
          <a:xfrm xmlns:a="http://schemas.openxmlformats.org/drawingml/2006/main">
            <a:off x="9352639" y="6579994"/>
            <a:ext cx="52380" cy="91647"/>
          </a:xfrm>
          <a:custGeom xmlns:a="http://schemas.openxmlformats.org/drawingml/2006/main">
            <a:pathLst>
              <a:path w="52380" h="91647">
                <a:moveTo>
                  <a:pt x="45391" y="76445"/>
                </a:moveTo>
                <a:cubicBezTo>
                  <a:pt x="42942" y="79183"/>
                  <a:pt x="40612" y="81512"/>
                  <a:pt x="38403" y="83433"/>
                </a:cubicBezTo>
                <a:cubicBezTo>
                  <a:pt x="36193" y="85355"/>
                  <a:pt x="34031" y="86928"/>
                  <a:pt x="31918" y="88153"/>
                </a:cubicBezTo>
                <a:cubicBezTo>
                  <a:pt x="29805" y="89378"/>
                  <a:pt x="27715" y="90267"/>
                  <a:pt x="25650" y="90819"/>
                </a:cubicBezTo>
                <a:cubicBezTo>
                  <a:pt x="23584" y="91371"/>
                  <a:pt x="21471" y="91647"/>
                  <a:pt x="19310" y="91647"/>
                </a:cubicBezTo>
                <a:cubicBezTo>
                  <a:pt x="13593" y="91647"/>
                  <a:pt x="9331" y="90302"/>
                  <a:pt x="6521" y="87612"/>
                </a:cubicBezTo>
                <a:cubicBezTo>
                  <a:pt x="3711" y="84923"/>
                  <a:pt x="2306" y="80960"/>
                  <a:pt x="2306" y="75724"/>
                </a:cubicBezTo>
                <a:cubicBezTo>
                  <a:pt x="2306" y="73947"/>
                  <a:pt x="2438" y="71990"/>
                  <a:pt x="2702" y="69852"/>
                </a:cubicBezTo>
                <a:cubicBezTo>
                  <a:pt x="2967" y="67715"/>
                  <a:pt x="3338" y="65638"/>
                  <a:pt x="3819" y="63620"/>
                </a:cubicBezTo>
                <a:lnTo>
                  <a:pt x="12393" y="26298"/>
                </a:lnTo>
                <a:lnTo>
                  <a:pt x="0" y="26298"/>
                </a:lnTo>
                <a:lnTo>
                  <a:pt x="1441" y="20750"/>
                </a:lnTo>
                <a:cubicBezTo>
                  <a:pt x="4324" y="20750"/>
                  <a:pt x="6569" y="20475"/>
                  <a:pt x="8178" y="19922"/>
                </a:cubicBezTo>
                <a:cubicBezTo>
                  <a:pt x="9787" y="19370"/>
                  <a:pt x="11144" y="18613"/>
                  <a:pt x="12249" y="17653"/>
                </a:cubicBezTo>
                <a:cubicBezTo>
                  <a:pt x="12969" y="16979"/>
                  <a:pt x="13666" y="16151"/>
                  <a:pt x="14338" y="15167"/>
                </a:cubicBezTo>
                <a:cubicBezTo>
                  <a:pt x="15010" y="14182"/>
                  <a:pt x="15683" y="12993"/>
                  <a:pt x="16355" y="11600"/>
                </a:cubicBezTo>
                <a:cubicBezTo>
                  <a:pt x="17028" y="10207"/>
                  <a:pt x="17713" y="8562"/>
                  <a:pt x="18409" y="6665"/>
                </a:cubicBezTo>
                <a:cubicBezTo>
                  <a:pt x="19106" y="4767"/>
                  <a:pt x="19886" y="2546"/>
                  <a:pt x="20750" y="0"/>
                </a:cubicBezTo>
                <a:lnTo>
                  <a:pt x="31990" y="0"/>
                </a:lnTo>
                <a:lnTo>
                  <a:pt x="27883" y="18301"/>
                </a:lnTo>
                <a:lnTo>
                  <a:pt x="52380" y="18301"/>
                </a:lnTo>
                <a:lnTo>
                  <a:pt x="50723" y="26298"/>
                </a:lnTo>
                <a:lnTo>
                  <a:pt x="26298" y="26298"/>
                </a:lnTo>
                <a:lnTo>
                  <a:pt x="18949" y="56487"/>
                </a:lnTo>
                <a:cubicBezTo>
                  <a:pt x="18469" y="58504"/>
                  <a:pt x="18073" y="60317"/>
                  <a:pt x="17761" y="61927"/>
                </a:cubicBezTo>
                <a:cubicBezTo>
                  <a:pt x="17449" y="63536"/>
                  <a:pt x="17196" y="64989"/>
                  <a:pt x="17004" y="66285"/>
                </a:cubicBezTo>
                <a:cubicBezTo>
                  <a:pt x="16812" y="67583"/>
                  <a:pt x="16680" y="68759"/>
                  <a:pt x="16608" y="69816"/>
                </a:cubicBezTo>
                <a:cubicBezTo>
                  <a:pt x="16536" y="70873"/>
                  <a:pt x="16500" y="71858"/>
                  <a:pt x="16500" y="72770"/>
                </a:cubicBezTo>
                <a:cubicBezTo>
                  <a:pt x="16500" y="75652"/>
                  <a:pt x="17100" y="77910"/>
                  <a:pt x="18301" y="79543"/>
                </a:cubicBezTo>
                <a:cubicBezTo>
                  <a:pt x="19501" y="81176"/>
                  <a:pt x="21471" y="81993"/>
                  <a:pt x="24209" y="81993"/>
                </a:cubicBezTo>
                <a:cubicBezTo>
                  <a:pt x="26514" y="81993"/>
                  <a:pt x="28964" y="81140"/>
                  <a:pt x="31558" y="79435"/>
                </a:cubicBezTo>
                <a:cubicBezTo>
                  <a:pt x="34152" y="77729"/>
                  <a:pt x="37106" y="75052"/>
                  <a:pt x="40420" y="71401"/>
                </a:cubicBezTo>
                <a:lnTo>
                  <a:pt x="45391" y="76445"/>
                </a:lnTo>
              </a:path>
            </a:pathLst>
          </a:custGeom>
          <a:solidFill xmlns:a="http://schemas.openxmlformats.org/drawingml/2006/main">
            <a:srgbClr val="000000"/>
          </a:solidFill>
          <a:ln xmlns:a="http://schemas.openxmlformats.org/drawingml/2006/main" w="0">
            <a:noFill/>
            <a:prstDash val="solid"/>
          </a:ln>
        </p:spPr>
      </p:sp>
      <p:sp>
        <p:nvSpPr>
          <p:cNvPr id="273" name="pdf-path-100130">
            <a:extLst xmlns:a="http://schemas.openxmlformats.org/drawingml/2006/main">
              <a:ext uri="{FF2B5EF4-FFF2-40B4-BE49-F238E27FC236}">
                <a16:creationId xmlns:a16="http://schemas.microsoft.com/office/drawing/2014/main" id="{907AFFA8-CE82-40A5-9B7E-9B2AC52D2C82}"/>
              </a:ext>
            </a:extLst>
          </p:cNvPr>
          <p:cNvSpPr>
            <a:spLocks xmlns:a="http://schemas.openxmlformats.org/drawingml/2006/main" noGrp="1"/>
          </p:cNvSpPr>
          <p:nvPr/>
        </p:nvSpPr>
        <p:spPr>
          <a:xfrm xmlns:a="http://schemas.openxmlformats.org/drawingml/2006/main">
            <a:off x="531655" y="2443620"/>
            <a:ext cx="100736" cy="165027"/>
          </a:xfrm>
          <a:custGeom xmlns:a="http://schemas.openxmlformats.org/drawingml/2006/main">
            <a:pathLst>
              <a:path w="100736" h="165027">
                <a:moveTo>
                  <a:pt x="66951" y="61098"/>
                </a:moveTo>
                <a:cubicBezTo>
                  <a:pt x="81021" y="66064"/>
                  <a:pt x="88056" y="75315"/>
                  <a:pt x="88056" y="88853"/>
                </a:cubicBezTo>
                <a:cubicBezTo>
                  <a:pt x="88056" y="95829"/>
                  <a:pt x="86504" y="102362"/>
                  <a:pt x="83400" y="108451"/>
                </a:cubicBezTo>
                <a:cubicBezTo>
                  <a:pt x="80297" y="114540"/>
                  <a:pt x="75745" y="119373"/>
                  <a:pt x="69744" y="122950"/>
                </a:cubicBezTo>
                <a:cubicBezTo>
                  <a:pt x="63743" y="126526"/>
                  <a:pt x="56842" y="128315"/>
                  <a:pt x="49038" y="128315"/>
                </a:cubicBezTo>
                <a:cubicBezTo>
                  <a:pt x="44013" y="128315"/>
                  <a:pt x="39594" y="127916"/>
                  <a:pt x="35781" y="127117"/>
                </a:cubicBezTo>
                <a:cubicBezTo>
                  <a:pt x="31968" y="126319"/>
                  <a:pt x="28022" y="124945"/>
                  <a:pt x="23943" y="122994"/>
                </a:cubicBezTo>
                <a:lnTo>
                  <a:pt x="14454" y="165027"/>
                </a:lnTo>
                <a:lnTo>
                  <a:pt x="0" y="165027"/>
                </a:lnTo>
                <a:lnTo>
                  <a:pt x="26248" y="47797"/>
                </a:lnTo>
                <a:cubicBezTo>
                  <a:pt x="28613" y="37274"/>
                  <a:pt x="31805" y="28554"/>
                  <a:pt x="35825" y="21637"/>
                </a:cubicBezTo>
                <a:cubicBezTo>
                  <a:pt x="39845" y="14720"/>
                  <a:pt x="44870" y="9385"/>
                  <a:pt x="50900" y="5631"/>
                </a:cubicBezTo>
                <a:cubicBezTo>
                  <a:pt x="56930" y="1877"/>
                  <a:pt x="64024" y="0"/>
                  <a:pt x="72183" y="0"/>
                </a:cubicBezTo>
                <a:cubicBezTo>
                  <a:pt x="81287" y="0"/>
                  <a:pt x="88322" y="2025"/>
                  <a:pt x="93288" y="6074"/>
                </a:cubicBezTo>
                <a:cubicBezTo>
                  <a:pt x="98253" y="10124"/>
                  <a:pt x="100736" y="15873"/>
                  <a:pt x="100736" y="23322"/>
                </a:cubicBezTo>
                <a:cubicBezTo>
                  <a:pt x="100736" y="26337"/>
                  <a:pt x="100308" y="29603"/>
                  <a:pt x="99451" y="33121"/>
                </a:cubicBezTo>
                <a:cubicBezTo>
                  <a:pt x="98593" y="36638"/>
                  <a:pt x="96894" y="40096"/>
                  <a:pt x="94352" y="43496"/>
                </a:cubicBezTo>
                <a:cubicBezTo>
                  <a:pt x="91810" y="46895"/>
                  <a:pt x="88277" y="50043"/>
                  <a:pt x="83755" y="52940"/>
                </a:cubicBezTo>
                <a:cubicBezTo>
                  <a:pt x="79232" y="55836"/>
                  <a:pt x="73690" y="58319"/>
                  <a:pt x="67128" y="60388"/>
                </a:cubicBezTo>
                <a:lnTo>
                  <a:pt x="66951" y="61098"/>
                </a:lnTo>
                <a:moveTo>
                  <a:pt x="52142" y="57196"/>
                </a:moveTo>
                <a:cubicBezTo>
                  <a:pt x="58527" y="56723"/>
                  <a:pt x="64290" y="54891"/>
                  <a:pt x="69434" y="51698"/>
                </a:cubicBezTo>
                <a:cubicBezTo>
                  <a:pt x="74577" y="48506"/>
                  <a:pt x="78612" y="44323"/>
                  <a:pt x="81538" y="39151"/>
                </a:cubicBezTo>
                <a:cubicBezTo>
                  <a:pt x="84464" y="33978"/>
                  <a:pt x="85928" y="28317"/>
                  <a:pt x="85928" y="22169"/>
                </a:cubicBezTo>
                <a:cubicBezTo>
                  <a:pt x="85928" y="17262"/>
                  <a:pt x="84701" y="13508"/>
                  <a:pt x="82247" y="10907"/>
                </a:cubicBezTo>
                <a:cubicBezTo>
                  <a:pt x="79794" y="8306"/>
                  <a:pt x="76143" y="7006"/>
                  <a:pt x="71296" y="7006"/>
                </a:cubicBezTo>
                <a:cubicBezTo>
                  <a:pt x="63788" y="7006"/>
                  <a:pt x="57521" y="10626"/>
                  <a:pt x="52496" y="17868"/>
                </a:cubicBezTo>
                <a:cubicBezTo>
                  <a:pt x="47471" y="25110"/>
                  <a:pt x="43363" y="36091"/>
                  <a:pt x="40171" y="50812"/>
                </a:cubicBezTo>
                <a:lnTo>
                  <a:pt x="28199" y="106412"/>
                </a:lnTo>
                <a:cubicBezTo>
                  <a:pt x="27904" y="107771"/>
                  <a:pt x="27756" y="108924"/>
                  <a:pt x="27756" y="109870"/>
                </a:cubicBezTo>
                <a:cubicBezTo>
                  <a:pt x="27756" y="111466"/>
                  <a:pt x="28125" y="112826"/>
                  <a:pt x="28864" y="113949"/>
                </a:cubicBezTo>
                <a:cubicBezTo>
                  <a:pt x="29603" y="115072"/>
                  <a:pt x="30697" y="116181"/>
                  <a:pt x="32145" y="117275"/>
                </a:cubicBezTo>
                <a:cubicBezTo>
                  <a:pt x="33594" y="118368"/>
                  <a:pt x="35471" y="119314"/>
                  <a:pt x="37776" y="120112"/>
                </a:cubicBezTo>
                <a:cubicBezTo>
                  <a:pt x="40082" y="120910"/>
                  <a:pt x="43008" y="121309"/>
                  <a:pt x="46555" y="121309"/>
                </a:cubicBezTo>
                <a:cubicBezTo>
                  <a:pt x="51344" y="121309"/>
                  <a:pt x="55704" y="119831"/>
                  <a:pt x="59635" y="116875"/>
                </a:cubicBezTo>
                <a:cubicBezTo>
                  <a:pt x="63566" y="113919"/>
                  <a:pt x="66655" y="109722"/>
                  <a:pt x="68902" y="104283"/>
                </a:cubicBezTo>
                <a:cubicBezTo>
                  <a:pt x="71148" y="98844"/>
                  <a:pt x="72271" y="92637"/>
                  <a:pt x="72271" y="85661"/>
                </a:cubicBezTo>
                <a:cubicBezTo>
                  <a:pt x="72271" y="78981"/>
                  <a:pt x="70424" y="73749"/>
                  <a:pt x="66729" y="69965"/>
                </a:cubicBezTo>
                <a:cubicBezTo>
                  <a:pt x="63034" y="66182"/>
                  <a:pt x="57758" y="64024"/>
                  <a:pt x="50900" y="63492"/>
                </a:cubicBezTo>
                <a:lnTo>
                  <a:pt x="52142" y="57196"/>
                </a:lnTo>
              </a:path>
            </a:pathLst>
          </a:custGeom>
          <a:solidFill xmlns:a="http://schemas.openxmlformats.org/drawingml/2006/main">
            <a:srgbClr val="000000"/>
          </a:solidFill>
          <a:ln xmlns:a="http://schemas.openxmlformats.org/drawingml/2006/main" w="0">
            <a:noFill/>
            <a:prstDash val="solid"/>
          </a:ln>
        </p:spPr>
      </p:sp>
      <p:sp>
        <p:nvSpPr>
          <p:cNvPr id="274" name="pdf-path-100131">
            <a:extLst xmlns:a="http://schemas.openxmlformats.org/drawingml/2006/main">
              <a:ext uri="{FF2B5EF4-FFF2-40B4-BE49-F238E27FC236}">
                <a16:creationId xmlns:a16="http://schemas.microsoft.com/office/drawing/2014/main" id="{DA59AD02-8E81-4E57-ABB6-956F839B9A20}"/>
              </a:ext>
            </a:extLst>
          </p:cNvPr>
          <p:cNvSpPr>
            <a:spLocks xmlns:a="http://schemas.openxmlformats.org/drawingml/2006/main" noGrp="1"/>
          </p:cNvSpPr>
          <p:nvPr/>
        </p:nvSpPr>
        <p:spPr>
          <a:xfrm xmlns:a="http://schemas.openxmlformats.org/drawingml/2006/main">
            <a:off x="638916" y="2522529"/>
            <a:ext cx="48351" cy="84597"/>
          </a:xfrm>
          <a:custGeom xmlns:a="http://schemas.openxmlformats.org/drawingml/2006/main">
            <a:pathLst>
              <a:path w="48351" h="84597">
                <a:moveTo>
                  <a:pt x="41900" y="70564"/>
                </a:moveTo>
                <a:cubicBezTo>
                  <a:pt x="39638" y="73091"/>
                  <a:pt x="37488" y="75242"/>
                  <a:pt x="35448" y="77016"/>
                </a:cubicBezTo>
                <a:cubicBezTo>
                  <a:pt x="33409" y="78789"/>
                  <a:pt x="31414" y="80241"/>
                  <a:pt x="29463" y="81372"/>
                </a:cubicBezTo>
                <a:cubicBezTo>
                  <a:pt x="27512" y="82502"/>
                  <a:pt x="25583" y="83323"/>
                  <a:pt x="23677" y="83832"/>
                </a:cubicBezTo>
                <a:cubicBezTo>
                  <a:pt x="21770" y="84342"/>
                  <a:pt x="19819" y="84597"/>
                  <a:pt x="17824" y="84597"/>
                </a:cubicBezTo>
                <a:cubicBezTo>
                  <a:pt x="12548" y="84597"/>
                  <a:pt x="8613" y="83356"/>
                  <a:pt x="6019" y="80873"/>
                </a:cubicBezTo>
                <a:cubicBezTo>
                  <a:pt x="3425" y="78390"/>
                  <a:pt x="2128" y="74732"/>
                  <a:pt x="2128" y="69899"/>
                </a:cubicBezTo>
                <a:cubicBezTo>
                  <a:pt x="2128" y="68258"/>
                  <a:pt x="2250" y="66452"/>
                  <a:pt x="2494" y="64479"/>
                </a:cubicBezTo>
                <a:cubicBezTo>
                  <a:pt x="2738" y="62506"/>
                  <a:pt x="3082" y="60588"/>
                  <a:pt x="3525" y="58726"/>
                </a:cubicBezTo>
                <a:lnTo>
                  <a:pt x="11439" y="24275"/>
                </a:lnTo>
                <a:lnTo>
                  <a:pt x="0" y="24275"/>
                </a:lnTo>
                <a:lnTo>
                  <a:pt x="1330" y="19154"/>
                </a:lnTo>
                <a:cubicBezTo>
                  <a:pt x="3990" y="19154"/>
                  <a:pt x="6063" y="18899"/>
                  <a:pt x="7549" y="18389"/>
                </a:cubicBezTo>
                <a:cubicBezTo>
                  <a:pt x="9034" y="17879"/>
                  <a:pt x="10287" y="17181"/>
                  <a:pt x="11306" y="16294"/>
                </a:cubicBezTo>
                <a:cubicBezTo>
                  <a:pt x="11971" y="15674"/>
                  <a:pt x="12614" y="14909"/>
                  <a:pt x="13235" y="14000"/>
                </a:cubicBezTo>
                <a:cubicBezTo>
                  <a:pt x="13856" y="13091"/>
                  <a:pt x="14477" y="11994"/>
                  <a:pt x="15097" y="10708"/>
                </a:cubicBezTo>
                <a:cubicBezTo>
                  <a:pt x="15718" y="9422"/>
                  <a:pt x="16350" y="7903"/>
                  <a:pt x="16993" y="6152"/>
                </a:cubicBezTo>
                <a:cubicBezTo>
                  <a:pt x="17635" y="4401"/>
                  <a:pt x="18356" y="2350"/>
                  <a:pt x="19154" y="0"/>
                </a:cubicBezTo>
                <a:lnTo>
                  <a:pt x="29529" y="0"/>
                </a:lnTo>
                <a:lnTo>
                  <a:pt x="25738" y="16893"/>
                </a:lnTo>
                <a:lnTo>
                  <a:pt x="48351" y="16893"/>
                </a:lnTo>
                <a:lnTo>
                  <a:pt x="46821" y="24275"/>
                </a:lnTo>
                <a:lnTo>
                  <a:pt x="24275" y="24275"/>
                </a:lnTo>
                <a:lnTo>
                  <a:pt x="17491" y="52142"/>
                </a:lnTo>
                <a:cubicBezTo>
                  <a:pt x="17048" y="54004"/>
                  <a:pt x="16682" y="55678"/>
                  <a:pt x="16394" y="57163"/>
                </a:cubicBezTo>
                <a:cubicBezTo>
                  <a:pt x="16106" y="58648"/>
                  <a:pt x="15873" y="59990"/>
                  <a:pt x="15696" y="61187"/>
                </a:cubicBezTo>
                <a:cubicBezTo>
                  <a:pt x="15518" y="62384"/>
                  <a:pt x="15397" y="63470"/>
                  <a:pt x="15330" y="64445"/>
                </a:cubicBezTo>
                <a:cubicBezTo>
                  <a:pt x="15264" y="65421"/>
                  <a:pt x="15230" y="66330"/>
                  <a:pt x="15230" y="67172"/>
                </a:cubicBezTo>
                <a:cubicBezTo>
                  <a:pt x="15230" y="69833"/>
                  <a:pt x="15784" y="71917"/>
                  <a:pt x="16893" y="73424"/>
                </a:cubicBezTo>
                <a:cubicBezTo>
                  <a:pt x="18001" y="74932"/>
                  <a:pt x="19819" y="75685"/>
                  <a:pt x="22346" y="75685"/>
                </a:cubicBezTo>
                <a:cubicBezTo>
                  <a:pt x="24475" y="75685"/>
                  <a:pt x="26736" y="74898"/>
                  <a:pt x="29130" y="73324"/>
                </a:cubicBezTo>
                <a:cubicBezTo>
                  <a:pt x="31524" y="71750"/>
                  <a:pt x="34251" y="69278"/>
                  <a:pt x="37311" y="65909"/>
                </a:cubicBezTo>
                <a:lnTo>
                  <a:pt x="41900" y="70564"/>
                </a:lnTo>
              </a:path>
            </a:pathLst>
          </a:custGeom>
          <a:solidFill xmlns:a="http://schemas.openxmlformats.org/drawingml/2006/main">
            <a:srgbClr val="000000"/>
          </a:solidFill>
          <a:ln xmlns:a="http://schemas.openxmlformats.org/drawingml/2006/main" w="0">
            <a:noFill/>
            <a:prstDash val="solid"/>
          </a:ln>
        </p:spPr>
      </p:sp>
      <p:sp>
        <p:nvSpPr>
          <p:cNvPr id="275" name="pdf-path-100132">
            <a:extLst xmlns:a="http://schemas.openxmlformats.org/drawingml/2006/main">
              <a:ext uri="{FF2B5EF4-FFF2-40B4-BE49-F238E27FC236}">
                <a16:creationId xmlns:a16="http://schemas.microsoft.com/office/drawing/2014/main" id="{719486FF-E70D-4EC8-9462-FD6500FFEC4E}"/>
              </a:ext>
            </a:extLst>
          </p:cNvPr>
          <p:cNvSpPr>
            <a:spLocks xmlns:a="http://schemas.openxmlformats.org/drawingml/2006/main" noGrp="1"/>
          </p:cNvSpPr>
          <p:nvPr/>
        </p:nvSpPr>
        <p:spPr>
          <a:xfrm xmlns:a="http://schemas.openxmlformats.org/drawingml/2006/main">
            <a:off x="911798" y="2435447"/>
            <a:ext cx="100737" cy="165027"/>
          </a:xfrm>
          <a:custGeom xmlns:a="http://schemas.openxmlformats.org/drawingml/2006/main">
            <a:pathLst>
              <a:path w="100737" h="165027">
                <a:moveTo>
                  <a:pt x="66951" y="61098"/>
                </a:moveTo>
                <a:cubicBezTo>
                  <a:pt x="81021" y="66064"/>
                  <a:pt x="88056" y="75315"/>
                  <a:pt x="88056" y="88853"/>
                </a:cubicBezTo>
                <a:cubicBezTo>
                  <a:pt x="88056" y="95829"/>
                  <a:pt x="86504" y="102362"/>
                  <a:pt x="83400" y="108451"/>
                </a:cubicBezTo>
                <a:cubicBezTo>
                  <a:pt x="80297" y="114540"/>
                  <a:pt x="75745" y="119373"/>
                  <a:pt x="69744" y="122950"/>
                </a:cubicBezTo>
                <a:cubicBezTo>
                  <a:pt x="63743" y="126526"/>
                  <a:pt x="56842" y="128315"/>
                  <a:pt x="49038" y="128315"/>
                </a:cubicBezTo>
                <a:cubicBezTo>
                  <a:pt x="44013" y="128315"/>
                  <a:pt x="39594" y="127916"/>
                  <a:pt x="35781" y="127117"/>
                </a:cubicBezTo>
                <a:cubicBezTo>
                  <a:pt x="31968" y="126319"/>
                  <a:pt x="28022" y="124945"/>
                  <a:pt x="23943" y="122994"/>
                </a:cubicBezTo>
                <a:lnTo>
                  <a:pt x="14454" y="165027"/>
                </a:lnTo>
                <a:lnTo>
                  <a:pt x="0" y="165027"/>
                </a:lnTo>
                <a:lnTo>
                  <a:pt x="26248" y="47797"/>
                </a:lnTo>
                <a:cubicBezTo>
                  <a:pt x="28613" y="37274"/>
                  <a:pt x="31805" y="28554"/>
                  <a:pt x="35825" y="21637"/>
                </a:cubicBezTo>
                <a:cubicBezTo>
                  <a:pt x="39845" y="14720"/>
                  <a:pt x="44870" y="9385"/>
                  <a:pt x="50900" y="5631"/>
                </a:cubicBezTo>
                <a:cubicBezTo>
                  <a:pt x="56930" y="1877"/>
                  <a:pt x="64025" y="0"/>
                  <a:pt x="72183" y="0"/>
                </a:cubicBezTo>
                <a:cubicBezTo>
                  <a:pt x="81287" y="0"/>
                  <a:pt x="88322" y="2024"/>
                  <a:pt x="93288" y="6074"/>
                </a:cubicBezTo>
                <a:cubicBezTo>
                  <a:pt x="98253" y="10124"/>
                  <a:pt x="100737" y="15873"/>
                  <a:pt x="100737" y="23322"/>
                </a:cubicBezTo>
                <a:cubicBezTo>
                  <a:pt x="100737" y="26337"/>
                  <a:pt x="100308" y="29603"/>
                  <a:pt x="99451" y="33121"/>
                </a:cubicBezTo>
                <a:cubicBezTo>
                  <a:pt x="98593" y="36638"/>
                  <a:pt x="96894" y="40096"/>
                  <a:pt x="94352" y="43496"/>
                </a:cubicBezTo>
                <a:cubicBezTo>
                  <a:pt x="91810" y="46895"/>
                  <a:pt x="88277" y="50043"/>
                  <a:pt x="83755" y="52940"/>
                </a:cubicBezTo>
                <a:cubicBezTo>
                  <a:pt x="79232" y="55836"/>
                  <a:pt x="73690" y="58319"/>
                  <a:pt x="67128" y="60388"/>
                </a:cubicBezTo>
                <a:lnTo>
                  <a:pt x="66951" y="61098"/>
                </a:lnTo>
                <a:moveTo>
                  <a:pt x="52142" y="57196"/>
                </a:moveTo>
                <a:cubicBezTo>
                  <a:pt x="58527" y="56723"/>
                  <a:pt x="64290" y="54891"/>
                  <a:pt x="69434" y="51698"/>
                </a:cubicBezTo>
                <a:cubicBezTo>
                  <a:pt x="74577" y="48506"/>
                  <a:pt x="78612" y="44323"/>
                  <a:pt x="81538" y="39151"/>
                </a:cubicBezTo>
                <a:cubicBezTo>
                  <a:pt x="84464" y="33978"/>
                  <a:pt x="85928" y="28317"/>
                  <a:pt x="85928" y="22169"/>
                </a:cubicBezTo>
                <a:cubicBezTo>
                  <a:pt x="85928" y="17262"/>
                  <a:pt x="84701" y="13508"/>
                  <a:pt x="82247" y="10907"/>
                </a:cubicBezTo>
                <a:cubicBezTo>
                  <a:pt x="79794" y="8306"/>
                  <a:pt x="76143" y="7005"/>
                  <a:pt x="71296" y="7005"/>
                </a:cubicBezTo>
                <a:cubicBezTo>
                  <a:pt x="63788" y="7005"/>
                  <a:pt x="57521" y="10626"/>
                  <a:pt x="52497" y="17868"/>
                </a:cubicBezTo>
                <a:cubicBezTo>
                  <a:pt x="47471" y="25110"/>
                  <a:pt x="43363" y="36091"/>
                  <a:pt x="40171" y="50812"/>
                </a:cubicBezTo>
                <a:lnTo>
                  <a:pt x="28199" y="106412"/>
                </a:lnTo>
                <a:cubicBezTo>
                  <a:pt x="27904" y="107771"/>
                  <a:pt x="27756" y="108924"/>
                  <a:pt x="27756" y="109870"/>
                </a:cubicBezTo>
                <a:cubicBezTo>
                  <a:pt x="27756" y="111466"/>
                  <a:pt x="28125" y="112826"/>
                  <a:pt x="28864" y="113949"/>
                </a:cubicBezTo>
                <a:cubicBezTo>
                  <a:pt x="29603" y="115072"/>
                  <a:pt x="30697" y="116181"/>
                  <a:pt x="32145" y="117275"/>
                </a:cubicBezTo>
                <a:cubicBezTo>
                  <a:pt x="33594" y="118368"/>
                  <a:pt x="35471" y="119314"/>
                  <a:pt x="37776" y="120112"/>
                </a:cubicBezTo>
                <a:cubicBezTo>
                  <a:pt x="40082" y="120910"/>
                  <a:pt x="43008" y="121309"/>
                  <a:pt x="46555" y="121309"/>
                </a:cubicBezTo>
                <a:cubicBezTo>
                  <a:pt x="51344" y="121309"/>
                  <a:pt x="55704" y="119831"/>
                  <a:pt x="59635" y="116875"/>
                </a:cubicBezTo>
                <a:cubicBezTo>
                  <a:pt x="63566" y="113919"/>
                  <a:pt x="66655" y="109722"/>
                  <a:pt x="68902" y="104283"/>
                </a:cubicBezTo>
                <a:cubicBezTo>
                  <a:pt x="71148" y="98844"/>
                  <a:pt x="72271" y="92637"/>
                  <a:pt x="72271" y="85661"/>
                </a:cubicBezTo>
                <a:cubicBezTo>
                  <a:pt x="72271" y="78981"/>
                  <a:pt x="70424" y="73749"/>
                  <a:pt x="66729" y="69965"/>
                </a:cubicBezTo>
                <a:cubicBezTo>
                  <a:pt x="63034" y="66182"/>
                  <a:pt x="57758" y="64024"/>
                  <a:pt x="50900" y="63492"/>
                </a:cubicBezTo>
                <a:lnTo>
                  <a:pt x="52142" y="57196"/>
                </a:lnTo>
              </a:path>
            </a:pathLst>
          </a:custGeom>
          <a:solidFill xmlns:a="http://schemas.openxmlformats.org/drawingml/2006/main">
            <a:srgbClr val="000000"/>
          </a:solidFill>
          <a:ln xmlns:a="http://schemas.openxmlformats.org/drawingml/2006/main" w="0">
            <a:noFill/>
            <a:prstDash val="solid"/>
          </a:ln>
        </p:spPr>
      </p:sp>
      <p:sp>
        <p:nvSpPr>
          <p:cNvPr id="276" name="pdf-path-100133">
            <a:extLst xmlns:a="http://schemas.openxmlformats.org/drawingml/2006/main">
              <a:ext uri="{FF2B5EF4-FFF2-40B4-BE49-F238E27FC236}">
                <a16:creationId xmlns:a16="http://schemas.microsoft.com/office/drawing/2014/main" id="{EA8F58EF-61E9-4A07-8D9F-9C44EE4EF6E6}"/>
              </a:ext>
            </a:extLst>
          </p:cNvPr>
          <p:cNvSpPr>
            <a:spLocks xmlns:a="http://schemas.openxmlformats.org/drawingml/2006/main" noGrp="1"/>
          </p:cNvSpPr>
          <p:nvPr/>
        </p:nvSpPr>
        <p:spPr>
          <a:xfrm xmlns:a="http://schemas.openxmlformats.org/drawingml/2006/main">
            <a:off x="1019059" y="2517081"/>
            <a:ext cx="48351" cy="84597"/>
          </a:xfrm>
          <a:custGeom xmlns:a="http://schemas.openxmlformats.org/drawingml/2006/main">
            <a:pathLst>
              <a:path w="48351" h="84597">
                <a:moveTo>
                  <a:pt x="41900" y="70564"/>
                </a:moveTo>
                <a:cubicBezTo>
                  <a:pt x="39638" y="73091"/>
                  <a:pt x="37488" y="75242"/>
                  <a:pt x="35448" y="77016"/>
                </a:cubicBezTo>
                <a:cubicBezTo>
                  <a:pt x="33409" y="78789"/>
                  <a:pt x="31414" y="80241"/>
                  <a:pt x="29463" y="81372"/>
                </a:cubicBezTo>
                <a:cubicBezTo>
                  <a:pt x="27512" y="82502"/>
                  <a:pt x="25583" y="83323"/>
                  <a:pt x="23677" y="83832"/>
                </a:cubicBezTo>
                <a:cubicBezTo>
                  <a:pt x="21770" y="84342"/>
                  <a:pt x="19819" y="84597"/>
                  <a:pt x="17824" y="84597"/>
                </a:cubicBezTo>
                <a:cubicBezTo>
                  <a:pt x="12548" y="84597"/>
                  <a:pt x="8613" y="83356"/>
                  <a:pt x="6019" y="80873"/>
                </a:cubicBezTo>
                <a:cubicBezTo>
                  <a:pt x="3425" y="78390"/>
                  <a:pt x="2128" y="74732"/>
                  <a:pt x="2128" y="69899"/>
                </a:cubicBezTo>
                <a:cubicBezTo>
                  <a:pt x="2128" y="68258"/>
                  <a:pt x="2250" y="66452"/>
                  <a:pt x="2494" y="64479"/>
                </a:cubicBezTo>
                <a:cubicBezTo>
                  <a:pt x="2738" y="62506"/>
                  <a:pt x="3082" y="60588"/>
                  <a:pt x="3525" y="58726"/>
                </a:cubicBezTo>
                <a:lnTo>
                  <a:pt x="11439" y="24275"/>
                </a:lnTo>
                <a:lnTo>
                  <a:pt x="0" y="24275"/>
                </a:lnTo>
                <a:lnTo>
                  <a:pt x="1330" y="19154"/>
                </a:lnTo>
                <a:cubicBezTo>
                  <a:pt x="3990" y="19154"/>
                  <a:pt x="6063" y="18899"/>
                  <a:pt x="7549" y="18389"/>
                </a:cubicBezTo>
                <a:cubicBezTo>
                  <a:pt x="9034" y="17879"/>
                  <a:pt x="10287" y="17181"/>
                  <a:pt x="11306" y="16294"/>
                </a:cubicBezTo>
                <a:cubicBezTo>
                  <a:pt x="11971" y="15674"/>
                  <a:pt x="12614" y="14909"/>
                  <a:pt x="13235" y="14000"/>
                </a:cubicBezTo>
                <a:cubicBezTo>
                  <a:pt x="13856" y="13091"/>
                  <a:pt x="14477" y="11994"/>
                  <a:pt x="15097" y="10708"/>
                </a:cubicBezTo>
                <a:cubicBezTo>
                  <a:pt x="15718" y="9422"/>
                  <a:pt x="16350" y="7903"/>
                  <a:pt x="16993" y="6152"/>
                </a:cubicBezTo>
                <a:cubicBezTo>
                  <a:pt x="17635" y="4401"/>
                  <a:pt x="18356" y="2350"/>
                  <a:pt x="19154" y="0"/>
                </a:cubicBezTo>
                <a:lnTo>
                  <a:pt x="29529" y="0"/>
                </a:lnTo>
                <a:lnTo>
                  <a:pt x="25738" y="16893"/>
                </a:lnTo>
                <a:lnTo>
                  <a:pt x="48351" y="16893"/>
                </a:lnTo>
                <a:lnTo>
                  <a:pt x="46821" y="24275"/>
                </a:lnTo>
                <a:lnTo>
                  <a:pt x="24275" y="24275"/>
                </a:lnTo>
                <a:lnTo>
                  <a:pt x="17491" y="52142"/>
                </a:lnTo>
                <a:cubicBezTo>
                  <a:pt x="17048" y="54004"/>
                  <a:pt x="16682" y="55678"/>
                  <a:pt x="16394" y="57163"/>
                </a:cubicBezTo>
                <a:cubicBezTo>
                  <a:pt x="16106" y="58648"/>
                  <a:pt x="15873" y="59989"/>
                  <a:pt x="15696" y="61187"/>
                </a:cubicBezTo>
                <a:cubicBezTo>
                  <a:pt x="15518" y="62384"/>
                  <a:pt x="15397" y="63470"/>
                  <a:pt x="15330" y="64445"/>
                </a:cubicBezTo>
                <a:cubicBezTo>
                  <a:pt x="15264" y="65421"/>
                  <a:pt x="15230" y="66330"/>
                  <a:pt x="15230" y="67172"/>
                </a:cubicBezTo>
                <a:cubicBezTo>
                  <a:pt x="15230" y="69833"/>
                  <a:pt x="15784" y="71917"/>
                  <a:pt x="16893" y="73424"/>
                </a:cubicBezTo>
                <a:cubicBezTo>
                  <a:pt x="18001" y="74932"/>
                  <a:pt x="19819" y="75685"/>
                  <a:pt x="22346" y="75685"/>
                </a:cubicBezTo>
                <a:cubicBezTo>
                  <a:pt x="24475" y="75685"/>
                  <a:pt x="26736" y="74898"/>
                  <a:pt x="29130" y="73324"/>
                </a:cubicBezTo>
                <a:cubicBezTo>
                  <a:pt x="31524" y="71750"/>
                  <a:pt x="34251" y="69278"/>
                  <a:pt x="37311" y="65909"/>
                </a:cubicBezTo>
                <a:lnTo>
                  <a:pt x="41900" y="70564"/>
                </a:lnTo>
              </a:path>
            </a:pathLst>
          </a:custGeom>
          <a:solidFill xmlns:a="http://schemas.openxmlformats.org/drawingml/2006/main">
            <a:srgbClr val="000000"/>
          </a:solidFill>
          <a:ln xmlns:a="http://schemas.openxmlformats.org/drawingml/2006/main" w="0">
            <a:noFill/>
            <a:prstDash val="solid"/>
          </a:ln>
        </p:spPr>
      </p:sp>
      <p:sp>
        <p:nvSpPr>
          <p:cNvPr id="277" name="pdf-path-100134">
            <a:extLst xmlns:a="http://schemas.openxmlformats.org/drawingml/2006/main">
              <a:ext uri="{FF2B5EF4-FFF2-40B4-BE49-F238E27FC236}">
                <a16:creationId xmlns:a16="http://schemas.microsoft.com/office/drawing/2014/main" id="{39823AFF-DE6E-4CDC-8A9F-997845CEA50F}"/>
              </a:ext>
            </a:extLst>
          </p:cNvPr>
          <p:cNvSpPr>
            <a:spLocks xmlns:a="http://schemas.openxmlformats.org/drawingml/2006/main" noGrp="1"/>
          </p:cNvSpPr>
          <p:nvPr/>
        </p:nvSpPr>
        <p:spPr>
          <a:xfrm xmlns:a="http://schemas.openxmlformats.org/drawingml/2006/main">
            <a:off x="1082602" y="2521470"/>
            <a:ext cx="76617" cy="80141"/>
          </a:xfrm>
          <a:custGeom xmlns:a="http://schemas.openxmlformats.org/drawingml/2006/main">
            <a:pathLst>
              <a:path w="76617" h="80141">
                <a:moveTo>
                  <a:pt x="43695" y="45159"/>
                </a:moveTo>
                <a:lnTo>
                  <a:pt x="43695" y="80141"/>
                </a:lnTo>
                <a:lnTo>
                  <a:pt x="32921" y="80141"/>
                </a:lnTo>
                <a:lnTo>
                  <a:pt x="32921" y="45159"/>
                </a:lnTo>
                <a:lnTo>
                  <a:pt x="0" y="45159"/>
                </a:lnTo>
                <a:lnTo>
                  <a:pt x="0" y="34983"/>
                </a:lnTo>
                <a:lnTo>
                  <a:pt x="32921" y="34983"/>
                </a:lnTo>
                <a:lnTo>
                  <a:pt x="32921" y="0"/>
                </a:lnTo>
                <a:lnTo>
                  <a:pt x="43695" y="0"/>
                </a:lnTo>
                <a:lnTo>
                  <a:pt x="43695" y="34983"/>
                </a:lnTo>
                <a:lnTo>
                  <a:pt x="76617" y="34983"/>
                </a:lnTo>
                <a:lnTo>
                  <a:pt x="76617" y="45159"/>
                </a:lnTo>
                <a:lnTo>
                  <a:pt x="43695" y="45159"/>
                </a:lnTo>
              </a:path>
            </a:pathLst>
          </a:custGeom>
          <a:solidFill xmlns:a="http://schemas.openxmlformats.org/drawingml/2006/main">
            <a:srgbClr val="000000"/>
          </a:solidFill>
          <a:ln xmlns:a="http://schemas.openxmlformats.org/drawingml/2006/main" w="0">
            <a:noFill/>
            <a:prstDash val="solid"/>
          </a:ln>
        </p:spPr>
      </p:sp>
      <p:sp>
        <p:nvSpPr>
          <p:cNvPr id="278" name="pdf-path-100135">
            <a:extLst xmlns:a="http://schemas.openxmlformats.org/drawingml/2006/main">
              <a:ext uri="{FF2B5EF4-FFF2-40B4-BE49-F238E27FC236}">
                <a16:creationId xmlns:a16="http://schemas.microsoft.com/office/drawing/2014/main" id="{7C53079E-BFDA-46FC-92D8-72F1B247D112}"/>
              </a:ext>
            </a:extLst>
          </p:cNvPr>
          <p:cNvSpPr>
            <a:spLocks xmlns:a="http://schemas.openxmlformats.org/drawingml/2006/main" noGrp="1"/>
          </p:cNvSpPr>
          <p:nvPr/>
        </p:nvSpPr>
        <p:spPr>
          <a:xfrm xmlns:a="http://schemas.openxmlformats.org/drawingml/2006/main">
            <a:off x="1180013" y="2514820"/>
            <a:ext cx="56398" cy="85661"/>
          </a:xfrm>
          <a:custGeom xmlns:a="http://schemas.openxmlformats.org/drawingml/2006/main">
            <a:pathLst>
              <a:path w="56398" h="85661">
                <a:moveTo>
                  <a:pt x="36446" y="68103"/>
                </a:moveTo>
                <a:cubicBezTo>
                  <a:pt x="36446" y="69478"/>
                  <a:pt x="36491" y="70664"/>
                  <a:pt x="36579" y="71662"/>
                </a:cubicBezTo>
                <a:cubicBezTo>
                  <a:pt x="36668" y="72659"/>
                  <a:pt x="36812" y="73502"/>
                  <a:pt x="37012" y="74189"/>
                </a:cubicBezTo>
                <a:cubicBezTo>
                  <a:pt x="37211" y="74876"/>
                  <a:pt x="37477" y="75464"/>
                  <a:pt x="37809" y="75951"/>
                </a:cubicBezTo>
                <a:cubicBezTo>
                  <a:pt x="38142" y="76439"/>
                  <a:pt x="38530" y="76860"/>
                  <a:pt x="38974" y="77215"/>
                </a:cubicBezTo>
                <a:cubicBezTo>
                  <a:pt x="39506" y="77747"/>
                  <a:pt x="40215" y="78157"/>
                  <a:pt x="41102" y="78445"/>
                </a:cubicBezTo>
                <a:cubicBezTo>
                  <a:pt x="41988" y="78733"/>
                  <a:pt x="43119" y="78977"/>
                  <a:pt x="44494" y="79177"/>
                </a:cubicBezTo>
                <a:cubicBezTo>
                  <a:pt x="45868" y="79377"/>
                  <a:pt x="47520" y="79532"/>
                  <a:pt x="49449" y="79643"/>
                </a:cubicBezTo>
                <a:cubicBezTo>
                  <a:pt x="51377" y="79753"/>
                  <a:pt x="53694" y="79831"/>
                  <a:pt x="56398" y="79875"/>
                </a:cubicBezTo>
                <a:lnTo>
                  <a:pt x="56398" y="85661"/>
                </a:lnTo>
                <a:lnTo>
                  <a:pt x="3658" y="85661"/>
                </a:lnTo>
                <a:lnTo>
                  <a:pt x="3658" y="79875"/>
                </a:lnTo>
                <a:cubicBezTo>
                  <a:pt x="6274" y="79786"/>
                  <a:pt x="8491" y="79687"/>
                  <a:pt x="10309" y="79576"/>
                </a:cubicBezTo>
                <a:cubicBezTo>
                  <a:pt x="12127" y="79465"/>
                  <a:pt x="13678" y="79310"/>
                  <a:pt x="14964" y="79111"/>
                </a:cubicBezTo>
                <a:cubicBezTo>
                  <a:pt x="16250" y="78911"/>
                  <a:pt x="17281" y="78689"/>
                  <a:pt x="18057" y="78445"/>
                </a:cubicBezTo>
                <a:cubicBezTo>
                  <a:pt x="18833" y="78201"/>
                  <a:pt x="19509" y="77902"/>
                  <a:pt x="20085" y="77547"/>
                </a:cubicBezTo>
                <a:cubicBezTo>
                  <a:pt x="20706" y="77148"/>
                  <a:pt x="21238" y="76716"/>
                  <a:pt x="21682" y="76251"/>
                </a:cubicBezTo>
                <a:cubicBezTo>
                  <a:pt x="22125" y="75785"/>
                  <a:pt x="22480" y="75198"/>
                  <a:pt x="22746" y="74488"/>
                </a:cubicBezTo>
                <a:cubicBezTo>
                  <a:pt x="23012" y="73778"/>
                  <a:pt x="23222" y="72914"/>
                  <a:pt x="23378" y="71894"/>
                </a:cubicBezTo>
                <a:cubicBezTo>
                  <a:pt x="23533" y="70875"/>
                  <a:pt x="23610" y="69611"/>
                  <a:pt x="23610" y="68103"/>
                </a:cubicBezTo>
                <a:lnTo>
                  <a:pt x="23610" y="20418"/>
                </a:lnTo>
                <a:cubicBezTo>
                  <a:pt x="23610" y="18689"/>
                  <a:pt x="23278" y="17469"/>
                  <a:pt x="22613" y="16760"/>
                </a:cubicBezTo>
                <a:cubicBezTo>
                  <a:pt x="21947" y="16050"/>
                  <a:pt x="20994" y="15696"/>
                  <a:pt x="19753" y="15696"/>
                </a:cubicBezTo>
                <a:cubicBezTo>
                  <a:pt x="18378" y="15696"/>
                  <a:pt x="16339" y="16405"/>
                  <a:pt x="13634" y="17824"/>
                </a:cubicBezTo>
                <a:cubicBezTo>
                  <a:pt x="10930" y="19243"/>
                  <a:pt x="7427" y="21349"/>
                  <a:pt x="3126" y="24142"/>
                </a:cubicBezTo>
                <a:cubicBezTo>
                  <a:pt x="2550" y="23122"/>
                  <a:pt x="2017" y="22103"/>
                  <a:pt x="1530" y="21083"/>
                </a:cubicBezTo>
                <a:cubicBezTo>
                  <a:pt x="1042" y="20063"/>
                  <a:pt x="532" y="19021"/>
                  <a:pt x="0" y="17957"/>
                </a:cubicBezTo>
                <a:cubicBezTo>
                  <a:pt x="5498" y="14942"/>
                  <a:pt x="10941" y="11938"/>
                  <a:pt x="16328" y="8945"/>
                </a:cubicBezTo>
                <a:cubicBezTo>
                  <a:pt x="21715" y="5953"/>
                  <a:pt x="27180" y="2971"/>
                  <a:pt x="32722" y="0"/>
                </a:cubicBezTo>
                <a:lnTo>
                  <a:pt x="36779" y="0"/>
                </a:lnTo>
                <a:cubicBezTo>
                  <a:pt x="36690" y="2439"/>
                  <a:pt x="36623" y="4622"/>
                  <a:pt x="36579" y="6551"/>
                </a:cubicBezTo>
                <a:cubicBezTo>
                  <a:pt x="36535" y="8480"/>
                  <a:pt x="36501" y="10353"/>
                  <a:pt x="36480" y="12171"/>
                </a:cubicBezTo>
                <a:cubicBezTo>
                  <a:pt x="36457" y="13989"/>
                  <a:pt x="36446" y="15784"/>
                  <a:pt x="36446" y="17558"/>
                </a:cubicBezTo>
                <a:lnTo>
                  <a:pt x="36446" y="68103"/>
                </a:lnTo>
              </a:path>
            </a:pathLst>
          </a:custGeom>
          <a:solidFill xmlns:a="http://schemas.openxmlformats.org/drawingml/2006/main">
            <a:srgbClr val="000000"/>
          </a:solidFill>
          <a:ln xmlns:a="http://schemas.openxmlformats.org/drawingml/2006/main" w="0">
            <a:noFill/>
            <a:prstDash val="solid"/>
          </a:ln>
        </p:spPr>
      </p:sp>
      <p:sp>
        <p:nvSpPr>
          <p:cNvPr id="279" name="pdf-path-100136">
            <a:extLst xmlns:a="http://schemas.openxmlformats.org/drawingml/2006/main">
              <a:ext uri="{FF2B5EF4-FFF2-40B4-BE49-F238E27FC236}">
                <a16:creationId xmlns:a16="http://schemas.microsoft.com/office/drawing/2014/main" id="{52B713DA-A83E-4766-BAA5-F9E91AB4F133}"/>
              </a:ext>
            </a:extLst>
          </p:cNvPr>
          <p:cNvSpPr>
            <a:spLocks xmlns:a="http://schemas.openxmlformats.org/drawingml/2006/main" noGrp="1"/>
          </p:cNvSpPr>
          <p:nvPr/>
        </p:nvSpPr>
        <p:spPr>
          <a:xfrm xmlns:a="http://schemas.openxmlformats.org/drawingml/2006/main">
            <a:off x="3683438" y="2432725"/>
            <a:ext cx="100736" cy="165027"/>
          </a:xfrm>
          <a:custGeom xmlns:a="http://schemas.openxmlformats.org/drawingml/2006/main">
            <a:pathLst>
              <a:path w="100736" h="165027">
                <a:moveTo>
                  <a:pt x="66950" y="61098"/>
                </a:moveTo>
                <a:cubicBezTo>
                  <a:pt x="81020" y="66064"/>
                  <a:pt x="88056" y="75315"/>
                  <a:pt x="88056" y="88853"/>
                </a:cubicBezTo>
                <a:cubicBezTo>
                  <a:pt x="88056" y="95829"/>
                  <a:pt x="86504" y="102362"/>
                  <a:pt x="83400" y="108451"/>
                </a:cubicBezTo>
                <a:cubicBezTo>
                  <a:pt x="80296" y="114540"/>
                  <a:pt x="75744" y="119373"/>
                  <a:pt x="69744" y="122950"/>
                </a:cubicBezTo>
                <a:cubicBezTo>
                  <a:pt x="63743" y="126526"/>
                  <a:pt x="56841" y="128315"/>
                  <a:pt x="49038" y="128315"/>
                </a:cubicBezTo>
                <a:cubicBezTo>
                  <a:pt x="44013" y="128315"/>
                  <a:pt x="39594" y="127916"/>
                  <a:pt x="35781" y="127117"/>
                </a:cubicBezTo>
                <a:cubicBezTo>
                  <a:pt x="31968" y="126319"/>
                  <a:pt x="28022" y="124945"/>
                  <a:pt x="23942" y="122994"/>
                </a:cubicBezTo>
                <a:lnTo>
                  <a:pt x="14454" y="165027"/>
                </a:lnTo>
                <a:lnTo>
                  <a:pt x="0" y="165027"/>
                </a:lnTo>
                <a:lnTo>
                  <a:pt x="26248" y="47797"/>
                </a:lnTo>
                <a:cubicBezTo>
                  <a:pt x="28613" y="37274"/>
                  <a:pt x="31805" y="28554"/>
                  <a:pt x="35825" y="21637"/>
                </a:cubicBezTo>
                <a:cubicBezTo>
                  <a:pt x="39845" y="14720"/>
                  <a:pt x="44870" y="9385"/>
                  <a:pt x="50900" y="5631"/>
                </a:cubicBezTo>
                <a:cubicBezTo>
                  <a:pt x="56930" y="1877"/>
                  <a:pt x="64024" y="0"/>
                  <a:pt x="72182" y="0"/>
                </a:cubicBezTo>
                <a:cubicBezTo>
                  <a:pt x="81286" y="0"/>
                  <a:pt x="88321" y="2024"/>
                  <a:pt x="93287" y="6074"/>
                </a:cubicBezTo>
                <a:cubicBezTo>
                  <a:pt x="98253" y="10124"/>
                  <a:pt x="100736" y="15873"/>
                  <a:pt x="100736" y="23322"/>
                </a:cubicBezTo>
                <a:cubicBezTo>
                  <a:pt x="100736" y="26337"/>
                  <a:pt x="100308" y="29603"/>
                  <a:pt x="99450" y="33121"/>
                </a:cubicBezTo>
                <a:cubicBezTo>
                  <a:pt x="98593" y="36638"/>
                  <a:pt x="96894" y="40096"/>
                  <a:pt x="94352" y="43496"/>
                </a:cubicBezTo>
                <a:cubicBezTo>
                  <a:pt x="91810" y="46895"/>
                  <a:pt x="88277" y="50043"/>
                  <a:pt x="83755" y="52940"/>
                </a:cubicBezTo>
                <a:cubicBezTo>
                  <a:pt x="79232" y="55836"/>
                  <a:pt x="73690" y="58319"/>
                  <a:pt x="67128" y="60388"/>
                </a:cubicBezTo>
                <a:lnTo>
                  <a:pt x="66950" y="61098"/>
                </a:lnTo>
                <a:moveTo>
                  <a:pt x="52141" y="57196"/>
                </a:moveTo>
                <a:cubicBezTo>
                  <a:pt x="58526" y="56723"/>
                  <a:pt x="64290" y="54891"/>
                  <a:pt x="69434" y="51698"/>
                </a:cubicBezTo>
                <a:cubicBezTo>
                  <a:pt x="74577" y="48506"/>
                  <a:pt x="78611" y="44323"/>
                  <a:pt x="81538" y="39151"/>
                </a:cubicBezTo>
                <a:cubicBezTo>
                  <a:pt x="84464" y="33978"/>
                  <a:pt x="85927" y="28317"/>
                  <a:pt x="85927" y="22169"/>
                </a:cubicBezTo>
                <a:cubicBezTo>
                  <a:pt x="85927" y="17262"/>
                  <a:pt x="84700" y="13508"/>
                  <a:pt x="82247" y="10907"/>
                </a:cubicBezTo>
                <a:cubicBezTo>
                  <a:pt x="79794" y="8306"/>
                  <a:pt x="76143" y="7005"/>
                  <a:pt x="71296" y="7005"/>
                </a:cubicBezTo>
                <a:cubicBezTo>
                  <a:pt x="63788" y="7005"/>
                  <a:pt x="57521" y="10626"/>
                  <a:pt x="52496" y="17868"/>
                </a:cubicBezTo>
                <a:cubicBezTo>
                  <a:pt x="47471" y="25110"/>
                  <a:pt x="43363" y="36091"/>
                  <a:pt x="40170" y="50812"/>
                </a:cubicBezTo>
                <a:lnTo>
                  <a:pt x="28199" y="106412"/>
                </a:lnTo>
                <a:cubicBezTo>
                  <a:pt x="27904" y="107771"/>
                  <a:pt x="27756" y="108924"/>
                  <a:pt x="27756" y="109870"/>
                </a:cubicBezTo>
                <a:cubicBezTo>
                  <a:pt x="27756" y="111466"/>
                  <a:pt x="28125" y="112826"/>
                  <a:pt x="28864" y="113949"/>
                </a:cubicBezTo>
                <a:cubicBezTo>
                  <a:pt x="29603" y="115072"/>
                  <a:pt x="30697" y="116181"/>
                  <a:pt x="32145" y="117275"/>
                </a:cubicBezTo>
                <a:cubicBezTo>
                  <a:pt x="33594" y="118368"/>
                  <a:pt x="35470" y="119314"/>
                  <a:pt x="37776" y="120112"/>
                </a:cubicBezTo>
                <a:cubicBezTo>
                  <a:pt x="40082" y="120910"/>
                  <a:pt x="43008" y="121309"/>
                  <a:pt x="46555" y="121309"/>
                </a:cubicBezTo>
                <a:cubicBezTo>
                  <a:pt x="51344" y="121309"/>
                  <a:pt x="55703" y="119831"/>
                  <a:pt x="59635" y="116875"/>
                </a:cubicBezTo>
                <a:cubicBezTo>
                  <a:pt x="63566" y="113919"/>
                  <a:pt x="66655" y="109722"/>
                  <a:pt x="68901" y="104283"/>
                </a:cubicBezTo>
                <a:cubicBezTo>
                  <a:pt x="71148" y="98844"/>
                  <a:pt x="72271" y="92637"/>
                  <a:pt x="72271" y="85661"/>
                </a:cubicBezTo>
                <a:cubicBezTo>
                  <a:pt x="72271" y="78981"/>
                  <a:pt x="70424" y="73749"/>
                  <a:pt x="66729" y="69965"/>
                </a:cubicBezTo>
                <a:cubicBezTo>
                  <a:pt x="63034" y="66182"/>
                  <a:pt x="57758" y="64024"/>
                  <a:pt x="50900" y="63492"/>
                </a:cubicBezTo>
                <a:lnTo>
                  <a:pt x="52141" y="57196"/>
                </a:lnTo>
              </a:path>
            </a:pathLst>
          </a:custGeom>
          <a:solidFill xmlns:a="http://schemas.openxmlformats.org/drawingml/2006/main">
            <a:srgbClr val="7F7F7F"/>
          </a:solidFill>
          <a:ln xmlns:a="http://schemas.openxmlformats.org/drawingml/2006/main" w="0">
            <a:noFill/>
            <a:prstDash val="solid"/>
          </a:ln>
        </p:spPr>
      </p:sp>
      <p:sp>
        <p:nvSpPr>
          <p:cNvPr id="280" name="pdf-path-100137">
            <a:extLst xmlns:a="http://schemas.openxmlformats.org/drawingml/2006/main">
              <a:ext uri="{FF2B5EF4-FFF2-40B4-BE49-F238E27FC236}">
                <a16:creationId xmlns:a16="http://schemas.microsoft.com/office/drawing/2014/main" id="{C7803BB2-BFCC-48A1-99D1-7CD4B83524C7}"/>
              </a:ext>
            </a:extLst>
          </p:cNvPr>
          <p:cNvSpPr>
            <a:spLocks xmlns:a="http://schemas.openxmlformats.org/drawingml/2006/main" noGrp="1"/>
          </p:cNvSpPr>
          <p:nvPr/>
        </p:nvSpPr>
        <p:spPr>
          <a:xfrm xmlns:a="http://schemas.openxmlformats.org/drawingml/2006/main">
            <a:off x="3790699" y="2514358"/>
            <a:ext cx="48351" cy="84597"/>
          </a:xfrm>
          <a:custGeom xmlns:a="http://schemas.openxmlformats.org/drawingml/2006/main">
            <a:pathLst>
              <a:path w="48351" h="84597">
                <a:moveTo>
                  <a:pt x="41899" y="70564"/>
                </a:moveTo>
                <a:cubicBezTo>
                  <a:pt x="39638" y="73091"/>
                  <a:pt x="37488" y="75242"/>
                  <a:pt x="35448" y="77016"/>
                </a:cubicBezTo>
                <a:cubicBezTo>
                  <a:pt x="33409" y="78789"/>
                  <a:pt x="31413" y="80241"/>
                  <a:pt x="29463" y="81372"/>
                </a:cubicBezTo>
                <a:cubicBezTo>
                  <a:pt x="27512" y="82502"/>
                  <a:pt x="25583" y="83323"/>
                  <a:pt x="23676" y="83832"/>
                </a:cubicBezTo>
                <a:cubicBezTo>
                  <a:pt x="21770" y="84342"/>
                  <a:pt x="19819" y="84597"/>
                  <a:pt x="17824" y="84597"/>
                </a:cubicBezTo>
                <a:cubicBezTo>
                  <a:pt x="12547" y="84597"/>
                  <a:pt x="8613" y="83356"/>
                  <a:pt x="6019" y="80873"/>
                </a:cubicBezTo>
                <a:cubicBezTo>
                  <a:pt x="3425" y="78390"/>
                  <a:pt x="2128" y="74732"/>
                  <a:pt x="2128" y="69899"/>
                </a:cubicBezTo>
                <a:cubicBezTo>
                  <a:pt x="2128" y="68258"/>
                  <a:pt x="2250" y="66452"/>
                  <a:pt x="2494" y="64479"/>
                </a:cubicBezTo>
                <a:cubicBezTo>
                  <a:pt x="2738" y="62506"/>
                  <a:pt x="3081" y="60588"/>
                  <a:pt x="3525" y="58726"/>
                </a:cubicBezTo>
                <a:lnTo>
                  <a:pt x="11439" y="24275"/>
                </a:lnTo>
                <a:lnTo>
                  <a:pt x="0" y="24275"/>
                </a:lnTo>
                <a:lnTo>
                  <a:pt x="1330" y="19154"/>
                </a:lnTo>
                <a:cubicBezTo>
                  <a:pt x="3990" y="19154"/>
                  <a:pt x="6063" y="18899"/>
                  <a:pt x="7548" y="18389"/>
                </a:cubicBezTo>
                <a:cubicBezTo>
                  <a:pt x="9034" y="17879"/>
                  <a:pt x="10286" y="17181"/>
                  <a:pt x="11306" y="16294"/>
                </a:cubicBezTo>
                <a:cubicBezTo>
                  <a:pt x="11971" y="15674"/>
                  <a:pt x="12614" y="14909"/>
                  <a:pt x="13235" y="14000"/>
                </a:cubicBezTo>
                <a:cubicBezTo>
                  <a:pt x="13855" y="13091"/>
                  <a:pt x="14476" y="11994"/>
                  <a:pt x="15097" y="10708"/>
                </a:cubicBezTo>
                <a:cubicBezTo>
                  <a:pt x="15718" y="9422"/>
                  <a:pt x="16349" y="7903"/>
                  <a:pt x="16993" y="6152"/>
                </a:cubicBezTo>
                <a:cubicBezTo>
                  <a:pt x="17635" y="4401"/>
                  <a:pt x="18356" y="2350"/>
                  <a:pt x="19154" y="0"/>
                </a:cubicBezTo>
                <a:lnTo>
                  <a:pt x="29529" y="0"/>
                </a:lnTo>
                <a:lnTo>
                  <a:pt x="25738" y="16893"/>
                </a:lnTo>
                <a:lnTo>
                  <a:pt x="48351" y="16893"/>
                </a:lnTo>
                <a:lnTo>
                  <a:pt x="46821" y="24275"/>
                </a:lnTo>
                <a:lnTo>
                  <a:pt x="24275" y="24275"/>
                </a:lnTo>
                <a:lnTo>
                  <a:pt x="17491" y="52142"/>
                </a:lnTo>
                <a:cubicBezTo>
                  <a:pt x="17048" y="54004"/>
                  <a:pt x="16682" y="55678"/>
                  <a:pt x="16394" y="57163"/>
                </a:cubicBezTo>
                <a:cubicBezTo>
                  <a:pt x="16106" y="58648"/>
                  <a:pt x="15873" y="59989"/>
                  <a:pt x="15695" y="61187"/>
                </a:cubicBezTo>
                <a:cubicBezTo>
                  <a:pt x="15518" y="62384"/>
                  <a:pt x="15396" y="63470"/>
                  <a:pt x="15330" y="64445"/>
                </a:cubicBezTo>
                <a:cubicBezTo>
                  <a:pt x="15263" y="65421"/>
                  <a:pt x="15230" y="66330"/>
                  <a:pt x="15230" y="67172"/>
                </a:cubicBezTo>
                <a:cubicBezTo>
                  <a:pt x="15230" y="69833"/>
                  <a:pt x="15784" y="71917"/>
                  <a:pt x="16893" y="73424"/>
                </a:cubicBezTo>
                <a:cubicBezTo>
                  <a:pt x="18001" y="74932"/>
                  <a:pt x="19819" y="75685"/>
                  <a:pt x="22346" y="75685"/>
                </a:cubicBezTo>
                <a:cubicBezTo>
                  <a:pt x="24475" y="75685"/>
                  <a:pt x="26736" y="74898"/>
                  <a:pt x="29130" y="73324"/>
                </a:cubicBezTo>
                <a:cubicBezTo>
                  <a:pt x="31524" y="71750"/>
                  <a:pt x="34251" y="69278"/>
                  <a:pt x="37310" y="65909"/>
                </a:cubicBezTo>
                <a:lnTo>
                  <a:pt x="41899" y="70564"/>
                </a:lnTo>
              </a:path>
            </a:pathLst>
          </a:custGeom>
          <a:solidFill xmlns:a="http://schemas.openxmlformats.org/drawingml/2006/main">
            <a:srgbClr val="7F7F7F"/>
          </a:solidFill>
          <a:ln xmlns:a="http://schemas.openxmlformats.org/drawingml/2006/main" w="0">
            <a:noFill/>
            <a:prstDash val="solid"/>
          </a:ln>
        </p:spPr>
      </p:sp>
      <p:sp>
        <p:nvSpPr>
          <p:cNvPr id="281" name="pdf-path-100138">
            <a:extLst xmlns:a="http://schemas.openxmlformats.org/drawingml/2006/main">
              <a:ext uri="{FF2B5EF4-FFF2-40B4-BE49-F238E27FC236}">
                <a16:creationId xmlns:a16="http://schemas.microsoft.com/office/drawing/2014/main" id="{56BCC78E-E73E-48B9-A994-7E22EF94D20A}"/>
              </a:ext>
            </a:extLst>
          </p:cNvPr>
          <p:cNvSpPr>
            <a:spLocks xmlns:a="http://schemas.openxmlformats.org/drawingml/2006/main" noGrp="1"/>
          </p:cNvSpPr>
          <p:nvPr/>
        </p:nvSpPr>
        <p:spPr>
          <a:xfrm xmlns:a="http://schemas.openxmlformats.org/drawingml/2006/main">
            <a:off x="3854242" y="2518748"/>
            <a:ext cx="76617" cy="80141"/>
          </a:xfrm>
          <a:custGeom xmlns:a="http://schemas.openxmlformats.org/drawingml/2006/main">
            <a:pathLst>
              <a:path w="76617" h="80141">
                <a:moveTo>
                  <a:pt x="43695" y="45159"/>
                </a:moveTo>
                <a:lnTo>
                  <a:pt x="43695" y="80141"/>
                </a:lnTo>
                <a:lnTo>
                  <a:pt x="32921" y="80141"/>
                </a:lnTo>
                <a:lnTo>
                  <a:pt x="32921" y="45159"/>
                </a:lnTo>
                <a:lnTo>
                  <a:pt x="0" y="45159"/>
                </a:lnTo>
                <a:lnTo>
                  <a:pt x="0" y="34983"/>
                </a:lnTo>
                <a:lnTo>
                  <a:pt x="32921" y="34983"/>
                </a:lnTo>
                <a:lnTo>
                  <a:pt x="32921" y="0"/>
                </a:lnTo>
                <a:lnTo>
                  <a:pt x="43695" y="0"/>
                </a:lnTo>
                <a:lnTo>
                  <a:pt x="43695" y="34983"/>
                </a:lnTo>
                <a:lnTo>
                  <a:pt x="76617" y="34983"/>
                </a:lnTo>
                <a:lnTo>
                  <a:pt x="76617" y="45159"/>
                </a:lnTo>
                <a:lnTo>
                  <a:pt x="43695" y="45159"/>
                </a:lnTo>
              </a:path>
            </a:pathLst>
          </a:custGeom>
          <a:solidFill xmlns:a="http://schemas.openxmlformats.org/drawingml/2006/main">
            <a:srgbClr val="7F7F7F"/>
          </a:solidFill>
          <a:ln xmlns:a="http://schemas.openxmlformats.org/drawingml/2006/main" w="0">
            <a:noFill/>
            <a:prstDash val="solid"/>
          </a:ln>
        </p:spPr>
      </p:sp>
      <p:sp>
        <p:nvSpPr>
          <p:cNvPr id="282" name="pdf-path-100139">
            <a:extLst xmlns:a="http://schemas.openxmlformats.org/drawingml/2006/main">
              <a:ext uri="{FF2B5EF4-FFF2-40B4-BE49-F238E27FC236}">
                <a16:creationId xmlns:a16="http://schemas.microsoft.com/office/drawing/2014/main" id="{A2EF7914-EA2E-441F-BF0B-36E19E61CABB}"/>
              </a:ext>
            </a:extLst>
          </p:cNvPr>
          <p:cNvSpPr>
            <a:spLocks xmlns:a="http://schemas.openxmlformats.org/drawingml/2006/main" noGrp="1"/>
          </p:cNvSpPr>
          <p:nvPr/>
        </p:nvSpPr>
        <p:spPr>
          <a:xfrm xmlns:a="http://schemas.openxmlformats.org/drawingml/2006/main">
            <a:off x="3943872" y="2511499"/>
            <a:ext cx="93576" cy="86260"/>
          </a:xfrm>
          <a:custGeom xmlns:a="http://schemas.openxmlformats.org/drawingml/2006/main">
            <a:pathLst>
              <a:path w="93576" h="86260">
                <a:moveTo>
                  <a:pt x="72293" y="67704"/>
                </a:moveTo>
                <a:cubicBezTo>
                  <a:pt x="72116" y="68769"/>
                  <a:pt x="71950" y="69733"/>
                  <a:pt x="71795" y="70598"/>
                </a:cubicBezTo>
                <a:cubicBezTo>
                  <a:pt x="71639" y="71462"/>
                  <a:pt x="71518" y="72260"/>
                  <a:pt x="71429" y="72992"/>
                </a:cubicBezTo>
                <a:cubicBezTo>
                  <a:pt x="71340" y="73724"/>
                  <a:pt x="71274" y="74388"/>
                  <a:pt x="71230" y="74987"/>
                </a:cubicBezTo>
                <a:cubicBezTo>
                  <a:pt x="71185" y="75586"/>
                  <a:pt x="71163" y="76195"/>
                  <a:pt x="71163" y="76816"/>
                </a:cubicBezTo>
                <a:cubicBezTo>
                  <a:pt x="71163" y="78678"/>
                  <a:pt x="71684" y="79997"/>
                  <a:pt x="72726" y="80773"/>
                </a:cubicBezTo>
                <a:cubicBezTo>
                  <a:pt x="73768" y="81549"/>
                  <a:pt x="75597" y="82026"/>
                  <a:pt x="78213" y="82203"/>
                </a:cubicBezTo>
                <a:lnTo>
                  <a:pt x="77281" y="86260"/>
                </a:lnTo>
                <a:lnTo>
                  <a:pt x="49082" y="86260"/>
                </a:lnTo>
                <a:lnTo>
                  <a:pt x="49814" y="82203"/>
                </a:lnTo>
                <a:cubicBezTo>
                  <a:pt x="51188" y="81937"/>
                  <a:pt x="52297" y="81627"/>
                  <a:pt x="53139" y="81272"/>
                </a:cubicBezTo>
                <a:cubicBezTo>
                  <a:pt x="53982" y="80917"/>
                  <a:pt x="54625" y="80452"/>
                  <a:pt x="55068" y="79875"/>
                </a:cubicBezTo>
                <a:cubicBezTo>
                  <a:pt x="55467" y="79476"/>
                  <a:pt x="55899" y="78667"/>
                  <a:pt x="56365" y="77448"/>
                </a:cubicBezTo>
                <a:cubicBezTo>
                  <a:pt x="56830" y="76228"/>
                  <a:pt x="57329" y="74732"/>
                  <a:pt x="57862" y="72958"/>
                </a:cubicBezTo>
                <a:cubicBezTo>
                  <a:pt x="58394" y="71185"/>
                  <a:pt x="58948" y="69168"/>
                  <a:pt x="59524" y="66906"/>
                </a:cubicBezTo>
                <a:cubicBezTo>
                  <a:pt x="60101" y="64645"/>
                  <a:pt x="60666" y="62284"/>
                  <a:pt x="61220" y="59823"/>
                </a:cubicBezTo>
                <a:cubicBezTo>
                  <a:pt x="61774" y="57363"/>
                  <a:pt x="62340" y="54847"/>
                  <a:pt x="62916" y="52275"/>
                </a:cubicBezTo>
                <a:cubicBezTo>
                  <a:pt x="63492" y="49703"/>
                  <a:pt x="64047" y="47198"/>
                  <a:pt x="64578" y="44760"/>
                </a:cubicBezTo>
                <a:lnTo>
                  <a:pt x="28399" y="44760"/>
                </a:lnTo>
                <a:cubicBezTo>
                  <a:pt x="27822" y="47375"/>
                  <a:pt x="27157" y="50147"/>
                  <a:pt x="26404" y="53073"/>
                </a:cubicBezTo>
                <a:cubicBezTo>
                  <a:pt x="25650" y="55999"/>
                  <a:pt x="24940" y="58903"/>
                  <a:pt x="24275" y="61785"/>
                </a:cubicBezTo>
                <a:cubicBezTo>
                  <a:pt x="23610" y="64667"/>
                  <a:pt x="23045" y="67416"/>
                  <a:pt x="22579" y="70032"/>
                </a:cubicBezTo>
                <a:cubicBezTo>
                  <a:pt x="22114" y="72648"/>
                  <a:pt x="21881" y="74910"/>
                  <a:pt x="21881" y="76816"/>
                </a:cubicBezTo>
                <a:cubicBezTo>
                  <a:pt x="21881" y="78590"/>
                  <a:pt x="22391" y="79886"/>
                  <a:pt x="23411" y="80707"/>
                </a:cubicBezTo>
                <a:cubicBezTo>
                  <a:pt x="24431" y="81527"/>
                  <a:pt x="26315" y="82026"/>
                  <a:pt x="29064" y="82203"/>
                </a:cubicBezTo>
                <a:lnTo>
                  <a:pt x="27999" y="86260"/>
                </a:lnTo>
                <a:lnTo>
                  <a:pt x="0" y="86260"/>
                </a:lnTo>
                <a:lnTo>
                  <a:pt x="732" y="82203"/>
                </a:lnTo>
                <a:cubicBezTo>
                  <a:pt x="2106" y="81981"/>
                  <a:pt x="3226" y="81704"/>
                  <a:pt x="4090" y="81372"/>
                </a:cubicBezTo>
                <a:cubicBezTo>
                  <a:pt x="4955" y="81039"/>
                  <a:pt x="5731" y="80396"/>
                  <a:pt x="6418" y="79443"/>
                </a:cubicBezTo>
                <a:cubicBezTo>
                  <a:pt x="7105" y="78490"/>
                  <a:pt x="7737" y="77060"/>
                  <a:pt x="8314" y="75153"/>
                </a:cubicBezTo>
                <a:cubicBezTo>
                  <a:pt x="8890" y="73247"/>
                  <a:pt x="9555" y="70586"/>
                  <a:pt x="10309" y="67172"/>
                </a:cubicBezTo>
                <a:lnTo>
                  <a:pt x="21216" y="18689"/>
                </a:lnTo>
                <a:cubicBezTo>
                  <a:pt x="21615" y="16915"/>
                  <a:pt x="21937" y="15208"/>
                  <a:pt x="22180" y="13568"/>
                </a:cubicBezTo>
                <a:cubicBezTo>
                  <a:pt x="22424" y="11927"/>
                  <a:pt x="22546" y="10619"/>
                  <a:pt x="22546" y="9643"/>
                </a:cubicBezTo>
                <a:cubicBezTo>
                  <a:pt x="22546" y="7693"/>
                  <a:pt x="22036" y="6307"/>
                  <a:pt x="21016" y="5487"/>
                </a:cubicBezTo>
                <a:cubicBezTo>
                  <a:pt x="19997" y="4667"/>
                  <a:pt x="18135" y="4234"/>
                  <a:pt x="15430" y="4190"/>
                </a:cubicBezTo>
                <a:lnTo>
                  <a:pt x="16427" y="0"/>
                </a:lnTo>
                <a:lnTo>
                  <a:pt x="44494" y="0"/>
                </a:lnTo>
                <a:lnTo>
                  <a:pt x="43762" y="3990"/>
                </a:lnTo>
                <a:cubicBezTo>
                  <a:pt x="42254" y="4345"/>
                  <a:pt x="41046" y="4678"/>
                  <a:pt x="40137" y="4988"/>
                </a:cubicBezTo>
                <a:cubicBezTo>
                  <a:pt x="39228" y="5299"/>
                  <a:pt x="38452" y="5919"/>
                  <a:pt x="37809" y="6850"/>
                </a:cubicBezTo>
                <a:cubicBezTo>
                  <a:pt x="37167" y="7781"/>
                  <a:pt x="36579" y="9178"/>
                  <a:pt x="36047" y="11040"/>
                </a:cubicBezTo>
                <a:cubicBezTo>
                  <a:pt x="35515" y="12902"/>
                  <a:pt x="34850" y="15585"/>
                  <a:pt x="34052" y="19088"/>
                </a:cubicBezTo>
                <a:lnTo>
                  <a:pt x="29862" y="37643"/>
                </a:lnTo>
                <a:lnTo>
                  <a:pt x="66042" y="37643"/>
                </a:lnTo>
                <a:cubicBezTo>
                  <a:pt x="66618" y="35293"/>
                  <a:pt x="67228" y="32799"/>
                  <a:pt x="67871" y="30161"/>
                </a:cubicBezTo>
                <a:cubicBezTo>
                  <a:pt x="68514" y="27523"/>
                  <a:pt x="69123" y="24918"/>
                  <a:pt x="69700" y="22346"/>
                </a:cubicBezTo>
                <a:cubicBezTo>
                  <a:pt x="70276" y="19775"/>
                  <a:pt x="70753" y="17381"/>
                  <a:pt x="71130" y="15164"/>
                </a:cubicBezTo>
                <a:cubicBezTo>
                  <a:pt x="71506" y="12947"/>
                  <a:pt x="71695" y="11107"/>
                  <a:pt x="71695" y="9643"/>
                </a:cubicBezTo>
                <a:cubicBezTo>
                  <a:pt x="71695" y="7693"/>
                  <a:pt x="71185" y="6307"/>
                  <a:pt x="70165" y="5487"/>
                </a:cubicBezTo>
                <a:cubicBezTo>
                  <a:pt x="69145" y="4667"/>
                  <a:pt x="67283" y="4234"/>
                  <a:pt x="64578" y="4190"/>
                </a:cubicBezTo>
                <a:lnTo>
                  <a:pt x="65576" y="0"/>
                </a:lnTo>
                <a:lnTo>
                  <a:pt x="93576" y="0"/>
                </a:lnTo>
                <a:lnTo>
                  <a:pt x="92844" y="3990"/>
                </a:lnTo>
                <a:cubicBezTo>
                  <a:pt x="91337" y="4434"/>
                  <a:pt x="90128" y="4822"/>
                  <a:pt x="89220" y="5154"/>
                </a:cubicBezTo>
                <a:cubicBezTo>
                  <a:pt x="88311" y="5487"/>
                  <a:pt x="87535" y="6130"/>
                  <a:pt x="86892" y="7083"/>
                </a:cubicBezTo>
                <a:cubicBezTo>
                  <a:pt x="86249" y="8036"/>
                  <a:pt x="85684" y="9422"/>
                  <a:pt x="85196" y="11240"/>
                </a:cubicBezTo>
                <a:cubicBezTo>
                  <a:pt x="84708" y="13057"/>
                  <a:pt x="84087" y="15674"/>
                  <a:pt x="83334" y="19088"/>
                </a:cubicBezTo>
                <a:lnTo>
                  <a:pt x="72293" y="67704"/>
                </a:lnTo>
              </a:path>
            </a:pathLst>
          </a:custGeom>
          <a:solidFill xmlns:a="http://schemas.openxmlformats.org/drawingml/2006/main">
            <a:srgbClr val="7F7F7F"/>
          </a:solidFill>
          <a:ln xmlns:a="http://schemas.openxmlformats.org/drawingml/2006/main" w="0">
            <a:noFill/>
            <a:prstDash val="solid"/>
          </a:ln>
        </p:spPr>
      </p:sp>
      <p:sp>
        <p:nvSpPr>
          <p:cNvPr id="283" name="pdf-path-100140">
            <a:extLst xmlns:a="http://schemas.openxmlformats.org/drawingml/2006/main">
              <a:ext uri="{FF2B5EF4-FFF2-40B4-BE49-F238E27FC236}">
                <a16:creationId xmlns:a16="http://schemas.microsoft.com/office/drawing/2014/main" id="{D592571A-5244-4852-88A6-2A2FAB1D610F}"/>
              </a:ext>
            </a:extLst>
          </p:cNvPr>
          <p:cNvSpPr>
            <a:spLocks xmlns:a="http://schemas.openxmlformats.org/drawingml/2006/main" noGrp="1"/>
          </p:cNvSpPr>
          <p:nvPr/>
        </p:nvSpPr>
        <p:spPr>
          <a:xfrm xmlns:a="http://schemas.openxmlformats.org/drawingml/2006/main">
            <a:off x="4053615" y="2553731"/>
            <a:ext cx="76617" cy="10176"/>
          </a:xfrm>
          <a:custGeom xmlns:a="http://schemas.openxmlformats.org/drawingml/2006/main">
            <a:pathLst>
              <a:path w="76617" h="10176">
                <a:moveTo>
                  <a:pt x="0" y="10176"/>
                </a:moveTo>
                <a:lnTo>
                  <a:pt x="0" y="0"/>
                </a:lnTo>
                <a:lnTo>
                  <a:pt x="76617" y="0"/>
                </a:lnTo>
                <a:lnTo>
                  <a:pt x="76617" y="10176"/>
                </a:lnTo>
                <a:lnTo>
                  <a:pt x="0" y="10176"/>
                </a:lnTo>
              </a:path>
            </a:pathLst>
          </a:custGeom>
          <a:solidFill xmlns:a="http://schemas.openxmlformats.org/drawingml/2006/main">
            <a:srgbClr val="7F7F7F"/>
          </a:solidFill>
          <a:ln xmlns:a="http://schemas.openxmlformats.org/drawingml/2006/main" w="0">
            <a:noFill/>
            <a:prstDash val="solid"/>
          </a:ln>
        </p:spPr>
      </p:sp>
      <p:sp>
        <p:nvSpPr>
          <p:cNvPr id="284" name="pdf-path-100141">
            <a:extLst xmlns:a="http://schemas.openxmlformats.org/drawingml/2006/main">
              <a:ext uri="{FF2B5EF4-FFF2-40B4-BE49-F238E27FC236}">
                <a16:creationId xmlns:a16="http://schemas.microsoft.com/office/drawing/2014/main" id="{69B7D72C-D2EA-43A1-B93C-1BA689A29077}"/>
              </a:ext>
            </a:extLst>
          </p:cNvPr>
          <p:cNvSpPr>
            <a:spLocks xmlns:a="http://schemas.openxmlformats.org/drawingml/2006/main" noGrp="1"/>
          </p:cNvSpPr>
          <p:nvPr/>
        </p:nvSpPr>
        <p:spPr>
          <a:xfrm xmlns:a="http://schemas.openxmlformats.org/drawingml/2006/main">
            <a:off x="4151026" y="2512097"/>
            <a:ext cx="56398" cy="85661"/>
          </a:xfrm>
          <a:custGeom xmlns:a="http://schemas.openxmlformats.org/drawingml/2006/main">
            <a:pathLst>
              <a:path w="56398" h="85661">
                <a:moveTo>
                  <a:pt x="36446" y="68103"/>
                </a:moveTo>
                <a:cubicBezTo>
                  <a:pt x="36446" y="69478"/>
                  <a:pt x="36491" y="70664"/>
                  <a:pt x="36579" y="71662"/>
                </a:cubicBezTo>
                <a:cubicBezTo>
                  <a:pt x="36668" y="72659"/>
                  <a:pt x="36812" y="73502"/>
                  <a:pt x="37012" y="74189"/>
                </a:cubicBezTo>
                <a:cubicBezTo>
                  <a:pt x="37211" y="74876"/>
                  <a:pt x="37477" y="75464"/>
                  <a:pt x="37809" y="75951"/>
                </a:cubicBezTo>
                <a:cubicBezTo>
                  <a:pt x="38142" y="76439"/>
                  <a:pt x="38530" y="76860"/>
                  <a:pt x="38974" y="77215"/>
                </a:cubicBezTo>
                <a:cubicBezTo>
                  <a:pt x="39506" y="77747"/>
                  <a:pt x="40215" y="78157"/>
                  <a:pt x="41102" y="78445"/>
                </a:cubicBezTo>
                <a:cubicBezTo>
                  <a:pt x="41988" y="78733"/>
                  <a:pt x="43119" y="78977"/>
                  <a:pt x="44494" y="79177"/>
                </a:cubicBezTo>
                <a:cubicBezTo>
                  <a:pt x="45868" y="79377"/>
                  <a:pt x="47520" y="79532"/>
                  <a:pt x="49449" y="79643"/>
                </a:cubicBezTo>
                <a:cubicBezTo>
                  <a:pt x="51377" y="79753"/>
                  <a:pt x="53694" y="79831"/>
                  <a:pt x="56398" y="79875"/>
                </a:cubicBezTo>
                <a:lnTo>
                  <a:pt x="56398" y="85661"/>
                </a:lnTo>
                <a:lnTo>
                  <a:pt x="3658" y="85661"/>
                </a:lnTo>
                <a:lnTo>
                  <a:pt x="3658" y="79875"/>
                </a:lnTo>
                <a:cubicBezTo>
                  <a:pt x="6274" y="79786"/>
                  <a:pt x="8491" y="79687"/>
                  <a:pt x="10309" y="79576"/>
                </a:cubicBezTo>
                <a:cubicBezTo>
                  <a:pt x="12127" y="79465"/>
                  <a:pt x="13678" y="79310"/>
                  <a:pt x="14964" y="79111"/>
                </a:cubicBezTo>
                <a:cubicBezTo>
                  <a:pt x="16250" y="78911"/>
                  <a:pt x="17281" y="78689"/>
                  <a:pt x="18057" y="78445"/>
                </a:cubicBezTo>
                <a:cubicBezTo>
                  <a:pt x="18833" y="78201"/>
                  <a:pt x="19509" y="77902"/>
                  <a:pt x="20085" y="77547"/>
                </a:cubicBezTo>
                <a:cubicBezTo>
                  <a:pt x="20706" y="77148"/>
                  <a:pt x="21238" y="76716"/>
                  <a:pt x="21682" y="76251"/>
                </a:cubicBezTo>
                <a:cubicBezTo>
                  <a:pt x="22125" y="75785"/>
                  <a:pt x="22480" y="75198"/>
                  <a:pt x="22746" y="74488"/>
                </a:cubicBezTo>
                <a:cubicBezTo>
                  <a:pt x="23012" y="73778"/>
                  <a:pt x="23222" y="72914"/>
                  <a:pt x="23378" y="71894"/>
                </a:cubicBezTo>
                <a:cubicBezTo>
                  <a:pt x="23533" y="70875"/>
                  <a:pt x="23610" y="69611"/>
                  <a:pt x="23610" y="68103"/>
                </a:cubicBezTo>
                <a:lnTo>
                  <a:pt x="23610" y="20418"/>
                </a:lnTo>
                <a:cubicBezTo>
                  <a:pt x="23610" y="18689"/>
                  <a:pt x="23278" y="17469"/>
                  <a:pt x="22613" y="16760"/>
                </a:cubicBezTo>
                <a:cubicBezTo>
                  <a:pt x="21947" y="16050"/>
                  <a:pt x="20994" y="15696"/>
                  <a:pt x="19753" y="15696"/>
                </a:cubicBezTo>
                <a:cubicBezTo>
                  <a:pt x="18378" y="15696"/>
                  <a:pt x="16339" y="16405"/>
                  <a:pt x="13634" y="17824"/>
                </a:cubicBezTo>
                <a:cubicBezTo>
                  <a:pt x="10930" y="19243"/>
                  <a:pt x="7427" y="21349"/>
                  <a:pt x="3126" y="24142"/>
                </a:cubicBezTo>
                <a:cubicBezTo>
                  <a:pt x="2550" y="23122"/>
                  <a:pt x="2017" y="22103"/>
                  <a:pt x="1530" y="21083"/>
                </a:cubicBezTo>
                <a:cubicBezTo>
                  <a:pt x="1042" y="20063"/>
                  <a:pt x="532" y="19021"/>
                  <a:pt x="0" y="17957"/>
                </a:cubicBezTo>
                <a:cubicBezTo>
                  <a:pt x="5498" y="14942"/>
                  <a:pt x="10941" y="11938"/>
                  <a:pt x="16328" y="8945"/>
                </a:cubicBezTo>
                <a:cubicBezTo>
                  <a:pt x="21715" y="5953"/>
                  <a:pt x="27180" y="2971"/>
                  <a:pt x="32722" y="0"/>
                </a:cubicBezTo>
                <a:lnTo>
                  <a:pt x="36779" y="0"/>
                </a:lnTo>
                <a:cubicBezTo>
                  <a:pt x="36690" y="2439"/>
                  <a:pt x="36623" y="4622"/>
                  <a:pt x="36579" y="6551"/>
                </a:cubicBezTo>
                <a:cubicBezTo>
                  <a:pt x="36535" y="8480"/>
                  <a:pt x="36501" y="10353"/>
                  <a:pt x="36480" y="12171"/>
                </a:cubicBezTo>
                <a:cubicBezTo>
                  <a:pt x="36457" y="13989"/>
                  <a:pt x="36446" y="15784"/>
                  <a:pt x="36446" y="17558"/>
                </a:cubicBezTo>
                <a:lnTo>
                  <a:pt x="36446" y="68103"/>
                </a:lnTo>
              </a:path>
            </a:pathLst>
          </a:custGeom>
          <a:solidFill xmlns:a="http://schemas.openxmlformats.org/drawingml/2006/main">
            <a:srgbClr val="7F7F7F"/>
          </a:solidFill>
          <a:ln xmlns:a="http://schemas.openxmlformats.org/drawingml/2006/main" w="0">
            <a:noFill/>
            <a:prstDash val="solid"/>
          </a:ln>
        </p:spPr>
      </p:sp>
      <p:sp>
        <p:nvSpPr>
          <p:cNvPr id="285" name="pdf-path-100142">
            <a:extLst xmlns:a="http://schemas.openxmlformats.org/drawingml/2006/main">
              <a:ext uri="{FF2B5EF4-FFF2-40B4-BE49-F238E27FC236}">
                <a16:creationId xmlns:a16="http://schemas.microsoft.com/office/drawing/2014/main" id="{FD3EAB20-5D8D-45D0-8769-58E22AC4B15E}"/>
              </a:ext>
            </a:extLst>
          </p:cNvPr>
          <p:cNvSpPr>
            <a:spLocks xmlns:a="http://schemas.openxmlformats.org/drawingml/2006/main" noGrp="1"/>
          </p:cNvSpPr>
          <p:nvPr/>
        </p:nvSpPr>
        <p:spPr>
          <a:xfrm xmlns:a="http://schemas.openxmlformats.org/drawingml/2006/main">
            <a:off x="3361006" y="2526271"/>
            <a:ext cx="129113" cy="22878"/>
          </a:xfrm>
          <a:custGeom xmlns:a="http://schemas.openxmlformats.org/drawingml/2006/main">
            <a:pathLst>
              <a:path w="129113" h="22878">
                <a:moveTo>
                  <a:pt x="64557" y="22878"/>
                </a:moveTo>
                <a:cubicBezTo>
                  <a:pt x="61482" y="22878"/>
                  <a:pt x="58911" y="21800"/>
                  <a:pt x="56842" y="19642"/>
                </a:cubicBezTo>
                <a:cubicBezTo>
                  <a:pt x="54772" y="17484"/>
                  <a:pt x="53738" y="14750"/>
                  <a:pt x="53738" y="11439"/>
                </a:cubicBezTo>
                <a:cubicBezTo>
                  <a:pt x="53738" y="8129"/>
                  <a:pt x="54772" y="5394"/>
                  <a:pt x="56842" y="3237"/>
                </a:cubicBezTo>
                <a:cubicBezTo>
                  <a:pt x="58911" y="1079"/>
                  <a:pt x="61482" y="0"/>
                  <a:pt x="64557" y="0"/>
                </a:cubicBezTo>
                <a:cubicBezTo>
                  <a:pt x="67631" y="0"/>
                  <a:pt x="70202" y="1079"/>
                  <a:pt x="72271" y="3237"/>
                </a:cubicBezTo>
                <a:cubicBezTo>
                  <a:pt x="74341" y="5394"/>
                  <a:pt x="75375" y="8129"/>
                  <a:pt x="75375" y="11439"/>
                </a:cubicBezTo>
                <a:cubicBezTo>
                  <a:pt x="75375" y="14750"/>
                  <a:pt x="74341" y="17484"/>
                  <a:pt x="72271" y="19642"/>
                </a:cubicBezTo>
                <a:cubicBezTo>
                  <a:pt x="70202" y="21800"/>
                  <a:pt x="67631" y="22878"/>
                  <a:pt x="64557" y="22878"/>
                </a:cubicBezTo>
                <a:moveTo>
                  <a:pt x="10819" y="22878"/>
                </a:moveTo>
                <a:cubicBezTo>
                  <a:pt x="7745" y="22878"/>
                  <a:pt x="5173" y="21800"/>
                  <a:pt x="3104" y="19642"/>
                </a:cubicBezTo>
                <a:cubicBezTo>
                  <a:pt x="1035" y="17484"/>
                  <a:pt x="0" y="14750"/>
                  <a:pt x="0" y="11439"/>
                </a:cubicBezTo>
                <a:cubicBezTo>
                  <a:pt x="0" y="8129"/>
                  <a:pt x="1035" y="5394"/>
                  <a:pt x="3104" y="3237"/>
                </a:cubicBezTo>
                <a:cubicBezTo>
                  <a:pt x="5173" y="1079"/>
                  <a:pt x="7745" y="0"/>
                  <a:pt x="10819" y="0"/>
                </a:cubicBezTo>
                <a:cubicBezTo>
                  <a:pt x="13893" y="0"/>
                  <a:pt x="16464" y="1079"/>
                  <a:pt x="18533" y="3237"/>
                </a:cubicBezTo>
                <a:cubicBezTo>
                  <a:pt x="20602" y="5394"/>
                  <a:pt x="21637" y="8129"/>
                  <a:pt x="21637" y="11439"/>
                </a:cubicBezTo>
                <a:cubicBezTo>
                  <a:pt x="21637" y="14750"/>
                  <a:pt x="20602" y="17484"/>
                  <a:pt x="18533" y="19642"/>
                </a:cubicBezTo>
                <a:cubicBezTo>
                  <a:pt x="16464" y="21800"/>
                  <a:pt x="13893" y="22878"/>
                  <a:pt x="10819" y="22878"/>
                </a:cubicBezTo>
                <a:moveTo>
                  <a:pt x="118294" y="22878"/>
                </a:moveTo>
                <a:cubicBezTo>
                  <a:pt x="115220" y="22878"/>
                  <a:pt x="112649" y="21800"/>
                  <a:pt x="110579" y="19642"/>
                </a:cubicBezTo>
                <a:cubicBezTo>
                  <a:pt x="108511" y="17484"/>
                  <a:pt x="107476" y="14750"/>
                  <a:pt x="107476" y="11439"/>
                </a:cubicBezTo>
                <a:cubicBezTo>
                  <a:pt x="107476" y="8129"/>
                  <a:pt x="108511" y="5394"/>
                  <a:pt x="110579" y="3237"/>
                </a:cubicBezTo>
                <a:cubicBezTo>
                  <a:pt x="112649" y="1079"/>
                  <a:pt x="115220" y="0"/>
                  <a:pt x="118294" y="0"/>
                </a:cubicBezTo>
                <a:cubicBezTo>
                  <a:pt x="121368" y="0"/>
                  <a:pt x="123940" y="1079"/>
                  <a:pt x="126009" y="3237"/>
                </a:cubicBezTo>
                <a:cubicBezTo>
                  <a:pt x="128078" y="5394"/>
                  <a:pt x="129113" y="8129"/>
                  <a:pt x="129113" y="11439"/>
                </a:cubicBezTo>
                <a:cubicBezTo>
                  <a:pt x="129113" y="14750"/>
                  <a:pt x="128078" y="17484"/>
                  <a:pt x="126009" y="19642"/>
                </a:cubicBezTo>
                <a:cubicBezTo>
                  <a:pt x="123940" y="21800"/>
                  <a:pt x="121368" y="22878"/>
                  <a:pt x="118294" y="22878"/>
                </a:cubicBezTo>
              </a:path>
            </a:pathLst>
          </a:custGeom>
          <a:solidFill xmlns:a="http://schemas.openxmlformats.org/drawingml/2006/main">
            <a:srgbClr val="7F7F7F"/>
          </a:solidFill>
          <a:ln xmlns:a="http://schemas.openxmlformats.org/drawingml/2006/main" w="0">
            <a:noFill/>
            <a:prstDash val="solid"/>
          </a:ln>
        </p:spPr>
      </p:sp>
      <p:sp>
        <p:nvSpPr>
          <p:cNvPr id="286" name="pdf-path-100143">
            <a:extLst xmlns:a="http://schemas.openxmlformats.org/drawingml/2006/main">
              <a:ext uri="{FF2B5EF4-FFF2-40B4-BE49-F238E27FC236}">
                <a16:creationId xmlns:a16="http://schemas.microsoft.com/office/drawing/2014/main" id="{218793E3-C682-4390-B50C-D3393CD909C6}"/>
              </a:ext>
            </a:extLst>
          </p:cNvPr>
          <p:cNvSpPr>
            <a:spLocks xmlns:a="http://schemas.openxmlformats.org/drawingml/2006/main" noGrp="1"/>
          </p:cNvSpPr>
          <p:nvPr/>
        </p:nvSpPr>
        <p:spPr>
          <a:xfrm xmlns:a="http://schemas.openxmlformats.org/drawingml/2006/main">
            <a:off x="1802468" y="2446345"/>
            <a:ext cx="100736" cy="165027"/>
          </a:xfrm>
          <a:custGeom xmlns:a="http://schemas.openxmlformats.org/drawingml/2006/main">
            <a:pathLst>
              <a:path w="100736" h="165027">
                <a:moveTo>
                  <a:pt x="66950" y="61098"/>
                </a:moveTo>
                <a:cubicBezTo>
                  <a:pt x="81020" y="66064"/>
                  <a:pt x="88056" y="75315"/>
                  <a:pt x="88056" y="88853"/>
                </a:cubicBezTo>
                <a:cubicBezTo>
                  <a:pt x="88056" y="95829"/>
                  <a:pt x="86504" y="102362"/>
                  <a:pt x="83400" y="108451"/>
                </a:cubicBezTo>
                <a:cubicBezTo>
                  <a:pt x="80296" y="114540"/>
                  <a:pt x="75744" y="119373"/>
                  <a:pt x="69744" y="122950"/>
                </a:cubicBezTo>
                <a:cubicBezTo>
                  <a:pt x="63743" y="126526"/>
                  <a:pt x="56841" y="128315"/>
                  <a:pt x="49038" y="128315"/>
                </a:cubicBezTo>
                <a:cubicBezTo>
                  <a:pt x="44013" y="128315"/>
                  <a:pt x="39594" y="127916"/>
                  <a:pt x="35781" y="127117"/>
                </a:cubicBezTo>
                <a:cubicBezTo>
                  <a:pt x="31968" y="126319"/>
                  <a:pt x="28022" y="124945"/>
                  <a:pt x="23942" y="122994"/>
                </a:cubicBezTo>
                <a:lnTo>
                  <a:pt x="14454" y="165027"/>
                </a:lnTo>
                <a:lnTo>
                  <a:pt x="0" y="165027"/>
                </a:lnTo>
                <a:lnTo>
                  <a:pt x="26248" y="47797"/>
                </a:lnTo>
                <a:cubicBezTo>
                  <a:pt x="28613" y="37274"/>
                  <a:pt x="31805" y="28554"/>
                  <a:pt x="35825" y="21637"/>
                </a:cubicBezTo>
                <a:cubicBezTo>
                  <a:pt x="39845" y="14720"/>
                  <a:pt x="44870" y="9385"/>
                  <a:pt x="50900" y="5631"/>
                </a:cubicBezTo>
                <a:cubicBezTo>
                  <a:pt x="56930" y="1877"/>
                  <a:pt x="64024" y="0"/>
                  <a:pt x="72182" y="0"/>
                </a:cubicBezTo>
                <a:cubicBezTo>
                  <a:pt x="81286" y="0"/>
                  <a:pt x="88321" y="2024"/>
                  <a:pt x="93287" y="6074"/>
                </a:cubicBezTo>
                <a:cubicBezTo>
                  <a:pt x="98253" y="10124"/>
                  <a:pt x="100736" y="15873"/>
                  <a:pt x="100736" y="23322"/>
                </a:cubicBezTo>
                <a:cubicBezTo>
                  <a:pt x="100736" y="26337"/>
                  <a:pt x="100308" y="29603"/>
                  <a:pt x="99450" y="33121"/>
                </a:cubicBezTo>
                <a:cubicBezTo>
                  <a:pt x="98593" y="36638"/>
                  <a:pt x="96894" y="40096"/>
                  <a:pt x="94352" y="43496"/>
                </a:cubicBezTo>
                <a:cubicBezTo>
                  <a:pt x="91810" y="46895"/>
                  <a:pt x="88277" y="50043"/>
                  <a:pt x="83755" y="52940"/>
                </a:cubicBezTo>
                <a:cubicBezTo>
                  <a:pt x="79232" y="55836"/>
                  <a:pt x="73690" y="58319"/>
                  <a:pt x="67128" y="60388"/>
                </a:cubicBezTo>
                <a:lnTo>
                  <a:pt x="66950" y="61098"/>
                </a:lnTo>
                <a:moveTo>
                  <a:pt x="52141" y="57196"/>
                </a:moveTo>
                <a:cubicBezTo>
                  <a:pt x="58526" y="56723"/>
                  <a:pt x="64290" y="54891"/>
                  <a:pt x="69434" y="51698"/>
                </a:cubicBezTo>
                <a:cubicBezTo>
                  <a:pt x="74577" y="48506"/>
                  <a:pt x="78611" y="44323"/>
                  <a:pt x="81538" y="39151"/>
                </a:cubicBezTo>
                <a:cubicBezTo>
                  <a:pt x="84464" y="33978"/>
                  <a:pt x="85927" y="28317"/>
                  <a:pt x="85927" y="22169"/>
                </a:cubicBezTo>
                <a:cubicBezTo>
                  <a:pt x="85927" y="17262"/>
                  <a:pt x="84701" y="13508"/>
                  <a:pt x="82247" y="10907"/>
                </a:cubicBezTo>
                <a:cubicBezTo>
                  <a:pt x="79794" y="8306"/>
                  <a:pt x="76143" y="7005"/>
                  <a:pt x="71296" y="7005"/>
                </a:cubicBezTo>
                <a:cubicBezTo>
                  <a:pt x="63788" y="7005"/>
                  <a:pt x="57521" y="10626"/>
                  <a:pt x="52496" y="17868"/>
                </a:cubicBezTo>
                <a:cubicBezTo>
                  <a:pt x="47471" y="25110"/>
                  <a:pt x="43363" y="36091"/>
                  <a:pt x="40170" y="50812"/>
                </a:cubicBezTo>
                <a:lnTo>
                  <a:pt x="28199" y="106412"/>
                </a:lnTo>
                <a:cubicBezTo>
                  <a:pt x="27904" y="107771"/>
                  <a:pt x="27756" y="108924"/>
                  <a:pt x="27756" y="109870"/>
                </a:cubicBezTo>
                <a:cubicBezTo>
                  <a:pt x="27756" y="111466"/>
                  <a:pt x="28125" y="112826"/>
                  <a:pt x="28864" y="113949"/>
                </a:cubicBezTo>
                <a:cubicBezTo>
                  <a:pt x="29603" y="115072"/>
                  <a:pt x="30697" y="116181"/>
                  <a:pt x="32145" y="117275"/>
                </a:cubicBezTo>
                <a:cubicBezTo>
                  <a:pt x="33594" y="118368"/>
                  <a:pt x="35470" y="119314"/>
                  <a:pt x="37776" y="120112"/>
                </a:cubicBezTo>
                <a:cubicBezTo>
                  <a:pt x="40082" y="120910"/>
                  <a:pt x="43008" y="121309"/>
                  <a:pt x="46555" y="121309"/>
                </a:cubicBezTo>
                <a:cubicBezTo>
                  <a:pt x="51344" y="121309"/>
                  <a:pt x="55703" y="119831"/>
                  <a:pt x="59635" y="116875"/>
                </a:cubicBezTo>
                <a:cubicBezTo>
                  <a:pt x="63566" y="113919"/>
                  <a:pt x="66655" y="109722"/>
                  <a:pt x="68902" y="104283"/>
                </a:cubicBezTo>
                <a:cubicBezTo>
                  <a:pt x="71148" y="98844"/>
                  <a:pt x="72271" y="92637"/>
                  <a:pt x="72271" y="85661"/>
                </a:cubicBezTo>
                <a:cubicBezTo>
                  <a:pt x="72271" y="78981"/>
                  <a:pt x="70424" y="73749"/>
                  <a:pt x="66729" y="69965"/>
                </a:cubicBezTo>
                <a:cubicBezTo>
                  <a:pt x="63034" y="66182"/>
                  <a:pt x="57758" y="64024"/>
                  <a:pt x="50900" y="63492"/>
                </a:cubicBezTo>
                <a:lnTo>
                  <a:pt x="52141" y="57196"/>
                </a:lnTo>
              </a:path>
            </a:pathLst>
          </a:custGeom>
          <a:solidFill xmlns:a="http://schemas.openxmlformats.org/drawingml/2006/main">
            <a:srgbClr val="FF0000"/>
          </a:solidFill>
          <a:ln xmlns:a="http://schemas.openxmlformats.org/drawingml/2006/main" w="0">
            <a:noFill/>
            <a:prstDash val="solid"/>
          </a:ln>
        </p:spPr>
      </p:sp>
      <p:sp>
        <p:nvSpPr>
          <p:cNvPr id="287" name="pdf-path-100144">
            <a:extLst xmlns:a="http://schemas.openxmlformats.org/drawingml/2006/main">
              <a:ext uri="{FF2B5EF4-FFF2-40B4-BE49-F238E27FC236}">
                <a16:creationId xmlns:a16="http://schemas.microsoft.com/office/drawing/2014/main" id="{5028135F-A8C2-4E2B-A71F-2E0A28D7BA49}"/>
              </a:ext>
            </a:extLst>
          </p:cNvPr>
          <p:cNvSpPr>
            <a:spLocks xmlns:a="http://schemas.openxmlformats.org/drawingml/2006/main" noGrp="1"/>
          </p:cNvSpPr>
          <p:nvPr/>
        </p:nvSpPr>
        <p:spPr>
          <a:xfrm xmlns:a="http://schemas.openxmlformats.org/drawingml/2006/main">
            <a:off x="1909729" y="2525254"/>
            <a:ext cx="48351" cy="84597"/>
          </a:xfrm>
          <a:custGeom xmlns:a="http://schemas.openxmlformats.org/drawingml/2006/main">
            <a:pathLst>
              <a:path w="48351" h="84597">
                <a:moveTo>
                  <a:pt x="41899" y="70564"/>
                </a:moveTo>
                <a:cubicBezTo>
                  <a:pt x="39638" y="73091"/>
                  <a:pt x="37488" y="75242"/>
                  <a:pt x="35448" y="77016"/>
                </a:cubicBezTo>
                <a:cubicBezTo>
                  <a:pt x="33409" y="78789"/>
                  <a:pt x="31413" y="80241"/>
                  <a:pt x="29463" y="81372"/>
                </a:cubicBezTo>
                <a:cubicBezTo>
                  <a:pt x="27512" y="82502"/>
                  <a:pt x="25583" y="83323"/>
                  <a:pt x="23676" y="83832"/>
                </a:cubicBezTo>
                <a:cubicBezTo>
                  <a:pt x="21770" y="84342"/>
                  <a:pt x="19819" y="84597"/>
                  <a:pt x="17824" y="84597"/>
                </a:cubicBezTo>
                <a:cubicBezTo>
                  <a:pt x="12547" y="84597"/>
                  <a:pt x="8613" y="83356"/>
                  <a:pt x="6019" y="80873"/>
                </a:cubicBezTo>
                <a:cubicBezTo>
                  <a:pt x="3425" y="78390"/>
                  <a:pt x="2128" y="74732"/>
                  <a:pt x="2128" y="69899"/>
                </a:cubicBezTo>
                <a:cubicBezTo>
                  <a:pt x="2128" y="68258"/>
                  <a:pt x="2250" y="66452"/>
                  <a:pt x="2494" y="64479"/>
                </a:cubicBezTo>
                <a:cubicBezTo>
                  <a:pt x="2738" y="62506"/>
                  <a:pt x="3081" y="60588"/>
                  <a:pt x="3525" y="58726"/>
                </a:cubicBezTo>
                <a:lnTo>
                  <a:pt x="11439" y="24275"/>
                </a:lnTo>
                <a:lnTo>
                  <a:pt x="0" y="24275"/>
                </a:lnTo>
                <a:lnTo>
                  <a:pt x="1330" y="19154"/>
                </a:lnTo>
                <a:cubicBezTo>
                  <a:pt x="3990" y="19154"/>
                  <a:pt x="6063" y="18899"/>
                  <a:pt x="7548" y="18389"/>
                </a:cubicBezTo>
                <a:cubicBezTo>
                  <a:pt x="9034" y="17879"/>
                  <a:pt x="10286" y="17181"/>
                  <a:pt x="11306" y="16294"/>
                </a:cubicBezTo>
                <a:cubicBezTo>
                  <a:pt x="11971" y="15674"/>
                  <a:pt x="12614" y="14909"/>
                  <a:pt x="13235" y="14000"/>
                </a:cubicBezTo>
                <a:cubicBezTo>
                  <a:pt x="13855" y="13091"/>
                  <a:pt x="14476" y="11994"/>
                  <a:pt x="15097" y="10708"/>
                </a:cubicBezTo>
                <a:cubicBezTo>
                  <a:pt x="15718" y="9422"/>
                  <a:pt x="16349" y="7903"/>
                  <a:pt x="16993" y="6152"/>
                </a:cubicBezTo>
                <a:cubicBezTo>
                  <a:pt x="17635" y="4401"/>
                  <a:pt x="18356" y="2350"/>
                  <a:pt x="19154" y="0"/>
                </a:cubicBezTo>
                <a:lnTo>
                  <a:pt x="29529" y="0"/>
                </a:lnTo>
                <a:lnTo>
                  <a:pt x="25738" y="16893"/>
                </a:lnTo>
                <a:lnTo>
                  <a:pt x="48351" y="16893"/>
                </a:lnTo>
                <a:lnTo>
                  <a:pt x="46821" y="24275"/>
                </a:lnTo>
                <a:lnTo>
                  <a:pt x="24275" y="24275"/>
                </a:lnTo>
                <a:lnTo>
                  <a:pt x="17491" y="52142"/>
                </a:lnTo>
                <a:cubicBezTo>
                  <a:pt x="17048" y="54004"/>
                  <a:pt x="16682" y="55678"/>
                  <a:pt x="16394" y="57163"/>
                </a:cubicBezTo>
                <a:cubicBezTo>
                  <a:pt x="16106" y="58648"/>
                  <a:pt x="15873" y="59989"/>
                  <a:pt x="15695" y="61187"/>
                </a:cubicBezTo>
                <a:cubicBezTo>
                  <a:pt x="15518" y="62384"/>
                  <a:pt x="15396" y="63470"/>
                  <a:pt x="15330" y="64445"/>
                </a:cubicBezTo>
                <a:cubicBezTo>
                  <a:pt x="15263" y="65421"/>
                  <a:pt x="15230" y="66330"/>
                  <a:pt x="15230" y="67172"/>
                </a:cubicBezTo>
                <a:cubicBezTo>
                  <a:pt x="15230" y="69833"/>
                  <a:pt x="15784" y="71917"/>
                  <a:pt x="16893" y="73424"/>
                </a:cubicBezTo>
                <a:cubicBezTo>
                  <a:pt x="18001" y="74932"/>
                  <a:pt x="19819" y="75685"/>
                  <a:pt x="22346" y="75685"/>
                </a:cubicBezTo>
                <a:cubicBezTo>
                  <a:pt x="24475" y="75685"/>
                  <a:pt x="26736" y="74898"/>
                  <a:pt x="29130" y="73324"/>
                </a:cubicBezTo>
                <a:cubicBezTo>
                  <a:pt x="31524" y="71750"/>
                  <a:pt x="34251" y="69278"/>
                  <a:pt x="37310" y="65909"/>
                </a:cubicBezTo>
                <a:lnTo>
                  <a:pt x="41899" y="70564"/>
                </a:lnTo>
              </a:path>
            </a:pathLst>
          </a:custGeom>
          <a:solidFill xmlns:a="http://schemas.openxmlformats.org/drawingml/2006/main">
            <a:srgbClr val="FF0000"/>
          </a:solidFill>
          <a:ln xmlns:a="http://schemas.openxmlformats.org/drawingml/2006/main" w="0">
            <a:noFill/>
            <a:prstDash val="solid"/>
          </a:ln>
        </p:spPr>
      </p:sp>
      <p:sp>
        <p:nvSpPr>
          <p:cNvPr id="288" name="pdf-path-100145">
            <a:extLst xmlns:a="http://schemas.openxmlformats.org/drawingml/2006/main">
              <a:ext uri="{FF2B5EF4-FFF2-40B4-BE49-F238E27FC236}">
                <a16:creationId xmlns:a16="http://schemas.microsoft.com/office/drawing/2014/main" id="{B8C5780C-138E-4D7C-AD05-0595B2BB07A7}"/>
              </a:ext>
            </a:extLst>
          </p:cNvPr>
          <p:cNvSpPr>
            <a:spLocks xmlns:a="http://schemas.openxmlformats.org/drawingml/2006/main" noGrp="1"/>
          </p:cNvSpPr>
          <p:nvPr/>
        </p:nvSpPr>
        <p:spPr>
          <a:xfrm xmlns:a="http://schemas.openxmlformats.org/drawingml/2006/main">
            <a:off x="1973272" y="2529644"/>
            <a:ext cx="76617" cy="80141"/>
          </a:xfrm>
          <a:custGeom xmlns:a="http://schemas.openxmlformats.org/drawingml/2006/main">
            <a:pathLst>
              <a:path w="76617" h="80141">
                <a:moveTo>
                  <a:pt x="43695" y="45159"/>
                </a:moveTo>
                <a:lnTo>
                  <a:pt x="43695" y="80141"/>
                </a:lnTo>
                <a:lnTo>
                  <a:pt x="32921" y="80141"/>
                </a:lnTo>
                <a:lnTo>
                  <a:pt x="32921" y="45159"/>
                </a:lnTo>
                <a:lnTo>
                  <a:pt x="0" y="45159"/>
                </a:lnTo>
                <a:lnTo>
                  <a:pt x="0" y="34983"/>
                </a:lnTo>
                <a:lnTo>
                  <a:pt x="32921" y="34983"/>
                </a:lnTo>
                <a:lnTo>
                  <a:pt x="32921" y="0"/>
                </a:lnTo>
                <a:lnTo>
                  <a:pt x="43695" y="0"/>
                </a:lnTo>
                <a:lnTo>
                  <a:pt x="43695" y="34983"/>
                </a:lnTo>
                <a:lnTo>
                  <a:pt x="76617" y="34983"/>
                </a:lnTo>
                <a:lnTo>
                  <a:pt x="76617" y="45159"/>
                </a:lnTo>
                <a:lnTo>
                  <a:pt x="43695" y="45159"/>
                </a:lnTo>
              </a:path>
            </a:pathLst>
          </a:custGeom>
          <a:solidFill xmlns:a="http://schemas.openxmlformats.org/drawingml/2006/main">
            <a:srgbClr val="FF0000"/>
          </a:solidFill>
          <a:ln xmlns:a="http://schemas.openxmlformats.org/drawingml/2006/main" w="0">
            <a:noFill/>
            <a:prstDash val="solid"/>
          </a:ln>
        </p:spPr>
      </p:sp>
      <p:sp>
        <p:nvSpPr>
          <p:cNvPr id="289" name="pdf-path-100146">
            <a:extLst xmlns:a="http://schemas.openxmlformats.org/drawingml/2006/main">
              <a:ext uri="{FF2B5EF4-FFF2-40B4-BE49-F238E27FC236}">
                <a16:creationId xmlns:a16="http://schemas.microsoft.com/office/drawing/2014/main" id="{958C87EE-465C-4550-B3BF-A25907637AC1}"/>
              </a:ext>
            </a:extLst>
          </p:cNvPr>
          <p:cNvSpPr>
            <a:spLocks xmlns:a="http://schemas.openxmlformats.org/drawingml/2006/main" noGrp="1"/>
          </p:cNvSpPr>
          <p:nvPr/>
        </p:nvSpPr>
        <p:spPr>
          <a:xfrm xmlns:a="http://schemas.openxmlformats.org/drawingml/2006/main">
            <a:off x="2066228" y="2517872"/>
            <a:ext cx="70564" cy="91980"/>
          </a:xfrm>
          <a:custGeom xmlns:a="http://schemas.openxmlformats.org/drawingml/2006/main">
            <a:pathLst>
              <a:path w="70564" h="91980">
                <a:moveTo>
                  <a:pt x="20085" y="57396"/>
                </a:moveTo>
                <a:lnTo>
                  <a:pt x="12769" y="90782"/>
                </a:lnTo>
                <a:lnTo>
                  <a:pt x="0" y="90782"/>
                </a:lnTo>
                <a:lnTo>
                  <a:pt x="16095" y="19354"/>
                </a:lnTo>
                <a:cubicBezTo>
                  <a:pt x="16627" y="17003"/>
                  <a:pt x="17003" y="15153"/>
                  <a:pt x="17225" y="13800"/>
                </a:cubicBezTo>
                <a:cubicBezTo>
                  <a:pt x="17447" y="12448"/>
                  <a:pt x="17558" y="11240"/>
                  <a:pt x="17558" y="10175"/>
                </a:cubicBezTo>
                <a:cubicBezTo>
                  <a:pt x="17558" y="9333"/>
                  <a:pt x="17414" y="8601"/>
                  <a:pt x="17126" y="7981"/>
                </a:cubicBezTo>
                <a:cubicBezTo>
                  <a:pt x="16837" y="7360"/>
                  <a:pt x="16361" y="6861"/>
                  <a:pt x="15696" y="6484"/>
                </a:cubicBezTo>
                <a:cubicBezTo>
                  <a:pt x="15030" y="6107"/>
                  <a:pt x="14144" y="5830"/>
                  <a:pt x="13035" y="5653"/>
                </a:cubicBezTo>
                <a:cubicBezTo>
                  <a:pt x="11927" y="5476"/>
                  <a:pt x="10553" y="5365"/>
                  <a:pt x="8912" y="5320"/>
                </a:cubicBezTo>
                <a:lnTo>
                  <a:pt x="9909" y="798"/>
                </a:lnTo>
                <a:lnTo>
                  <a:pt x="28199" y="0"/>
                </a:lnTo>
                <a:lnTo>
                  <a:pt x="32988" y="0"/>
                </a:lnTo>
                <a:lnTo>
                  <a:pt x="21282" y="51742"/>
                </a:lnTo>
                <a:lnTo>
                  <a:pt x="23144" y="51742"/>
                </a:lnTo>
                <a:cubicBezTo>
                  <a:pt x="24829" y="51742"/>
                  <a:pt x="26647" y="51388"/>
                  <a:pt x="28598" y="50679"/>
                </a:cubicBezTo>
                <a:cubicBezTo>
                  <a:pt x="30549" y="49969"/>
                  <a:pt x="32489" y="49049"/>
                  <a:pt x="34417" y="47919"/>
                </a:cubicBezTo>
                <a:cubicBezTo>
                  <a:pt x="36346" y="46788"/>
                  <a:pt x="38197" y="45513"/>
                  <a:pt x="39971" y="44094"/>
                </a:cubicBezTo>
                <a:cubicBezTo>
                  <a:pt x="41744" y="42675"/>
                  <a:pt x="43307" y="41246"/>
                  <a:pt x="44660" y="39805"/>
                </a:cubicBezTo>
                <a:cubicBezTo>
                  <a:pt x="46012" y="38364"/>
                  <a:pt x="47087" y="37000"/>
                  <a:pt x="47885" y="35714"/>
                </a:cubicBezTo>
                <a:cubicBezTo>
                  <a:pt x="48683" y="34429"/>
                  <a:pt x="49082" y="33342"/>
                  <a:pt x="49082" y="32456"/>
                </a:cubicBezTo>
                <a:cubicBezTo>
                  <a:pt x="49082" y="31391"/>
                  <a:pt x="48727" y="30527"/>
                  <a:pt x="48018" y="29862"/>
                </a:cubicBezTo>
                <a:cubicBezTo>
                  <a:pt x="47309" y="29197"/>
                  <a:pt x="46023" y="28753"/>
                  <a:pt x="44161" y="28531"/>
                </a:cubicBezTo>
                <a:lnTo>
                  <a:pt x="44959" y="24275"/>
                </a:lnTo>
                <a:lnTo>
                  <a:pt x="68902" y="24275"/>
                </a:lnTo>
                <a:lnTo>
                  <a:pt x="70564" y="28398"/>
                </a:lnTo>
                <a:cubicBezTo>
                  <a:pt x="67771" y="30793"/>
                  <a:pt x="65088" y="33010"/>
                  <a:pt x="62517" y="35049"/>
                </a:cubicBezTo>
                <a:cubicBezTo>
                  <a:pt x="59945" y="37089"/>
                  <a:pt x="57429" y="39051"/>
                  <a:pt x="54968" y="40935"/>
                </a:cubicBezTo>
                <a:cubicBezTo>
                  <a:pt x="52507" y="42820"/>
                  <a:pt x="50047" y="44671"/>
                  <a:pt x="47586" y="46488"/>
                </a:cubicBezTo>
                <a:cubicBezTo>
                  <a:pt x="45125" y="48306"/>
                  <a:pt x="42609" y="50191"/>
                  <a:pt x="40037" y="52142"/>
                </a:cubicBezTo>
                <a:cubicBezTo>
                  <a:pt x="41101" y="55511"/>
                  <a:pt x="42188" y="58936"/>
                  <a:pt x="43296" y="62417"/>
                </a:cubicBezTo>
                <a:cubicBezTo>
                  <a:pt x="44405" y="65897"/>
                  <a:pt x="45513" y="69345"/>
                  <a:pt x="46621" y="72759"/>
                </a:cubicBezTo>
                <a:cubicBezTo>
                  <a:pt x="47153" y="74577"/>
                  <a:pt x="47652" y="76140"/>
                  <a:pt x="48118" y="77448"/>
                </a:cubicBezTo>
                <a:cubicBezTo>
                  <a:pt x="48584" y="78756"/>
                  <a:pt x="49082" y="79820"/>
                  <a:pt x="49614" y="80640"/>
                </a:cubicBezTo>
                <a:cubicBezTo>
                  <a:pt x="50146" y="81460"/>
                  <a:pt x="50723" y="82070"/>
                  <a:pt x="51344" y="82469"/>
                </a:cubicBezTo>
                <a:cubicBezTo>
                  <a:pt x="51964" y="82868"/>
                  <a:pt x="52718" y="83067"/>
                  <a:pt x="53605" y="83067"/>
                </a:cubicBezTo>
                <a:cubicBezTo>
                  <a:pt x="54226" y="83067"/>
                  <a:pt x="54868" y="82957"/>
                  <a:pt x="55534" y="82735"/>
                </a:cubicBezTo>
                <a:cubicBezTo>
                  <a:pt x="56199" y="82513"/>
                  <a:pt x="56941" y="82114"/>
                  <a:pt x="57761" y="81538"/>
                </a:cubicBezTo>
                <a:cubicBezTo>
                  <a:pt x="58582" y="80961"/>
                  <a:pt x="59513" y="80174"/>
                  <a:pt x="60555" y="79177"/>
                </a:cubicBezTo>
                <a:cubicBezTo>
                  <a:pt x="61597" y="78179"/>
                  <a:pt x="62783" y="76927"/>
                  <a:pt x="64113" y="75419"/>
                </a:cubicBezTo>
                <a:lnTo>
                  <a:pt x="68636" y="79742"/>
                </a:lnTo>
                <a:cubicBezTo>
                  <a:pt x="66551" y="81871"/>
                  <a:pt x="64612" y="83711"/>
                  <a:pt x="62816" y="85262"/>
                </a:cubicBezTo>
                <a:cubicBezTo>
                  <a:pt x="61021" y="86814"/>
                  <a:pt x="59314" y="88089"/>
                  <a:pt x="57695" y="89086"/>
                </a:cubicBezTo>
                <a:cubicBezTo>
                  <a:pt x="56077" y="90084"/>
                  <a:pt x="54514" y="90816"/>
                  <a:pt x="53006" y="91281"/>
                </a:cubicBezTo>
                <a:cubicBezTo>
                  <a:pt x="51499" y="91747"/>
                  <a:pt x="49969" y="91980"/>
                  <a:pt x="48417" y="91980"/>
                </a:cubicBezTo>
                <a:cubicBezTo>
                  <a:pt x="45624" y="91980"/>
                  <a:pt x="43374" y="91281"/>
                  <a:pt x="41667" y="89885"/>
                </a:cubicBezTo>
                <a:cubicBezTo>
                  <a:pt x="39960" y="88488"/>
                  <a:pt x="38508" y="86493"/>
                  <a:pt x="37311" y="83899"/>
                </a:cubicBezTo>
                <a:cubicBezTo>
                  <a:pt x="36113" y="81305"/>
                  <a:pt x="35016" y="78168"/>
                  <a:pt x="34018" y="74488"/>
                </a:cubicBezTo>
                <a:cubicBezTo>
                  <a:pt x="33021" y="70808"/>
                  <a:pt x="31857" y="66707"/>
                  <a:pt x="30527" y="62184"/>
                </a:cubicBezTo>
                <a:cubicBezTo>
                  <a:pt x="30216" y="61120"/>
                  <a:pt x="29917" y="60267"/>
                  <a:pt x="29629" y="59624"/>
                </a:cubicBezTo>
                <a:cubicBezTo>
                  <a:pt x="29341" y="58981"/>
                  <a:pt x="28975" y="58493"/>
                  <a:pt x="28531" y="58161"/>
                </a:cubicBezTo>
                <a:cubicBezTo>
                  <a:pt x="28088" y="57828"/>
                  <a:pt x="27534" y="57617"/>
                  <a:pt x="26869" y="57529"/>
                </a:cubicBezTo>
                <a:cubicBezTo>
                  <a:pt x="26204" y="57440"/>
                  <a:pt x="25362" y="57396"/>
                  <a:pt x="24342" y="57396"/>
                </a:cubicBezTo>
                <a:lnTo>
                  <a:pt x="20085" y="57396"/>
                </a:lnTo>
              </a:path>
            </a:pathLst>
          </a:custGeom>
          <a:solidFill xmlns:a="http://schemas.openxmlformats.org/drawingml/2006/main">
            <a:srgbClr val="FF0000"/>
          </a:solidFill>
          <a:ln xmlns:a="http://schemas.openxmlformats.org/drawingml/2006/main" w="0">
            <a:noFill/>
            <a:prstDash val="solid"/>
          </a:ln>
        </p:spPr>
      </p:sp>
      <p:sp>
        <p:nvSpPr>
          <p:cNvPr id="290" name="pdf-path-100147">
            <a:extLst xmlns:a="http://schemas.openxmlformats.org/drawingml/2006/main">
              <a:ext uri="{FF2B5EF4-FFF2-40B4-BE49-F238E27FC236}">
                <a16:creationId xmlns:a16="http://schemas.microsoft.com/office/drawing/2014/main" id="{32ADCD0E-C49A-4C3B-8A90-5B988F3F9D50}"/>
              </a:ext>
            </a:extLst>
          </p:cNvPr>
          <p:cNvSpPr>
            <a:spLocks xmlns:a="http://schemas.openxmlformats.org/drawingml/2006/main" noGrp="1"/>
          </p:cNvSpPr>
          <p:nvPr/>
        </p:nvSpPr>
        <p:spPr>
          <a:xfrm xmlns:a="http://schemas.openxmlformats.org/drawingml/2006/main">
            <a:off x="2214458" y="2497068"/>
            <a:ext cx="112974" cy="48595"/>
          </a:xfrm>
          <a:custGeom xmlns:a="http://schemas.openxmlformats.org/drawingml/2006/main">
            <a:pathLst>
              <a:path w="112974" h="48595">
                <a:moveTo>
                  <a:pt x="0" y="11794"/>
                </a:moveTo>
                <a:lnTo>
                  <a:pt x="0" y="0"/>
                </a:lnTo>
                <a:lnTo>
                  <a:pt x="109250" y="0"/>
                </a:lnTo>
                <a:lnTo>
                  <a:pt x="109250" y="11794"/>
                </a:lnTo>
                <a:lnTo>
                  <a:pt x="0" y="11794"/>
                </a:lnTo>
                <a:moveTo>
                  <a:pt x="0" y="48595"/>
                </a:moveTo>
                <a:lnTo>
                  <a:pt x="0" y="36801"/>
                </a:lnTo>
                <a:lnTo>
                  <a:pt x="109250" y="36801"/>
                </a:lnTo>
                <a:lnTo>
                  <a:pt x="109250" y="48595"/>
                </a:lnTo>
                <a:lnTo>
                  <a:pt x="0" y="48595"/>
                </a:lnTo>
                <a:moveTo>
                  <a:pt x="112974" y="24298"/>
                </a:moveTo>
                <a:lnTo>
                  <a:pt x="112974" y="24298"/>
                </a:lnTo>
              </a:path>
            </a:pathLst>
          </a:custGeom>
          <a:solidFill xmlns:a="http://schemas.openxmlformats.org/drawingml/2006/main">
            <a:srgbClr val="FF0000"/>
          </a:solidFill>
          <a:ln xmlns:a="http://schemas.openxmlformats.org/drawingml/2006/main" w="0">
            <a:noFill/>
            <a:prstDash val="solid"/>
          </a:ln>
        </p:spPr>
      </p:sp>
      <p:sp>
        <p:nvSpPr>
          <p:cNvPr id="291" name="pdf-path-100148">
            <a:extLst xmlns:a="http://schemas.openxmlformats.org/drawingml/2006/main">
              <a:ext uri="{FF2B5EF4-FFF2-40B4-BE49-F238E27FC236}">
                <a16:creationId xmlns:a16="http://schemas.microsoft.com/office/drawing/2014/main" id="{D3B41202-EAF2-4051-B3BE-3C42624B769A}"/>
              </a:ext>
            </a:extLst>
          </p:cNvPr>
          <p:cNvSpPr>
            <a:spLocks xmlns:a="http://schemas.openxmlformats.org/drawingml/2006/main" noGrp="1"/>
          </p:cNvSpPr>
          <p:nvPr/>
        </p:nvSpPr>
        <p:spPr>
          <a:xfrm xmlns:a="http://schemas.openxmlformats.org/drawingml/2006/main">
            <a:off x="2403690" y="2450778"/>
            <a:ext cx="70586" cy="122462"/>
          </a:xfrm>
          <a:custGeom xmlns:a="http://schemas.openxmlformats.org/drawingml/2006/main">
            <a:pathLst>
              <a:path w="70586" h="122462">
                <a:moveTo>
                  <a:pt x="45846" y="99318"/>
                </a:moveTo>
                <a:cubicBezTo>
                  <a:pt x="45846" y="102747"/>
                  <a:pt x="46038" y="105333"/>
                  <a:pt x="46422" y="107077"/>
                </a:cubicBezTo>
                <a:cubicBezTo>
                  <a:pt x="46806" y="108821"/>
                  <a:pt x="47486" y="110240"/>
                  <a:pt x="48462" y="111333"/>
                </a:cubicBezTo>
                <a:cubicBezTo>
                  <a:pt x="49437" y="112427"/>
                  <a:pt x="50841" y="113284"/>
                  <a:pt x="52674" y="113905"/>
                </a:cubicBezTo>
                <a:cubicBezTo>
                  <a:pt x="54506" y="114526"/>
                  <a:pt x="56812" y="114999"/>
                  <a:pt x="59590" y="115324"/>
                </a:cubicBezTo>
                <a:cubicBezTo>
                  <a:pt x="62369" y="115649"/>
                  <a:pt x="66034" y="115871"/>
                  <a:pt x="70586" y="115989"/>
                </a:cubicBezTo>
                <a:lnTo>
                  <a:pt x="70586" y="122462"/>
                </a:lnTo>
                <a:lnTo>
                  <a:pt x="5055" y="122462"/>
                </a:lnTo>
                <a:lnTo>
                  <a:pt x="5055" y="115989"/>
                </a:lnTo>
                <a:cubicBezTo>
                  <a:pt x="11616" y="115694"/>
                  <a:pt x="16302" y="115294"/>
                  <a:pt x="19110" y="114792"/>
                </a:cubicBezTo>
                <a:cubicBezTo>
                  <a:pt x="21918" y="114289"/>
                  <a:pt x="24061" y="113536"/>
                  <a:pt x="25539" y="112531"/>
                </a:cubicBezTo>
                <a:cubicBezTo>
                  <a:pt x="27017" y="111526"/>
                  <a:pt x="28096" y="110107"/>
                  <a:pt x="28776" y="108274"/>
                </a:cubicBezTo>
                <a:cubicBezTo>
                  <a:pt x="29455" y="106442"/>
                  <a:pt x="29795" y="103456"/>
                  <a:pt x="29795" y="99318"/>
                </a:cubicBezTo>
                <a:lnTo>
                  <a:pt x="29795" y="27401"/>
                </a:lnTo>
                <a:cubicBezTo>
                  <a:pt x="29795" y="25037"/>
                  <a:pt x="29382" y="23307"/>
                  <a:pt x="28554" y="22213"/>
                </a:cubicBezTo>
                <a:cubicBezTo>
                  <a:pt x="27726" y="21120"/>
                  <a:pt x="26514" y="20573"/>
                  <a:pt x="24918" y="20573"/>
                </a:cubicBezTo>
                <a:cubicBezTo>
                  <a:pt x="23026" y="20573"/>
                  <a:pt x="20336" y="21549"/>
                  <a:pt x="16849" y="23499"/>
                </a:cubicBezTo>
                <a:cubicBezTo>
                  <a:pt x="13361" y="25450"/>
                  <a:pt x="9045" y="28140"/>
                  <a:pt x="3902" y="31569"/>
                </a:cubicBezTo>
                <a:lnTo>
                  <a:pt x="0" y="24741"/>
                </a:lnTo>
                <a:lnTo>
                  <a:pt x="41500" y="0"/>
                </a:lnTo>
                <a:lnTo>
                  <a:pt x="46378" y="0"/>
                </a:lnTo>
                <a:cubicBezTo>
                  <a:pt x="46023" y="5676"/>
                  <a:pt x="45846" y="13538"/>
                  <a:pt x="45846" y="23588"/>
                </a:cubicBezTo>
                <a:lnTo>
                  <a:pt x="45846" y="99318"/>
                </a:lnTo>
              </a:path>
            </a:pathLst>
          </a:custGeom>
          <a:solidFill xmlns:a="http://schemas.openxmlformats.org/drawingml/2006/main">
            <a:srgbClr val="FF0000"/>
          </a:solidFill>
          <a:ln xmlns:a="http://schemas.openxmlformats.org/drawingml/2006/main" w="0">
            <a:noFill/>
            <a:prstDash val="solid"/>
          </a:ln>
        </p:spPr>
      </p:sp>
      <p:sp>
        <p:nvSpPr>
          <p:cNvPr id="292" name="pdf-path-100149">
            <a:extLst xmlns:a="http://schemas.openxmlformats.org/drawingml/2006/main">
              <a:ext uri="{FF2B5EF4-FFF2-40B4-BE49-F238E27FC236}">
                <a16:creationId xmlns:a16="http://schemas.microsoft.com/office/drawing/2014/main" id="{DEC4FC16-0A9C-4A42-82CE-5DFD1E0B822B}"/>
              </a:ext>
            </a:extLst>
          </p:cNvPr>
          <p:cNvSpPr>
            <a:spLocks xmlns:a="http://schemas.openxmlformats.org/drawingml/2006/main" noGrp="1"/>
          </p:cNvSpPr>
          <p:nvPr/>
        </p:nvSpPr>
        <p:spPr>
          <a:xfrm xmlns:a="http://schemas.openxmlformats.org/drawingml/2006/main">
            <a:off x="1460944" y="2507202"/>
            <a:ext cx="129113" cy="22878"/>
          </a:xfrm>
          <a:custGeom xmlns:a="http://schemas.openxmlformats.org/drawingml/2006/main">
            <a:pathLst>
              <a:path w="129113" h="22878">
                <a:moveTo>
                  <a:pt x="64557" y="22878"/>
                </a:moveTo>
                <a:cubicBezTo>
                  <a:pt x="61482" y="22878"/>
                  <a:pt x="58911" y="21800"/>
                  <a:pt x="56842" y="19642"/>
                </a:cubicBezTo>
                <a:cubicBezTo>
                  <a:pt x="54772" y="17484"/>
                  <a:pt x="53738" y="14750"/>
                  <a:pt x="53738" y="11439"/>
                </a:cubicBezTo>
                <a:cubicBezTo>
                  <a:pt x="53738" y="8129"/>
                  <a:pt x="54772" y="5394"/>
                  <a:pt x="56842" y="3237"/>
                </a:cubicBezTo>
                <a:cubicBezTo>
                  <a:pt x="58911" y="1079"/>
                  <a:pt x="61482" y="0"/>
                  <a:pt x="64557" y="0"/>
                </a:cubicBezTo>
                <a:cubicBezTo>
                  <a:pt x="67631" y="0"/>
                  <a:pt x="70202" y="1079"/>
                  <a:pt x="72271" y="3237"/>
                </a:cubicBezTo>
                <a:cubicBezTo>
                  <a:pt x="74341" y="5394"/>
                  <a:pt x="75375" y="8129"/>
                  <a:pt x="75375" y="11439"/>
                </a:cubicBezTo>
                <a:cubicBezTo>
                  <a:pt x="75375" y="14750"/>
                  <a:pt x="74341" y="17484"/>
                  <a:pt x="72271" y="19642"/>
                </a:cubicBezTo>
                <a:cubicBezTo>
                  <a:pt x="70202" y="21800"/>
                  <a:pt x="67631" y="22878"/>
                  <a:pt x="64557" y="22878"/>
                </a:cubicBezTo>
                <a:moveTo>
                  <a:pt x="10819" y="22878"/>
                </a:moveTo>
                <a:cubicBezTo>
                  <a:pt x="7745" y="22878"/>
                  <a:pt x="5173" y="21800"/>
                  <a:pt x="3104" y="19642"/>
                </a:cubicBezTo>
                <a:cubicBezTo>
                  <a:pt x="1035" y="17484"/>
                  <a:pt x="0" y="14750"/>
                  <a:pt x="0" y="11439"/>
                </a:cubicBezTo>
                <a:cubicBezTo>
                  <a:pt x="0" y="8129"/>
                  <a:pt x="1035" y="5394"/>
                  <a:pt x="3104" y="3237"/>
                </a:cubicBezTo>
                <a:cubicBezTo>
                  <a:pt x="5173" y="1079"/>
                  <a:pt x="7745" y="0"/>
                  <a:pt x="10819" y="0"/>
                </a:cubicBezTo>
                <a:cubicBezTo>
                  <a:pt x="13893" y="0"/>
                  <a:pt x="16464" y="1079"/>
                  <a:pt x="18533" y="3237"/>
                </a:cubicBezTo>
                <a:cubicBezTo>
                  <a:pt x="20602" y="5394"/>
                  <a:pt x="21637" y="8129"/>
                  <a:pt x="21637" y="11439"/>
                </a:cubicBezTo>
                <a:cubicBezTo>
                  <a:pt x="21637" y="14750"/>
                  <a:pt x="20602" y="17484"/>
                  <a:pt x="18533" y="19642"/>
                </a:cubicBezTo>
                <a:cubicBezTo>
                  <a:pt x="16464" y="21800"/>
                  <a:pt x="13893" y="22878"/>
                  <a:pt x="10819" y="22878"/>
                </a:cubicBezTo>
                <a:moveTo>
                  <a:pt x="118294" y="22878"/>
                </a:moveTo>
                <a:cubicBezTo>
                  <a:pt x="115220" y="22878"/>
                  <a:pt x="112649" y="21800"/>
                  <a:pt x="110579" y="19642"/>
                </a:cubicBezTo>
                <a:cubicBezTo>
                  <a:pt x="108511" y="17484"/>
                  <a:pt x="107476" y="14750"/>
                  <a:pt x="107476" y="11439"/>
                </a:cubicBezTo>
                <a:cubicBezTo>
                  <a:pt x="107476" y="8129"/>
                  <a:pt x="108511" y="5394"/>
                  <a:pt x="110579" y="3237"/>
                </a:cubicBezTo>
                <a:cubicBezTo>
                  <a:pt x="112649" y="1079"/>
                  <a:pt x="115220" y="0"/>
                  <a:pt x="118294" y="0"/>
                </a:cubicBezTo>
                <a:cubicBezTo>
                  <a:pt x="121368" y="0"/>
                  <a:pt x="123940" y="1079"/>
                  <a:pt x="126009" y="3237"/>
                </a:cubicBezTo>
                <a:cubicBezTo>
                  <a:pt x="128078" y="5394"/>
                  <a:pt x="129113" y="8129"/>
                  <a:pt x="129113" y="11439"/>
                </a:cubicBezTo>
                <a:cubicBezTo>
                  <a:pt x="129113" y="14750"/>
                  <a:pt x="128078" y="17484"/>
                  <a:pt x="126009" y="19642"/>
                </a:cubicBezTo>
                <a:cubicBezTo>
                  <a:pt x="123940" y="21800"/>
                  <a:pt x="121368" y="22878"/>
                  <a:pt x="118294" y="22878"/>
                </a:cubicBezTo>
              </a:path>
            </a:pathLst>
          </a:custGeom>
          <a:solidFill xmlns:a="http://schemas.openxmlformats.org/drawingml/2006/main">
            <a:srgbClr val="000000"/>
          </a:solidFill>
          <a:ln xmlns:a="http://schemas.openxmlformats.org/drawingml/2006/main" w="0">
            <a:noFill/>
            <a:prstDash val="solid"/>
          </a:ln>
        </p:spPr>
      </p:sp>
      <p:sp>
        <p:nvSpPr>
          <p:cNvPr id="293" name="pdf-path-100150">
            <a:extLst xmlns:a="http://schemas.openxmlformats.org/drawingml/2006/main">
              <a:ext uri="{FF2B5EF4-FFF2-40B4-BE49-F238E27FC236}">
                <a16:creationId xmlns:a16="http://schemas.microsoft.com/office/drawing/2014/main" id="{266800A2-963C-40BF-8D9E-A3C38139BDFA}"/>
              </a:ext>
            </a:extLst>
          </p:cNvPr>
          <p:cNvSpPr>
            <a:spLocks xmlns:a="http://schemas.openxmlformats.org/drawingml/2006/main" noGrp="1"/>
          </p:cNvSpPr>
          <p:nvPr/>
        </p:nvSpPr>
        <p:spPr>
          <a:xfrm xmlns:a="http://schemas.openxmlformats.org/drawingml/2006/main">
            <a:off x="2660285" y="2446345"/>
            <a:ext cx="100736" cy="165027"/>
          </a:xfrm>
          <a:custGeom xmlns:a="http://schemas.openxmlformats.org/drawingml/2006/main">
            <a:pathLst>
              <a:path w="100736" h="165027">
                <a:moveTo>
                  <a:pt x="66950" y="61098"/>
                </a:moveTo>
                <a:cubicBezTo>
                  <a:pt x="81020" y="66064"/>
                  <a:pt x="88056" y="75315"/>
                  <a:pt x="88056" y="88853"/>
                </a:cubicBezTo>
                <a:cubicBezTo>
                  <a:pt x="88056" y="95829"/>
                  <a:pt x="86504" y="102362"/>
                  <a:pt x="83400" y="108451"/>
                </a:cubicBezTo>
                <a:cubicBezTo>
                  <a:pt x="80296" y="114540"/>
                  <a:pt x="75744" y="119373"/>
                  <a:pt x="69744" y="122950"/>
                </a:cubicBezTo>
                <a:cubicBezTo>
                  <a:pt x="63743" y="126526"/>
                  <a:pt x="56841" y="128315"/>
                  <a:pt x="49038" y="128315"/>
                </a:cubicBezTo>
                <a:cubicBezTo>
                  <a:pt x="44013" y="128315"/>
                  <a:pt x="39594" y="127916"/>
                  <a:pt x="35781" y="127117"/>
                </a:cubicBezTo>
                <a:cubicBezTo>
                  <a:pt x="31968" y="126319"/>
                  <a:pt x="28022" y="124945"/>
                  <a:pt x="23942" y="122994"/>
                </a:cubicBezTo>
                <a:lnTo>
                  <a:pt x="14454" y="165027"/>
                </a:lnTo>
                <a:lnTo>
                  <a:pt x="0" y="165027"/>
                </a:lnTo>
                <a:lnTo>
                  <a:pt x="26248" y="47797"/>
                </a:lnTo>
                <a:cubicBezTo>
                  <a:pt x="28613" y="37274"/>
                  <a:pt x="31805" y="28554"/>
                  <a:pt x="35825" y="21637"/>
                </a:cubicBezTo>
                <a:cubicBezTo>
                  <a:pt x="39845" y="14720"/>
                  <a:pt x="44870" y="9385"/>
                  <a:pt x="50900" y="5631"/>
                </a:cubicBezTo>
                <a:cubicBezTo>
                  <a:pt x="56930" y="1877"/>
                  <a:pt x="64024" y="0"/>
                  <a:pt x="72182" y="0"/>
                </a:cubicBezTo>
                <a:cubicBezTo>
                  <a:pt x="81287" y="0"/>
                  <a:pt x="88321" y="2024"/>
                  <a:pt x="93287" y="6074"/>
                </a:cubicBezTo>
                <a:cubicBezTo>
                  <a:pt x="98253" y="10124"/>
                  <a:pt x="100736" y="15873"/>
                  <a:pt x="100736" y="23322"/>
                </a:cubicBezTo>
                <a:cubicBezTo>
                  <a:pt x="100736" y="26337"/>
                  <a:pt x="100308" y="29603"/>
                  <a:pt x="99450" y="33121"/>
                </a:cubicBezTo>
                <a:cubicBezTo>
                  <a:pt x="98593" y="36638"/>
                  <a:pt x="96894" y="40096"/>
                  <a:pt x="94352" y="43496"/>
                </a:cubicBezTo>
                <a:cubicBezTo>
                  <a:pt x="91810" y="46895"/>
                  <a:pt x="88277" y="50043"/>
                  <a:pt x="83755" y="52940"/>
                </a:cubicBezTo>
                <a:cubicBezTo>
                  <a:pt x="79232" y="55836"/>
                  <a:pt x="73690" y="58319"/>
                  <a:pt x="67128" y="60388"/>
                </a:cubicBezTo>
                <a:lnTo>
                  <a:pt x="66950" y="61098"/>
                </a:lnTo>
                <a:moveTo>
                  <a:pt x="52141" y="57196"/>
                </a:moveTo>
                <a:cubicBezTo>
                  <a:pt x="58526" y="56723"/>
                  <a:pt x="64290" y="54891"/>
                  <a:pt x="69434" y="51698"/>
                </a:cubicBezTo>
                <a:cubicBezTo>
                  <a:pt x="74577" y="48506"/>
                  <a:pt x="78611" y="44323"/>
                  <a:pt x="81538" y="39151"/>
                </a:cubicBezTo>
                <a:cubicBezTo>
                  <a:pt x="84464" y="33978"/>
                  <a:pt x="85927" y="28317"/>
                  <a:pt x="85927" y="22169"/>
                </a:cubicBezTo>
                <a:cubicBezTo>
                  <a:pt x="85927" y="17262"/>
                  <a:pt x="84701" y="13508"/>
                  <a:pt x="82247" y="10907"/>
                </a:cubicBezTo>
                <a:cubicBezTo>
                  <a:pt x="79794" y="8306"/>
                  <a:pt x="76143" y="7005"/>
                  <a:pt x="71296" y="7005"/>
                </a:cubicBezTo>
                <a:cubicBezTo>
                  <a:pt x="63788" y="7005"/>
                  <a:pt x="57521" y="10626"/>
                  <a:pt x="52496" y="17868"/>
                </a:cubicBezTo>
                <a:cubicBezTo>
                  <a:pt x="47471" y="25110"/>
                  <a:pt x="43363" y="36091"/>
                  <a:pt x="40170" y="50812"/>
                </a:cubicBezTo>
                <a:lnTo>
                  <a:pt x="28199" y="106412"/>
                </a:lnTo>
                <a:cubicBezTo>
                  <a:pt x="27904" y="107771"/>
                  <a:pt x="27756" y="108924"/>
                  <a:pt x="27756" y="109870"/>
                </a:cubicBezTo>
                <a:cubicBezTo>
                  <a:pt x="27756" y="111466"/>
                  <a:pt x="28125" y="112826"/>
                  <a:pt x="28864" y="113949"/>
                </a:cubicBezTo>
                <a:cubicBezTo>
                  <a:pt x="29603" y="115072"/>
                  <a:pt x="30697" y="116181"/>
                  <a:pt x="32145" y="117275"/>
                </a:cubicBezTo>
                <a:cubicBezTo>
                  <a:pt x="33594" y="118368"/>
                  <a:pt x="35470" y="119314"/>
                  <a:pt x="37776" y="120112"/>
                </a:cubicBezTo>
                <a:cubicBezTo>
                  <a:pt x="40082" y="120910"/>
                  <a:pt x="43008" y="121309"/>
                  <a:pt x="46555" y="121309"/>
                </a:cubicBezTo>
                <a:cubicBezTo>
                  <a:pt x="51344" y="121309"/>
                  <a:pt x="55703" y="119831"/>
                  <a:pt x="59635" y="116875"/>
                </a:cubicBezTo>
                <a:cubicBezTo>
                  <a:pt x="63566" y="113919"/>
                  <a:pt x="66655" y="109722"/>
                  <a:pt x="68902" y="104283"/>
                </a:cubicBezTo>
                <a:cubicBezTo>
                  <a:pt x="71148" y="98844"/>
                  <a:pt x="72271" y="92637"/>
                  <a:pt x="72271" y="85661"/>
                </a:cubicBezTo>
                <a:cubicBezTo>
                  <a:pt x="72271" y="78981"/>
                  <a:pt x="70424" y="73749"/>
                  <a:pt x="66729" y="69965"/>
                </a:cubicBezTo>
                <a:cubicBezTo>
                  <a:pt x="63034" y="66182"/>
                  <a:pt x="57758" y="64024"/>
                  <a:pt x="50900" y="63492"/>
                </a:cubicBezTo>
                <a:lnTo>
                  <a:pt x="52141" y="57196"/>
                </a:lnTo>
              </a:path>
            </a:pathLst>
          </a:custGeom>
          <a:solidFill xmlns:a="http://schemas.openxmlformats.org/drawingml/2006/main">
            <a:srgbClr val="7F7F7F"/>
          </a:solidFill>
          <a:ln xmlns:a="http://schemas.openxmlformats.org/drawingml/2006/main" w="0">
            <a:noFill/>
            <a:prstDash val="solid"/>
          </a:ln>
        </p:spPr>
      </p:sp>
      <p:sp>
        <p:nvSpPr>
          <p:cNvPr id="294" name="pdf-path-100151">
            <a:extLst xmlns:a="http://schemas.openxmlformats.org/drawingml/2006/main">
              <a:ext uri="{FF2B5EF4-FFF2-40B4-BE49-F238E27FC236}">
                <a16:creationId xmlns:a16="http://schemas.microsoft.com/office/drawing/2014/main" id="{7483E957-4C3E-4712-AAC0-9850F00DFA3D}"/>
              </a:ext>
            </a:extLst>
          </p:cNvPr>
          <p:cNvSpPr>
            <a:spLocks xmlns:a="http://schemas.openxmlformats.org/drawingml/2006/main" noGrp="1"/>
          </p:cNvSpPr>
          <p:nvPr/>
        </p:nvSpPr>
        <p:spPr>
          <a:xfrm xmlns:a="http://schemas.openxmlformats.org/drawingml/2006/main">
            <a:off x="2767546" y="2525254"/>
            <a:ext cx="48351" cy="84597"/>
          </a:xfrm>
          <a:custGeom xmlns:a="http://schemas.openxmlformats.org/drawingml/2006/main">
            <a:pathLst>
              <a:path w="48351" h="84597">
                <a:moveTo>
                  <a:pt x="41899" y="70564"/>
                </a:moveTo>
                <a:cubicBezTo>
                  <a:pt x="39638" y="73091"/>
                  <a:pt x="37488" y="75242"/>
                  <a:pt x="35448" y="77016"/>
                </a:cubicBezTo>
                <a:cubicBezTo>
                  <a:pt x="33409" y="78789"/>
                  <a:pt x="31413" y="80241"/>
                  <a:pt x="29463" y="81372"/>
                </a:cubicBezTo>
                <a:cubicBezTo>
                  <a:pt x="27512" y="82502"/>
                  <a:pt x="25583" y="83323"/>
                  <a:pt x="23676" y="83832"/>
                </a:cubicBezTo>
                <a:cubicBezTo>
                  <a:pt x="21770" y="84342"/>
                  <a:pt x="19819" y="84597"/>
                  <a:pt x="17824" y="84597"/>
                </a:cubicBezTo>
                <a:cubicBezTo>
                  <a:pt x="12547" y="84597"/>
                  <a:pt x="8613" y="83356"/>
                  <a:pt x="6019" y="80873"/>
                </a:cubicBezTo>
                <a:cubicBezTo>
                  <a:pt x="3425" y="78390"/>
                  <a:pt x="2128" y="74732"/>
                  <a:pt x="2128" y="69899"/>
                </a:cubicBezTo>
                <a:cubicBezTo>
                  <a:pt x="2128" y="68258"/>
                  <a:pt x="2250" y="66452"/>
                  <a:pt x="2494" y="64479"/>
                </a:cubicBezTo>
                <a:cubicBezTo>
                  <a:pt x="2738" y="62506"/>
                  <a:pt x="3081" y="60588"/>
                  <a:pt x="3525" y="58726"/>
                </a:cubicBezTo>
                <a:lnTo>
                  <a:pt x="11439" y="24275"/>
                </a:lnTo>
                <a:lnTo>
                  <a:pt x="0" y="24275"/>
                </a:lnTo>
                <a:lnTo>
                  <a:pt x="1330" y="19154"/>
                </a:lnTo>
                <a:cubicBezTo>
                  <a:pt x="3990" y="19154"/>
                  <a:pt x="6063" y="18899"/>
                  <a:pt x="7548" y="18389"/>
                </a:cubicBezTo>
                <a:cubicBezTo>
                  <a:pt x="9034" y="17879"/>
                  <a:pt x="10286" y="17181"/>
                  <a:pt x="11306" y="16294"/>
                </a:cubicBezTo>
                <a:cubicBezTo>
                  <a:pt x="11971" y="15674"/>
                  <a:pt x="12614" y="14909"/>
                  <a:pt x="13235" y="14000"/>
                </a:cubicBezTo>
                <a:cubicBezTo>
                  <a:pt x="13855" y="13091"/>
                  <a:pt x="14476" y="11994"/>
                  <a:pt x="15097" y="10708"/>
                </a:cubicBezTo>
                <a:cubicBezTo>
                  <a:pt x="15718" y="9422"/>
                  <a:pt x="16349" y="7903"/>
                  <a:pt x="16993" y="6152"/>
                </a:cubicBezTo>
                <a:cubicBezTo>
                  <a:pt x="17635" y="4401"/>
                  <a:pt x="18356" y="2350"/>
                  <a:pt x="19154" y="0"/>
                </a:cubicBezTo>
                <a:lnTo>
                  <a:pt x="29529" y="0"/>
                </a:lnTo>
                <a:lnTo>
                  <a:pt x="25738" y="16893"/>
                </a:lnTo>
                <a:lnTo>
                  <a:pt x="48351" y="16893"/>
                </a:lnTo>
                <a:lnTo>
                  <a:pt x="46821" y="24275"/>
                </a:lnTo>
                <a:lnTo>
                  <a:pt x="24275" y="24275"/>
                </a:lnTo>
                <a:lnTo>
                  <a:pt x="17491" y="52142"/>
                </a:lnTo>
                <a:cubicBezTo>
                  <a:pt x="17048" y="54004"/>
                  <a:pt x="16682" y="55678"/>
                  <a:pt x="16394" y="57163"/>
                </a:cubicBezTo>
                <a:cubicBezTo>
                  <a:pt x="16106" y="58648"/>
                  <a:pt x="15873" y="59989"/>
                  <a:pt x="15695" y="61187"/>
                </a:cubicBezTo>
                <a:cubicBezTo>
                  <a:pt x="15518" y="62384"/>
                  <a:pt x="15396" y="63470"/>
                  <a:pt x="15330" y="64445"/>
                </a:cubicBezTo>
                <a:cubicBezTo>
                  <a:pt x="15263" y="65421"/>
                  <a:pt x="15230" y="66330"/>
                  <a:pt x="15230" y="67172"/>
                </a:cubicBezTo>
                <a:cubicBezTo>
                  <a:pt x="15230" y="69833"/>
                  <a:pt x="15784" y="71917"/>
                  <a:pt x="16893" y="73424"/>
                </a:cubicBezTo>
                <a:cubicBezTo>
                  <a:pt x="18001" y="74931"/>
                  <a:pt x="19819" y="75685"/>
                  <a:pt x="22346" y="75685"/>
                </a:cubicBezTo>
                <a:cubicBezTo>
                  <a:pt x="24475" y="75685"/>
                  <a:pt x="26736" y="74898"/>
                  <a:pt x="29130" y="73324"/>
                </a:cubicBezTo>
                <a:cubicBezTo>
                  <a:pt x="31524" y="71750"/>
                  <a:pt x="34251" y="69278"/>
                  <a:pt x="37311" y="65909"/>
                </a:cubicBezTo>
                <a:lnTo>
                  <a:pt x="41899" y="70564"/>
                </a:lnTo>
              </a:path>
            </a:pathLst>
          </a:custGeom>
          <a:solidFill xmlns:a="http://schemas.openxmlformats.org/drawingml/2006/main">
            <a:srgbClr val="7F7F7F"/>
          </a:solidFill>
          <a:ln xmlns:a="http://schemas.openxmlformats.org/drawingml/2006/main" w="0">
            <a:noFill/>
            <a:prstDash val="solid"/>
          </a:ln>
        </p:spPr>
      </p:sp>
      <p:sp>
        <p:nvSpPr>
          <p:cNvPr id="295" name="pdf-path-100152">
            <a:extLst xmlns:a="http://schemas.openxmlformats.org/drawingml/2006/main">
              <a:ext uri="{FF2B5EF4-FFF2-40B4-BE49-F238E27FC236}">
                <a16:creationId xmlns:a16="http://schemas.microsoft.com/office/drawing/2014/main" id="{48D8DD0F-12FC-41C3-9761-A10C31AA654C}"/>
              </a:ext>
            </a:extLst>
          </p:cNvPr>
          <p:cNvSpPr>
            <a:spLocks xmlns:a="http://schemas.openxmlformats.org/drawingml/2006/main" noGrp="1"/>
          </p:cNvSpPr>
          <p:nvPr/>
        </p:nvSpPr>
        <p:spPr>
          <a:xfrm xmlns:a="http://schemas.openxmlformats.org/drawingml/2006/main">
            <a:off x="2831089" y="2529644"/>
            <a:ext cx="76617" cy="80141"/>
          </a:xfrm>
          <a:custGeom xmlns:a="http://schemas.openxmlformats.org/drawingml/2006/main">
            <a:pathLst>
              <a:path w="76617" h="80141">
                <a:moveTo>
                  <a:pt x="43695" y="45159"/>
                </a:moveTo>
                <a:lnTo>
                  <a:pt x="43695" y="80141"/>
                </a:lnTo>
                <a:lnTo>
                  <a:pt x="32921" y="80141"/>
                </a:lnTo>
                <a:lnTo>
                  <a:pt x="32921" y="45159"/>
                </a:lnTo>
                <a:lnTo>
                  <a:pt x="0" y="45159"/>
                </a:lnTo>
                <a:lnTo>
                  <a:pt x="0" y="34983"/>
                </a:lnTo>
                <a:lnTo>
                  <a:pt x="32921" y="34983"/>
                </a:lnTo>
                <a:lnTo>
                  <a:pt x="32921" y="0"/>
                </a:lnTo>
                <a:lnTo>
                  <a:pt x="43695" y="0"/>
                </a:lnTo>
                <a:lnTo>
                  <a:pt x="43695" y="34983"/>
                </a:lnTo>
                <a:lnTo>
                  <a:pt x="76617" y="34983"/>
                </a:lnTo>
                <a:lnTo>
                  <a:pt x="76617" y="45159"/>
                </a:lnTo>
                <a:lnTo>
                  <a:pt x="43695" y="45159"/>
                </a:lnTo>
              </a:path>
            </a:pathLst>
          </a:custGeom>
          <a:solidFill xmlns:a="http://schemas.openxmlformats.org/drawingml/2006/main">
            <a:srgbClr val="7F7F7F"/>
          </a:solidFill>
          <a:ln xmlns:a="http://schemas.openxmlformats.org/drawingml/2006/main" w="0">
            <a:noFill/>
            <a:prstDash val="solid"/>
          </a:ln>
        </p:spPr>
      </p:sp>
      <p:sp>
        <p:nvSpPr>
          <p:cNvPr id="296" name="pdf-path-100153">
            <a:extLst xmlns:a="http://schemas.openxmlformats.org/drawingml/2006/main">
              <a:ext uri="{FF2B5EF4-FFF2-40B4-BE49-F238E27FC236}">
                <a16:creationId xmlns:a16="http://schemas.microsoft.com/office/drawing/2014/main" id="{423F67B9-B34D-416A-8E21-26251A68A3BD}"/>
              </a:ext>
            </a:extLst>
          </p:cNvPr>
          <p:cNvSpPr>
            <a:spLocks xmlns:a="http://schemas.openxmlformats.org/drawingml/2006/main" noGrp="1"/>
          </p:cNvSpPr>
          <p:nvPr/>
        </p:nvSpPr>
        <p:spPr>
          <a:xfrm xmlns:a="http://schemas.openxmlformats.org/drawingml/2006/main">
            <a:off x="2924044" y="2517872"/>
            <a:ext cx="70564" cy="91980"/>
          </a:xfrm>
          <a:custGeom xmlns:a="http://schemas.openxmlformats.org/drawingml/2006/main">
            <a:pathLst>
              <a:path w="70564" h="91980">
                <a:moveTo>
                  <a:pt x="20085" y="57396"/>
                </a:moveTo>
                <a:lnTo>
                  <a:pt x="12769" y="90782"/>
                </a:lnTo>
                <a:lnTo>
                  <a:pt x="0" y="90782"/>
                </a:lnTo>
                <a:lnTo>
                  <a:pt x="16095" y="19354"/>
                </a:lnTo>
                <a:cubicBezTo>
                  <a:pt x="16627" y="17003"/>
                  <a:pt x="17003" y="15153"/>
                  <a:pt x="17225" y="13800"/>
                </a:cubicBezTo>
                <a:cubicBezTo>
                  <a:pt x="17447" y="12448"/>
                  <a:pt x="17558" y="11240"/>
                  <a:pt x="17558" y="10175"/>
                </a:cubicBezTo>
                <a:cubicBezTo>
                  <a:pt x="17558" y="9333"/>
                  <a:pt x="17414" y="8601"/>
                  <a:pt x="17126" y="7981"/>
                </a:cubicBezTo>
                <a:cubicBezTo>
                  <a:pt x="16837" y="7360"/>
                  <a:pt x="16361" y="6861"/>
                  <a:pt x="15696" y="6484"/>
                </a:cubicBezTo>
                <a:cubicBezTo>
                  <a:pt x="15030" y="6107"/>
                  <a:pt x="14144" y="5830"/>
                  <a:pt x="13035" y="5653"/>
                </a:cubicBezTo>
                <a:cubicBezTo>
                  <a:pt x="11927" y="5476"/>
                  <a:pt x="10553" y="5365"/>
                  <a:pt x="8912" y="5320"/>
                </a:cubicBezTo>
                <a:lnTo>
                  <a:pt x="9909" y="798"/>
                </a:lnTo>
                <a:lnTo>
                  <a:pt x="28199" y="0"/>
                </a:lnTo>
                <a:lnTo>
                  <a:pt x="32988" y="0"/>
                </a:lnTo>
                <a:lnTo>
                  <a:pt x="21282" y="51742"/>
                </a:lnTo>
                <a:lnTo>
                  <a:pt x="23144" y="51742"/>
                </a:lnTo>
                <a:cubicBezTo>
                  <a:pt x="24829" y="51742"/>
                  <a:pt x="26647" y="51388"/>
                  <a:pt x="28598" y="50679"/>
                </a:cubicBezTo>
                <a:cubicBezTo>
                  <a:pt x="30549" y="49969"/>
                  <a:pt x="32489" y="49049"/>
                  <a:pt x="34417" y="47919"/>
                </a:cubicBezTo>
                <a:cubicBezTo>
                  <a:pt x="36346" y="46788"/>
                  <a:pt x="38197" y="45513"/>
                  <a:pt x="39971" y="44094"/>
                </a:cubicBezTo>
                <a:cubicBezTo>
                  <a:pt x="41744" y="42675"/>
                  <a:pt x="43307" y="41246"/>
                  <a:pt x="44660" y="39805"/>
                </a:cubicBezTo>
                <a:cubicBezTo>
                  <a:pt x="46012" y="38364"/>
                  <a:pt x="47087" y="37000"/>
                  <a:pt x="47885" y="35714"/>
                </a:cubicBezTo>
                <a:cubicBezTo>
                  <a:pt x="48683" y="34429"/>
                  <a:pt x="49082" y="33342"/>
                  <a:pt x="49082" y="32456"/>
                </a:cubicBezTo>
                <a:cubicBezTo>
                  <a:pt x="49082" y="31391"/>
                  <a:pt x="48727" y="30527"/>
                  <a:pt x="48018" y="29862"/>
                </a:cubicBezTo>
                <a:cubicBezTo>
                  <a:pt x="47309" y="29197"/>
                  <a:pt x="46023" y="28753"/>
                  <a:pt x="44161" y="28531"/>
                </a:cubicBezTo>
                <a:lnTo>
                  <a:pt x="44959" y="24275"/>
                </a:lnTo>
                <a:lnTo>
                  <a:pt x="68902" y="24275"/>
                </a:lnTo>
                <a:lnTo>
                  <a:pt x="70564" y="28398"/>
                </a:lnTo>
                <a:cubicBezTo>
                  <a:pt x="67771" y="30793"/>
                  <a:pt x="65088" y="33010"/>
                  <a:pt x="62517" y="35049"/>
                </a:cubicBezTo>
                <a:cubicBezTo>
                  <a:pt x="59945" y="37089"/>
                  <a:pt x="57429" y="39051"/>
                  <a:pt x="54968" y="40935"/>
                </a:cubicBezTo>
                <a:cubicBezTo>
                  <a:pt x="52507" y="42819"/>
                  <a:pt x="50047" y="44671"/>
                  <a:pt x="47586" y="46488"/>
                </a:cubicBezTo>
                <a:cubicBezTo>
                  <a:pt x="45125" y="48306"/>
                  <a:pt x="42609" y="50191"/>
                  <a:pt x="40037" y="52141"/>
                </a:cubicBezTo>
                <a:cubicBezTo>
                  <a:pt x="41101" y="55511"/>
                  <a:pt x="42188" y="58936"/>
                  <a:pt x="43296" y="62417"/>
                </a:cubicBezTo>
                <a:cubicBezTo>
                  <a:pt x="44405" y="65897"/>
                  <a:pt x="45513" y="69345"/>
                  <a:pt x="46621" y="72759"/>
                </a:cubicBezTo>
                <a:cubicBezTo>
                  <a:pt x="47153" y="74577"/>
                  <a:pt x="47652" y="76140"/>
                  <a:pt x="48118" y="77448"/>
                </a:cubicBezTo>
                <a:cubicBezTo>
                  <a:pt x="48584" y="78756"/>
                  <a:pt x="49082" y="79820"/>
                  <a:pt x="49614" y="80640"/>
                </a:cubicBezTo>
                <a:cubicBezTo>
                  <a:pt x="50146" y="81460"/>
                  <a:pt x="50723" y="82070"/>
                  <a:pt x="51344" y="82469"/>
                </a:cubicBezTo>
                <a:cubicBezTo>
                  <a:pt x="51964" y="82868"/>
                  <a:pt x="52718" y="83067"/>
                  <a:pt x="53605" y="83067"/>
                </a:cubicBezTo>
                <a:cubicBezTo>
                  <a:pt x="54226" y="83067"/>
                  <a:pt x="54868" y="82957"/>
                  <a:pt x="55534" y="82735"/>
                </a:cubicBezTo>
                <a:cubicBezTo>
                  <a:pt x="56199" y="82513"/>
                  <a:pt x="56941" y="82114"/>
                  <a:pt x="57761" y="81538"/>
                </a:cubicBezTo>
                <a:cubicBezTo>
                  <a:pt x="58582" y="80961"/>
                  <a:pt x="59513" y="80174"/>
                  <a:pt x="60555" y="79177"/>
                </a:cubicBezTo>
                <a:cubicBezTo>
                  <a:pt x="61597" y="78179"/>
                  <a:pt x="62783" y="76927"/>
                  <a:pt x="64113" y="75419"/>
                </a:cubicBezTo>
                <a:lnTo>
                  <a:pt x="68636" y="79742"/>
                </a:lnTo>
                <a:cubicBezTo>
                  <a:pt x="66551" y="81871"/>
                  <a:pt x="64612" y="83711"/>
                  <a:pt x="62816" y="85262"/>
                </a:cubicBezTo>
                <a:cubicBezTo>
                  <a:pt x="61021" y="86814"/>
                  <a:pt x="59314" y="88089"/>
                  <a:pt x="57695" y="89086"/>
                </a:cubicBezTo>
                <a:cubicBezTo>
                  <a:pt x="56077" y="90084"/>
                  <a:pt x="54514" y="90816"/>
                  <a:pt x="53006" y="91281"/>
                </a:cubicBezTo>
                <a:cubicBezTo>
                  <a:pt x="51499" y="91747"/>
                  <a:pt x="49969" y="91980"/>
                  <a:pt x="48417" y="91980"/>
                </a:cubicBezTo>
                <a:cubicBezTo>
                  <a:pt x="45624" y="91980"/>
                  <a:pt x="43374" y="91281"/>
                  <a:pt x="41667" y="89885"/>
                </a:cubicBezTo>
                <a:cubicBezTo>
                  <a:pt x="39960" y="88488"/>
                  <a:pt x="38508" y="86493"/>
                  <a:pt x="37311" y="83899"/>
                </a:cubicBezTo>
                <a:cubicBezTo>
                  <a:pt x="36113" y="81305"/>
                  <a:pt x="35016" y="78168"/>
                  <a:pt x="34018" y="74488"/>
                </a:cubicBezTo>
                <a:cubicBezTo>
                  <a:pt x="33021" y="70808"/>
                  <a:pt x="31857" y="66707"/>
                  <a:pt x="30527" y="62184"/>
                </a:cubicBezTo>
                <a:cubicBezTo>
                  <a:pt x="30216" y="61120"/>
                  <a:pt x="29917" y="60267"/>
                  <a:pt x="29629" y="59624"/>
                </a:cubicBezTo>
                <a:cubicBezTo>
                  <a:pt x="29341" y="58981"/>
                  <a:pt x="28975" y="58493"/>
                  <a:pt x="28531" y="58161"/>
                </a:cubicBezTo>
                <a:cubicBezTo>
                  <a:pt x="28088" y="57828"/>
                  <a:pt x="27534" y="57617"/>
                  <a:pt x="26869" y="57529"/>
                </a:cubicBezTo>
                <a:cubicBezTo>
                  <a:pt x="26204" y="57440"/>
                  <a:pt x="25362" y="57396"/>
                  <a:pt x="24342" y="57396"/>
                </a:cubicBezTo>
                <a:lnTo>
                  <a:pt x="20085" y="57396"/>
                </a:lnTo>
              </a:path>
            </a:pathLst>
          </a:custGeom>
          <a:solidFill xmlns:a="http://schemas.openxmlformats.org/drawingml/2006/main">
            <a:srgbClr val="7F7F7F"/>
          </a:solidFill>
          <a:ln xmlns:a="http://schemas.openxmlformats.org/drawingml/2006/main" w="0">
            <a:noFill/>
            <a:prstDash val="solid"/>
          </a:ln>
        </p:spPr>
      </p:sp>
      <p:sp>
        <p:nvSpPr>
          <p:cNvPr id="297" name="pdf-path-100154">
            <a:extLst xmlns:a="http://schemas.openxmlformats.org/drawingml/2006/main">
              <a:ext uri="{FF2B5EF4-FFF2-40B4-BE49-F238E27FC236}">
                <a16:creationId xmlns:a16="http://schemas.microsoft.com/office/drawing/2014/main" id="{D978088A-E25B-4849-8A69-B5FA6961F29E}"/>
              </a:ext>
            </a:extLst>
          </p:cNvPr>
          <p:cNvSpPr>
            <a:spLocks xmlns:a="http://schemas.openxmlformats.org/drawingml/2006/main" noGrp="1"/>
          </p:cNvSpPr>
          <p:nvPr/>
        </p:nvSpPr>
        <p:spPr>
          <a:xfrm xmlns:a="http://schemas.openxmlformats.org/drawingml/2006/main">
            <a:off x="3012301" y="2529644"/>
            <a:ext cx="76617" cy="80141"/>
          </a:xfrm>
          <a:custGeom xmlns:a="http://schemas.openxmlformats.org/drawingml/2006/main">
            <a:pathLst>
              <a:path w="76617" h="80141">
                <a:moveTo>
                  <a:pt x="43695" y="45159"/>
                </a:moveTo>
                <a:lnTo>
                  <a:pt x="43695" y="80141"/>
                </a:lnTo>
                <a:lnTo>
                  <a:pt x="32921" y="80141"/>
                </a:lnTo>
                <a:lnTo>
                  <a:pt x="32921" y="45159"/>
                </a:lnTo>
                <a:lnTo>
                  <a:pt x="0" y="45159"/>
                </a:lnTo>
                <a:lnTo>
                  <a:pt x="0" y="34983"/>
                </a:lnTo>
                <a:lnTo>
                  <a:pt x="32921" y="34983"/>
                </a:lnTo>
                <a:lnTo>
                  <a:pt x="32921" y="0"/>
                </a:lnTo>
                <a:lnTo>
                  <a:pt x="43695" y="0"/>
                </a:lnTo>
                <a:lnTo>
                  <a:pt x="43695" y="34983"/>
                </a:lnTo>
                <a:lnTo>
                  <a:pt x="76617" y="34983"/>
                </a:lnTo>
                <a:lnTo>
                  <a:pt x="76617" y="45159"/>
                </a:lnTo>
                <a:lnTo>
                  <a:pt x="43695" y="45159"/>
                </a:lnTo>
              </a:path>
            </a:pathLst>
          </a:custGeom>
          <a:solidFill xmlns:a="http://schemas.openxmlformats.org/drawingml/2006/main">
            <a:srgbClr val="7F7F7F"/>
          </a:solidFill>
          <a:ln xmlns:a="http://schemas.openxmlformats.org/drawingml/2006/main" w="0">
            <a:noFill/>
            <a:prstDash val="solid"/>
          </a:ln>
        </p:spPr>
      </p:sp>
      <p:sp>
        <p:nvSpPr>
          <p:cNvPr id="298" name="pdf-path-100155">
            <a:extLst xmlns:a="http://schemas.openxmlformats.org/drawingml/2006/main">
              <a:ext uri="{FF2B5EF4-FFF2-40B4-BE49-F238E27FC236}">
                <a16:creationId xmlns:a16="http://schemas.microsoft.com/office/drawing/2014/main" id="{EF4FF49C-928A-4C99-AE46-565B4D5EF6B5}"/>
              </a:ext>
            </a:extLst>
          </p:cNvPr>
          <p:cNvSpPr>
            <a:spLocks xmlns:a="http://schemas.openxmlformats.org/drawingml/2006/main" noGrp="1"/>
          </p:cNvSpPr>
          <p:nvPr/>
        </p:nvSpPr>
        <p:spPr>
          <a:xfrm xmlns:a="http://schemas.openxmlformats.org/drawingml/2006/main">
            <a:off x="3109712" y="2522993"/>
            <a:ext cx="56398" cy="85661"/>
          </a:xfrm>
          <a:custGeom xmlns:a="http://schemas.openxmlformats.org/drawingml/2006/main">
            <a:pathLst>
              <a:path w="56398" h="85661">
                <a:moveTo>
                  <a:pt x="36446" y="68103"/>
                </a:moveTo>
                <a:cubicBezTo>
                  <a:pt x="36446" y="69478"/>
                  <a:pt x="36491" y="70664"/>
                  <a:pt x="36579" y="71662"/>
                </a:cubicBezTo>
                <a:cubicBezTo>
                  <a:pt x="36668" y="72659"/>
                  <a:pt x="36812" y="73502"/>
                  <a:pt x="37012" y="74189"/>
                </a:cubicBezTo>
                <a:cubicBezTo>
                  <a:pt x="37211" y="74876"/>
                  <a:pt x="37477" y="75464"/>
                  <a:pt x="37809" y="75951"/>
                </a:cubicBezTo>
                <a:cubicBezTo>
                  <a:pt x="38142" y="76439"/>
                  <a:pt x="38530" y="76860"/>
                  <a:pt x="38974" y="77215"/>
                </a:cubicBezTo>
                <a:cubicBezTo>
                  <a:pt x="39506" y="77747"/>
                  <a:pt x="40215" y="78157"/>
                  <a:pt x="41102" y="78445"/>
                </a:cubicBezTo>
                <a:cubicBezTo>
                  <a:pt x="41988" y="78733"/>
                  <a:pt x="43119" y="78977"/>
                  <a:pt x="44494" y="79177"/>
                </a:cubicBezTo>
                <a:cubicBezTo>
                  <a:pt x="45868" y="79377"/>
                  <a:pt x="47520" y="79532"/>
                  <a:pt x="49449" y="79643"/>
                </a:cubicBezTo>
                <a:cubicBezTo>
                  <a:pt x="51377" y="79753"/>
                  <a:pt x="53694" y="79831"/>
                  <a:pt x="56398" y="79875"/>
                </a:cubicBezTo>
                <a:lnTo>
                  <a:pt x="56398" y="85661"/>
                </a:lnTo>
                <a:lnTo>
                  <a:pt x="3658" y="85661"/>
                </a:lnTo>
                <a:lnTo>
                  <a:pt x="3658" y="79875"/>
                </a:lnTo>
                <a:cubicBezTo>
                  <a:pt x="6274" y="79786"/>
                  <a:pt x="8491" y="79687"/>
                  <a:pt x="10309" y="79576"/>
                </a:cubicBezTo>
                <a:cubicBezTo>
                  <a:pt x="12127" y="79465"/>
                  <a:pt x="13678" y="79310"/>
                  <a:pt x="14964" y="79111"/>
                </a:cubicBezTo>
                <a:cubicBezTo>
                  <a:pt x="16250" y="78911"/>
                  <a:pt x="17281" y="78689"/>
                  <a:pt x="18057" y="78445"/>
                </a:cubicBezTo>
                <a:cubicBezTo>
                  <a:pt x="18833" y="78201"/>
                  <a:pt x="19509" y="77902"/>
                  <a:pt x="20085" y="77547"/>
                </a:cubicBezTo>
                <a:cubicBezTo>
                  <a:pt x="20706" y="77148"/>
                  <a:pt x="21238" y="76716"/>
                  <a:pt x="21682" y="76251"/>
                </a:cubicBezTo>
                <a:cubicBezTo>
                  <a:pt x="22125" y="75785"/>
                  <a:pt x="22480" y="75198"/>
                  <a:pt x="22746" y="74488"/>
                </a:cubicBezTo>
                <a:cubicBezTo>
                  <a:pt x="23012" y="73778"/>
                  <a:pt x="23222" y="72914"/>
                  <a:pt x="23378" y="71894"/>
                </a:cubicBezTo>
                <a:cubicBezTo>
                  <a:pt x="23533" y="70875"/>
                  <a:pt x="23610" y="69611"/>
                  <a:pt x="23610" y="68103"/>
                </a:cubicBezTo>
                <a:lnTo>
                  <a:pt x="23610" y="20418"/>
                </a:lnTo>
                <a:cubicBezTo>
                  <a:pt x="23610" y="18689"/>
                  <a:pt x="23278" y="17469"/>
                  <a:pt x="22613" y="16760"/>
                </a:cubicBezTo>
                <a:cubicBezTo>
                  <a:pt x="21947" y="16050"/>
                  <a:pt x="20994" y="15696"/>
                  <a:pt x="19753" y="15696"/>
                </a:cubicBezTo>
                <a:cubicBezTo>
                  <a:pt x="18378" y="15696"/>
                  <a:pt x="16339" y="16405"/>
                  <a:pt x="13634" y="17824"/>
                </a:cubicBezTo>
                <a:cubicBezTo>
                  <a:pt x="10930" y="19243"/>
                  <a:pt x="7427" y="21349"/>
                  <a:pt x="3126" y="24142"/>
                </a:cubicBezTo>
                <a:cubicBezTo>
                  <a:pt x="2550" y="23122"/>
                  <a:pt x="2017" y="22103"/>
                  <a:pt x="1530" y="21083"/>
                </a:cubicBezTo>
                <a:cubicBezTo>
                  <a:pt x="1042" y="20063"/>
                  <a:pt x="532" y="19021"/>
                  <a:pt x="0" y="17957"/>
                </a:cubicBezTo>
                <a:cubicBezTo>
                  <a:pt x="5498" y="14942"/>
                  <a:pt x="10941" y="11938"/>
                  <a:pt x="16328" y="8945"/>
                </a:cubicBezTo>
                <a:cubicBezTo>
                  <a:pt x="21715" y="5953"/>
                  <a:pt x="27180" y="2971"/>
                  <a:pt x="32722" y="0"/>
                </a:cubicBezTo>
                <a:lnTo>
                  <a:pt x="36779" y="0"/>
                </a:lnTo>
                <a:cubicBezTo>
                  <a:pt x="36690" y="2439"/>
                  <a:pt x="36623" y="4622"/>
                  <a:pt x="36579" y="6551"/>
                </a:cubicBezTo>
                <a:cubicBezTo>
                  <a:pt x="36535" y="8480"/>
                  <a:pt x="36502" y="10353"/>
                  <a:pt x="36480" y="12171"/>
                </a:cubicBezTo>
                <a:cubicBezTo>
                  <a:pt x="36457" y="13989"/>
                  <a:pt x="36446" y="15784"/>
                  <a:pt x="36446" y="17558"/>
                </a:cubicBezTo>
                <a:lnTo>
                  <a:pt x="36446" y="68103"/>
                </a:lnTo>
              </a:path>
            </a:pathLst>
          </a:custGeom>
          <a:solidFill xmlns:a="http://schemas.openxmlformats.org/drawingml/2006/main">
            <a:srgbClr val="7F7F7F"/>
          </a:solidFill>
          <a:ln xmlns:a="http://schemas.openxmlformats.org/drawingml/2006/main" w="0">
            <a:noFill/>
            <a:prstDash val="solid"/>
          </a:ln>
        </p:spPr>
      </p:sp>
      <p:sp>
        <p:nvSpPr>
          <p:cNvPr id="299" name="pdf-path-100156">
            <a:extLst xmlns:a="http://schemas.openxmlformats.org/drawingml/2006/main">
              <a:ext uri="{FF2B5EF4-FFF2-40B4-BE49-F238E27FC236}">
                <a16:creationId xmlns:a16="http://schemas.microsoft.com/office/drawing/2014/main" id="{49EC2BF7-DEC4-49AF-B87A-C1DB76B7D561}"/>
              </a:ext>
            </a:extLst>
          </p:cNvPr>
          <p:cNvSpPr>
            <a:spLocks xmlns:a="http://schemas.openxmlformats.org/drawingml/2006/main" noGrp="1"/>
          </p:cNvSpPr>
          <p:nvPr/>
        </p:nvSpPr>
        <p:spPr>
          <a:xfrm xmlns:a="http://schemas.openxmlformats.org/drawingml/2006/main">
            <a:off x="571769" y="7054663"/>
            <a:ext cx="73690" cy="27489"/>
          </a:xfrm>
          <a:custGeom xmlns:a="http://schemas.openxmlformats.org/drawingml/2006/main">
            <a:pathLst>
              <a:path w="73690" h="27489">
                <a:moveTo>
                  <a:pt x="42653" y="0"/>
                </a:moveTo>
                <a:lnTo>
                  <a:pt x="73690" y="22435"/>
                </a:lnTo>
                <a:lnTo>
                  <a:pt x="70232" y="27489"/>
                </a:lnTo>
                <a:lnTo>
                  <a:pt x="37687" y="11439"/>
                </a:lnTo>
                <a:lnTo>
                  <a:pt x="36712" y="11439"/>
                </a:lnTo>
                <a:lnTo>
                  <a:pt x="3458" y="27489"/>
                </a:lnTo>
                <a:lnTo>
                  <a:pt x="0" y="22435"/>
                </a:lnTo>
                <a:lnTo>
                  <a:pt x="30771" y="0"/>
                </a:lnTo>
                <a:lnTo>
                  <a:pt x="42653" y="0"/>
                </a:lnTo>
              </a:path>
            </a:pathLst>
          </a:custGeom>
          <a:solidFill xmlns:a="http://schemas.openxmlformats.org/drawingml/2006/main">
            <a:srgbClr val="000000"/>
          </a:solidFill>
          <a:ln xmlns:a="http://schemas.openxmlformats.org/drawingml/2006/main" w="0">
            <a:noFill/>
            <a:prstDash val="solid"/>
          </a:ln>
        </p:spPr>
      </p:sp>
      <p:sp>
        <p:nvSpPr>
          <p:cNvPr id="300" name="pdf-path-100157">
            <a:extLst xmlns:a="http://schemas.openxmlformats.org/drawingml/2006/main">
              <a:ext uri="{FF2B5EF4-FFF2-40B4-BE49-F238E27FC236}">
                <a16:creationId xmlns:a16="http://schemas.microsoft.com/office/drawing/2014/main" id="{D568021D-F4D2-4980-8FFF-F02919DA9D26}"/>
              </a:ext>
            </a:extLst>
          </p:cNvPr>
          <p:cNvSpPr>
            <a:spLocks xmlns:a="http://schemas.openxmlformats.org/drawingml/2006/main" noGrp="1"/>
          </p:cNvSpPr>
          <p:nvPr/>
        </p:nvSpPr>
        <p:spPr>
          <a:xfrm xmlns:a="http://schemas.openxmlformats.org/drawingml/2006/main">
            <a:off x="536153" y="7088280"/>
            <a:ext cx="100737" cy="165027"/>
          </a:xfrm>
          <a:custGeom xmlns:a="http://schemas.openxmlformats.org/drawingml/2006/main">
            <a:pathLst>
              <a:path w="100737" h="165027">
                <a:moveTo>
                  <a:pt x="66951" y="61098"/>
                </a:moveTo>
                <a:cubicBezTo>
                  <a:pt x="81021" y="66064"/>
                  <a:pt x="88056" y="75315"/>
                  <a:pt x="88056" y="88854"/>
                </a:cubicBezTo>
                <a:cubicBezTo>
                  <a:pt x="88056" y="95829"/>
                  <a:pt x="86504" y="102362"/>
                  <a:pt x="83400" y="108451"/>
                </a:cubicBezTo>
                <a:cubicBezTo>
                  <a:pt x="80297" y="114540"/>
                  <a:pt x="75745" y="119373"/>
                  <a:pt x="69744" y="122950"/>
                </a:cubicBezTo>
                <a:cubicBezTo>
                  <a:pt x="63744" y="126526"/>
                  <a:pt x="56842" y="128315"/>
                  <a:pt x="49038" y="128315"/>
                </a:cubicBezTo>
                <a:cubicBezTo>
                  <a:pt x="44013" y="128315"/>
                  <a:pt x="39594" y="127915"/>
                  <a:pt x="35781" y="127117"/>
                </a:cubicBezTo>
                <a:cubicBezTo>
                  <a:pt x="31968" y="126319"/>
                  <a:pt x="28022" y="124945"/>
                  <a:pt x="23943" y="122994"/>
                </a:cubicBezTo>
                <a:lnTo>
                  <a:pt x="14454" y="165027"/>
                </a:lnTo>
                <a:lnTo>
                  <a:pt x="0" y="165027"/>
                </a:lnTo>
                <a:lnTo>
                  <a:pt x="26248" y="47797"/>
                </a:lnTo>
                <a:cubicBezTo>
                  <a:pt x="28613" y="37274"/>
                  <a:pt x="31805" y="28553"/>
                  <a:pt x="35825" y="21637"/>
                </a:cubicBezTo>
                <a:cubicBezTo>
                  <a:pt x="39845" y="14720"/>
                  <a:pt x="44870" y="9385"/>
                  <a:pt x="50900" y="5631"/>
                </a:cubicBezTo>
                <a:cubicBezTo>
                  <a:pt x="56930" y="1877"/>
                  <a:pt x="64025" y="0"/>
                  <a:pt x="72183" y="0"/>
                </a:cubicBezTo>
                <a:cubicBezTo>
                  <a:pt x="81287" y="0"/>
                  <a:pt x="88322" y="2025"/>
                  <a:pt x="93288" y="6074"/>
                </a:cubicBezTo>
                <a:cubicBezTo>
                  <a:pt x="98254" y="10124"/>
                  <a:pt x="100737" y="15873"/>
                  <a:pt x="100737" y="23322"/>
                </a:cubicBezTo>
                <a:cubicBezTo>
                  <a:pt x="100737" y="26336"/>
                  <a:pt x="100308" y="29603"/>
                  <a:pt x="99451" y="33120"/>
                </a:cubicBezTo>
                <a:cubicBezTo>
                  <a:pt x="98593" y="36638"/>
                  <a:pt x="96894" y="40096"/>
                  <a:pt x="94352" y="43496"/>
                </a:cubicBezTo>
                <a:cubicBezTo>
                  <a:pt x="91810" y="46895"/>
                  <a:pt x="88277" y="50043"/>
                  <a:pt x="83755" y="52940"/>
                </a:cubicBezTo>
                <a:cubicBezTo>
                  <a:pt x="79232" y="55837"/>
                  <a:pt x="73690" y="58319"/>
                  <a:pt x="67128" y="60389"/>
                </a:cubicBezTo>
                <a:lnTo>
                  <a:pt x="66951" y="61098"/>
                </a:lnTo>
                <a:moveTo>
                  <a:pt x="52142" y="57196"/>
                </a:moveTo>
                <a:cubicBezTo>
                  <a:pt x="58527" y="56724"/>
                  <a:pt x="64290" y="54891"/>
                  <a:pt x="69434" y="51698"/>
                </a:cubicBezTo>
                <a:cubicBezTo>
                  <a:pt x="74577" y="48505"/>
                  <a:pt x="78612" y="44323"/>
                  <a:pt x="81538" y="39150"/>
                </a:cubicBezTo>
                <a:cubicBezTo>
                  <a:pt x="84464" y="33977"/>
                  <a:pt x="85928" y="28317"/>
                  <a:pt x="85928" y="22169"/>
                </a:cubicBezTo>
                <a:cubicBezTo>
                  <a:pt x="85928" y="17262"/>
                  <a:pt x="84701" y="13508"/>
                  <a:pt x="82248" y="10907"/>
                </a:cubicBezTo>
                <a:cubicBezTo>
                  <a:pt x="79794" y="8306"/>
                  <a:pt x="76143" y="7005"/>
                  <a:pt x="71296" y="7005"/>
                </a:cubicBezTo>
                <a:cubicBezTo>
                  <a:pt x="63788" y="7005"/>
                  <a:pt x="57521" y="10626"/>
                  <a:pt x="52497" y="17868"/>
                </a:cubicBezTo>
                <a:cubicBezTo>
                  <a:pt x="47471" y="25110"/>
                  <a:pt x="43363" y="36091"/>
                  <a:pt x="40171" y="50811"/>
                </a:cubicBezTo>
                <a:lnTo>
                  <a:pt x="28199" y="106412"/>
                </a:lnTo>
                <a:cubicBezTo>
                  <a:pt x="27904" y="107771"/>
                  <a:pt x="27756" y="108924"/>
                  <a:pt x="27756" y="109870"/>
                </a:cubicBezTo>
                <a:cubicBezTo>
                  <a:pt x="27756" y="111466"/>
                  <a:pt x="28125" y="112825"/>
                  <a:pt x="28864" y="113949"/>
                </a:cubicBezTo>
                <a:cubicBezTo>
                  <a:pt x="29603" y="115073"/>
                  <a:pt x="30697" y="116181"/>
                  <a:pt x="32145" y="117275"/>
                </a:cubicBezTo>
                <a:cubicBezTo>
                  <a:pt x="33594" y="118368"/>
                  <a:pt x="35471" y="119314"/>
                  <a:pt x="37776" y="120112"/>
                </a:cubicBezTo>
                <a:cubicBezTo>
                  <a:pt x="40082" y="120910"/>
                  <a:pt x="43008" y="121309"/>
                  <a:pt x="46555" y="121309"/>
                </a:cubicBezTo>
                <a:cubicBezTo>
                  <a:pt x="51344" y="121309"/>
                  <a:pt x="55704" y="119831"/>
                  <a:pt x="59635" y="116875"/>
                </a:cubicBezTo>
                <a:cubicBezTo>
                  <a:pt x="63566" y="113920"/>
                  <a:pt x="66655" y="109722"/>
                  <a:pt x="68902" y="104283"/>
                </a:cubicBezTo>
                <a:cubicBezTo>
                  <a:pt x="71148" y="98845"/>
                  <a:pt x="72271" y="92637"/>
                  <a:pt x="72271" y="85661"/>
                </a:cubicBezTo>
                <a:cubicBezTo>
                  <a:pt x="72271" y="78981"/>
                  <a:pt x="70424" y="73749"/>
                  <a:pt x="66729" y="69965"/>
                </a:cubicBezTo>
                <a:cubicBezTo>
                  <a:pt x="63034" y="66182"/>
                  <a:pt x="57758" y="64024"/>
                  <a:pt x="50900" y="63492"/>
                </a:cubicBezTo>
                <a:lnTo>
                  <a:pt x="52142" y="57196"/>
                </a:lnTo>
              </a:path>
            </a:pathLst>
          </a:custGeom>
          <a:solidFill xmlns:a="http://schemas.openxmlformats.org/drawingml/2006/main">
            <a:srgbClr val="000000"/>
          </a:solidFill>
          <a:ln xmlns:a="http://schemas.openxmlformats.org/drawingml/2006/main" w="0">
            <a:noFill/>
            <a:prstDash val="solid"/>
          </a:ln>
        </p:spPr>
      </p:sp>
      <p:sp>
        <p:nvSpPr>
          <p:cNvPr id="301" name="pdf-path-100158">
            <a:extLst xmlns:a="http://schemas.openxmlformats.org/drawingml/2006/main">
              <a:ext uri="{FF2B5EF4-FFF2-40B4-BE49-F238E27FC236}">
                <a16:creationId xmlns:a16="http://schemas.microsoft.com/office/drawing/2014/main" id="{A11F56C7-CB8C-4FA1-A31F-DE8AFD9E1FBB}"/>
              </a:ext>
            </a:extLst>
          </p:cNvPr>
          <p:cNvSpPr>
            <a:spLocks xmlns:a="http://schemas.openxmlformats.org/drawingml/2006/main" noGrp="1"/>
          </p:cNvSpPr>
          <p:nvPr/>
        </p:nvSpPr>
        <p:spPr>
          <a:xfrm xmlns:a="http://schemas.openxmlformats.org/drawingml/2006/main">
            <a:off x="643414" y="7169913"/>
            <a:ext cx="48351" cy="84597"/>
          </a:xfrm>
          <a:custGeom xmlns:a="http://schemas.openxmlformats.org/drawingml/2006/main">
            <a:pathLst>
              <a:path w="48351" h="84597">
                <a:moveTo>
                  <a:pt x="41900" y="70565"/>
                </a:moveTo>
                <a:cubicBezTo>
                  <a:pt x="39638" y="73092"/>
                  <a:pt x="37488" y="75242"/>
                  <a:pt x="35448" y="77015"/>
                </a:cubicBezTo>
                <a:cubicBezTo>
                  <a:pt x="33409" y="78789"/>
                  <a:pt x="31414" y="80241"/>
                  <a:pt x="29463" y="81372"/>
                </a:cubicBezTo>
                <a:cubicBezTo>
                  <a:pt x="27512" y="82502"/>
                  <a:pt x="25583" y="83323"/>
                  <a:pt x="23677" y="83833"/>
                </a:cubicBezTo>
                <a:cubicBezTo>
                  <a:pt x="21770" y="84342"/>
                  <a:pt x="19819" y="84597"/>
                  <a:pt x="17824" y="84597"/>
                </a:cubicBezTo>
                <a:cubicBezTo>
                  <a:pt x="12548" y="84597"/>
                  <a:pt x="8613" y="83356"/>
                  <a:pt x="6019" y="80873"/>
                </a:cubicBezTo>
                <a:cubicBezTo>
                  <a:pt x="3425" y="78390"/>
                  <a:pt x="2128" y="74732"/>
                  <a:pt x="2128" y="69899"/>
                </a:cubicBezTo>
                <a:cubicBezTo>
                  <a:pt x="2128" y="68259"/>
                  <a:pt x="2250" y="66452"/>
                  <a:pt x="2494" y="64479"/>
                </a:cubicBezTo>
                <a:cubicBezTo>
                  <a:pt x="2738" y="62506"/>
                  <a:pt x="3082" y="60588"/>
                  <a:pt x="3525" y="58726"/>
                </a:cubicBezTo>
                <a:lnTo>
                  <a:pt x="11439" y="24275"/>
                </a:lnTo>
                <a:lnTo>
                  <a:pt x="0" y="24275"/>
                </a:lnTo>
                <a:lnTo>
                  <a:pt x="1330" y="19154"/>
                </a:lnTo>
                <a:cubicBezTo>
                  <a:pt x="3990" y="19154"/>
                  <a:pt x="6063" y="18899"/>
                  <a:pt x="7549" y="18390"/>
                </a:cubicBezTo>
                <a:cubicBezTo>
                  <a:pt x="9034" y="17879"/>
                  <a:pt x="10287" y="17181"/>
                  <a:pt x="11306" y="16294"/>
                </a:cubicBezTo>
                <a:cubicBezTo>
                  <a:pt x="11971" y="15673"/>
                  <a:pt x="12614" y="14908"/>
                  <a:pt x="13235" y="14000"/>
                </a:cubicBezTo>
                <a:cubicBezTo>
                  <a:pt x="13856" y="13091"/>
                  <a:pt x="14477" y="11993"/>
                  <a:pt x="15097" y="10708"/>
                </a:cubicBezTo>
                <a:cubicBezTo>
                  <a:pt x="15718" y="9422"/>
                  <a:pt x="16350" y="7903"/>
                  <a:pt x="16993" y="6152"/>
                </a:cubicBezTo>
                <a:cubicBezTo>
                  <a:pt x="17635" y="4400"/>
                  <a:pt x="18356" y="2350"/>
                  <a:pt x="19154" y="0"/>
                </a:cubicBezTo>
                <a:lnTo>
                  <a:pt x="29529" y="0"/>
                </a:lnTo>
                <a:lnTo>
                  <a:pt x="25738" y="16893"/>
                </a:lnTo>
                <a:lnTo>
                  <a:pt x="48351" y="16893"/>
                </a:lnTo>
                <a:lnTo>
                  <a:pt x="46821" y="24275"/>
                </a:lnTo>
                <a:lnTo>
                  <a:pt x="24275" y="24275"/>
                </a:lnTo>
                <a:lnTo>
                  <a:pt x="17492" y="52142"/>
                </a:lnTo>
                <a:cubicBezTo>
                  <a:pt x="17048" y="54004"/>
                  <a:pt x="16682" y="55678"/>
                  <a:pt x="16394" y="57163"/>
                </a:cubicBezTo>
                <a:cubicBezTo>
                  <a:pt x="16106" y="58648"/>
                  <a:pt x="15873" y="59989"/>
                  <a:pt x="15696" y="61187"/>
                </a:cubicBezTo>
                <a:cubicBezTo>
                  <a:pt x="15518" y="62384"/>
                  <a:pt x="15397" y="63471"/>
                  <a:pt x="15330" y="64445"/>
                </a:cubicBezTo>
                <a:cubicBezTo>
                  <a:pt x="15264" y="65421"/>
                  <a:pt x="15230" y="66330"/>
                  <a:pt x="15230" y="67172"/>
                </a:cubicBezTo>
                <a:cubicBezTo>
                  <a:pt x="15230" y="69833"/>
                  <a:pt x="15785" y="71916"/>
                  <a:pt x="16893" y="73424"/>
                </a:cubicBezTo>
                <a:cubicBezTo>
                  <a:pt x="18001" y="74932"/>
                  <a:pt x="19819" y="75685"/>
                  <a:pt x="22346" y="75685"/>
                </a:cubicBezTo>
                <a:cubicBezTo>
                  <a:pt x="24475" y="75685"/>
                  <a:pt x="26736" y="74899"/>
                  <a:pt x="29130" y="73325"/>
                </a:cubicBezTo>
                <a:cubicBezTo>
                  <a:pt x="31524" y="71751"/>
                  <a:pt x="34251" y="69278"/>
                  <a:pt x="37311" y="65909"/>
                </a:cubicBezTo>
                <a:lnTo>
                  <a:pt x="41900" y="70565"/>
                </a:lnTo>
              </a:path>
            </a:pathLst>
          </a:custGeom>
          <a:solidFill xmlns:a="http://schemas.openxmlformats.org/drawingml/2006/main">
            <a:srgbClr val="000000"/>
          </a:solidFill>
          <a:ln xmlns:a="http://schemas.openxmlformats.org/drawingml/2006/main" w="0">
            <a:noFill/>
            <a:prstDash val="solid"/>
          </a:ln>
        </p:spPr>
      </p:sp>
      <p:sp>
        <p:nvSpPr>
          <p:cNvPr id="302" name="pdf-path-100159">
            <a:extLst xmlns:a="http://schemas.openxmlformats.org/drawingml/2006/main">
              <a:ext uri="{FF2B5EF4-FFF2-40B4-BE49-F238E27FC236}">
                <a16:creationId xmlns:a16="http://schemas.microsoft.com/office/drawing/2014/main" id="{A9002A64-36C9-4389-87E2-E76460B25458}"/>
              </a:ext>
            </a:extLst>
          </p:cNvPr>
          <p:cNvSpPr>
            <a:spLocks xmlns:a="http://schemas.openxmlformats.org/drawingml/2006/main" noGrp="1"/>
          </p:cNvSpPr>
          <p:nvPr/>
        </p:nvSpPr>
        <p:spPr>
          <a:xfrm xmlns:a="http://schemas.openxmlformats.org/drawingml/2006/main">
            <a:off x="951911" y="7046491"/>
            <a:ext cx="73690" cy="27489"/>
          </a:xfrm>
          <a:custGeom xmlns:a="http://schemas.openxmlformats.org/drawingml/2006/main">
            <a:pathLst>
              <a:path w="73690" h="27489">
                <a:moveTo>
                  <a:pt x="42653" y="0"/>
                </a:moveTo>
                <a:lnTo>
                  <a:pt x="73690" y="22435"/>
                </a:lnTo>
                <a:lnTo>
                  <a:pt x="70232" y="27489"/>
                </a:lnTo>
                <a:lnTo>
                  <a:pt x="37687" y="11439"/>
                </a:lnTo>
                <a:lnTo>
                  <a:pt x="36712" y="11439"/>
                </a:lnTo>
                <a:lnTo>
                  <a:pt x="3458" y="27489"/>
                </a:lnTo>
                <a:lnTo>
                  <a:pt x="0" y="22435"/>
                </a:lnTo>
                <a:lnTo>
                  <a:pt x="30771" y="0"/>
                </a:lnTo>
                <a:lnTo>
                  <a:pt x="42653" y="0"/>
                </a:lnTo>
              </a:path>
            </a:pathLst>
          </a:custGeom>
          <a:solidFill xmlns:a="http://schemas.openxmlformats.org/drawingml/2006/main">
            <a:srgbClr val="000000"/>
          </a:solidFill>
          <a:ln xmlns:a="http://schemas.openxmlformats.org/drawingml/2006/main" w="0">
            <a:noFill/>
            <a:prstDash val="solid"/>
          </a:ln>
        </p:spPr>
      </p:sp>
      <p:sp>
        <p:nvSpPr>
          <p:cNvPr id="303" name="pdf-path-100160">
            <a:extLst xmlns:a="http://schemas.openxmlformats.org/drawingml/2006/main">
              <a:ext uri="{FF2B5EF4-FFF2-40B4-BE49-F238E27FC236}">
                <a16:creationId xmlns:a16="http://schemas.microsoft.com/office/drawing/2014/main" id="{70D88711-2943-486F-A65E-765CBC237E05}"/>
              </a:ext>
            </a:extLst>
          </p:cNvPr>
          <p:cNvSpPr>
            <a:spLocks xmlns:a="http://schemas.openxmlformats.org/drawingml/2006/main" noGrp="1"/>
          </p:cNvSpPr>
          <p:nvPr/>
        </p:nvSpPr>
        <p:spPr>
          <a:xfrm xmlns:a="http://schemas.openxmlformats.org/drawingml/2006/main">
            <a:off x="916295" y="7082832"/>
            <a:ext cx="100737" cy="165027"/>
          </a:xfrm>
          <a:custGeom xmlns:a="http://schemas.openxmlformats.org/drawingml/2006/main">
            <a:pathLst>
              <a:path w="100737" h="165027">
                <a:moveTo>
                  <a:pt x="66951" y="61098"/>
                </a:moveTo>
                <a:cubicBezTo>
                  <a:pt x="81021" y="66064"/>
                  <a:pt x="88056" y="75315"/>
                  <a:pt x="88056" y="88854"/>
                </a:cubicBezTo>
                <a:cubicBezTo>
                  <a:pt x="88056" y="95829"/>
                  <a:pt x="86504" y="102362"/>
                  <a:pt x="83400" y="108451"/>
                </a:cubicBezTo>
                <a:cubicBezTo>
                  <a:pt x="80297" y="114540"/>
                  <a:pt x="75745" y="119373"/>
                  <a:pt x="69744" y="122950"/>
                </a:cubicBezTo>
                <a:cubicBezTo>
                  <a:pt x="63744" y="126526"/>
                  <a:pt x="56842" y="128315"/>
                  <a:pt x="49038" y="128315"/>
                </a:cubicBezTo>
                <a:cubicBezTo>
                  <a:pt x="44013" y="128315"/>
                  <a:pt x="39594" y="127915"/>
                  <a:pt x="35781" y="127117"/>
                </a:cubicBezTo>
                <a:cubicBezTo>
                  <a:pt x="31968" y="126319"/>
                  <a:pt x="28022" y="124945"/>
                  <a:pt x="23943" y="122994"/>
                </a:cubicBezTo>
                <a:lnTo>
                  <a:pt x="14454" y="165027"/>
                </a:lnTo>
                <a:lnTo>
                  <a:pt x="0" y="165027"/>
                </a:lnTo>
                <a:lnTo>
                  <a:pt x="26248" y="47797"/>
                </a:lnTo>
                <a:cubicBezTo>
                  <a:pt x="28613" y="37274"/>
                  <a:pt x="31805" y="28553"/>
                  <a:pt x="35825" y="21637"/>
                </a:cubicBezTo>
                <a:cubicBezTo>
                  <a:pt x="39845" y="14720"/>
                  <a:pt x="44870" y="9385"/>
                  <a:pt x="50900" y="5631"/>
                </a:cubicBezTo>
                <a:cubicBezTo>
                  <a:pt x="56930" y="1877"/>
                  <a:pt x="64025" y="0"/>
                  <a:pt x="72183" y="0"/>
                </a:cubicBezTo>
                <a:cubicBezTo>
                  <a:pt x="81287" y="0"/>
                  <a:pt x="88322" y="2025"/>
                  <a:pt x="93288" y="6074"/>
                </a:cubicBezTo>
                <a:cubicBezTo>
                  <a:pt x="98254" y="10124"/>
                  <a:pt x="100737" y="15873"/>
                  <a:pt x="100737" y="23322"/>
                </a:cubicBezTo>
                <a:cubicBezTo>
                  <a:pt x="100737" y="26336"/>
                  <a:pt x="100308" y="29603"/>
                  <a:pt x="99451" y="33120"/>
                </a:cubicBezTo>
                <a:cubicBezTo>
                  <a:pt x="98593" y="36638"/>
                  <a:pt x="96894" y="40096"/>
                  <a:pt x="94352" y="43496"/>
                </a:cubicBezTo>
                <a:cubicBezTo>
                  <a:pt x="91810" y="46895"/>
                  <a:pt x="88277" y="50043"/>
                  <a:pt x="83755" y="52940"/>
                </a:cubicBezTo>
                <a:cubicBezTo>
                  <a:pt x="79232" y="55837"/>
                  <a:pt x="73690" y="58319"/>
                  <a:pt x="67128" y="60389"/>
                </a:cubicBezTo>
                <a:lnTo>
                  <a:pt x="66951" y="61098"/>
                </a:lnTo>
                <a:moveTo>
                  <a:pt x="52142" y="57196"/>
                </a:moveTo>
                <a:cubicBezTo>
                  <a:pt x="58527" y="56724"/>
                  <a:pt x="64290" y="54891"/>
                  <a:pt x="69434" y="51698"/>
                </a:cubicBezTo>
                <a:cubicBezTo>
                  <a:pt x="74577" y="48505"/>
                  <a:pt x="78612" y="44323"/>
                  <a:pt x="81538" y="39150"/>
                </a:cubicBezTo>
                <a:cubicBezTo>
                  <a:pt x="84464" y="33977"/>
                  <a:pt x="85928" y="28317"/>
                  <a:pt x="85928" y="22169"/>
                </a:cubicBezTo>
                <a:cubicBezTo>
                  <a:pt x="85928" y="17262"/>
                  <a:pt x="84701" y="13508"/>
                  <a:pt x="82248" y="10907"/>
                </a:cubicBezTo>
                <a:cubicBezTo>
                  <a:pt x="79794" y="8306"/>
                  <a:pt x="76143" y="7005"/>
                  <a:pt x="71296" y="7005"/>
                </a:cubicBezTo>
                <a:cubicBezTo>
                  <a:pt x="63788" y="7005"/>
                  <a:pt x="57521" y="10626"/>
                  <a:pt x="52497" y="17868"/>
                </a:cubicBezTo>
                <a:cubicBezTo>
                  <a:pt x="47471" y="25110"/>
                  <a:pt x="43363" y="36091"/>
                  <a:pt x="40171" y="50811"/>
                </a:cubicBezTo>
                <a:lnTo>
                  <a:pt x="28199" y="106412"/>
                </a:lnTo>
                <a:cubicBezTo>
                  <a:pt x="27904" y="107771"/>
                  <a:pt x="27756" y="108924"/>
                  <a:pt x="27756" y="109870"/>
                </a:cubicBezTo>
                <a:cubicBezTo>
                  <a:pt x="27756" y="111466"/>
                  <a:pt x="28125" y="112825"/>
                  <a:pt x="28864" y="113949"/>
                </a:cubicBezTo>
                <a:cubicBezTo>
                  <a:pt x="29603" y="115073"/>
                  <a:pt x="30697" y="116181"/>
                  <a:pt x="32145" y="117275"/>
                </a:cubicBezTo>
                <a:cubicBezTo>
                  <a:pt x="33594" y="118368"/>
                  <a:pt x="35471" y="119314"/>
                  <a:pt x="37776" y="120112"/>
                </a:cubicBezTo>
                <a:cubicBezTo>
                  <a:pt x="40082" y="120910"/>
                  <a:pt x="43008" y="121309"/>
                  <a:pt x="46555" y="121309"/>
                </a:cubicBezTo>
                <a:cubicBezTo>
                  <a:pt x="51344" y="121309"/>
                  <a:pt x="55704" y="119831"/>
                  <a:pt x="59635" y="116875"/>
                </a:cubicBezTo>
                <a:cubicBezTo>
                  <a:pt x="63566" y="113920"/>
                  <a:pt x="66655" y="109722"/>
                  <a:pt x="68902" y="104283"/>
                </a:cubicBezTo>
                <a:cubicBezTo>
                  <a:pt x="71148" y="98845"/>
                  <a:pt x="72271" y="92637"/>
                  <a:pt x="72271" y="85661"/>
                </a:cubicBezTo>
                <a:cubicBezTo>
                  <a:pt x="72271" y="78981"/>
                  <a:pt x="70424" y="73749"/>
                  <a:pt x="66729" y="69965"/>
                </a:cubicBezTo>
                <a:cubicBezTo>
                  <a:pt x="63034" y="66182"/>
                  <a:pt x="57758" y="64024"/>
                  <a:pt x="50900" y="63492"/>
                </a:cubicBezTo>
                <a:lnTo>
                  <a:pt x="52142" y="57196"/>
                </a:lnTo>
              </a:path>
            </a:pathLst>
          </a:custGeom>
          <a:solidFill xmlns:a="http://schemas.openxmlformats.org/drawingml/2006/main">
            <a:srgbClr val="000000"/>
          </a:solidFill>
          <a:ln xmlns:a="http://schemas.openxmlformats.org/drawingml/2006/main" w="0">
            <a:noFill/>
            <a:prstDash val="solid"/>
          </a:ln>
        </p:spPr>
      </p:sp>
      <p:sp>
        <p:nvSpPr>
          <p:cNvPr id="304" name="pdf-path-100161">
            <a:extLst xmlns:a="http://schemas.openxmlformats.org/drawingml/2006/main">
              <a:ext uri="{FF2B5EF4-FFF2-40B4-BE49-F238E27FC236}">
                <a16:creationId xmlns:a16="http://schemas.microsoft.com/office/drawing/2014/main" id="{C81AFF2E-4402-4742-A3BC-65F1A48BAE01}"/>
              </a:ext>
            </a:extLst>
          </p:cNvPr>
          <p:cNvSpPr>
            <a:spLocks xmlns:a="http://schemas.openxmlformats.org/drawingml/2006/main" noGrp="1"/>
          </p:cNvSpPr>
          <p:nvPr/>
        </p:nvSpPr>
        <p:spPr>
          <a:xfrm xmlns:a="http://schemas.openxmlformats.org/drawingml/2006/main">
            <a:off x="1023556" y="7164465"/>
            <a:ext cx="48351" cy="84597"/>
          </a:xfrm>
          <a:custGeom xmlns:a="http://schemas.openxmlformats.org/drawingml/2006/main">
            <a:pathLst>
              <a:path w="48351" h="84597">
                <a:moveTo>
                  <a:pt x="41900" y="70565"/>
                </a:moveTo>
                <a:cubicBezTo>
                  <a:pt x="39638" y="73092"/>
                  <a:pt x="37488" y="75242"/>
                  <a:pt x="35449" y="77015"/>
                </a:cubicBezTo>
                <a:cubicBezTo>
                  <a:pt x="33409" y="78789"/>
                  <a:pt x="31414" y="80241"/>
                  <a:pt x="29463" y="81372"/>
                </a:cubicBezTo>
                <a:cubicBezTo>
                  <a:pt x="27512" y="82502"/>
                  <a:pt x="25583" y="83323"/>
                  <a:pt x="23677" y="83833"/>
                </a:cubicBezTo>
                <a:cubicBezTo>
                  <a:pt x="21770" y="84342"/>
                  <a:pt x="19819" y="84597"/>
                  <a:pt x="17824" y="84597"/>
                </a:cubicBezTo>
                <a:cubicBezTo>
                  <a:pt x="12548" y="84597"/>
                  <a:pt x="8613" y="83356"/>
                  <a:pt x="6019" y="80873"/>
                </a:cubicBezTo>
                <a:cubicBezTo>
                  <a:pt x="3425" y="78390"/>
                  <a:pt x="2128" y="74732"/>
                  <a:pt x="2128" y="69899"/>
                </a:cubicBezTo>
                <a:cubicBezTo>
                  <a:pt x="2128" y="68259"/>
                  <a:pt x="2250" y="66452"/>
                  <a:pt x="2494" y="64479"/>
                </a:cubicBezTo>
                <a:cubicBezTo>
                  <a:pt x="2738" y="62506"/>
                  <a:pt x="3082" y="60588"/>
                  <a:pt x="3525" y="58726"/>
                </a:cubicBezTo>
                <a:lnTo>
                  <a:pt x="11439" y="24275"/>
                </a:lnTo>
                <a:lnTo>
                  <a:pt x="0" y="24275"/>
                </a:lnTo>
                <a:lnTo>
                  <a:pt x="1330" y="19154"/>
                </a:lnTo>
                <a:cubicBezTo>
                  <a:pt x="3990" y="19154"/>
                  <a:pt x="6063" y="18899"/>
                  <a:pt x="7549" y="18390"/>
                </a:cubicBezTo>
                <a:cubicBezTo>
                  <a:pt x="9034" y="17879"/>
                  <a:pt x="10287" y="17181"/>
                  <a:pt x="11306" y="16294"/>
                </a:cubicBezTo>
                <a:cubicBezTo>
                  <a:pt x="11971" y="15673"/>
                  <a:pt x="12614" y="14908"/>
                  <a:pt x="13235" y="14000"/>
                </a:cubicBezTo>
                <a:cubicBezTo>
                  <a:pt x="13856" y="13091"/>
                  <a:pt x="14477" y="11993"/>
                  <a:pt x="15097" y="10708"/>
                </a:cubicBezTo>
                <a:cubicBezTo>
                  <a:pt x="15718" y="9422"/>
                  <a:pt x="16350" y="7903"/>
                  <a:pt x="16993" y="6152"/>
                </a:cubicBezTo>
                <a:cubicBezTo>
                  <a:pt x="17635" y="4400"/>
                  <a:pt x="18356" y="2350"/>
                  <a:pt x="19154" y="0"/>
                </a:cubicBezTo>
                <a:lnTo>
                  <a:pt x="29529" y="0"/>
                </a:lnTo>
                <a:lnTo>
                  <a:pt x="25738" y="16893"/>
                </a:lnTo>
                <a:lnTo>
                  <a:pt x="48351" y="16893"/>
                </a:lnTo>
                <a:lnTo>
                  <a:pt x="46821" y="24275"/>
                </a:lnTo>
                <a:lnTo>
                  <a:pt x="24275" y="24275"/>
                </a:lnTo>
                <a:lnTo>
                  <a:pt x="17492" y="52142"/>
                </a:lnTo>
                <a:cubicBezTo>
                  <a:pt x="17048" y="54004"/>
                  <a:pt x="16682" y="55678"/>
                  <a:pt x="16394" y="57163"/>
                </a:cubicBezTo>
                <a:cubicBezTo>
                  <a:pt x="16106" y="58648"/>
                  <a:pt x="15873" y="59989"/>
                  <a:pt x="15696" y="61187"/>
                </a:cubicBezTo>
                <a:cubicBezTo>
                  <a:pt x="15518" y="62384"/>
                  <a:pt x="15397" y="63471"/>
                  <a:pt x="15330" y="64445"/>
                </a:cubicBezTo>
                <a:cubicBezTo>
                  <a:pt x="15264" y="65421"/>
                  <a:pt x="15230" y="66330"/>
                  <a:pt x="15230" y="67172"/>
                </a:cubicBezTo>
                <a:cubicBezTo>
                  <a:pt x="15230" y="69833"/>
                  <a:pt x="15785" y="71916"/>
                  <a:pt x="16893" y="73424"/>
                </a:cubicBezTo>
                <a:cubicBezTo>
                  <a:pt x="18001" y="74932"/>
                  <a:pt x="19819" y="75685"/>
                  <a:pt x="22346" y="75685"/>
                </a:cubicBezTo>
                <a:cubicBezTo>
                  <a:pt x="24475" y="75685"/>
                  <a:pt x="26736" y="74899"/>
                  <a:pt x="29130" y="73325"/>
                </a:cubicBezTo>
                <a:cubicBezTo>
                  <a:pt x="31524" y="71751"/>
                  <a:pt x="34251" y="69278"/>
                  <a:pt x="37311" y="65909"/>
                </a:cubicBezTo>
                <a:lnTo>
                  <a:pt x="41900" y="70565"/>
                </a:lnTo>
              </a:path>
            </a:pathLst>
          </a:custGeom>
          <a:solidFill xmlns:a="http://schemas.openxmlformats.org/drawingml/2006/main">
            <a:srgbClr val="000000"/>
          </a:solidFill>
          <a:ln xmlns:a="http://schemas.openxmlformats.org/drawingml/2006/main" w="0">
            <a:noFill/>
            <a:prstDash val="solid"/>
          </a:ln>
        </p:spPr>
      </p:sp>
      <p:sp>
        <p:nvSpPr>
          <p:cNvPr id="305" name="pdf-path-100162">
            <a:extLst xmlns:a="http://schemas.openxmlformats.org/drawingml/2006/main">
              <a:ext uri="{FF2B5EF4-FFF2-40B4-BE49-F238E27FC236}">
                <a16:creationId xmlns:a16="http://schemas.microsoft.com/office/drawing/2014/main" id="{1CA30055-E58D-4A39-8D03-1A794BF0D341}"/>
              </a:ext>
            </a:extLst>
          </p:cNvPr>
          <p:cNvSpPr>
            <a:spLocks xmlns:a="http://schemas.openxmlformats.org/drawingml/2006/main" noGrp="1"/>
          </p:cNvSpPr>
          <p:nvPr/>
        </p:nvSpPr>
        <p:spPr>
          <a:xfrm xmlns:a="http://schemas.openxmlformats.org/drawingml/2006/main">
            <a:off x="1087099" y="7168855"/>
            <a:ext cx="76617" cy="80141"/>
          </a:xfrm>
          <a:custGeom xmlns:a="http://schemas.openxmlformats.org/drawingml/2006/main">
            <a:pathLst>
              <a:path w="76617" h="80141">
                <a:moveTo>
                  <a:pt x="43695" y="45158"/>
                </a:moveTo>
                <a:lnTo>
                  <a:pt x="43695" y="80141"/>
                </a:lnTo>
                <a:lnTo>
                  <a:pt x="32921" y="80141"/>
                </a:lnTo>
                <a:lnTo>
                  <a:pt x="32921" y="45158"/>
                </a:lnTo>
                <a:lnTo>
                  <a:pt x="0" y="45158"/>
                </a:lnTo>
                <a:lnTo>
                  <a:pt x="0" y="34983"/>
                </a:lnTo>
                <a:lnTo>
                  <a:pt x="32921" y="34983"/>
                </a:lnTo>
                <a:lnTo>
                  <a:pt x="32921" y="0"/>
                </a:lnTo>
                <a:lnTo>
                  <a:pt x="43695" y="0"/>
                </a:lnTo>
                <a:lnTo>
                  <a:pt x="43695" y="34983"/>
                </a:lnTo>
                <a:lnTo>
                  <a:pt x="76617" y="34983"/>
                </a:lnTo>
                <a:lnTo>
                  <a:pt x="76617" y="45158"/>
                </a:lnTo>
                <a:lnTo>
                  <a:pt x="43695" y="45158"/>
                </a:lnTo>
              </a:path>
            </a:pathLst>
          </a:custGeom>
          <a:solidFill xmlns:a="http://schemas.openxmlformats.org/drawingml/2006/main">
            <a:srgbClr val="000000"/>
          </a:solidFill>
          <a:ln xmlns:a="http://schemas.openxmlformats.org/drawingml/2006/main" w="0">
            <a:noFill/>
            <a:prstDash val="solid"/>
          </a:ln>
        </p:spPr>
      </p:sp>
      <p:sp>
        <p:nvSpPr>
          <p:cNvPr id="306" name="pdf-path-100163">
            <a:extLst xmlns:a="http://schemas.openxmlformats.org/drawingml/2006/main">
              <a:ext uri="{FF2B5EF4-FFF2-40B4-BE49-F238E27FC236}">
                <a16:creationId xmlns:a16="http://schemas.microsoft.com/office/drawing/2014/main" id="{8A2164A0-52F4-4F7E-B924-900688D2274E}"/>
              </a:ext>
            </a:extLst>
          </p:cNvPr>
          <p:cNvSpPr>
            <a:spLocks xmlns:a="http://schemas.openxmlformats.org/drawingml/2006/main" noGrp="1"/>
          </p:cNvSpPr>
          <p:nvPr/>
        </p:nvSpPr>
        <p:spPr>
          <a:xfrm xmlns:a="http://schemas.openxmlformats.org/drawingml/2006/main">
            <a:off x="1184511" y="7162204"/>
            <a:ext cx="56398" cy="85661"/>
          </a:xfrm>
          <a:custGeom xmlns:a="http://schemas.openxmlformats.org/drawingml/2006/main">
            <a:pathLst>
              <a:path w="56398" h="85661">
                <a:moveTo>
                  <a:pt x="36446" y="68104"/>
                </a:moveTo>
                <a:cubicBezTo>
                  <a:pt x="36446" y="69478"/>
                  <a:pt x="36491" y="70664"/>
                  <a:pt x="36579" y="71662"/>
                </a:cubicBezTo>
                <a:cubicBezTo>
                  <a:pt x="36668" y="72659"/>
                  <a:pt x="36812" y="73502"/>
                  <a:pt x="37012" y="74189"/>
                </a:cubicBezTo>
                <a:cubicBezTo>
                  <a:pt x="37211" y="74876"/>
                  <a:pt x="37477" y="75464"/>
                  <a:pt x="37809" y="75951"/>
                </a:cubicBezTo>
                <a:cubicBezTo>
                  <a:pt x="38142" y="76439"/>
                  <a:pt x="38530" y="76860"/>
                  <a:pt x="38974" y="77215"/>
                </a:cubicBezTo>
                <a:cubicBezTo>
                  <a:pt x="39506" y="77747"/>
                  <a:pt x="40215" y="78157"/>
                  <a:pt x="41102" y="78445"/>
                </a:cubicBezTo>
                <a:cubicBezTo>
                  <a:pt x="41988" y="78734"/>
                  <a:pt x="43119" y="78977"/>
                  <a:pt x="44494" y="79177"/>
                </a:cubicBezTo>
                <a:cubicBezTo>
                  <a:pt x="45868" y="79377"/>
                  <a:pt x="47520" y="79532"/>
                  <a:pt x="49449" y="79643"/>
                </a:cubicBezTo>
                <a:cubicBezTo>
                  <a:pt x="51377" y="79753"/>
                  <a:pt x="53694" y="79831"/>
                  <a:pt x="56398" y="79875"/>
                </a:cubicBezTo>
                <a:lnTo>
                  <a:pt x="56398" y="85661"/>
                </a:lnTo>
                <a:lnTo>
                  <a:pt x="3658" y="85661"/>
                </a:lnTo>
                <a:lnTo>
                  <a:pt x="3658" y="79875"/>
                </a:lnTo>
                <a:cubicBezTo>
                  <a:pt x="6274" y="79786"/>
                  <a:pt x="8491" y="79687"/>
                  <a:pt x="10309" y="79576"/>
                </a:cubicBezTo>
                <a:cubicBezTo>
                  <a:pt x="12127" y="79465"/>
                  <a:pt x="13678" y="79310"/>
                  <a:pt x="14964" y="79111"/>
                </a:cubicBezTo>
                <a:cubicBezTo>
                  <a:pt x="16250" y="78911"/>
                  <a:pt x="17281" y="78689"/>
                  <a:pt x="18057" y="78445"/>
                </a:cubicBezTo>
                <a:cubicBezTo>
                  <a:pt x="18833" y="78201"/>
                  <a:pt x="19509" y="77902"/>
                  <a:pt x="20085" y="77548"/>
                </a:cubicBezTo>
                <a:cubicBezTo>
                  <a:pt x="20706" y="77148"/>
                  <a:pt x="21238" y="76716"/>
                  <a:pt x="21682" y="76250"/>
                </a:cubicBezTo>
                <a:cubicBezTo>
                  <a:pt x="22125" y="75785"/>
                  <a:pt x="22480" y="75198"/>
                  <a:pt x="22746" y="74488"/>
                </a:cubicBezTo>
                <a:cubicBezTo>
                  <a:pt x="23012" y="73779"/>
                  <a:pt x="23222" y="72914"/>
                  <a:pt x="23378" y="71894"/>
                </a:cubicBezTo>
                <a:cubicBezTo>
                  <a:pt x="23533" y="70874"/>
                  <a:pt x="23610" y="69611"/>
                  <a:pt x="23610" y="68104"/>
                </a:cubicBezTo>
                <a:lnTo>
                  <a:pt x="23610" y="20418"/>
                </a:lnTo>
                <a:cubicBezTo>
                  <a:pt x="23610" y="18689"/>
                  <a:pt x="23278" y="17470"/>
                  <a:pt x="22613" y="16760"/>
                </a:cubicBezTo>
                <a:cubicBezTo>
                  <a:pt x="21947" y="16051"/>
                  <a:pt x="20994" y="15696"/>
                  <a:pt x="19753" y="15696"/>
                </a:cubicBezTo>
                <a:cubicBezTo>
                  <a:pt x="18378" y="15696"/>
                  <a:pt x="16339" y="16405"/>
                  <a:pt x="13634" y="17824"/>
                </a:cubicBezTo>
                <a:cubicBezTo>
                  <a:pt x="10930" y="19242"/>
                  <a:pt x="7427" y="21348"/>
                  <a:pt x="3126" y="24142"/>
                </a:cubicBezTo>
                <a:cubicBezTo>
                  <a:pt x="2550" y="23122"/>
                  <a:pt x="2017" y="22103"/>
                  <a:pt x="1530" y="21082"/>
                </a:cubicBezTo>
                <a:cubicBezTo>
                  <a:pt x="1042" y="20063"/>
                  <a:pt x="532" y="19021"/>
                  <a:pt x="0" y="17957"/>
                </a:cubicBezTo>
                <a:cubicBezTo>
                  <a:pt x="5498" y="14942"/>
                  <a:pt x="10941" y="11938"/>
                  <a:pt x="16328" y="8945"/>
                </a:cubicBezTo>
                <a:cubicBezTo>
                  <a:pt x="21715" y="5953"/>
                  <a:pt x="27180" y="2970"/>
                  <a:pt x="32722" y="0"/>
                </a:cubicBezTo>
                <a:lnTo>
                  <a:pt x="36779" y="0"/>
                </a:lnTo>
                <a:cubicBezTo>
                  <a:pt x="36690" y="2438"/>
                  <a:pt x="36623" y="4622"/>
                  <a:pt x="36579" y="6551"/>
                </a:cubicBezTo>
                <a:cubicBezTo>
                  <a:pt x="36535" y="8480"/>
                  <a:pt x="36502" y="10353"/>
                  <a:pt x="36480" y="12171"/>
                </a:cubicBezTo>
                <a:cubicBezTo>
                  <a:pt x="36457" y="13988"/>
                  <a:pt x="36446" y="15784"/>
                  <a:pt x="36446" y="17558"/>
                </a:cubicBezTo>
                <a:lnTo>
                  <a:pt x="36446" y="68104"/>
                </a:lnTo>
              </a:path>
            </a:pathLst>
          </a:custGeom>
          <a:solidFill xmlns:a="http://schemas.openxmlformats.org/drawingml/2006/main">
            <a:srgbClr val="000000"/>
          </a:solidFill>
          <a:ln xmlns:a="http://schemas.openxmlformats.org/drawingml/2006/main" w="0">
            <a:noFill/>
            <a:prstDash val="solid"/>
          </a:ln>
        </p:spPr>
      </p:sp>
      <p:sp>
        <p:nvSpPr>
          <p:cNvPr id="307" name="pdf-path-100164">
            <a:extLst xmlns:a="http://schemas.openxmlformats.org/drawingml/2006/main">
              <a:ext uri="{FF2B5EF4-FFF2-40B4-BE49-F238E27FC236}">
                <a16:creationId xmlns:a16="http://schemas.microsoft.com/office/drawing/2014/main" id="{43F34732-162A-4D12-9501-89FF0A0D28C3}"/>
              </a:ext>
            </a:extLst>
          </p:cNvPr>
          <p:cNvSpPr>
            <a:spLocks xmlns:a="http://schemas.openxmlformats.org/drawingml/2006/main" noGrp="1"/>
          </p:cNvSpPr>
          <p:nvPr/>
        </p:nvSpPr>
        <p:spPr>
          <a:xfrm xmlns:a="http://schemas.openxmlformats.org/drawingml/2006/main">
            <a:off x="3715619" y="7041044"/>
            <a:ext cx="73690" cy="27489"/>
          </a:xfrm>
          <a:custGeom xmlns:a="http://schemas.openxmlformats.org/drawingml/2006/main">
            <a:pathLst>
              <a:path w="73690" h="27489">
                <a:moveTo>
                  <a:pt x="42653" y="0"/>
                </a:moveTo>
                <a:lnTo>
                  <a:pt x="73690" y="22435"/>
                </a:lnTo>
                <a:lnTo>
                  <a:pt x="70232" y="27489"/>
                </a:lnTo>
                <a:lnTo>
                  <a:pt x="37687" y="11439"/>
                </a:lnTo>
                <a:lnTo>
                  <a:pt x="36712" y="11439"/>
                </a:lnTo>
                <a:lnTo>
                  <a:pt x="3459" y="27489"/>
                </a:lnTo>
                <a:lnTo>
                  <a:pt x="0" y="22435"/>
                </a:lnTo>
                <a:lnTo>
                  <a:pt x="30771" y="0"/>
                </a:lnTo>
                <a:lnTo>
                  <a:pt x="42653" y="0"/>
                </a:lnTo>
              </a:path>
            </a:pathLst>
          </a:custGeom>
          <a:solidFill xmlns:a="http://schemas.openxmlformats.org/drawingml/2006/main">
            <a:srgbClr val="7F7F7F"/>
          </a:solidFill>
          <a:ln xmlns:a="http://schemas.openxmlformats.org/drawingml/2006/main" w="0">
            <a:noFill/>
            <a:prstDash val="solid"/>
          </a:ln>
        </p:spPr>
      </p:sp>
      <p:sp>
        <p:nvSpPr>
          <p:cNvPr id="308" name="pdf-path-100165">
            <a:extLst xmlns:a="http://schemas.openxmlformats.org/drawingml/2006/main">
              <a:ext uri="{FF2B5EF4-FFF2-40B4-BE49-F238E27FC236}">
                <a16:creationId xmlns:a16="http://schemas.microsoft.com/office/drawing/2014/main" id="{D3551B38-22A2-4A71-8758-3FB7DABB76E4}"/>
              </a:ext>
            </a:extLst>
          </p:cNvPr>
          <p:cNvSpPr>
            <a:spLocks xmlns:a="http://schemas.openxmlformats.org/drawingml/2006/main" noGrp="1"/>
          </p:cNvSpPr>
          <p:nvPr/>
        </p:nvSpPr>
        <p:spPr>
          <a:xfrm xmlns:a="http://schemas.openxmlformats.org/drawingml/2006/main">
            <a:off x="3680003" y="7077383"/>
            <a:ext cx="100736" cy="165027"/>
          </a:xfrm>
          <a:custGeom xmlns:a="http://schemas.openxmlformats.org/drawingml/2006/main">
            <a:pathLst>
              <a:path w="100736" h="165027">
                <a:moveTo>
                  <a:pt x="66950" y="61098"/>
                </a:moveTo>
                <a:cubicBezTo>
                  <a:pt x="81020" y="66064"/>
                  <a:pt x="88056" y="75315"/>
                  <a:pt x="88056" y="88854"/>
                </a:cubicBezTo>
                <a:cubicBezTo>
                  <a:pt x="88056" y="95829"/>
                  <a:pt x="86504" y="102362"/>
                  <a:pt x="83400" y="108451"/>
                </a:cubicBezTo>
                <a:cubicBezTo>
                  <a:pt x="80297" y="114540"/>
                  <a:pt x="75744" y="119373"/>
                  <a:pt x="69744" y="122950"/>
                </a:cubicBezTo>
                <a:cubicBezTo>
                  <a:pt x="63743" y="126526"/>
                  <a:pt x="56841" y="128315"/>
                  <a:pt x="49038" y="128315"/>
                </a:cubicBezTo>
                <a:cubicBezTo>
                  <a:pt x="44013" y="128315"/>
                  <a:pt x="39594" y="127915"/>
                  <a:pt x="35781" y="127117"/>
                </a:cubicBezTo>
                <a:cubicBezTo>
                  <a:pt x="31968" y="126319"/>
                  <a:pt x="28022" y="124945"/>
                  <a:pt x="23942" y="122994"/>
                </a:cubicBezTo>
                <a:lnTo>
                  <a:pt x="14454" y="165027"/>
                </a:lnTo>
                <a:lnTo>
                  <a:pt x="0" y="165027"/>
                </a:lnTo>
                <a:lnTo>
                  <a:pt x="26248" y="47797"/>
                </a:lnTo>
                <a:cubicBezTo>
                  <a:pt x="28613" y="37274"/>
                  <a:pt x="31805" y="28553"/>
                  <a:pt x="35825" y="21637"/>
                </a:cubicBezTo>
                <a:cubicBezTo>
                  <a:pt x="39845" y="14720"/>
                  <a:pt x="44870" y="9385"/>
                  <a:pt x="50900" y="5631"/>
                </a:cubicBezTo>
                <a:cubicBezTo>
                  <a:pt x="56930" y="1877"/>
                  <a:pt x="64024" y="0"/>
                  <a:pt x="72183" y="0"/>
                </a:cubicBezTo>
                <a:cubicBezTo>
                  <a:pt x="81287" y="0"/>
                  <a:pt x="88321" y="2025"/>
                  <a:pt x="93287" y="6074"/>
                </a:cubicBezTo>
                <a:cubicBezTo>
                  <a:pt x="98253" y="10124"/>
                  <a:pt x="100736" y="15873"/>
                  <a:pt x="100736" y="23322"/>
                </a:cubicBezTo>
                <a:cubicBezTo>
                  <a:pt x="100736" y="26336"/>
                  <a:pt x="100308" y="29603"/>
                  <a:pt x="99450" y="33120"/>
                </a:cubicBezTo>
                <a:cubicBezTo>
                  <a:pt x="98593" y="36638"/>
                  <a:pt x="96894" y="40096"/>
                  <a:pt x="94352" y="43496"/>
                </a:cubicBezTo>
                <a:cubicBezTo>
                  <a:pt x="91810" y="46895"/>
                  <a:pt x="88277" y="50043"/>
                  <a:pt x="83755" y="52940"/>
                </a:cubicBezTo>
                <a:cubicBezTo>
                  <a:pt x="79232" y="55837"/>
                  <a:pt x="73690" y="58319"/>
                  <a:pt x="67128" y="60389"/>
                </a:cubicBezTo>
                <a:lnTo>
                  <a:pt x="66950" y="61098"/>
                </a:lnTo>
                <a:moveTo>
                  <a:pt x="52141" y="57196"/>
                </a:moveTo>
                <a:cubicBezTo>
                  <a:pt x="58526" y="56724"/>
                  <a:pt x="64290" y="54891"/>
                  <a:pt x="69434" y="51698"/>
                </a:cubicBezTo>
                <a:cubicBezTo>
                  <a:pt x="74577" y="48505"/>
                  <a:pt x="78611" y="44323"/>
                  <a:pt x="81538" y="39150"/>
                </a:cubicBezTo>
                <a:cubicBezTo>
                  <a:pt x="84464" y="33977"/>
                  <a:pt x="85927" y="28317"/>
                  <a:pt x="85927" y="22169"/>
                </a:cubicBezTo>
                <a:cubicBezTo>
                  <a:pt x="85927" y="17262"/>
                  <a:pt x="84701" y="13508"/>
                  <a:pt x="82247" y="10907"/>
                </a:cubicBezTo>
                <a:cubicBezTo>
                  <a:pt x="79794" y="8306"/>
                  <a:pt x="76143" y="7005"/>
                  <a:pt x="71296" y="7005"/>
                </a:cubicBezTo>
                <a:cubicBezTo>
                  <a:pt x="63788" y="7005"/>
                  <a:pt x="57521" y="10626"/>
                  <a:pt x="52496" y="17868"/>
                </a:cubicBezTo>
                <a:cubicBezTo>
                  <a:pt x="47471" y="25110"/>
                  <a:pt x="43363" y="36091"/>
                  <a:pt x="40170" y="50811"/>
                </a:cubicBezTo>
                <a:lnTo>
                  <a:pt x="28199" y="106412"/>
                </a:lnTo>
                <a:cubicBezTo>
                  <a:pt x="27904" y="107771"/>
                  <a:pt x="27756" y="108924"/>
                  <a:pt x="27756" y="109870"/>
                </a:cubicBezTo>
                <a:cubicBezTo>
                  <a:pt x="27756" y="111466"/>
                  <a:pt x="28125" y="112825"/>
                  <a:pt x="28864" y="113949"/>
                </a:cubicBezTo>
                <a:cubicBezTo>
                  <a:pt x="29603" y="115073"/>
                  <a:pt x="30697" y="116181"/>
                  <a:pt x="32145" y="117275"/>
                </a:cubicBezTo>
                <a:cubicBezTo>
                  <a:pt x="33594" y="118368"/>
                  <a:pt x="35470" y="119314"/>
                  <a:pt x="37776" y="120112"/>
                </a:cubicBezTo>
                <a:cubicBezTo>
                  <a:pt x="40082" y="120910"/>
                  <a:pt x="43008" y="121309"/>
                  <a:pt x="46555" y="121309"/>
                </a:cubicBezTo>
                <a:cubicBezTo>
                  <a:pt x="51344" y="121309"/>
                  <a:pt x="55703" y="119831"/>
                  <a:pt x="59635" y="116875"/>
                </a:cubicBezTo>
                <a:cubicBezTo>
                  <a:pt x="63566" y="113920"/>
                  <a:pt x="66655" y="109722"/>
                  <a:pt x="68902" y="104283"/>
                </a:cubicBezTo>
                <a:cubicBezTo>
                  <a:pt x="71148" y="98845"/>
                  <a:pt x="72271" y="92637"/>
                  <a:pt x="72271" y="85661"/>
                </a:cubicBezTo>
                <a:cubicBezTo>
                  <a:pt x="72271" y="78981"/>
                  <a:pt x="70424" y="73749"/>
                  <a:pt x="66729" y="69965"/>
                </a:cubicBezTo>
                <a:cubicBezTo>
                  <a:pt x="63034" y="66182"/>
                  <a:pt x="57758" y="64024"/>
                  <a:pt x="50900" y="63492"/>
                </a:cubicBezTo>
                <a:lnTo>
                  <a:pt x="52141" y="57196"/>
                </a:lnTo>
              </a:path>
            </a:pathLst>
          </a:custGeom>
          <a:solidFill xmlns:a="http://schemas.openxmlformats.org/drawingml/2006/main">
            <a:srgbClr val="7F7F7F"/>
          </a:solidFill>
          <a:ln xmlns:a="http://schemas.openxmlformats.org/drawingml/2006/main" w="0">
            <a:noFill/>
            <a:prstDash val="solid"/>
          </a:ln>
        </p:spPr>
      </p:sp>
      <p:sp>
        <p:nvSpPr>
          <p:cNvPr id="309" name="pdf-path-100166">
            <a:extLst xmlns:a="http://schemas.openxmlformats.org/drawingml/2006/main">
              <a:ext uri="{FF2B5EF4-FFF2-40B4-BE49-F238E27FC236}">
                <a16:creationId xmlns:a16="http://schemas.microsoft.com/office/drawing/2014/main" id="{62F43683-793E-49E6-BD67-E9F502E01418}"/>
              </a:ext>
            </a:extLst>
          </p:cNvPr>
          <p:cNvSpPr>
            <a:spLocks xmlns:a="http://schemas.openxmlformats.org/drawingml/2006/main" noGrp="1"/>
          </p:cNvSpPr>
          <p:nvPr/>
        </p:nvSpPr>
        <p:spPr>
          <a:xfrm xmlns:a="http://schemas.openxmlformats.org/drawingml/2006/main">
            <a:off x="3787264" y="7159019"/>
            <a:ext cx="48351" cy="84597"/>
          </a:xfrm>
          <a:custGeom xmlns:a="http://schemas.openxmlformats.org/drawingml/2006/main">
            <a:pathLst>
              <a:path w="48351" h="84597">
                <a:moveTo>
                  <a:pt x="41899" y="70565"/>
                </a:moveTo>
                <a:cubicBezTo>
                  <a:pt x="39638" y="73092"/>
                  <a:pt x="37488" y="75242"/>
                  <a:pt x="35448" y="77015"/>
                </a:cubicBezTo>
                <a:cubicBezTo>
                  <a:pt x="33409" y="78789"/>
                  <a:pt x="31413" y="80241"/>
                  <a:pt x="29463" y="81372"/>
                </a:cubicBezTo>
                <a:cubicBezTo>
                  <a:pt x="27512" y="82502"/>
                  <a:pt x="25583" y="83323"/>
                  <a:pt x="23676" y="83833"/>
                </a:cubicBezTo>
                <a:cubicBezTo>
                  <a:pt x="21770" y="84342"/>
                  <a:pt x="19819" y="84597"/>
                  <a:pt x="17824" y="84597"/>
                </a:cubicBezTo>
                <a:cubicBezTo>
                  <a:pt x="12547" y="84597"/>
                  <a:pt x="8613" y="83356"/>
                  <a:pt x="6019" y="80873"/>
                </a:cubicBezTo>
                <a:cubicBezTo>
                  <a:pt x="3425" y="78390"/>
                  <a:pt x="2128" y="74732"/>
                  <a:pt x="2128" y="69899"/>
                </a:cubicBezTo>
                <a:cubicBezTo>
                  <a:pt x="2128" y="68259"/>
                  <a:pt x="2250" y="66452"/>
                  <a:pt x="2494" y="64479"/>
                </a:cubicBezTo>
                <a:cubicBezTo>
                  <a:pt x="2738" y="62506"/>
                  <a:pt x="3081" y="60588"/>
                  <a:pt x="3525" y="58726"/>
                </a:cubicBezTo>
                <a:lnTo>
                  <a:pt x="11439" y="24275"/>
                </a:lnTo>
                <a:lnTo>
                  <a:pt x="0" y="24275"/>
                </a:lnTo>
                <a:lnTo>
                  <a:pt x="1330" y="19154"/>
                </a:lnTo>
                <a:cubicBezTo>
                  <a:pt x="3990" y="19154"/>
                  <a:pt x="6063" y="18899"/>
                  <a:pt x="7548" y="18390"/>
                </a:cubicBezTo>
                <a:cubicBezTo>
                  <a:pt x="9034" y="17879"/>
                  <a:pt x="10286" y="17181"/>
                  <a:pt x="11306" y="16294"/>
                </a:cubicBezTo>
                <a:cubicBezTo>
                  <a:pt x="11971" y="15673"/>
                  <a:pt x="12614" y="14908"/>
                  <a:pt x="13235" y="14000"/>
                </a:cubicBezTo>
                <a:cubicBezTo>
                  <a:pt x="13855" y="13091"/>
                  <a:pt x="14476" y="11993"/>
                  <a:pt x="15097" y="10708"/>
                </a:cubicBezTo>
                <a:cubicBezTo>
                  <a:pt x="15718" y="9422"/>
                  <a:pt x="16349" y="7903"/>
                  <a:pt x="16993" y="6152"/>
                </a:cubicBezTo>
                <a:cubicBezTo>
                  <a:pt x="17635" y="4400"/>
                  <a:pt x="18356" y="2350"/>
                  <a:pt x="19154" y="0"/>
                </a:cubicBezTo>
                <a:lnTo>
                  <a:pt x="29529" y="0"/>
                </a:lnTo>
                <a:lnTo>
                  <a:pt x="25738" y="16893"/>
                </a:lnTo>
                <a:lnTo>
                  <a:pt x="48351" y="16893"/>
                </a:lnTo>
                <a:lnTo>
                  <a:pt x="46821" y="24275"/>
                </a:lnTo>
                <a:lnTo>
                  <a:pt x="24275" y="24275"/>
                </a:lnTo>
                <a:lnTo>
                  <a:pt x="17491" y="52142"/>
                </a:lnTo>
                <a:cubicBezTo>
                  <a:pt x="17048" y="54004"/>
                  <a:pt x="16682" y="55678"/>
                  <a:pt x="16394" y="57163"/>
                </a:cubicBezTo>
                <a:cubicBezTo>
                  <a:pt x="16106" y="58648"/>
                  <a:pt x="15873" y="59989"/>
                  <a:pt x="15695" y="61187"/>
                </a:cubicBezTo>
                <a:cubicBezTo>
                  <a:pt x="15518" y="62384"/>
                  <a:pt x="15396" y="63471"/>
                  <a:pt x="15330" y="64445"/>
                </a:cubicBezTo>
                <a:cubicBezTo>
                  <a:pt x="15263" y="65421"/>
                  <a:pt x="15230" y="66330"/>
                  <a:pt x="15230" y="67172"/>
                </a:cubicBezTo>
                <a:cubicBezTo>
                  <a:pt x="15230" y="69833"/>
                  <a:pt x="15784" y="71916"/>
                  <a:pt x="16893" y="73424"/>
                </a:cubicBezTo>
                <a:cubicBezTo>
                  <a:pt x="18001" y="74932"/>
                  <a:pt x="19819" y="75685"/>
                  <a:pt x="22346" y="75685"/>
                </a:cubicBezTo>
                <a:cubicBezTo>
                  <a:pt x="24475" y="75685"/>
                  <a:pt x="26736" y="74899"/>
                  <a:pt x="29130" y="73325"/>
                </a:cubicBezTo>
                <a:cubicBezTo>
                  <a:pt x="31524" y="71751"/>
                  <a:pt x="34251" y="69278"/>
                  <a:pt x="37311" y="65909"/>
                </a:cubicBezTo>
                <a:lnTo>
                  <a:pt x="41899" y="70565"/>
                </a:lnTo>
              </a:path>
            </a:pathLst>
          </a:custGeom>
          <a:solidFill xmlns:a="http://schemas.openxmlformats.org/drawingml/2006/main">
            <a:srgbClr val="7F7F7F"/>
          </a:solidFill>
          <a:ln xmlns:a="http://schemas.openxmlformats.org/drawingml/2006/main" w="0">
            <a:noFill/>
            <a:prstDash val="solid"/>
          </a:ln>
        </p:spPr>
      </p:sp>
      <p:sp>
        <p:nvSpPr>
          <p:cNvPr id="310" name="pdf-path-100167">
            <a:extLst xmlns:a="http://schemas.openxmlformats.org/drawingml/2006/main">
              <a:ext uri="{FF2B5EF4-FFF2-40B4-BE49-F238E27FC236}">
                <a16:creationId xmlns:a16="http://schemas.microsoft.com/office/drawing/2014/main" id="{A274BEF6-81BA-49A3-9F6D-A0B7F57B356D}"/>
              </a:ext>
            </a:extLst>
          </p:cNvPr>
          <p:cNvSpPr>
            <a:spLocks xmlns:a="http://schemas.openxmlformats.org/drawingml/2006/main" noGrp="1"/>
          </p:cNvSpPr>
          <p:nvPr/>
        </p:nvSpPr>
        <p:spPr>
          <a:xfrm xmlns:a="http://schemas.openxmlformats.org/drawingml/2006/main">
            <a:off x="3850807" y="7163408"/>
            <a:ext cx="76617" cy="80141"/>
          </a:xfrm>
          <a:custGeom xmlns:a="http://schemas.openxmlformats.org/drawingml/2006/main">
            <a:pathLst>
              <a:path w="76617" h="80141">
                <a:moveTo>
                  <a:pt x="43695" y="45158"/>
                </a:moveTo>
                <a:lnTo>
                  <a:pt x="43695" y="80141"/>
                </a:lnTo>
                <a:lnTo>
                  <a:pt x="32921" y="80141"/>
                </a:lnTo>
                <a:lnTo>
                  <a:pt x="32921" y="45158"/>
                </a:lnTo>
                <a:lnTo>
                  <a:pt x="0" y="45158"/>
                </a:lnTo>
                <a:lnTo>
                  <a:pt x="0" y="34983"/>
                </a:lnTo>
                <a:lnTo>
                  <a:pt x="32921" y="34983"/>
                </a:lnTo>
                <a:lnTo>
                  <a:pt x="32921" y="0"/>
                </a:lnTo>
                <a:lnTo>
                  <a:pt x="43695" y="0"/>
                </a:lnTo>
                <a:lnTo>
                  <a:pt x="43695" y="34983"/>
                </a:lnTo>
                <a:lnTo>
                  <a:pt x="76617" y="34983"/>
                </a:lnTo>
                <a:lnTo>
                  <a:pt x="76617" y="45158"/>
                </a:lnTo>
                <a:lnTo>
                  <a:pt x="43695" y="45158"/>
                </a:lnTo>
              </a:path>
            </a:pathLst>
          </a:custGeom>
          <a:solidFill xmlns:a="http://schemas.openxmlformats.org/drawingml/2006/main">
            <a:srgbClr val="7F7F7F"/>
          </a:solidFill>
          <a:ln xmlns:a="http://schemas.openxmlformats.org/drawingml/2006/main" w="0">
            <a:noFill/>
            <a:prstDash val="solid"/>
          </a:ln>
        </p:spPr>
      </p:sp>
      <p:sp>
        <p:nvSpPr>
          <p:cNvPr id="311" name="pdf-path-100168">
            <a:extLst xmlns:a="http://schemas.openxmlformats.org/drawingml/2006/main">
              <a:ext uri="{FF2B5EF4-FFF2-40B4-BE49-F238E27FC236}">
                <a16:creationId xmlns:a16="http://schemas.microsoft.com/office/drawing/2014/main" id="{C202EE08-62EA-4004-A81D-630C57171F20}"/>
              </a:ext>
            </a:extLst>
          </p:cNvPr>
          <p:cNvSpPr>
            <a:spLocks xmlns:a="http://schemas.openxmlformats.org/drawingml/2006/main" noGrp="1"/>
          </p:cNvSpPr>
          <p:nvPr/>
        </p:nvSpPr>
        <p:spPr>
          <a:xfrm xmlns:a="http://schemas.openxmlformats.org/drawingml/2006/main">
            <a:off x="3940437" y="7156159"/>
            <a:ext cx="93576" cy="86260"/>
          </a:xfrm>
          <a:custGeom xmlns:a="http://schemas.openxmlformats.org/drawingml/2006/main">
            <a:pathLst>
              <a:path w="93576" h="86260">
                <a:moveTo>
                  <a:pt x="72293" y="67704"/>
                </a:moveTo>
                <a:cubicBezTo>
                  <a:pt x="72116" y="68768"/>
                  <a:pt x="71950" y="69733"/>
                  <a:pt x="71795" y="70597"/>
                </a:cubicBezTo>
                <a:cubicBezTo>
                  <a:pt x="71639" y="71462"/>
                  <a:pt x="71518" y="72260"/>
                  <a:pt x="71429" y="72991"/>
                </a:cubicBezTo>
                <a:cubicBezTo>
                  <a:pt x="71340" y="73723"/>
                  <a:pt x="71274" y="74388"/>
                  <a:pt x="71230" y="74987"/>
                </a:cubicBezTo>
                <a:cubicBezTo>
                  <a:pt x="71185" y="75585"/>
                  <a:pt x="71163" y="76194"/>
                  <a:pt x="71163" y="76815"/>
                </a:cubicBezTo>
                <a:cubicBezTo>
                  <a:pt x="71163" y="78678"/>
                  <a:pt x="71684" y="79997"/>
                  <a:pt x="72726" y="80773"/>
                </a:cubicBezTo>
                <a:cubicBezTo>
                  <a:pt x="73768" y="81549"/>
                  <a:pt x="75597" y="82025"/>
                  <a:pt x="78213" y="82203"/>
                </a:cubicBezTo>
                <a:lnTo>
                  <a:pt x="77281" y="86260"/>
                </a:lnTo>
                <a:lnTo>
                  <a:pt x="49082" y="86260"/>
                </a:lnTo>
                <a:lnTo>
                  <a:pt x="49814" y="82203"/>
                </a:lnTo>
                <a:cubicBezTo>
                  <a:pt x="51189" y="81937"/>
                  <a:pt x="52297" y="81626"/>
                  <a:pt x="53139" y="81271"/>
                </a:cubicBezTo>
                <a:cubicBezTo>
                  <a:pt x="53982" y="80917"/>
                  <a:pt x="54625" y="80451"/>
                  <a:pt x="55068" y="79874"/>
                </a:cubicBezTo>
                <a:cubicBezTo>
                  <a:pt x="55467" y="79476"/>
                  <a:pt x="55899" y="78667"/>
                  <a:pt x="56365" y="77448"/>
                </a:cubicBezTo>
                <a:cubicBezTo>
                  <a:pt x="56830" y="76228"/>
                  <a:pt x="57329" y="74731"/>
                  <a:pt x="57862" y="72958"/>
                </a:cubicBezTo>
                <a:cubicBezTo>
                  <a:pt x="58394" y="71185"/>
                  <a:pt x="58948" y="69168"/>
                  <a:pt x="59524" y="66906"/>
                </a:cubicBezTo>
                <a:cubicBezTo>
                  <a:pt x="60101" y="64644"/>
                  <a:pt x="60666" y="62284"/>
                  <a:pt x="61220" y="59823"/>
                </a:cubicBezTo>
                <a:cubicBezTo>
                  <a:pt x="61774" y="57362"/>
                  <a:pt x="62340" y="54846"/>
                  <a:pt x="62916" y="52274"/>
                </a:cubicBezTo>
                <a:cubicBezTo>
                  <a:pt x="63492" y="49703"/>
                  <a:pt x="64047" y="47197"/>
                  <a:pt x="64578" y="44759"/>
                </a:cubicBezTo>
                <a:lnTo>
                  <a:pt x="28399" y="44759"/>
                </a:lnTo>
                <a:cubicBezTo>
                  <a:pt x="27822" y="47375"/>
                  <a:pt x="27157" y="50146"/>
                  <a:pt x="26404" y="53072"/>
                </a:cubicBezTo>
                <a:cubicBezTo>
                  <a:pt x="25650" y="55999"/>
                  <a:pt x="24940" y="58903"/>
                  <a:pt x="24275" y="61785"/>
                </a:cubicBezTo>
                <a:cubicBezTo>
                  <a:pt x="23610" y="64667"/>
                  <a:pt x="23045" y="67416"/>
                  <a:pt x="22579" y="70032"/>
                </a:cubicBezTo>
                <a:cubicBezTo>
                  <a:pt x="22114" y="72648"/>
                  <a:pt x="21881" y="74909"/>
                  <a:pt x="21881" y="76815"/>
                </a:cubicBezTo>
                <a:cubicBezTo>
                  <a:pt x="21881" y="78589"/>
                  <a:pt x="22391" y="79886"/>
                  <a:pt x="23411" y="80706"/>
                </a:cubicBezTo>
                <a:cubicBezTo>
                  <a:pt x="24431" y="81526"/>
                  <a:pt x="26315" y="82025"/>
                  <a:pt x="29064" y="82203"/>
                </a:cubicBezTo>
                <a:lnTo>
                  <a:pt x="27999" y="86260"/>
                </a:lnTo>
                <a:lnTo>
                  <a:pt x="0" y="86260"/>
                </a:lnTo>
                <a:lnTo>
                  <a:pt x="732" y="82203"/>
                </a:lnTo>
                <a:cubicBezTo>
                  <a:pt x="2106" y="81981"/>
                  <a:pt x="3226" y="81704"/>
                  <a:pt x="4090" y="81371"/>
                </a:cubicBezTo>
                <a:cubicBezTo>
                  <a:pt x="4955" y="81039"/>
                  <a:pt x="5731" y="80396"/>
                  <a:pt x="6418" y="79443"/>
                </a:cubicBezTo>
                <a:cubicBezTo>
                  <a:pt x="7105" y="78490"/>
                  <a:pt x="7737" y="77060"/>
                  <a:pt x="8314" y="75153"/>
                </a:cubicBezTo>
                <a:cubicBezTo>
                  <a:pt x="8890" y="73246"/>
                  <a:pt x="9555" y="70586"/>
                  <a:pt x="10309" y="67172"/>
                </a:cubicBezTo>
                <a:lnTo>
                  <a:pt x="21216" y="18688"/>
                </a:lnTo>
                <a:cubicBezTo>
                  <a:pt x="21615" y="16915"/>
                  <a:pt x="21937" y="15208"/>
                  <a:pt x="22180" y="13567"/>
                </a:cubicBezTo>
                <a:cubicBezTo>
                  <a:pt x="22424" y="11927"/>
                  <a:pt x="22546" y="10619"/>
                  <a:pt x="22546" y="9643"/>
                </a:cubicBezTo>
                <a:cubicBezTo>
                  <a:pt x="22546" y="7692"/>
                  <a:pt x="22036" y="6307"/>
                  <a:pt x="21017" y="5486"/>
                </a:cubicBezTo>
                <a:cubicBezTo>
                  <a:pt x="19997" y="4666"/>
                  <a:pt x="18135" y="4234"/>
                  <a:pt x="15430" y="4189"/>
                </a:cubicBezTo>
                <a:lnTo>
                  <a:pt x="16427" y="0"/>
                </a:lnTo>
                <a:lnTo>
                  <a:pt x="44494" y="0"/>
                </a:lnTo>
                <a:lnTo>
                  <a:pt x="43762" y="3990"/>
                </a:lnTo>
                <a:cubicBezTo>
                  <a:pt x="42254" y="4345"/>
                  <a:pt x="41046" y="4678"/>
                  <a:pt x="40137" y="4987"/>
                </a:cubicBezTo>
                <a:cubicBezTo>
                  <a:pt x="39228" y="5298"/>
                  <a:pt x="38453" y="5919"/>
                  <a:pt x="37809" y="6850"/>
                </a:cubicBezTo>
                <a:cubicBezTo>
                  <a:pt x="37167" y="7781"/>
                  <a:pt x="36579" y="9177"/>
                  <a:pt x="36047" y="11040"/>
                </a:cubicBezTo>
                <a:cubicBezTo>
                  <a:pt x="35515" y="12902"/>
                  <a:pt x="34850" y="15584"/>
                  <a:pt x="34052" y="19087"/>
                </a:cubicBezTo>
                <a:lnTo>
                  <a:pt x="29862" y="37642"/>
                </a:lnTo>
                <a:lnTo>
                  <a:pt x="66042" y="37642"/>
                </a:lnTo>
                <a:cubicBezTo>
                  <a:pt x="66618" y="35293"/>
                  <a:pt x="67228" y="32799"/>
                  <a:pt x="67871" y="30160"/>
                </a:cubicBezTo>
                <a:cubicBezTo>
                  <a:pt x="68514" y="27522"/>
                  <a:pt x="69124" y="24918"/>
                  <a:pt x="69700" y="22346"/>
                </a:cubicBezTo>
                <a:cubicBezTo>
                  <a:pt x="70276" y="19774"/>
                  <a:pt x="70753" y="17380"/>
                  <a:pt x="71130" y="15163"/>
                </a:cubicBezTo>
                <a:cubicBezTo>
                  <a:pt x="71506" y="12946"/>
                  <a:pt x="71695" y="11106"/>
                  <a:pt x="71695" y="9643"/>
                </a:cubicBezTo>
                <a:cubicBezTo>
                  <a:pt x="71695" y="7692"/>
                  <a:pt x="71185" y="6307"/>
                  <a:pt x="70165" y="5486"/>
                </a:cubicBezTo>
                <a:cubicBezTo>
                  <a:pt x="69145" y="4666"/>
                  <a:pt x="67283" y="4234"/>
                  <a:pt x="64578" y="4189"/>
                </a:cubicBezTo>
                <a:lnTo>
                  <a:pt x="65576" y="0"/>
                </a:lnTo>
                <a:lnTo>
                  <a:pt x="93576" y="0"/>
                </a:lnTo>
                <a:lnTo>
                  <a:pt x="92844" y="3990"/>
                </a:lnTo>
                <a:cubicBezTo>
                  <a:pt x="91337" y="4433"/>
                  <a:pt x="90128" y="4822"/>
                  <a:pt x="89220" y="5154"/>
                </a:cubicBezTo>
                <a:cubicBezTo>
                  <a:pt x="88311" y="5486"/>
                  <a:pt x="87535" y="6130"/>
                  <a:pt x="86892" y="7083"/>
                </a:cubicBezTo>
                <a:cubicBezTo>
                  <a:pt x="86249" y="8036"/>
                  <a:pt x="85684" y="9422"/>
                  <a:pt x="85196" y="11240"/>
                </a:cubicBezTo>
                <a:cubicBezTo>
                  <a:pt x="84708" y="13057"/>
                  <a:pt x="84087" y="15673"/>
                  <a:pt x="83334" y="19087"/>
                </a:cubicBezTo>
                <a:lnTo>
                  <a:pt x="72293" y="67704"/>
                </a:lnTo>
              </a:path>
            </a:pathLst>
          </a:custGeom>
          <a:solidFill xmlns:a="http://schemas.openxmlformats.org/drawingml/2006/main">
            <a:srgbClr val="7F7F7F"/>
          </a:solidFill>
          <a:ln xmlns:a="http://schemas.openxmlformats.org/drawingml/2006/main" w="0">
            <a:noFill/>
            <a:prstDash val="solid"/>
          </a:ln>
        </p:spPr>
      </p:sp>
      <p:sp>
        <p:nvSpPr>
          <p:cNvPr id="312" name="pdf-path-100169">
            <a:extLst xmlns:a="http://schemas.openxmlformats.org/drawingml/2006/main">
              <a:ext uri="{FF2B5EF4-FFF2-40B4-BE49-F238E27FC236}">
                <a16:creationId xmlns:a16="http://schemas.microsoft.com/office/drawing/2014/main" id="{2C747A72-9574-40E5-AEAE-75E2018B6D38}"/>
              </a:ext>
            </a:extLst>
          </p:cNvPr>
          <p:cNvSpPr>
            <a:spLocks xmlns:a="http://schemas.openxmlformats.org/drawingml/2006/main" noGrp="1"/>
          </p:cNvSpPr>
          <p:nvPr/>
        </p:nvSpPr>
        <p:spPr>
          <a:xfrm xmlns:a="http://schemas.openxmlformats.org/drawingml/2006/main">
            <a:off x="4050180" y="7198391"/>
            <a:ext cx="76617" cy="10175"/>
          </a:xfrm>
          <a:custGeom xmlns:a="http://schemas.openxmlformats.org/drawingml/2006/main">
            <a:pathLst>
              <a:path w="76617" h="10175">
                <a:moveTo>
                  <a:pt x="0" y="10175"/>
                </a:moveTo>
                <a:lnTo>
                  <a:pt x="0" y="0"/>
                </a:lnTo>
                <a:lnTo>
                  <a:pt x="76617" y="0"/>
                </a:lnTo>
                <a:lnTo>
                  <a:pt x="76617" y="10175"/>
                </a:lnTo>
                <a:lnTo>
                  <a:pt x="0" y="10175"/>
                </a:lnTo>
              </a:path>
            </a:pathLst>
          </a:custGeom>
          <a:solidFill xmlns:a="http://schemas.openxmlformats.org/drawingml/2006/main">
            <a:srgbClr val="7F7F7F"/>
          </a:solidFill>
          <a:ln xmlns:a="http://schemas.openxmlformats.org/drawingml/2006/main" w="0">
            <a:noFill/>
            <a:prstDash val="solid"/>
          </a:ln>
        </p:spPr>
      </p:sp>
      <p:sp>
        <p:nvSpPr>
          <p:cNvPr id="313" name="pdf-path-100170">
            <a:extLst xmlns:a="http://schemas.openxmlformats.org/drawingml/2006/main">
              <a:ext uri="{FF2B5EF4-FFF2-40B4-BE49-F238E27FC236}">
                <a16:creationId xmlns:a16="http://schemas.microsoft.com/office/drawing/2014/main" id="{D4741FBC-D87D-42D1-A340-7A013CB1542B}"/>
              </a:ext>
            </a:extLst>
          </p:cNvPr>
          <p:cNvSpPr>
            <a:spLocks xmlns:a="http://schemas.openxmlformats.org/drawingml/2006/main" noGrp="1"/>
          </p:cNvSpPr>
          <p:nvPr/>
        </p:nvSpPr>
        <p:spPr>
          <a:xfrm xmlns:a="http://schemas.openxmlformats.org/drawingml/2006/main">
            <a:off x="4147591" y="7156757"/>
            <a:ext cx="56398" cy="85661"/>
          </a:xfrm>
          <a:custGeom xmlns:a="http://schemas.openxmlformats.org/drawingml/2006/main">
            <a:pathLst>
              <a:path w="56398" h="85661">
                <a:moveTo>
                  <a:pt x="36446" y="68104"/>
                </a:moveTo>
                <a:cubicBezTo>
                  <a:pt x="36446" y="69478"/>
                  <a:pt x="36491" y="70664"/>
                  <a:pt x="36579" y="71662"/>
                </a:cubicBezTo>
                <a:cubicBezTo>
                  <a:pt x="36668" y="72659"/>
                  <a:pt x="36812" y="73502"/>
                  <a:pt x="37012" y="74189"/>
                </a:cubicBezTo>
                <a:cubicBezTo>
                  <a:pt x="37211" y="74876"/>
                  <a:pt x="37477" y="75464"/>
                  <a:pt x="37809" y="75951"/>
                </a:cubicBezTo>
                <a:cubicBezTo>
                  <a:pt x="38142" y="76439"/>
                  <a:pt x="38530" y="76860"/>
                  <a:pt x="38974" y="77215"/>
                </a:cubicBezTo>
                <a:cubicBezTo>
                  <a:pt x="39506" y="77747"/>
                  <a:pt x="40215" y="78157"/>
                  <a:pt x="41102" y="78445"/>
                </a:cubicBezTo>
                <a:cubicBezTo>
                  <a:pt x="41989" y="78734"/>
                  <a:pt x="43119" y="78977"/>
                  <a:pt x="44494" y="79177"/>
                </a:cubicBezTo>
                <a:cubicBezTo>
                  <a:pt x="45868" y="79377"/>
                  <a:pt x="47520" y="79532"/>
                  <a:pt x="49449" y="79643"/>
                </a:cubicBezTo>
                <a:cubicBezTo>
                  <a:pt x="51377" y="79753"/>
                  <a:pt x="53694" y="79831"/>
                  <a:pt x="56398" y="79875"/>
                </a:cubicBezTo>
                <a:lnTo>
                  <a:pt x="56398" y="85661"/>
                </a:lnTo>
                <a:lnTo>
                  <a:pt x="3658" y="85661"/>
                </a:lnTo>
                <a:lnTo>
                  <a:pt x="3658" y="79875"/>
                </a:lnTo>
                <a:cubicBezTo>
                  <a:pt x="6274" y="79786"/>
                  <a:pt x="8491" y="79687"/>
                  <a:pt x="10309" y="79576"/>
                </a:cubicBezTo>
                <a:cubicBezTo>
                  <a:pt x="12127" y="79465"/>
                  <a:pt x="13678" y="79310"/>
                  <a:pt x="14964" y="79111"/>
                </a:cubicBezTo>
                <a:cubicBezTo>
                  <a:pt x="16250" y="78911"/>
                  <a:pt x="17281" y="78689"/>
                  <a:pt x="18057" y="78445"/>
                </a:cubicBezTo>
                <a:cubicBezTo>
                  <a:pt x="18833" y="78201"/>
                  <a:pt x="19509" y="77902"/>
                  <a:pt x="20085" y="77548"/>
                </a:cubicBezTo>
                <a:cubicBezTo>
                  <a:pt x="20706" y="77148"/>
                  <a:pt x="21238" y="76716"/>
                  <a:pt x="21682" y="76250"/>
                </a:cubicBezTo>
                <a:cubicBezTo>
                  <a:pt x="22125" y="75785"/>
                  <a:pt x="22480" y="75198"/>
                  <a:pt x="22746" y="74488"/>
                </a:cubicBezTo>
                <a:cubicBezTo>
                  <a:pt x="23012" y="73779"/>
                  <a:pt x="23222" y="72914"/>
                  <a:pt x="23378" y="71894"/>
                </a:cubicBezTo>
                <a:cubicBezTo>
                  <a:pt x="23533" y="70874"/>
                  <a:pt x="23610" y="69611"/>
                  <a:pt x="23610" y="68104"/>
                </a:cubicBezTo>
                <a:lnTo>
                  <a:pt x="23610" y="20418"/>
                </a:lnTo>
                <a:cubicBezTo>
                  <a:pt x="23610" y="18689"/>
                  <a:pt x="23278" y="17470"/>
                  <a:pt x="22613" y="16760"/>
                </a:cubicBezTo>
                <a:cubicBezTo>
                  <a:pt x="21947" y="16051"/>
                  <a:pt x="20994" y="15696"/>
                  <a:pt x="19753" y="15696"/>
                </a:cubicBezTo>
                <a:cubicBezTo>
                  <a:pt x="18378" y="15696"/>
                  <a:pt x="16339" y="16405"/>
                  <a:pt x="13634" y="17824"/>
                </a:cubicBezTo>
                <a:cubicBezTo>
                  <a:pt x="10930" y="19242"/>
                  <a:pt x="7427" y="21348"/>
                  <a:pt x="3126" y="24142"/>
                </a:cubicBezTo>
                <a:cubicBezTo>
                  <a:pt x="2550" y="23122"/>
                  <a:pt x="2017" y="22103"/>
                  <a:pt x="1530" y="21082"/>
                </a:cubicBezTo>
                <a:cubicBezTo>
                  <a:pt x="1042" y="20063"/>
                  <a:pt x="532" y="19021"/>
                  <a:pt x="0" y="17957"/>
                </a:cubicBezTo>
                <a:cubicBezTo>
                  <a:pt x="5498" y="14942"/>
                  <a:pt x="10941" y="11938"/>
                  <a:pt x="16328" y="8945"/>
                </a:cubicBezTo>
                <a:cubicBezTo>
                  <a:pt x="21715" y="5953"/>
                  <a:pt x="27180" y="2970"/>
                  <a:pt x="32722" y="0"/>
                </a:cubicBezTo>
                <a:lnTo>
                  <a:pt x="36779" y="0"/>
                </a:lnTo>
                <a:cubicBezTo>
                  <a:pt x="36690" y="2438"/>
                  <a:pt x="36623" y="4622"/>
                  <a:pt x="36579" y="6551"/>
                </a:cubicBezTo>
                <a:cubicBezTo>
                  <a:pt x="36535" y="8480"/>
                  <a:pt x="36502" y="10353"/>
                  <a:pt x="36480" y="12171"/>
                </a:cubicBezTo>
                <a:cubicBezTo>
                  <a:pt x="36457" y="13988"/>
                  <a:pt x="36446" y="15784"/>
                  <a:pt x="36446" y="17558"/>
                </a:cubicBezTo>
                <a:lnTo>
                  <a:pt x="36446" y="68104"/>
                </a:lnTo>
              </a:path>
            </a:pathLst>
          </a:custGeom>
          <a:solidFill xmlns:a="http://schemas.openxmlformats.org/drawingml/2006/main">
            <a:srgbClr val="7F7F7F"/>
          </a:solidFill>
          <a:ln xmlns:a="http://schemas.openxmlformats.org/drawingml/2006/main" w="0">
            <a:noFill/>
            <a:prstDash val="solid"/>
          </a:ln>
        </p:spPr>
      </p:sp>
      <p:sp>
        <p:nvSpPr>
          <p:cNvPr id="314" name="pdf-path-100171">
            <a:extLst xmlns:a="http://schemas.openxmlformats.org/drawingml/2006/main">
              <a:ext uri="{FF2B5EF4-FFF2-40B4-BE49-F238E27FC236}">
                <a16:creationId xmlns:a16="http://schemas.microsoft.com/office/drawing/2014/main" id="{AB4F06BB-AC43-4750-8816-203ADB993752}"/>
              </a:ext>
            </a:extLst>
          </p:cNvPr>
          <p:cNvSpPr>
            <a:spLocks xmlns:a="http://schemas.openxmlformats.org/drawingml/2006/main" noGrp="1"/>
          </p:cNvSpPr>
          <p:nvPr/>
        </p:nvSpPr>
        <p:spPr>
          <a:xfrm xmlns:a="http://schemas.openxmlformats.org/drawingml/2006/main">
            <a:off x="3357570" y="7157309"/>
            <a:ext cx="129113" cy="22879"/>
          </a:xfrm>
          <a:custGeom xmlns:a="http://schemas.openxmlformats.org/drawingml/2006/main">
            <a:pathLst>
              <a:path w="129113" h="22879">
                <a:moveTo>
                  <a:pt x="64557" y="22879"/>
                </a:moveTo>
                <a:cubicBezTo>
                  <a:pt x="61482" y="22879"/>
                  <a:pt x="58911" y="21800"/>
                  <a:pt x="56842" y="19642"/>
                </a:cubicBezTo>
                <a:cubicBezTo>
                  <a:pt x="54772" y="17484"/>
                  <a:pt x="53738" y="14751"/>
                  <a:pt x="53738" y="11439"/>
                </a:cubicBezTo>
                <a:cubicBezTo>
                  <a:pt x="53738" y="8129"/>
                  <a:pt x="54772" y="5394"/>
                  <a:pt x="56842" y="3237"/>
                </a:cubicBezTo>
                <a:cubicBezTo>
                  <a:pt x="58911" y="1080"/>
                  <a:pt x="61482" y="0"/>
                  <a:pt x="64557" y="0"/>
                </a:cubicBezTo>
                <a:cubicBezTo>
                  <a:pt x="67631" y="0"/>
                  <a:pt x="70202" y="1080"/>
                  <a:pt x="72271" y="3237"/>
                </a:cubicBezTo>
                <a:cubicBezTo>
                  <a:pt x="74341" y="5394"/>
                  <a:pt x="75375" y="8129"/>
                  <a:pt x="75375" y="11439"/>
                </a:cubicBezTo>
                <a:cubicBezTo>
                  <a:pt x="75375" y="14751"/>
                  <a:pt x="74341" y="17484"/>
                  <a:pt x="72271" y="19642"/>
                </a:cubicBezTo>
                <a:cubicBezTo>
                  <a:pt x="70202" y="21800"/>
                  <a:pt x="67631" y="22879"/>
                  <a:pt x="64557" y="22879"/>
                </a:cubicBezTo>
                <a:moveTo>
                  <a:pt x="10819" y="22879"/>
                </a:moveTo>
                <a:cubicBezTo>
                  <a:pt x="7745" y="22879"/>
                  <a:pt x="5173" y="21800"/>
                  <a:pt x="3104" y="19642"/>
                </a:cubicBezTo>
                <a:cubicBezTo>
                  <a:pt x="1035" y="17484"/>
                  <a:pt x="0" y="14751"/>
                  <a:pt x="0" y="11439"/>
                </a:cubicBezTo>
                <a:cubicBezTo>
                  <a:pt x="0" y="8129"/>
                  <a:pt x="1035" y="5394"/>
                  <a:pt x="3104" y="3237"/>
                </a:cubicBezTo>
                <a:cubicBezTo>
                  <a:pt x="5173" y="1080"/>
                  <a:pt x="7745" y="0"/>
                  <a:pt x="10819" y="0"/>
                </a:cubicBezTo>
                <a:cubicBezTo>
                  <a:pt x="13893" y="0"/>
                  <a:pt x="16465" y="1080"/>
                  <a:pt x="18533" y="3237"/>
                </a:cubicBezTo>
                <a:cubicBezTo>
                  <a:pt x="20602" y="5394"/>
                  <a:pt x="21637" y="8129"/>
                  <a:pt x="21637" y="11439"/>
                </a:cubicBezTo>
                <a:cubicBezTo>
                  <a:pt x="21637" y="14751"/>
                  <a:pt x="20602" y="17484"/>
                  <a:pt x="18533" y="19642"/>
                </a:cubicBezTo>
                <a:cubicBezTo>
                  <a:pt x="16465" y="21800"/>
                  <a:pt x="13893" y="22879"/>
                  <a:pt x="10819" y="22879"/>
                </a:cubicBezTo>
                <a:moveTo>
                  <a:pt x="118294" y="22879"/>
                </a:moveTo>
                <a:cubicBezTo>
                  <a:pt x="115220" y="22879"/>
                  <a:pt x="112649" y="21800"/>
                  <a:pt x="110579" y="19642"/>
                </a:cubicBezTo>
                <a:cubicBezTo>
                  <a:pt x="108511" y="17484"/>
                  <a:pt x="107476" y="14751"/>
                  <a:pt x="107476" y="11439"/>
                </a:cubicBezTo>
                <a:cubicBezTo>
                  <a:pt x="107476" y="8129"/>
                  <a:pt x="108511" y="5394"/>
                  <a:pt x="110579" y="3237"/>
                </a:cubicBezTo>
                <a:cubicBezTo>
                  <a:pt x="112649" y="1080"/>
                  <a:pt x="115220" y="0"/>
                  <a:pt x="118294" y="0"/>
                </a:cubicBezTo>
                <a:cubicBezTo>
                  <a:pt x="121368" y="0"/>
                  <a:pt x="123940" y="1080"/>
                  <a:pt x="126009" y="3237"/>
                </a:cubicBezTo>
                <a:cubicBezTo>
                  <a:pt x="128078" y="5394"/>
                  <a:pt x="129113" y="8129"/>
                  <a:pt x="129113" y="11439"/>
                </a:cubicBezTo>
                <a:cubicBezTo>
                  <a:pt x="129113" y="14751"/>
                  <a:pt x="128078" y="17484"/>
                  <a:pt x="126009" y="19642"/>
                </a:cubicBezTo>
                <a:cubicBezTo>
                  <a:pt x="123940" y="21800"/>
                  <a:pt x="121368" y="22879"/>
                  <a:pt x="118294" y="22879"/>
                </a:cubicBezTo>
              </a:path>
            </a:pathLst>
          </a:custGeom>
          <a:solidFill xmlns:a="http://schemas.openxmlformats.org/drawingml/2006/main">
            <a:srgbClr val="7F7F7F"/>
          </a:solidFill>
          <a:ln xmlns:a="http://schemas.openxmlformats.org/drawingml/2006/main" w="0">
            <a:noFill/>
            <a:prstDash val="solid"/>
          </a:ln>
        </p:spPr>
      </p:sp>
      <p:sp>
        <p:nvSpPr>
          <p:cNvPr id="315" name="pdf-path-100172">
            <a:extLst xmlns:a="http://schemas.openxmlformats.org/drawingml/2006/main">
              <a:ext uri="{FF2B5EF4-FFF2-40B4-BE49-F238E27FC236}">
                <a16:creationId xmlns:a16="http://schemas.microsoft.com/office/drawing/2014/main" id="{65EDBBDD-C2E7-4AE7-92C0-EAD4851BE7AD}"/>
              </a:ext>
            </a:extLst>
          </p:cNvPr>
          <p:cNvSpPr>
            <a:spLocks xmlns:a="http://schemas.openxmlformats.org/drawingml/2006/main" noGrp="1"/>
          </p:cNvSpPr>
          <p:nvPr/>
        </p:nvSpPr>
        <p:spPr>
          <a:xfrm xmlns:a="http://schemas.openxmlformats.org/drawingml/2006/main">
            <a:off x="1842583" y="7054665"/>
            <a:ext cx="73690" cy="27489"/>
          </a:xfrm>
          <a:custGeom xmlns:a="http://schemas.openxmlformats.org/drawingml/2006/main">
            <a:pathLst>
              <a:path w="73690" h="27489">
                <a:moveTo>
                  <a:pt x="42653" y="0"/>
                </a:moveTo>
                <a:lnTo>
                  <a:pt x="73690" y="22435"/>
                </a:lnTo>
                <a:lnTo>
                  <a:pt x="70232" y="27489"/>
                </a:lnTo>
                <a:lnTo>
                  <a:pt x="37687" y="11439"/>
                </a:lnTo>
                <a:lnTo>
                  <a:pt x="36712" y="11439"/>
                </a:lnTo>
                <a:lnTo>
                  <a:pt x="3459" y="27489"/>
                </a:lnTo>
                <a:lnTo>
                  <a:pt x="0" y="22435"/>
                </a:lnTo>
                <a:lnTo>
                  <a:pt x="30771" y="0"/>
                </a:lnTo>
                <a:lnTo>
                  <a:pt x="42653" y="0"/>
                </a:lnTo>
              </a:path>
            </a:pathLst>
          </a:custGeom>
          <a:solidFill xmlns:a="http://schemas.openxmlformats.org/drawingml/2006/main">
            <a:srgbClr val="FF0000"/>
          </a:solidFill>
          <a:ln xmlns:a="http://schemas.openxmlformats.org/drawingml/2006/main" w="0">
            <a:noFill/>
            <a:prstDash val="solid"/>
          </a:ln>
        </p:spPr>
      </p:sp>
      <p:sp>
        <p:nvSpPr>
          <p:cNvPr id="316" name="pdf-path-100173">
            <a:extLst xmlns:a="http://schemas.openxmlformats.org/drawingml/2006/main">
              <a:ext uri="{FF2B5EF4-FFF2-40B4-BE49-F238E27FC236}">
                <a16:creationId xmlns:a16="http://schemas.microsoft.com/office/drawing/2014/main" id="{DF06B176-437D-437C-B2F4-FC818F2E4A56}"/>
              </a:ext>
            </a:extLst>
          </p:cNvPr>
          <p:cNvSpPr>
            <a:spLocks xmlns:a="http://schemas.openxmlformats.org/drawingml/2006/main" noGrp="1"/>
          </p:cNvSpPr>
          <p:nvPr/>
        </p:nvSpPr>
        <p:spPr>
          <a:xfrm xmlns:a="http://schemas.openxmlformats.org/drawingml/2006/main">
            <a:off x="1806967" y="7091006"/>
            <a:ext cx="100736" cy="165027"/>
          </a:xfrm>
          <a:custGeom xmlns:a="http://schemas.openxmlformats.org/drawingml/2006/main">
            <a:pathLst>
              <a:path w="100736" h="165027">
                <a:moveTo>
                  <a:pt x="66950" y="61098"/>
                </a:moveTo>
                <a:cubicBezTo>
                  <a:pt x="81020" y="66064"/>
                  <a:pt x="88056" y="75315"/>
                  <a:pt x="88056" y="88854"/>
                </a:cubicBezTo>
                <a:cubicBezTo>
                  <a:pt x="88056" y="95829"/>
                  <a:pt x="86504" y="102362"/>
                  <a:pt x="83400" y="108451"/>
                </a:cubicBezTo>
                <a:cubicBezTo>
                  <a:pt x="80297" y="114540"/>
                  <a:pt x="75745" y="119373"/>
                  <a:pt x="69744" y="122950"/>
                </a:cubicBezTo>
                <a:cubicBezTo>
                  <a:pt x="63743" y="126526"/>
                  <a:pt x="56841" y="128315"/>
                  <a:pt x="49038" y="128315"/>
                </a:cubicBezTo>
                <a:cubicBezTo>
                  <a:pt x="44013" y="128315"/>
                  <a:pt x="39594" y="127915"/>
                  <a:pt x="35781" y="127117"/>
                </a:cubicBezTo>
                <a:cubicBezTo>
                  <a:pt x="31968" y="126319"/>
                  <a:pt x="28022" y="124945"/>
                  <a:pt x="23942" y="122994"/>
                </a:cubicBezTo>
                <a:lnTo>
                  <a:pt x="14454" y="165027"/>
                </a:lnTo>
                <a:lnTo>
                  <a:pt x="0" y="165027"/>
                </a:lnTo>
                <a:lnTo>
                  <a:pt x="26248" y="47797"/>
                </a:lnTo>
                <a:cubicBezTo>
                  <a:pt x="28613" y="37274"/>
                  <a:pt x="31805" y="28553"/>
                  <a:pt x="35825" y="21637"/>
                </a:cubicBezTo>
                <a:cubicBezTo>
                  <a:pt x="39845" y="14720"/>
                  <a:pt x="44870" y="9385"/>
                  <a:pt x="50900" y="5631"/>
                </a:cubicBezTo>
                <a:cubicBezTo>
                  <a:pt x="56930" y="1877"/>
                  <a:pt x="64024" y="0"/>
                  <a:pt x="72183" y="0"/>
                </a:cubicBezTo>
                <a:cubicBezTo>
                  <a:pt x="81287" y="0"/>
                  <a:pt x="88321" y="2025"/>
                  <a:pt x="93287" y="6074"/>
                </a:cubicBezTo>
                <a:cubicBezTo>
                  <a:pt x="98253" y="10124"/>
                  <a:pt x="100736" y="15873"/>
                  <a:pt x="100736" y="23322"/>
                </a:cubicBezTo>
                <a:cubicBezTo>
                  <a:pt x="100736" y="26336"/>
                  <a:pt x="100308" y="29603"/>
                  <a:pt x="99450" y="33120"/>
                </a:cubicBezTo>
                <a:cubicBezTo>
                  <a:pt x="98593" y="36638"/>
                  <a:pt x="96894" y="40096"/>
                  <a:pt x="94352" y="43496"/>
                </a:cubicBezTo>
                <a:cubicBezTo>
                  <a:pt x="91810" y="46895"/>
                  <a:pt x="88277" y="50043"/>
                  <a:pt x="83755" y="52940"/>
                </a:cubicBezTo>
                <a:cubicBezTo>
                  <a:pt x="79232" y="55837"/>
                  <a:pt x="73690" y="58319"/>
                  <a:pt x="67128" y="60389"/>
                </a:cubicBezTo>
                <a:lnTo>
                  <a:pt x="66950" y="61098"/>
                </a:lnTo>
                <a:moveTo>
                  <a:pt x="52141" y="57196"/>
                </a:moveTo>
                <a:cubicBezTo>
                  <a:pt x="58526" y="56723"/>
                  <a:pt x="64290" y="54891"/>
                  <a:pt x="69434" y="51698"/>
                </a:cubicBezTo>
                <a:cubicBezTo>
                  <a:pt x="74577" y="48505"/>
                  <a:pt x="78611" y="44323"/>
                  <a:pt x="81538" y="39150"/>
                </a:cubicBezTo>
                <a:cubicBezTo>
                  <a:pt x="84464" y="33977"/>
                  <a:pt x="85927" y="28317"/>
                  <a:pt x="85927" y="22169"/>
                </a:cubicBezTo>
                <a:cubicBezTo>
                  <a:pt x="85927" y="17262"/>
                  <a:pt x="84701" y="13508"/>
                  <a:pt x="82247" y="10907"/>
                </a:cubicBezTo>
                <a:cubicBezTo>
                  <a:pt x="79794" y="8306"/>
                  <a:pt x="76143" y="7005"/>
                  <a:pt x="71296" y="7005"/>
                </a:cubicBezTo>
                <a:cubicBezTo>
                  <a:pt x="63788" y="7005"/>
                  <a:pt x="57521" y="10626"/>
                  <a:pt x="52496" y="17868"/>
                </a:cubicBezTo>
                <a:cubicBezTo>
                  <a:pt x="47471" y="25110"/>
                  <a:pt x="43363" y="36091"/>
                  <a:pt x="40170" y="50811"/>
                </a:cubicBezTo>
                <a:lnTo>
                  <a:pt x="28199" y="106412"/>
                </a:lnTo>
                <a:cubicBezTo>
                  <a:pt x="27904" y="107771"/>
                  <a:pt x="27756" y="108924"/>
                  <a:pt x="27756" y="109870"/>
                </a:cubicBezTo>
                <a:cubicBezTo>
                  <a:pt x="27756" y="111466"/>
                  <a:pt x="28125" y="112825"/>
                  <a:pt x="28864" y="113949"/>
                </a:cubicBezTo>
                <a:cubicBezTo>
                  <a:pt x="29603" y="115073"/>
                  <a:pt x="30697" y="116181"/>
                  <a:pt x="32145" y="117275"/>
                </a:cubicBezTo>
                <a:cubicBezTo>
                  <a:pt x="33594" y="118368"/>
                  <a:pt x="35470" y="119314"/>
                  <a:pt x="37776" y="120112"/>
                </a:cubicBezTo>
                <a:cubicBezTo>
                  <a:pt x="40082" y="120910"/>
                  <a:pt x="43008" y="121309"/>
                  <a:pt x="46555" y="121309"/>
                </a:cubicBezTo>
                <a:cubicBezTo>
                  <a:pt x="51344" y="121309"/>
                  <a:pt x="55703" y="119831"/>
                  <a:pt x="59635" y="116875"/>
                </a:cubicBezTo>
                <a:cubicBezTo>
                  <a:pt x="63566" y="113920"/>
                  <a:pt x="66655" y="109722"/>
                  <a:pt x="68902" y="104283"/>
                </a:cubicBezTo>
                <a:cubicBezTo>
                  <a:pt x="71148" y="98845"/>
                  <a:pt x="72271" y="92637"/>
                  <a:pt x="72271" y="85661"/>
                </a:cubicBezTo>
                <a:cubicBezTo>
                  <a:pt x="72271" y="78981"/>
                  <a:pt x="70424" y="73749"/>
                  <a:pt x="66729" y="69965"/>
                </a:cubicBezTo>
                <a:cubicBezTo>
                  <a:pt x="63034" y="66182"/>
                  <a:pt x="57758" y="64024"/>
                  <a:pt x="50900" y="63492"/>
                </a:cubicBezTo>
                <a:lnTo>
                  <a:pt x="52141" y="57196"/>
                </a:lnTo>
              </a:path>
            </a:pathLst>
          </a:custGeom>
          <a:solidFill xmlns:a="http://schemas.openxmlformats.org/drawingml/2006/main">
            <a:srgbClr val="FF0000"/>
          </a:solidFill>
          <a:ln xmlns:a="http://schemas.openxmlformats.org/drawingml/2006/main" w="0">
            <a:noFill/>
            <a:prstDash val="solid"/>
          </a:ln>
        </p:spPr>
      </p:sp>
      <p:sp>
        <p:nvSpPr>
          <p:cNvPr id="317" name="pdf-path-100174">
            <a:extLst xmlns:a="http://schemas.openxmlformats.org/drawingml/2006/main">
              <a:ext uri="{FF2B5EF4-FFF2-40B4-BE49-F238E27FC236}">
                <a16:creationId xmlns:a16="http://schemas.microsoft.com/office/drawing/2014/main" id="{ADA64DEA-E861-4D84-9432-6ED911BC49F2}"/>
              </a:ext>
            </a:extLst>
          </p:cNvPr>
          <p:cNvSpPr>
            <a:spLocks xmlns:a="http://schemas.openxmlformats.org/drawingml/2006/main" noGrp="1"/>
          </p:cNvSpPr>
          <p:nvPr/>
        </p:nvSpPr>
        <p:spPr>
          <a:xfrm xmlns:a="http://schemas.openxmlformats.org/drawingml/2006/main">
            <a:off x="1914228" y="7172639"/>
            <a:ext cx="48351" cy="84597"/>
          </a:xfrm>
          <a:custGeom xmlns:a="http://schemas.openxmlformats.org/drawingml/2006/main">
            <a:pathLst>
              <a:path w="48351" h="84597">
                <a:moveTo>
                  <a:pt x="41899" y="70565"/>
                </a:moveTo>
                <a:cubicBezTo>
                  <a:pt x="39638" y="73092"/>
                  <a:pt x="37488" y="75242"/>
                  <a:pt x="35448" y="77015"/>
                </a:cubicBezTo>
                <a:cubicBezTo>
                  <a:pt x="33409" y="78789"/>
                  <a:pt x="31413" y="80241"/>
                  <a:pt x="29463" y="81372"/>
                </a:cubicBezTo>
                <a:cubicBezTo>
                  <a:pt x="27512" y="82502"/>
                  <a:pt x="25583" y="83323"/>
                  <a:pt x="23676" y="83833"/>
                </a:cubicBezTo>
                <a:cubicBezTo>
                  <a:pt x="21770" y="84342"/>
                  <a:pt x="19819" y="84597"/>
                  <a:pt x="17824" y="84597"/>
                </a:cubicBezTo>
                <a:cubicBezTo>
                  <a:pt x="12548" y="84597"/>
                  <a:pt x="8613" y="83356"/>
                  <a:pt x="6019" y="80873"/>
                </a:cubicBezTo>
                <a:cubicBezTo>
                  <a:pt x="3425" y="78390"/>
                  <a:pt x="2128" y="74732"/>
                  <a:pt x="2128" y="69899"/>
                </a:cubicBezTo>
                <a:cubicBezTo>
                  <a:pt x="2128" y="68259"/>
                  <a:pt x="2250" y="66452"/>
                  <a:pt x="2494" y="64479"/>
                </a:cubicBezTo>
                <a:cubicBezTo>
                  <a:pt x="2738" y="62506"/>
                  <a:pt x="3081" y="60588"/>
                  <a:pt x="3525" y="58726"/>
                </a:cubicBezTo>
                <a:lnTo>
                  <a:pt x="11439" y="24275"/>
                </a:lnTo>
                <a:lnTo>
                  <a:pt x="0" y="24275"/>
                </a:lnTo>
                <a:lnTo>
                  <a:pt x="1330" y="19154"/>
                </a:lnTo>
                <a:cubicBezTo>
                  <a:pt x="3990" y="19154"/>
                  <a:pt x="6063" y="18899"/>
                  <a:pt x="7548" y="18390"/>
                </a:cubicBezTo>
                <a:cubicBezTo>
                  <a:pt x="9034" y="17879"/>
                  <a:pt x="10286" y="17181"/>
                  <a:pt x="11306" y="16294"/>
                </a:cubicBezTo>
                <a:cubicBezTo>
                  <a:pt x="11971" y="15673"/>
                  <a:pt x="12614" y="14908"/>
                  <a:pt x="13235" y="14000"/>
                </a:cubicBezTo>
                <a:cubicBezTo>
                  <a:pt x="13855" y="13091"/>
                  <a:pt x="14476" y="11993"/>
                  <a:pt x="15097" y="10708"/>
                </a:cubicBezTo>
                <a:cubicBezTo>
                  <a:pt x="15718" y="9422"/>
                  <a:pt x="16349" y="7903"/>
                  <a:pt x="16993" y="6152"/>
                </a:cubicBezTo>
                <a:cubicBezTo>
                  <a:pt x="17635" y="4400"/>
                  <a:pt x="18356" y="2350"/>
                  <a:pt x="19154" y="0"/>
                </a:cubicBezTo>
                <a:lnTo>
                  <a:pt x="29529" y="0"/>
                </a:lnTo>
                <a:lnTo>
                  <a:pt x="25738" y="16893"/>
                </a:lnTo>
                <a:lnTo>
                  <a:pt x="48351" y="16893"/>
                </a:lnTo>
                <a:lnTo>
                  <a:pt x="46821" y="24275"/>
                </a:lnTo>
                <a:lnTo>
                  <a:pt x="24275" y="24275"/>
                </a:lnTo>
                <a:lnTo>
                  <a:pt x="17491" y="52142"/>
                </a:lnTo>
                <a:cubicBezTo>
                  <a:pt x="17048" y="54004"/>
                  <a:pt x="16682" y="55678"/>
                  <a:pt x="16394" y="57163"/>
                </a:cubicBezTo>
                <a:cubicBezTo>
                  <a:pt x="16106" y="58648"/>
                  <a:pt x="15873" y="59989"/>
                  <a:pt x="15695" y="61187"/>
                </a:cubicBezTo>
                <a:cubicBezTo>
                  <a:pt x="15518" y="62384"/>
                  <a:pt x="15396" y="63471"/>
                  <a:pt x="15330" y="64445"/>
                </a:cubicBezTo>
                <a:cubicBezTo>
                  <a:pt x="15263" y="65421"/>
                  <a:pt x="15230" y="66330"/>
                  <a:pt x="15230" y="67172"/>
                </a:cubicBezTo>
                <a:cubicBezTo>
                  <a:pt x="15230" y="69833"/>
                  <a:pt x="15784" y="71916"/>
                  <a:pt x="16893" y="73424"/>
                </a:cubicBezTo>
                <a:cubicBezTo>
                  <a:pt x="18001" y="74932"/>
                  <a:pt x="19819" y="75685"/>
                  <a:pt x="22346" y="75685"/>
                </a:cubicBezTo>
                <a:cubicBezTo>
                  <a:pt x="24475" y="75685"/>
                  <a:pt x="26736" y="74899"/>
                  <a:pt x="29130" y="73325"/>
                </a:cubicBezTo>
                <a:cubicBezTo>
                  <a:pt x="31524" y="71751"/>
                  <a:pt x="34251" y="69278"/>
                  <a:pt x="37311" y="65909"/>
                </a:cubicBezTo>
                <a:lnTo>
                  <a:pt x="41899" y="70565"/>
                </a:lnTo>
              </a:path>
            </a:pathLst>
          </a:custGeom>
          <a:solidFill xmlns:a="http://schemas.openxmlformats.org/drawingml/2006/main">
            <a:srgbClr val="FF0000"/>
          </a:solidFill>
          <a:ln xmlns:a="http://schemas.openxmlformats.org/drawingml/2006/main" w="0">
            <a:noFill/>
            <a:prstDash val="solid"/>
          </a:ln>
        </p:spPr>
      </p:sp>
      <p:sp>
        <p:nvSpPr>
          <p:cNvPr id="318" name="pdf-path-100175">
            <a:extLst xmlns:a="http://schemas.openxmlformats.org/drawingml/2006/main">
              <a:ext uri="{FF2B5EF4-FFF2-40B4-BE49-F238E27FC236}">
                <a16:creationId xmlns:a16="http://schemas.microsoft.com/office/drawing/2014/main" id="{A2388391-BDB0-4136-920E-A5B365C538F4}"/>
              </a:ext>
            </a:extLst>
          </p:cNvPr>
          <p:cNvSpPr>
            <a:spLocks xmlns:a="http://schemas.openxmlformats.org/drawingml/2006/main" noGrp="1"/>
          </p:cNvSpPr>
          <p:nvPr/>
        </p:nvSpPr>
        <p:spPr>
          <a:xfrm xmlns:a="http://schemas.openxmlformats.org/drawingml/2006/main">
            <a:off x="1977771" y="7177029"/>
            <a:ext cx="76617" cy="80141"/>
          </a:xfrm>
          <a:custGeom xmlns:a="http://schemas.openxmlformats.org/drawingml/2006/main">
            <a:pathLst>
              <a:path w="76617" h="80141">
                <a:moveTo>
                  <a:pt x="43695" y="45158"/>
                </a:moveTo>
                <a:lnTo>
                  <a:pt x="43695" y="80141"/>
                </a:lnTo>
                <a:lnTo>
                  <a:pt x="32921" y="80141"/>
                </a:lnTo>
                <a:lnTo>
                  <a:pt x="32921" y="45158"/>
                </a:lnTo>
                <a:lnTo>
                  <a:pt x="0" y="45158"/>
                </a:lnTo>
                <a:lnTo>
                  <a:pt x="0" y="34983"/>
                </a:lnTo>
                <a:lnTo>
                  <a:pt x="32921" y="34983"/>
                </a:lnTo>
                <a:lnTo>
                  <a:pt x="32921" y="0"/>
                </a:lnTo>
                <a:lnTo>
                  <a:pt x="43695" y="0"/>
                </a:lnTo>
                <a:lnTo>
                  <a:pt x="43695" y="34983"/>
                </a:lnTo>
                <a:lnTo>
                  <a:pt x="76617" y="34983"/>
                </a:lnTo>
                <a:lnTo>
                  <a:pt x="76617" y="45158"/>
                </a:lnTo>
                <a:lnTo>
                  <a:pt x="43695" y="45158"/>
                </a:lnTo>
              </a:path>
            </a:pathLst>
          </a:custGeom>
          <a:solidFill xmlns:a="http://schemas.openxmlformats.org/drawingml/2006/main">
            <a:srgbClr val="FF0000"/>
          </a:solidFill>
          <a:ln xmlns:a="http://schemas.openxmlformats.org/drawingml/2006/main" w="0">
            <a:noFill/>
            <a:prstDash val="solid"/>
          </a:ln>
        </p:spPr>
      </p:sp>
      <p:sp>
        <p:nvSpPr>
          <p:cNvPr id="319" name="pdf-path-100176">
            <a:extLst xmlns:a="http://schemas.openxmlformats.org/drawingml/2006/main">
              <a:ext uri="{FF2B5EF4-FFF2-40B4-BE49-F238E27FC236}">
                <a16:creationId xmlns:a16="http://schemas.microsoft.com/office/drawing/2014/main" id="{E55DF16B-4DA4-4E1D-9DFE-5A282DAF6083}"/>
              </a:ext>
            </a:extLst>
          </p:cNvPr>
          <p:cNvSpPr>
            <a:spLocks xmlns:a="http://schemas.openxmlformats.org/drawingml/2006/main" noGrp="1"/>
          </p:cNvSpPr>
          <p:nvPr/>
        </p:nvSpPr>
        <p:spPr>
          <a:xfrm xmlns:a="http://schemas.openxmlformats.org/drawingml/2006/main">
            <a:off x="2070726" y="7165256"/>
            <a:ext cx="70564" cy="91980"/>
          </a:xfrm>
          <a:custGeom xmlns:a="http://schemas.openxmlformats.org/drawingml/2006/main">
            <a:pathLst>
              <a:path w="70564" h="91980">
                <a:moveTo>
                  <a:pt x="20085" y="57396"/>
                </a:moveTo>
                <a:lnTo>
                  <a:pt x="12769" y="90783"/>
                </a:lnTo>
                <a:lnTo>
                  <a:pt x="0" y="90783"/>
                </a:lnTo>
                <a:lnTo>
                  <a:pt x="16095" y="19354"/>
                </a:lnTo>
                <a:cubicBezTo>
                  <a:pt x="16627" y="17004"/>
                  <a:pt x="17003" y="15153"/>
                  <a:pt x="17225" y="13801"/>
                </a:cubicBezTo>
                <a:cubicBezTo>
                  <a:pt x="17447" y="12448"/>
                  <a:pt x="17558" y="11240"/>
                  <a:pt x="17558" y="10176"/>
                </a:cubicBezTo>
                <a:cubicBezTo>
                  <a:pt x="17558" y="9333"/>
                  <a:pt x="17414" y="8602"/>
                  <a:pt x="17126" y="7981"/>
                </a:cubicBezTo>
                <a:cubicBezTo>
                  <a:pt x="16837" y="7361"/>
                  <a:pt x="16361" y="6862"/>
                  <a:pt x="15696" y="6484"/>
                </a:cubicBezTo>
                <a:cubicBezTo>
                  <a:pt x="15030" y="6108"/>
                  <a:pt x="14144" y="5830"/>
                  <a:pt x="13035" y="5653"/>
                </a:cubicBezTo>
                <a:cubicBezTo>
                  <a:pt x="11927" y="5476"/>
                  <a:pt x="10553" y="5366"/>
                  <a:pt x="8912" y="5321"/>
                </a:cubicBezTo>
                <a:lnTo>
                  <a:pt x="9909" y="799"/>
                </a:lnTo>
                <a:lnTo>
                  <a:pt x="28199" y="0"/>
                </a:lnTo>
                <a:lnTo>
                  <a:pt x="32988" y="0"/>
                </a:lnTo>
                <a:lnTo>
                  <a:pt x="21282" y="51743"/>
                </a:lnTo>
                <a:lnTo>
                  <a:pt x="23144" y="51743"/>
                </a:lnTo>
                <a:cubicBezTo>
                  <a:pt x="24829" y="51743"/>
                  <a:pt x="26647" y="51388"/>
                  <a:pt x="28598" y="50679"/>
                </a:cubicBezTo>
                <a:cubicBezTo>
                  <a:pt x="30549" y="49970"/>
                  <a:pt x="32489" y="49050"/>
                  <a:pt x="34418" y="47919"/>
                </a:cubicBezTo>
                <a:cubicBezTo>
                  <a:pt x="36346" y="46788"/>
                  <a:pt x="38197" y="45514"/>
                  <a:pt x="39971" y="44095"/>
                </a:cubicBezTo>
                <a:cubicBezTo>
                  <a:pt x="41745" y="42676"/>
                  <a:pt x="43307" y="41246"/>
                  <a:pt x="44660" y="39805"/>
                </a:cubicBezTo>
                <a:cubicBezTo>
                  <a:pt x="46012" y="38364"/>
                  <a:pt x="47087" y="37001"/>
                  <a:pt x="47885" y="35714"/>
                </a:cubicBezTo>
                <a:cubicBezTo>
                  <a:pt x="48683" y="34429"/>
                  <a:pt x="49082" y="33342"/>
                  <a:pt x="49082" y="32456"/>
                </a:cubicBezTo>
                <a:cubicBezTo>
                  <a:pt x="49082" y="31392"/>
                  <a:pt x="48727" y="30527"/>
                  <a:pt x="48018" y="29862"/>
                </a:cubicBezTo>
                <a:cubicBezTo>
                  <a:pt x="47309" y="29197"/>
                  <a:pt x="46023" y="28754"/>
                  <a:pt x="44161" y="28532"/>
                </a:cubicBezTo>
                <a:lnTo>
                  <a:pt x="44959" y="24276"/>
                </a:lnTo>
                <a:lnTo>
                  <a:pt x="68902" y="24276"/>
                </a:lnTo>
                <a:lnTo>
                  <a:pt x="70564" y="28399"/>
                </a:lnTo>
                <a:cubicBezTo>
                  <a:pt x="67771" y="30793"/>
                  <a:pt x="65089" y="33010"/>
                  <a:pt x="62517" y="35050"/>
                </a:cubicBezTo>
                <a:cubicBezTo>
                  <a:pt x="59945" y="37090"/>
                  <a:pt x="57429" y="39051"/>
                  <a:pt x="54968" y="40935"/>
                </a:cubicBezTo>
                <a:cubicBezTo>
                  <a:pt x="52507" y="42820"/>
                  <a:pt x="50047" y="44671"/>
                  <a:pt x="47586" y="46489"/>
                </a:cubicBezTo>
                <a:cubicBezTo>
                  <a:pt x="45125" y="48307"/>
                  <a:pt x="42609" y="50191"/>
                  <a:pt x="40038" y="52142"/>
                </a:cubicBezTo>
                <a:cubicBezTo>
                  <a:pt x="41101" y="55511"/>
                  <a:pt x="42188" y="58937"/>
                  <a:pt x="43296" y="62417"/>
                </a:cubicBezTo>
                <a:cubicBezTo>
                  <a:pt x="44405" y="65898"/>
                  <a:pt x="45513" y="69345"/>
                  <a:pt x="46621" y="72760"/>
                </a:cubicBezTo>
                <a:cubicBezTo>
                  <a:pt x="47154" y="74577"/>
                  <a:pt x="47653" y="76140"/>
                  <a:pt x="48118" y="77448"/>
                </a:cubicBezTo>
                <a:cubicBezTo>
                  <a:pt x="48584" y="78756"/>
                  <a:pt x="49082" y="79820"/>
                  <a:pt x="49614" y="80640"/>
                </a:cubicBezTo>
                <a:cubicBezTo>
                  <a:pt x="50147" y="81461"/>
                  <a:pt x="50723" y="82070"/>
                  <a:pt x="51344" y="82470"/>
                </a:cubicBezTo>
                <a:cubicBezTo>
                  <a:pt x="51964" y="82868"/>
                  <a:pt x="52718" y="83068"/>
                  <a:pt x="53605" y="83068"/>
                </a:cubicBezTo>
                <a:cubicBezTo>
                  <a:pt x="54226" y="83068"/>
                  <a:pt x="54868" y="82957"/>
                  <a:pt x="55534" y="82736"/>
                </a:cubicBezTo>
                <a:cubicBezTo>
                  <a:pt x="56199" y="82514"/>
                  <a:pt x="56941" y="82115"/>
                  <a:pt x="57762" y="81538"/>
                </a:cubicBezTo>
                <a:cubicBezTo>
                  <a:pt x="58582" y="80962"/>
                  <a:pt x="59513" y="80175"/>
                  <a:pt x="60555" y="79178"/>
                </a:cubicBezTo>
                <a:cubicBezTo>
                  <a:pt x="61597" y="78180"/>
                  <a:pt x="62783" y="76927"/>
                  <a:pt x="64113" y="75419"/>
                </a:cubicBezTo>
                <a:lnTo>
                  <a:pt x="68636" y="79743"/>
                </a:lnTo>
                <a:cubicBezTo>
                  <a:pt x="66551" y="81871"/>
                  <a:pt x="64612" y="83711"/>
                  <a:pt x="62816" y="85263"/>
                </a:cubicBezTo>
                <a:cubicBezTo>
                  <a:pt x="61021" y="86814"/>
                  <a:pt x="59314" y="88089"/>
                  <a:pt x="57695" y="89087"/>
                </a:cubicBezTo>
                <a:cubicBezTo>
                  <a:pt x="56077" y="90084"/>
                  <a:pt x="54514" y="90816"/>
                  <a:pt x="53006" y="91282"/>
                </a:cubicBezTo>
                <a:cubicBezTo>
                  <a:pt x="51499" y="91747"/>
                  <a:pt x="49969" y="91980"/>
                  <a:pt x="48417" y="91980"/>
                </a:cubicBezTo>
                <a:cubicBezTo>
                  <a:pt x="45624" y="91980"/>
                  <a:pt x="43374" y="91282"/>
                  <a:pt x="41667" y="89885"/>
                </a:cubicBezTo>
                <a:cubicBezTo>
                  <a:pt x="39960" y="88488"/>
                  <a:pt x="38508" y="86493"/>
                  <a:pt x="37311" y="83899"/>
                </a:cubicBezTo>
                <a:cubicBezTo>
                  <a:pt x="36113" y="81306"/>
                  <a:pt x="35016" y="78169"/>
                  <a:pt x="34018" y="74489"/>
                </a:cubicBezTo>
                <a:cubicBezTo>
                  <a:pt x="33021" y="70809"/>
                  <a:pt x="31857" y="66708"/>
                  <a:pt x="30527" y="62184"/>
                </a:cubicBezTo>
                <a:cubicBezTo>
                  <a:pt x="30217" y="61120"/>
                  <a:pt x="29917" y="60267"/>
                  <a:pt x="29629" y="59624"/>
                </a:cubicBezTo>
                <a:cubicBezTo>
                  <a:pt x="29341" y="58981"/>
                  <a:pt x="28975" y="58494"/>
                  <a:pt x="28531" y="58161"/>
                </a:cubicBezTo>
                <a:cubicBezTo>
                  <a:pt x="28088" y="57828"/>
                  <a:pt x="27534" y="57617"/>
                  <a:pt x="26869" y="57529"/>
                </a:cubicBezTo>
                <a:cubicBezTo>
                  <a:pt x="26204" y="57440"/>
                  <a:pt x="25362" y="57396"/>
                  <a:pt x="24342" y="57396"/>
                </a:cubicBezTo>
                <a:lnTo>
                  <a:pt x="20085" y="57396"/>
                </a:lnTo>
              </a:path>
            </a:pathLst>
          </a:custGeom>
          <a:solidFill xmlns:a="http://schemas.openxmlformats.org/drawingml/2006/main">
            <a:srgbClr val="FF0000"/>
          </a:solidFill>
          <a:ln xmlns:a="http://schemas.openxmlformats.org/drawingml/2006/main" w="0">
            <a:noFill/>
            <a:prstDash val="solid"/>
          </a:ln>
        </p:spPr>
      </p:sp>
      <p:sp>
        <p:nvSpPr>
          <p:cNvPr id="320" name="pdf-path-100177">
            <a:extLst xmlns:a="http://schemas.openxmlformats.org/drawingml/2006/main">
              <a:ext uri="{FF2B5EF4-FFF2-40B4-BE49-F238E27FC236}">
                <a16:creationId xmlns:a16="http://schemas.microsoft.com/office/drawing/2014/main" id="{750C96ED-C337-4093-92F8-4EBDC5B5E5D7}"/>
              </a:ext>
            </a:extLst>
          </p:cNvPr>
          <p:cNvSpPr>
            <a:spLocks xmlns:a="http://schemas.openxmlformats.org/drawingml/2006/main" noGrp="1"/>
          </p:cNvSpPr>
          <p:nvPr/>
        </p:nvSpPr>
        <p:spPr>
          <a:xfrm xmlns:a="http://schemas.openxmlformats.org/drawingml/2006/main">
            <a:off x="2218958" y="7141729"/>
            <a:ext cx="112974" cy="48594"/>
          </a:xfrm>
          <a:custGeom xmlns:a="http://schemas.openxmlformats.org/drawingml/2006/main">
            <a:pathLst>
              <a:path w="112974" h="48594">
                <a:moveTo>
                  <a:pt x="0" y="11793"/>
                </a:moveTo>
                <a:lnTo>
                  <a:pt x="0" y="0"/>
                </a:lnTo>
                <a:lnTo>
                  <a:pt x="109250" y="0"/>
                </a:lnTo>
                <a:lnTo>
                  <a:pt x="109250" y="11793"/>
                </a:lnTo>
                <a:lnTo>
                  <a:pt x="0" y="11793"/>
                </a:lnTo>
                <a:moveTo>
                  <a:pt x="0" y="48594"/>
                </a:moveTo>
                <a:lnTo>
                  <a:pt x="0" y="36800"/>
                </a:lnTo>
                <a:lnTo>
                  <a:pt x="109250" y="36800"/>
                </a:lnTo>
                <a:lnTo>
                  <a:pt x="109250" y="48594"/>
                </a:lnTo>
                <a:lnTo>
                  <a:pt x="0" y="48594"/>
                </a:lnTo>
                <a:moveTo>
                  <a:pt x="112974" y="24297"/>
                </a:moveTo>
                <a:lnTo>
                  <a:pt x="112974" y="24297"/>
                </a:lnTo>
              </a:path>
            </a:pathLst>
          </a:custGeom>
          <a:solidFill xmlns:a="http://schemas.openxmlformats.org/drawingml/2006/main">
            <a:srgbClr val="FF0000"/>
          </a:solidFill>
          <a:ln xmlns:a="http://schemas.openxmlformats.org/drawingml/2006/main" w="0">
            <a:noFill/>
            <a:prstDash val="solid"/>
          </a:ln>
        </p:spPr>
      </p:sp>
      <p:sp>
        <p:nvSpPr>
          <p:cNvPr id="321" name="pdf-path-100178">
            <a:extLst xmlns:a="http://schemas.openxmlformats.org/drawingml/2006/main">
              <a:ext uri="{FF2B5EF4-FFF2-40B4-BE49-F238E27FC236}">
                <a16:creationId xmlns:a16="http://schemas.microsoft.com/office/drawing/2014/main" id="{9F62518E-D41B-46C3-8722-FBF91978BC8E}"/>
              </a:ext>
            </a:extLst>
          </p:cNvPr>
          <p:cNvSpPr>
            <a:spLocks xmlns:a="http://schemas.openxmlformats.org/drawingml/2006/main" noGrp="1"/>
          </p:cNvSpPr>
          <p:nvPr/>
        </p:nvSpPr>
        <p:spPr>
          <a:xfrm xmlns:a="http://schemas.openxmlformats.org/drawingml/2006/main">
            <a:off x="2408190" y="7095439"/>
            <a:ext cx="70586" cy="122462"/>
          </a:xfrm>
          <a:custGeom xmlns:a="http://schemas.openxmlformats.org/drawingml/2006/main">
            <a:pathLst>
              <a:path w="70586" h="122462">
                <a:moveTo>
                  <a:pt x="45846" y="99317"/>
                </a:moveTo>
                <a:cubicBezTo>
                  <a:pt x="45846" y="102746"/>
                  <a:pt x="46038" y="105333"/>
                  <a:pt x="46422" y="107077"/>
                </a:cubicBezTo>
                <a:cubicBezTo>
                  <a:pt x="46806" y="108821"/>
                  <a:pt x="47486" y="110240"/>
                  <a:pt x="48462" y="111333"/>
                </a:cubicBezTo>
                <a:cubicBezTo>
                  <a:pt x="49437" y="112427"/>
                  <a:pt x="50841" y="113284"/>
                  <a:pt x="52674" y="113905"/>
                </a:cubicBezTo>
                <a:cubicBezTo>
                  <a:pt x="54506" y="114526"/>
                  <a:pt x="56812" y="114999"/>
                  <a:pt x="59590" y="115324"/>
                </a:cubicBezTo>
                <a:cubicBezTo>
                  <a:pt x="62369" y="115649"/>
                  <a:pt x="66034" y="115871"/>
                  <a:pt x="70586" y="115989"/>
                </a:cubicBezTo>
                <a:lnTo>
                  <a:pt x="70586" y="122462"/>
                </a:lnTo>
                <a:lnTo>
                  <a:pt x="5055" y="122462"/>
                </a:lnTo>
                <a:lnTo>
                  <a:pt x="5055" y="115989"/>
                </a:lnTo>
                <a:cubicBezTo>
                  <a:pt x="11617" y="115694"/>
                  <a:pt x="16302" y="115294"/>
                  <a:pt x="19110" y="114792"/>
                </a:cubicBezTo>
                <a:cubicBezTo>
                  <a:pt x="21918" y="114290"/>
                  <a:pt x="24061" y="113535"/>
                  <a:pt x="25539" y="112531"/>
                </a:cubicBezTo>
                <a:cubicBezTo>
                  <a:pt x="27017" y="111525"/>
                  <a:pt x="28096" y="110106"/>
                  <a:pt x="28776" y="108274"/>
                </a:cubicBezTo>
                <a:cubicBezTo>
                  <a:pt x="29455" y="106441"/>
                  <a:pt x="29795" y="103456"/>
                  <a:pt x="29795" y="99317"/>
                </a:cubicBezTo>
                <a:lnTo>
                  <a:pt x="29795" y="27401"/>
                </a:lnTo>
                <a:cubicBezTo>
                  <a:pt x="29795" y="25036"/>
                  <a:pt x="29382" y="23307"/>
                  <a:pt x="28554" y="22213"/>
                </a:cubicBezTo>
                <a:cubicBezTo>
                  <a:pt x="27726" y="21120"/>
                  <a:pt x="26514" y="20573"/>
                  <a:pt x="24918" y="20573"/>
                </a:cubicBezTo>
                <a:cubicBezTo>
                  <a:pt x="23026" y="20573"/>
                  <a:pt x="20336" y="21548"/>
                  <a:pt x="16849" y="23500"/>
                </a:cubicBezTo>
                <a:cubicBezTo>
                  <a:pt x="13361" y="25450"/>
                  <a:pt x="9045" y="28140"/>
                  <a:pt x="3902" y="31569"/>
                </a:cubicBezTo>
                <a:lnTo>
                  <a:pt x="0" y="24741"/>
                </a:lnTo>
                <a:lnTo>
                  <a:pt x="41501" y="0"/>
                </a:lnTo>
                <a:lnTo>
                  <a:pt x="46378" y="0"/>
                </a:lnTo>
                <a:cubicBezTo>
                  <a:pt x="46023" y="5675"/>
                  <a:pt x="45846" y="13538"/>
                  <a:pt x="45846" y="23588"/>
                </a:cubicBezTo>
                <a:lnTo>
                  <a:pt x="45846" y="99317"/>
                </a:lnTo>
              </a:path>
            </a:pathLst>
          </a:custGeom>
          <a:solidFill xmlns:a="http://schemas.openxmlformats.org/drawingml/2006/main">
            <a:srgbClr val="FF0000"/>
          </a:solidFill>
          <a:ln xmlns:a="http://schemas.openxmlformats.org/drawingml/2006/main" w="0">
            <a:noFill/>
            <a:prstDash val="solid"/>
          </a:ln>
        </p:spPr>
      </p:sp>
      <p:sp>
        <p:nvSpPr>
          <p:cNvPr id="322" name="pdf-path-100179">
            <a:extLst xmlns:a="http://schemas.openxmlformats.org/drawingml/2006/main">
              <a:ext uri="{FF2B5EF4-FFF2-40B4-BE49-F238E27FC236}">
                <a16:creationId xmlns:a16="http://schemas.microsoft.com/office/drawing/2014/main" id="{7D988836-3D1B-4655-B0D2-2FA39A4FD6A8}"/>
              </a:ext>
            </a:extLst>
          </p:cNvPr>
          <p:cNvSpPr>
            <a:spLocks xmlns:a="http://schemas.openxmlformats.org/drawingml/2006/main" noGrp="1"/>
          </p:cNvSpPr>
          <p:nvPr/>
        </p:nvSpPr>
        <p:spPr>
          <a:xfrm xmlns:a="http://schemas.openxmlformats.org/drawingml/2006/main">
            <a:off x="1465444" y="7140965"/>
            <a:ext cx="129113" cy="22879"/>
          </a:xfrm>
          <a:custGeom xmlns:a="http://schemas.openxmlformats.org/drawingml/2006/main">
            <a:pathLst>
              <a:path w="129113" h="22879">
                <a:moveTo>
                  <a:pt x="64557" y="22879"/>
                </a:moveTo>
                <a:cubicBezTo>
                  <a:pt x="61482" y="22879"/>
                  <a:pt x="58911" y="21800"/>
                  <a:pt x="56842" y="19642"/>
                </a:cubicBezTo>
                <a:cubicBezTo>
                  <a:pt x="54772" y="17484"/>
                  <a:pt x="53738" y="14751"/>
                  <a:pt x="53738" y="11439"/>
                </a:cubicBezTo>
                <a:cubicBezTo>
                  <a:pt x="53738" y="8129"/>
                  <a:pt x="54772" y="5394"/>
                  <a:pt x="56842" y="3237"/>
                </a:cubicBezTo>
                <a:cubicBezTo>
                  <a:pt x="58911" y="1080"/>
                  <a:pt x="61482" y="0"/>
                  <a:pt x="64557" y="0"/>
                </a:cubicBezTo>
                <a:cubicBezTo>
                  <a:pt x="67631" y="0"/>
                  <a:pt x="70202" y="1080"/>
                  <a:pt x="72271" y="3237"/>
                </a:cubicBezTo>
                <a:cubicBezTo>
                  <a:pt x="74341" y="5394"/>
                  <a:pt x="75375" y="8129"/>
                  <a:pt x="75375" y="11439"/>
                </a:cubicBezTo>
                <a:cubicBezTo>
                  <a:pt x="75375" y="14751"/>
                  <a:pt x="74341" y="17484"/>
                  <a:pt x="72271" y="19642"/>
                </a:cubicBezTo>
                <a:cubicBezTo>
                  <a:pt x="70202" y="21800"/>
                  <a:pt x="67631" y="22879"/>
                  <a:pt x="64557" y="22879"/>
                </a:cubicBezTo>
                <a:moveTo>
                  <a:pt x="10819" y="22879"/>
                </a:moveTo>
                <a:cubicBezTo>
                  <a:pt x="7745" y="22879"/>
                  <a:pt x="5173" y="21800"/>
                  <a:pt x="3104" y="19642"/>
                </a:cubicBezTo>
                <a:cubicBezTo>
                  <a:pt x="1035" y="17484"/>
                  <a:pt x="0" y="14751"/>
                  <a:pt x="0" y="11439"/>
                </a:cubicBezTo>
                <a:cubicBezTo>
                  <a:pt x="0" y="8129"/>
                  <a:pt x="1035" y="5394"/>
                  <a:pt x="3104" y="3237"/>
                </a:cubicBezTo>
                <a:cubicBezTo>
                  <a:pt x="5173" y="1080"/>
                  <a:pt x="7745" y="0"/>
                  <a:pt x="10819" y="0"/>
                </a:cubicBezTo>
                <a:cubicBezTo>
                  <a:pt x="13893" y="0"/>
                  <a:pt x="16465" y="1080"/>
                  <a:pt x="18533" y="3237"/>
                </a:cubicBezTo>
                <a:cubicBezTo>
                  <a:pt x="20602" y="5394"/>
                  <a:pt x="21637" y="8129"/>
                  <a:pt x="21637" y="11439"/>
                </a:cubicBezTo>
                <a:cubicBezTo>
                  <a:pt x="21637" y="14751"/>
                  <a:pt x="20602" y="17484"/>
                  <a:pt x="18533" y="19642"/>
                </a:cubicBezTo>
                <a:cubicBezTo>
                  <a:pt x="16465" y="21800"/>
                  <a:pt x="13893" y="22879"/>
                  <a:pt x="10819" y="22879"/>
                </a:cubicBezTo>
                <a:moveTo>
                  <a:pt x="118294" y="22879"/>
                </a:moveTo>
                <a:cubicBezTo>
                  <a:pt x="115220" y="22879"/>
                  <a:pt x="112649" y="21800"/>
                  <a:pt x="110579" y="19642"/>
                </a:cubicBezTo>
                <a:cubicBezTo>
                  <a:pt x="108511" y="17484"/>
                  <a:pt x="107476" y="14751"/>
                  <a:pt x="107476" y="11439"/>
                </a:cubicBezTo>
                <a:cubicBezTo>
                  <a:pt x="107476" y="8129"/>
                  <a:pt x="108511" y="5394"/>
                  <a:pt x="110579" y="3237"/>
                </a:cubicBezTo>
                <a:cubicBezTo>
                  <a:pt x="112649" y="1080"/>
                  <a:pt x="115220" y="0"/>
                  <a:pt x="118294" y="0"/>
                </a:cubicBezTo>
                <a:cubicBezTo>
                  <a:pt x="121369" y="0"/>
                  <a:pt x="123940" y="1080"/>
                  <a:pt x="126009" y="3237"/>
                </a:cubicBezTo>
                <a:cubicBezTo>
                  <a:pt x="128078" y="5394"/>
                  <a:pt x="129113" y="8129"/>
                  <a:pt x="129113" y="11439"/>
                </a:cubicBezTo>
                <a:cubicBezTo>
                  <a:pt x="129113" y="14751"/>
                  <a:pt x="128078" y="17484"/>
                  <a:pt x="126009" y="19642"/>
                </a:cubicBezTo>
                <a:cubicBezTo>
                  <a:pt x="123940" y="21800"/>
                  <a:pt x="121369" y="22879"/>
                  <a:pt x="118294" y="22879"/>
                </a:cubicBezTo>
              </a:path>
            </a:pathLst>
          </a:custGeom>
          <a:solidFill xmlns:a="http://schemas.openxmlformats.org/drawingml/2006/main">
            <a:srgbClr val="000000"/>
          </a:solidFill>
          <a:ln xmlns:a="http://schemas.openxmlformats.org/drawingml/2006/main" w="0">
            <a:noFill/>
            <a:prstDash val="solid"/>
          </a:ln>
        </p:spPr>
      </p:sp>
      <p:sp>
        <p:nvSpPr>
          <p:cNvPr id="323" name="pdf-path-100180">
            <a:extLst xmlns:a="http://schemas.openxmlformats.org/drawingml/2006/main">
              <a:ext uri="{FF2B5EF4-FFF2-40B4-BE49-F238E27FC236}">
                <a16:creationId xmlns:a16="http://schemas.microsoft.com/office/drawing/2014/main" id="{4633A382-596E-428E-9BDF-3D54D6ACE3FC}"/>
              </a:ext>
            </a:extLst>
          </p:cNvPr>
          <p:cNvSpPr>
            <a:spLocks xmlns:a="http://schemas.openxmlformats.org/drawingml/2006/main" noGrp="1"/>
          </p:cNvSpPr>
          <p:nvPr/>
        </p:nvSpPr>
        <p:spPr>
          <a:xfrm xmlns:a="http://schemas.openxmlformats.org/drawingml/2006/main">
            <a:off x="2692465" y="7054666"/>
            <a:ext cx="73690" cy="27489"/>
          </a:xfrm>
          <a:custGeom xmlns:a="http://schemas.openxmlformats.org/drawingml/2006/main">
            <a:pathLst>
              <a:path w="73690" h="27489">
                <a:moveTo>
                  <a:pt x="42653" y="0"/>
                </a:moveTo>
                <a:lnTo>
                  <a:pt x="73690" y="22435"/>
                </a:lnTo>
                <a:lnTo>
                  <a:pt x="70232" y="27489"/>
                </a:lnTo>
                <a:lnTo>
                  <a:pt x="37687" y="11439"/>
                </a:lnTo>
                <a:lnTo>
                  <a:pt x="36712" y="11439"/>
                </a:lnTo>
                <a:lnTo>
                  <a:pt x="3459" y="27489"/>
                </a:lnTo>
                <a:lnTo>
                  <a:pt x="0" y="22435"/>
                </a:lnTo>
                <a:lnTo>
                  <a:pt x="30771" y="0"/>
                </a:lnTo>
                <a:lnTo>
                  <a:pt x="42653" y="0"/>
                </a:lnTo>
              </a:path>
            </a:pathLst>
          </a:custGeom>
          <a:solidFill xmlns:a="http://schemas.openxmlformats.org/drawingml/2006/main">
            <a:srgbClr val="7F7F7F"/>
          </a:solidFill>
          <a:ln xmlns:a="http://schemas.openxmlformats.org/drawingml/2006/main" w="0">
            <a:noFill/>
            <a:prstDash val="solid"/>
          </a:ln>
        </p:spPr>
      </p:sp>
      <p:sp>
        <p:nvSpPr>
          <p:cNvPr id="324" name="pdf-path-100181">
            <a:extLst xmlns:a="http://schemas.openxmlformats.org/drawingml/2006/main">
              <a:ext uri="{FF2B5EF4-FFF2-40B4-BE49-F238E27FC236}">
                <a16:creationId xmlns:a16="http://schemas.microsoft.com/office/drawing/2014/main" id="{6D59FF34-1902-43EB-9F8C-62597EB0C803}"/>
              </a:ext>
            </a:extLst>
          </p:cNvPr>
          <p:cNvSpPr>
            <a:spLocks xmlns:a="http://schemas.openxmlformats.org/drawingml/2006/main" noGrp="1"/>
          </p:cNvSpPr>
          <p:nvPr/>
        </p:nvSpPr>
        <p:spPr>
          <a:xfrm xmlns:a="http://schemas.openxmlformats.org/drawingml/2006/main">
            <a:off x="2656849" y="7088282"/>
            <a:ext cx="100736" cy="165027"/>
          </a:xfrm>
          <a:custGeom xmlns:a="http://schemas.openxmlformats.org/drawingml/2006/main">
            <a:pathLst>
              <a:path w="100736" h="165027">
                <a:moveTo>
                  <a:pt x="66950" y="61098"/>
                </a:moveTo>
                <a:cubicBezTo>
                  <a:pt x="81020" y="66064"/>
                  <a:pt x="88056" y="75315"/>
                  <a:pt x="88056" y="88854"/>
                </a:cubicBezTo>
                <a:cubicBezTo>
                  <a:pt x="88056" y="95829"/>
                  <a:pt x="86504" y="102362"/>
                  <a:pt x="83400" y="108451"/>
                </a:cubicBezTo>
                <a:cubicBezTo>
                  <a:pt x="80297" y="114540"/>
                  <a:pt x="75745" y="119373"/>
                  <a:pt x="69744" y="122950"/>
                </a:cubicBezTo>
                <a:cubicBezTo>
                  <a:pt x="63743" y="126526"/>
                  <a:pt x="56841" y="128315"/>
                  <a:pt x="49038" y="128315"/>
                </a:cubicBezTo>
                <a:cubicBezTo>
                  <a:pt x="44013" y="128315"/>
                  <a:pt x="39594" y="127915"/>
                  <a:pt x="35781" y="127117"/>
                </a:cubicBezTo>
                <a:cubicBezTo>
                  <a:pt x="31968" y="126319"/>
                  <a:pt x="28022" y="124945"/>
                  <a:pt x="23942" y="122994"/>
                </a:cubicBezTo>
                <a:lnTo>
                  <a:pt x="14454" y="165027"/>
                </a:lnTo>
                <a:lnTo>
                  <a:pt x="0" y="165027"/>
                </a:lnTo>
                <a:lnTo>
                  <a:pt x="26248" y="47797"/>
                </a:lnTo>
                <a:cubicBezTo>
                  <a:pt x="28613" y="37274"/>
                  <a:pt x="31805" y="28553"/>
                  <a:pt x="35825" y="21637"/>
                </a:cubicBezTo>
                <a:cubicBezTo>
                  <a:pt x="39845" y="14720"/>
                  <a:pt x="44870" y="9385"/>
                  <a:pt x="50900" y="5631"/>
                </a:cubicBezTo>
                <a:cubicBezTo>
                  <a:pt x="56930" y="1877"/>
                  <a:pt x="64024" y="0"/>
                  <a:pt x="72183" y="0"/>
                </a:cubicBezTo>
                <a:cubicBezTo>
                  <a:pt x="81287" y="0"/>
                  <a:pt x="88321" y="2025"/>
                  <a:pt x="93287" y="6074"/>
                </a:cubicBezTo>
                <a:cubicBezTo>
                  <a:pt x="98253" y="10124"/>
                  <a:pt x="100736" y="15873"/>
                  <a:pt x="100736" y="23322"/>
                </a:cubicBezTo>
                <a:cubicBezTo>
                  <a:pt x="100736" y="26336"/>
                  <a:pt x="100308" y="29603"/>
                  <a:pt x="99450" y="33120"/>
                </a:cubicBezTo>
                <a:cubicBezTo>
                  <a:pt x="98593" y="36638"/>
                  <a:pt x="96894" y="40096"/>
                  <a:pt x="94352" y="43496"/>
                </a:cubicBezTo>
                <a:cubicBezTo>
                  <a:pt x="91810" y="46895"/>
                  <a:pt x="88277" y="50043"/>
                  <a:pt x="83755" y="52940"/>
                </a:cubicBezTo>
                <a:cubicBezTo>
                  <a:pt x="79232" y="55837"/>
                  <a:pt x="73690" y="58319"/>
                  <a:pt x="67128" y="60389"/>
                </a:cubicBezTo>
                <a:lnTo>
                  <a:pt x="66950" y="61098"/>
                </a:lnTo>
                <a:moveTo>
                  <a:pt x="52141" y="57196"/>
                </a:moveTo>
                <a:cubicBezTo>
                  <a:pt x="58526" y="56723"/>
                  <a:pt x="64290" y="54891"/>
                  <a:pt x="69434" y="51698"/>
                </a:cubicBezTo>
                <a:cubicBezTo>
                  <a:pt x="74577" y="48505"/>
                  <a:pt x="78611" y="44323"/>
                  <a:pt x="81538" y="39150"/>
                </a:cubicBezTo>
                <a:cubicBezTo>
                  <a:pt x="84464" y="33977"/>
                  <a:pt x="85927" y="28317"/>
                  <a:pt x="85927" y="22169"/>
                </a:cubicBezTo>
                <a:cubicBezTo>
                  <a:pt x="85927" y="17262"/>
                  <a:pt x="84701" y="13508"/>
                  <a:pt x="82247" y="10907"/>
                </a:cubicBezTo>
                <a:cubicBezTo>
                  <a:pt x="79794" y="8306"/>
                  <a:pt x="76143" y="7005"/>
                  <a:pt x="71296" y="7005"/>
                </a:cubicBezTo>
                <a:cubicBezTo>
                  <a:pt x="63788" y="7005"/>
                  <a:pt x="57521" y="10626"/>
                  <a:pt x="52496" y="17868"/>
                </a:cubicBezTo>
                <a:cubicBezTo>
                  <a:pt x="47471" y="25110"/>
                  <a:pt x="43363" y="36091"/>
                  <a:pt x="40170" y="50811"/>
                </a:cubicBezTo>
                <a:lnTo>
                  <a:pt x="28199" y="106412"/>
                </a:lnTo>
                <a:cubicBezTo>
                  <a:pt x="27904" y="107771"/>
                  <a:pt x="27756" y="108924"/>
                  <a:pt x="27756" y="109870"/>
                </a:cubicBezTo>
                <a:cubicBezTo>
                  <a:pt x="27756" y="111466"/>
                  <a:pt x="28125" y="112825"/>
                  <a:pt x="28864" y="113949"/>
                </a:cubicBezTo>
                <a:cubicBezTo>
                  <a:pt x="29603" y="115073"/>
                  <a:pt x="30697" y="116181"/>
                  <a:pt x="32145" y="117275"/>
                </a:cubicBezTo>
                <a:cubicBezTo>
                  <a:pt x="33594" y="118368"/>
                  <a:pt x="35470" y="119314"/>
                  <a:pt x="37776" y="120112"/>
                </a:cubicBezTo>
                <a:cubicBezTo>
                  <a:pt x="40082" y="120910"/>
                  <a:pt x="43008" y="121309"/>
                  <a:pt x="46555" y="121309"/>
                </a:cubicBezTo>
                <a:cubicBezTo>
                  <a:pt x="51344" y="121309"/>
                  <a:pt x="55703" y="119831"/>
                  <a:pt x="59635" y="116875"/>
                </a:cubicBezTo>
                <a:cubicBezTo>
                  <a:pt x="63566" y="113920"/>
                  <a:pt x="66655" y="109722"/>
                  <a:pt x="68902" y="104283"/>
                </a:cubicBezTo>
                <a:cubicBezTo>
                  <a:pt x="71148" y="98845"/>
                  <a:pt x="72271" y="92637"/>
                  <a:pt x="72271" y="85661"/>
                </a:cubicBezTo>
                <a:cubicBezTo>
                  <a:pt x="72271" y="78981"/>
                  <a:pt x="70424" y="73749"/>
                  <a:pt x="66729" y="69965"/>
                </a:cubicBezTo>
                <a:cubicBezTo>
                  <a:pt x="63034" y="66182"/>
                  <a:pt x="57758" y="64024"/>
                  <a:pt x="50900" y="63492"/>
                </a:cubicBezTo>
                <a:lnTo>
                  <a:pt x="52141" y="57196"/>
                </a:lnTo>
              </a:path>
            </a:pathLst>
          </a:custGeom>
          <a:solidFill xmlns:a="http://schemas.openxmlformats.org/drawingml/2006/main">
            <a:srgbClr val="7F7F7F"/>
          </a:solidFill>
          <a:ln xmlns:a="http://schemas.openxmlformats.org/drawingml/2006/main" w="0">
            <a:noFill/>
            <a:prstDash val="solid"/>
          </a:ln>
        </p:spPr>
      </p:sp>
      <p:sp>
        <p:nvSpPr>
          <p:cNvPr id="325" name="pdf-path-100182">
            <a:extLst xmlns:a="http://schemas.openxmlformats.org/drawingml/2006/main">
              <a:ext uri="{FF2B5EF4-FFF2-40B4-BE49-F238E27FC236}">
                <a16:creationId xmlns:a16="http://schemas.microsoft.com/office/drawing/2014/main" id="{4345270A-5895-44F6-96BA-98BF650BB000}"/>
              </a:ext>
            </a:extLst>
          </p:cNvPr>
          <p:cNvSpPr>
            <a:spLocks xmlns:a="http://schemas.openxmlformats.org/drawingml/2006/main" noGrp="1"/>
          </p:cNvSpPr>
          <p:nvPr/>
        </p:nvSpPr>
        <p:spPr>
          <a:xfrm xmlns:a="http://schemas.openxmlformats.org/drawingml/2006/main">
            <a:off x="2764110" y="7169916"/>
            <a:ext cx="48351" cy="84597"/>
          </a:xfrm>
          <a:custGeom xmlns:a="http://schemas.openxmlformats.org/drawingml/2006/main">
            <a:pathLst>
              <a:path w="48351" h="84597">
                <a:moveTo>
                  <a:pt x="41899" y="70565"/>
                </a:moveTo>
                <a:cubicBezTo>
                  <a:pt x="39638" y="73092"/>
                  <a:pt x="37488" y="75242"/>
                  <a:pt x="35448" y="77015"/>
                </a:cubicBezTo>
                <a:cubicBezTo>
                  <a:pt x="33409" y="78789"/>
                  <a:pt x="31413" y="80241"/>
                  <a:pt x="29463" y="81372"/>
                </a:cubicBezTo>
                <a:cubicBezTo>
                  <a:pt x="27512" y="82502"/>
                  <a:pt x="25583" y="83323"/>
                  <a:pt x="23676" y="83833"/>
                </a:cubicBezTo>
                <a:cubicBezTo>
                  <a:pt x="21770" y="84342"/>
                  <a:pt x="19819" y="84597"/>
                  <a:pt x="17824" y="84597"/>
                </a:cubicBezTo>
                <a:cubicBezTo>
                  <a:pt x="12548" y="84597"/>
                  <a:pt x="8613" y="83356"/>
                  <a:pt x="6019" y="80873"/>
                </a:cubicBezTo>
                <a:cubicBezTo>
                  <a:pt x="3425" y="78390"/>
                  <a:pt x="2128" y="74732"/>
                  <a:pt x="2128" y="69899"/>
                </a:cubicBezTo>
                <a:cubicBezTo>
                  <a:pt x="2128" y="68259"/>
                  <a:pt x="2250" y="66452"/>
                  <a:pt x="2494" y="64479"/>
                </a:cubicBezTo>
                <a:cubicBezTo>
                  <a:pt x="2738" y="62506"/>
                  <a:pt x="3081" y="60588"/>
                  <a:pt x="3525" y="58726"/>
                </a:cubicBezTo>
                <a:lnTo>
                  <a:pt x="11439" y="24275"/>
                </a:lnTo>
                <a:lnTo>
                  <a:pt x="0" y="24275"/>
                </a:lnTo>
                <a:lnTo>
                  <a:pt x="1330" y="19154"/>
                </a:lnTo>
                <a:cubicBezTo>
                  <a:pt x="3990" y="19154"/>
                  <a:pt x="6063" y="18899"/>
                  <a:pt x="7548" y="18390"/>
                </a:cubicBezTo>
                <a:cubicBezTo>
                  <a:pt x="9034" y="17879"/>
                  <a:pt x="10286" y="17181"/>
                  <a:pt x="11306" y="16294"/>
                </a:cubicBezTo>
                <a:cubicBezTo>
                  <a:pt x="11971" y="15673"/>
                  <a:pt x="12614" y="14908"/>
                  <a:pt x="13235" y="14000"/>
                </a:cubicBezTo>
                <a:cubicBezTo>
                  <a:pt x="13855" y="13091"/>
                  <a:pt x="14476" y="11993"/>
                  <a:pt x="15097" y="10708"/>
                </a:cubicBezTo>
                <a:cubicBezTo>
                  <a:pt x="15718" y="9422"/>
                  <a:pt x="16349" y="7903"/>
                  <a:pt x="16993" y="6152"/>
                </a:cubicBezTo>
                <a:cubicBezTo>
                  <a:pt x="17635" y="4400"/>
                  <a:pt x="18356" y="2350"/>
                  <a:pt x="19154" y="0"/>
                </a:cubicBezTo>
                <a:lnTo>
                  <a:pt x="29529" y="0"/>
                </a:lnTo>
                <a:lnTo>
                  <a:pt x="25738" y="16893"/>
                </a:lnTo>
                <a:lnTo>
                  <a:pt x="48351" y="16893"/>
                </a:lnTo>
                <a:lnTo>
                  <a:pt x="46821" y="24275"/>
                </a:lnTo>
                <a:lnTo>
                  <a:pt x="24275" y="24275"/>
                </a:lnTo>
                <a:lnTo>
                  <a:pt x="17491" y="52142"/>
                </a:lnTo>
                <a:cubicBezTo>
                  <a:pt x="17048" y="54004"/>
                  <a:pt x="16682" y="55678"/>
                  <a:pt x="16394" y="57163"/>
                </a:cubicBezTo>
                <a:cubicBezTo>
                  <a:pt x="16106" y="58648"/>
                  <a:pt x="15873" y="59989"/>
                  <a:pt x="15695" y="61187"/>
                </a:cubicBezTo>
                <a:cubicBezTo>
                  <a:pt x="15518" y="62384"/>
                  <a:pt x="15396" y="63471"/>
                  <a:pt x="15330" y="64445"/>
                </a:cubicBezTo>
                <a:cubicBezTo>
                  <a:pt x="15263" y="65421"/>
                  <a:pt x="15230" y="66330"/>
                  <a:pt x="15230" y="67172"/>
                </a:cubicBezTo>
                <a:cubicBezTo>
                  <a:pt x="15230" y="69833"/>
                  <a:pt x="15784" y="71916"/>
                  <a:pt x="16893" y="73424"/>
                </a:cubicBezTo>
                <a:cubicBezTo>
                  <a:pt x="18001" y="74932"/>
                  <a:pt x="19819" y="75685"/>
                  <a:pt x="22346" y="75685"/>
                </a:cubicBezTo>
                <a:cubicBezTo>
                  <a:pt x="24475" y="75685"/>
                  <a:pt x="26736" y="74899"/>
                  <a:pt x="29130" y="73325"/>
                </a:cubicBezTo>
                <a:cubicBezTo>
                  <a:pt x="31524" y="71751"/>
                  <a:pt x="34251" y="69278"/>
                  <a:pt x="37311" y="65909"/>
                </a:cubicBezTo>
                <a:lnTo>
                  <a:pt x="41899" y="70565"/>
                </a:lnTo>
              </a:path>
            </a:pathLst>
          </a:custGeom>
          <a:solidFill xmlns:a="http://schemas.openxmlformats.org/drawingml/2006/main">
            <a:srgbClr val="7F7F7F"/>
          </a:solidFill>
          <a:ln xmlns:a="http://schemas.openxmlformats.org/drawingml/2006/main" w="0">
            <a:noFill/>
            <a:prstDash val="solid"/>
          </a:ln>
        </p:spPr>
      </p:sp>
      <p:sp>
        <p:nvSpPr>
          <p:cNvPr id="326" name="pdf-path-100183">
            <a:extLst xmlns:a="http://schemas.openxmlformats.org/drawingml/2006/main">
              <a:ext uri="{FF2B5EF4-FFF2-40B4-BE49-F238E27FC236}">
                <a16:creationId xmlns:a16="http://schemas.microsoft.com/office/drawing/2014/main" id="{0F8DDE4F-3FF1-4CE0-8249-38636D7F3AB2}"/>
              </a:ext>
            </a:extLst>
          </p:cNvPr>
          <p:cNvSpPr>
            <a:spLocks xmlns:a="http://schemas.openxmlformats.org/drawingml/2006/main" noGrp="1"/>
          </p:cNvSpPr>
          <p:nvPr/>
        </p:nvSpPr>
        <p:spPr>
          <a:xfrm xmlns:a="http://schemas.openxmlformats.org/drawingml/2006/main">
            <a:off x="2827653" y="7174305"/>
            <a:ext cx="76617" cy="80141"/>
          </a:xfrm>
          <a:custGeom xmlns:a="http://schemas.openxmlformats.org/drawingml/2006/main">
            <a:pathLst>
              <a:path w="76617" h="80141">
                <a:moveTo>
                  <a:pt x="43695" y="45158"/>
                </a:moveTo>
                <a:lnTo>
                  <a:pt x="43695" y="80141"/>
                </a:lnTo>
                <a:lnTo>
                  <a:pt x="32921" y="80141"/>
                </a:lnTo>
                <a:lnTo>
                  <a:pt x="32921" y="45158"/>
                </a:lnTo>
                <a:lnTo>
                  <a:pt x="0" y="45158"/>
                </a:lnTo>
                <a:lnTo>
                  <a:pt x="0" y="34983"/>
                </a:lnTo>
                <a:lnTo>
                  <a:pt x="32921" y="34983"/>
                </a:lnTo>
                <a:lnTo>
                  <a:pt x="32921" y="0"/>
                </a:lnTo>
                <a:lnTo>
                  <a:pt x="43695" y="0"/>
                </a:lnTo>
                <a:lnTo>
                  <a:pt x="43695" y="34983"/>
                </a:lnTo>
                <a:lnTo>
                  <a:pt x="76617" y="34983"/>
                </a:lnTo>
                <a:lnTo>
                  <a:pt x="76617" y="45158"/>
                </a:lnTo>
                <a:lnTo>
                  <a:pt x="43695" y="45158"/>
                </a:lnTo>
              </a:path>
            </a:pathLst>
          </a:custGeom>
          <a:solidFill xmlns:a="http://schemas.openxmlformats.org/drawingml/2006/main">
            <a:srgbClr val="7F7F7F"/>
          </a:solidFill>
          <a:ln xmlns:a="http://schemas.openxmlformats.org/drawingml/2006/main" w="0">
            <a:noFill/>
            <a:prstDash val="solid"/>
          </a:ln>
        </p:spPr>
      </p:sp>
      <p:sp>
        <p:nvSpPr>
          <p:cNvPr id="327" name="pdf-path-100184">
            <a:extLst xmlns:a="http://schemas.openxmlformats.org/drawingml/2006/main">
              <a:ext uri="{FF2B5EF4-FFF2-40B4-BE49-F238E27FC236}">
                <a16:creationId xmlns:a16="http://schemas.microsoft.com/office/drawing/2014/main" id="{8BD78483-91EB-4A50-8499-AF1A5A81B2B9}"/>
              </a:ext>
            </a:extLst>
          </p:cNvPr>
          <p:cNvSpPr>
            <a:spLocks xmlns:a="http://schemas.openxmlformats.org/drawingml/2006/main" noGrp="1"/>
          </p:cNvSpPr>
          <p:nvPr/>
        </p:nvSpPr>
        <p:spPr>
          <a:xfrm xmlns:a="http://schemas.openxmlformats.org/drawingml/2006/main">
            <a:off x="2920608" y="7162533"/>
            <a:ext cx="70564" cy="91980"/>
          </a:xfrm>
          <a:custGeom xmlns:a="http://schemas.openxmlformats.org/drawingml/2006/main">
            <a:pathLst>
              <a:path w="70564" h="91980">
                <a:moveTo>
                  <a:pt x="20085" y="57396"/>
                </a:moveTo>
                <a:lnTo>
                  <a:pt x="12769" y="90783"/>
                </a:lnTo>
                <a:lnTo>
                  <a:pt x="0" y="90783"/>
                </a:lnTo>
                <a:lnTo>
                  <a:pt x="16095" y="19354"/>
                </a:lnTo>
                <a:cubicBezTo>
                  <a:pt x="16627" y="17004"/>
                  <a:pt x="17003" y="15153"/>
                  <a:pt x="17225" y="13801"/>
                </a:cubicBezTo>
                <a:cubicBezTo>
                  <a:pt x="17447" y="12448"/>
                  <a:pt x="17558" y="11240"/>
                  <a:pt x="17558" y="10176"/>
                </a:cubicBezTo>
                <a:cubicBezTo>
                  <a:pt x="17558" y="9333"/>
                  <a:pt x="17414" y="8602"/>
                  <a:pt x="17126" y="7981"/>
                </a:cubicBezTo>
                <a:cubicBezTo>
                  <a:pt x="16837" y="7361"/>
                  <a:pt x="16361" y="6862"/>
                  <a:pt x="15696" y="6484"/>
                </a:cubicBezTo>
                <a:cubicBezTo>
                  <a:pt x="15030" y="6108"/>
                  <a:pt x="14144" y="5830"/>
                  <a:pt x="13035" y="5653"/>
                </a:cubicBezTo>
                <a:cubicBezTo>
                  <a:pt x="11927" y="5476"/>
                  <a:pt x="10553" y="5366"/>
                  <a:pt x="8912" y="5321"/>
                </a:cubicBezTo>
                <a:lnTo>
                  <a:pt x="9909" y="799"/>
                </a:lnTo>
                <a:lnTo>
                  <a:pt x="28199" y="0"/>
                </a:lnTo>
                <a:lnTo>
                  <a:pt x="32988" y="0"/>
                </a:lnTo>
                <a:lnTo>
                  <a:pt x="21282" y="51743"/>
                </a:lnTo>
                <a:lnTo>
                  <a:pt x="23144" y="51743"/>
                </a:lnTo>
                <a:cubicBezTo>
                  <a:pt x="24829" y="51743"/>
                  <a:pt x="26647" y="51388"/>
                  <a:pt x="28598" y="50679"/>
                </a:cubicBezTo>
                <a:cubicBezTo>
                  <a:pt x="30549" y="49970"/>
                  <a:pt x="32489" y="49050"/>
                  <a:pt x="34418" y="47919"/>
                </a:cubicBezTo>
                <a:cubicBezTo>
                  <a:pt x="36346" y="46788"/>
                  <a:pt x="38197" y="45514"/>
                  <a:pt x="39971" y="44095"/>
                </a:cubicBezTo>
                <a:cubicBezTo>
                  <a:pt x="41745" y="42676"/>
                  <a:pt x="43307" y="41246"/>
                  <a:pt x="44660" y="39805"/>
                </a:cubicBezTo>
                <a:cubicBezTo>
                  <a:pt x="46012" y="38364"/>
                  <a:pt x="47087" y="37001"/>
                  <a:pt x="47885" y="35714"/>
                </a:cubicBezTo>
                <a:cubicBezTo>
                  <a:pt x="48683" y="34429"/>
                  <a:pt x="49082" y="33342"/>
                  <a:pt x="49082" y="32456"/>
                </a:cubicBezTo>
                <a:cubicBezTo>
                  <a:pt x="49082" y="31392"/>
                  <a:pt x="48727" y="30527"/>
                  <a:pt x="48018" y="29862"/>
                </a:cubicBezTo>
                <a:cubicBezTo>
                  <a:pt x="47309" y="29197"/>
                  <a:pt x="46023" y="28754"/>
                  <a:pt x="44161" y="28532"/>
                </a:cubicBezTo>
                <a:lnTo>
                  <a:pt x="44959" y="24276"/>
                </a:lnTo>
                <a:lnTo>
                  <a:pt x="68902" y="24276"/>
                </a:lnTo>
                <a:lnTo>
                  <a:pt x="70564" y="28399"/>
                </a:lnTo>
                <a:cubicBezTo>
                  <a:pt x="67771" y="30793"/>
                  <a:pt x="65089" y="33010"/>
                  <a:pt x="62517" y="35050"/>
                </a:cubicBezTo>
                <a:cubicBezTo>
                  <a:pt x="59945" y="37090"/>
                  <a:pt x="57429" y="39051"/>
                  <a:pt x="54968" y="40935"/>
                </a:cubicBezTo>
                <a:cubicBezTo>
                  <a:pt x="52507" y="42820"/>
                  <a:pt x="50047" y="44671"/>
                  <a:pt x="47586" y="46489"/>
                </a:cubicBezTo>
                <a:cubicBezTo>
                  <a:pt x="45125" y="48307"/>
                  <a:pt x="42609" y="50191"/>
                  <a:pt x="40038" y="52142"/>
                </a:cubicBezTo>
                <a:cubicBezTo>
                  <a:pt x="41101" y="55511"/>
                  <a:pt x="42188" y="58937"/>
                  <a:pt x="43296" y="62417"/>
                </a:cubicBezTo>
                <a:cubicBezTo>
                  <a:pt x="44405" y="65898"/>
                  <a:pt x="45513" y="69345"/>
                  <a:pt x="46621" y="72760"/>
                </a:cubicBezTo>
                <a:cubicBezTo>
                  <a:pt x="47154" y="74577"/>
                  <a:pt x="47653" y="76140"/>
                  <a:pt x="48118" y="77448"/>
                </a:cubicBezTo>
                <a:cubicBezTo>
                  <a:pt x="48584" y="78756"/>
                  <a:pt x="49082" y="79820"/>
                  <a:pt x="49614" y="80640"/>
                </a:cubicBezTo>
                <a:cubicBezTo>
                  <a:pt x="50147" y="81461"/>
                  <a:pt x="50723" y="82070"/>
                  <a:pt x="51344" y="82470"/>
                </a:cubicBezTo>
                <a:cubicBezTo>
                  <a:pt x="51964" y="82868"/>
                  <a:pt x="52718" y="83068"/>
                  <a:pt x="53605" y="83068"/>
                </a:cubicBezTo>
                <a:cubicBezTo>
                  <a:pt x="54226" y="83068"/>
                  <a:pt x="54868" y="82957"/>
                  <a:pt x="55534" y="82736"/>
                </a:cubicBezTo>
                <a:cubicBezTo>
                  <a:pt x="56199" y="82514"/>
                  <a:pt x="56941" y="82115"/>
                  <a:pt x="57762" y="81538"/>
                </a:cubicBezTo>
                <a:cubicBezTo>
                  <a:pt x="58582" y="80962"/>
                  <a:pt x="59513" y="80175"/>
                  <a:pt x="60555" y="79178"/>
                </a:cubicBezTo>
                <a:cubicBezTo>
                  <a:pt x="61597" y="78180"/>
                  <a:pt x="62783" y="76927"/>
                  <a:pt x="64113" y="75419"/>
                </a:cubicBezTo>
                <a:lnTo>
                  <a:pt x="68636" y="79743"/>
                </a:lnTo>
                <a:cubicBezTo>
                  <a:pt x="66551" y="81871"/>
                  <a:pt x="64612" y="83711"/>
                  <a:pt x="62816" y="85263"/>
                </a:cubicBezTo>
                <a:cubicBezTo>
                  <a:pt x="61021" y="86814"/>
                  <a:pt x="59314" y="88089"/>
                  <a:pt x="57695" y="89087"/>
                </a:cubicBezTo>
                <a:cubicBezTo>
                  <a:pt x="56077" y="90084"/>
                  <a:pt x="54514" y="90816"/>
                  <a:pt x="53006" y="91282"/>
                </a:cubicBezTo>
                <a:cubicBezTo>
                  <a:pt x="51499" y="91747"/>
                  <a:pt x="49969" y="91980"/>
                  <a:pt x="48417" y="91980"/>
                </a:cubicBezTo>
                <a:cubicBezTo>
                  <a:pt x="45624" y="91980"/>
                  <a:pt x="43374" y="91282"/>
                  <a:pt x="41667" y="89885"/>
                </a:cubicBezTo>
                <a:cubicBezTo>
                  <a:pt x="39960" y="88488"/>
                  <a:pt x="38508" y="86493"/>
                  <a:pt x="37311" y="83899"/>
                </a:cubicBezTo>
                <a:cubicBezTo>
                  <a:pt x="36113" y="81306"/>
                  <a:pt x="35016" y="78169"/>
                  <a:pt x="34018" y="74489"/>
                </a:cubicBezTo>
                <a:cubicBezTo>
                  <a:pt x="33021" y="70809"/>
                  <a:pt x="31857" y="66708"/>
                  <a:pt x="30527" y="62184"/>
                </a:cubicBezTo>
                <a:cubicBezTo>
                  <a:pt x="30217" y="61120"/>
                  <a:pt x="29917" y="60267"/>
                  <a:pt x="29629" y="59624"/>
                </a:cubicBezTo>
                <a:cubicBezTo>
                  <a:pt x="29341" y="58981"/>
                  <a:pt x="28975" y="58494"/>
                  <a:pt x="28531" y="58161"/>
                </a:cubicBezTo>
                <a:cubicBezTo>
                  <a:pt x="28088" y="57828"/>
                  <a:pt x="27534" y="57617"/>
                  <a:pt x="26869" y="57529"/>
                </a:cubicBezTo>
                <a:cubicBezTo>
                  <a:pt x="26204" y="57440"/>
                  <a:pt x="25362" y="57396"/>
                  <a:pt x="24342" y="57396"/>
                </a:cubicBezTo>
                <a:lnTo>
                  <a:pt x="20085" y="57396"/>
                </a:lnTo>
              </a:path>
            </a:pathLst>
          </a:custGeom>
          <a:solidFill xmlns:a="http://schemas.openxmlformats.org/drawingml/2006/main">
            <a:srgbClr val="7F7F7F"/>
          </a:solidFill>
          <a:ln xmlns:a="http://schemas.openxmlformats.org/drawingml/2006/main" w="0">
            <a:noFill/>
            <a:prstDash val="solid"/>
          </a:ln>
        </p:spPr>
      </p:sp>
      <p:sp>
        <p:nvSpPr>
          <p:cNvPr id="328" name="pdf-path-100185">
            <a:extLst xmlns:a="http://schemas.openxmlformats.org/drawingml/2006/main">
              <a:ext uri="{FF2B5EF4-FFF2-40B4-BE49-F238E27FC236}">
                <a16:creationId xmlns:a16="http://schemas.microsoft.com/office/drawing/2014/main" id="{D9CD3A09-C524-49C5-B96E-0D5CC5F770A2}"/>
              </a:ext>
            </a:extLst>
          </p:cNvPr>
          <p:cNvSpPr>
            <a:spLocks xmlns:a="http://schemas.openxmlformats.org/drawingml/2006/main" noGrp="1"/>
          </p:cNvSpPr>
          <p:nvPr/>
        </p:nvSpPr>
        <p:spPr>
          <a:xfrm xmlns:a="http://schemas.openxmlformats.org/drawingml/2006/main">
            <a:off x="3008866" y="7174305"/>
            <a:ext cx="76617" cy="80141"/>
          </a:xfrm>
          <a:custGeom xmlns:a="http://schemas.openxmlformats.org/drawingml/2006/main">
            <a:pathLst>
              <a:path w="76617" h="80141">
                <a:moveTo>
                  <a:pt x="43695" y="45158"/>
                </a:moveTo>
                <a:lnTo>
                  <a:pt x="43695" y="80141"/>
                </a:lnTo>
                <a:lnTo>
                  <a:pt x="32921" y="80141"/>
                </a:lnTo>
                <a:lnTo>
                  <a:pt x="32921" y="45158"/>
                </a:lnTo>
                <a:lnTo>
                  <a:pt x="0" y="45158"/>
                </a:lnTo>
                <a:lnTo>
                  <a:pt x="0" y="34983"/>
                </a:lnTo>
                <a:lnTo>
                  <a:pt x="32921" y="34983"/>
                </a:lnTo>
                <a:lnTo>
                  <a:pt x="32921" y="0"/>
                </a:lnTo>
                <a:lnTo>
                  <a:pt x="43695" y="0"/>
                </a:lnTo>
                <a:lnTo>
                  <a:pt x="43695" y="34983"/>
                </a:lnTo>
                <a:lnTo>
                  <a:pt x="76617" y="34983"/>
                </a:lnTo>
                <a:lnTo>
                  <a:pt x="76617" y="45158"/>
                </a:lnTo>
                <a:lnTo>
                  <a:pt x="43695" y="45158"/>
                </a:lnTo>
              </a:path>
            </a:pathLst>
          </a:custGeom>
          <a:solidFill xmlns:a="http://schemas.openxmlformats.org/drawingml/2006/main">
            <a:srgbClr val="7F7F7F"/>
          </a:solidFill>
          <a:ln xmlns:a="http://schemas.openxmlformats.org/drawingml/2006/main" w="0">
            <a:noFill/>
            <a:prstDash val="solid"/>
          </a:ln>
        </p:spPr>
      </p:sp>
      <p:sp>
        <p:nvSpPr>
          <p:cNvPr id="329" name="pdf-path-100186">
            <a:extLst xmlns:a="http://schemas.openxmlformats.org/drawingml/2006/main">
              <a:ext uri="{FF2B5EF4-FFF2-40B4-BE49-F238E27FC236}">
                <a16:creationId xmlns:a16="http://schemas.microsoft.com/office/drawing/2014/main" id="{ED6FEF06-ED94-4390-BE4A-1B64223C9E89}"/>
              </a:ext>
            </a:extLst>
          </p:cNvPr>
          <p:cNvSpPr>
            <a:spLocks xmlns:a="http://schemas.openxmlformats.org/drawingml/2006/main" noGrp="1"/>
          </p:cNvSpPr>
          <p:nvPr/>
        </p:nvSpPr>
        <p:spPr>
          <a:xfrm xmlns:a="http://schemas.openxmlformats.org/drawingml/2006/main">
            <a:off x="3106276" y="7167654"/>
            <a:ext cx="56398" cy="85661"/>
          </a:xfrm>
          <a:custGeom xmlns:a="http://schemas.openxmlformats.org/drawingml/2006/main">
            <a:pathLst>
              <a:path w="56398" h="85661">
                <a:moveTo>
                  <a:pt x="36446" y="68104"/>
                </a:moveTo>
                <a:cubicBezTo>
                  <a:pt x="36446" y="69478"/>
                  <a:pt x="36490" y="70664"/>
                  <a:pt x="36579" y="71662"/>
                </a:cubicBezTo>
                <a:cubicBezTo>
                  <a:pt x="36668" y="72659"/>
                  <a:pt x="36811" y="73502"/>
                  <a:pt x="37011" y="74189"/>
                </a:cubicBezTo>
                <a:cubicBezTo>
                  <a:pt x="37211" y="74876"/>
                  <a:pt x="37477" y="75464"/>
                  <a:pt x="37809" y="75951"/>
                </a:cubicBezTo>
                <a:cubicBezTo>
                  <a:pt x="38142" y="76439"/>
                  <a:pt x="38530" y="76860"/>
                  <a:pt x="38973" y="77215"/>
                </a:cubicBezTo>
                <a:cubicBezTo>
                  <a:pt x="39505" y="77747"/>
                  <a:pt x="40215" y="78157"/>
                  <a:pt x="41101" y="78445"/>
                </a:cubicBezTo>
                <a:cubicBezTo>
                  <a:pt x="41988" y="78734"/>
                  <a:pt x="43119" y="78977"/>
                  <a:pt x="44493" y="79177"/>
                </a:cubicBezTo>
                <a:cubicBezTo>
                  <a:pt x="45868" y="79377"/>
                  <a:pt x="47519" y="79532"/>
                  <a:pt x="49448" y="79643"/>
                </a:cubicBezTo>
                <a:cubicBezTo>
                  <a:pt x="51377" y="79753"/>
                  <a:pt x="53693" y="79831"/>
                  <a:pt x="56398" y="79875"/>
                </a:cubicBezTo>
                <a:lnTo>
                  <a:pt x="56398" y="85661"/>
                </a:lnTo>
                <a:lnTo>
                  <a:pt x="3658" y="85661"/>
                </a:lnTo>
                <a:lnTo>
                  <a:pt x="3658" y="79875"/>
                </a:lnTo>
                <a:cubicBezTo>
                  <a:pt x="6273" y="79786"/>
                  <a:pt x="8491" y="79687"/>
                  <a:pt x="10308" y="79576"/>
                </a:cubicBezTo>
                <a:cubicBezTo>
                  <a:pt x="12126" y="79465"/>
                  <a:pt x="13678" y="79310"/>
                  <a:pt x="14964" y="79111"/>
                </a:cubicBezTo>
                <a:cubicBezTo>
                  <a:pt x="16250" y="78911"/>
                  <a:pt x="17281" y="78689"/>
                  <a:pt x="18056" y="78445"/>
                </a:cubicBezTo>
                <a:cubicBezTo>
                  <a:pt x="18833" y="78201"/>
                  <a:pt x="19508" y="77902"/>
                  <a:pt x="20085" y="77547"/>
                </a:cubicBezTo>
                <a:cubicBezTo>
                  <a:pt x="20706" y="77148"/>
                  <a:pt x="21238" y="76716"/>
                  <a:pt x="21681" y="76250"/>
                </a:cubicBezTo>
                <a:cubicBezTo>
                  <a:pt x="22125" y="75785"/>
                  <a:pt x="22479" y="75198"/>
                  <a:pt x="22745" y="74488"/>
                </a:cubicBezTo>
                <a:cubicBezTo>
                  <a:pt x="23011" y="73779"/>
                  <a:pt x="23222" y="72914"/>
                  <a:pt x="23377" y="71894"/>
                </a:cubicBezTo>
                <a:cubicBezTo>
                  <a:pt x="23532" y="70874"/>
                  <a:pt x="23610" y="69611"/>
                  <a:pt x="23610" y="68104"/>
                </a:cubicBezTo>
                <a:lnTo>
                  <a:pt x="23610" y="20418"/>
                </a:lnTo>
                <a:cubicBezTo>
                  <a:pt x="23610" y="18689"/>
                  <a:pt x="23277" y="17470"/>
                  <a:pt x="22612" y="16760"/>
                </a:cubicBezTo>
                <a:cubicBezTo>
                  <a:pt x="21947" y="16051"/>
                  <a:pt x="20994" y="15696"/>
                  <a:pt x="19753" y="15696"/>
                </a:cubicBezTo>
                <a:cubicBezTo>
                  <a:pt x="18378" y="15696"/>
                  <a:pt x="16339" y="16405"/>
                  <a:pt x="13634" y="17824"/>
                </a:cubicBezTo>
                <a:cubicBezTo>
                  <a:pt x="10929" y="19242"/>
                  <a:pt x="7426" y="21348"/>
                  <a:pt x="3126" y="24142"/>
                </a:cubicBezTo>
                <a:cubicBezTo>
                  <a:pt x="2549" y="23122"/>
                  <a:pt x="2017" y="22103"/>
                  <a:pt x="1530" y="21082"/>
                </a:cubicBezTo>
                <a:cubicBezTo>
                  <a:pt x="1042" y="20063"/>
                  <a:pt x="532" y="19021"/>
                  <a:pt x="0" y="17957"/>
                </a:cubicBezTo>
                <a:cubicBezTo>
                  <a:pt x="5498" y="14942"/>
                  <a:pt x="10940" y="11938"/>
                  <a:pt x="16327" y="8945"/>
                </a:cubicBezTo>
                <a:cubicBezTo>
                  <a:pt x="21714" y="5953"/>
                  <a:pt x="27179" y="2970"/>
                  <a:pt x="32722" y="0"/>
                </a:cubicBezTo>
                <a:lnTo>
                  <a:pt x="36778" y="0"/>
                </a:lnTo>
                <a:cubicBezTo>
                  <a:pt x="36690" y="2438"/>
                  <a:pt x="36623" y="4622"/>
                  <a:pt x="36579" y="6551"/>
                </a:cubicBezTo>
                <a:cubicBezTo>
                  <a:pt x="36535" y="8480"/>
                  <a:pt x="36501" y="10353"/>
                  <a:pt x="36479" y="12171"/>
                </a:cubicBezTo>
                <a:cubicBezTo>
                  <a:pt x="36457" y="13988"/>
                  <a:pt x="36446" y="15784"/>
                  <a:pt x="36446" y="17558"/>
                </a:cubicBezTo>
                <a:lnTo>
                  <a:pt x="36446" y="68104"/>
                </a:lnTo>
              </a:path>
            </a:pathLst>
          </a:custGeom>
          <a:solidFill xmlns:a="http://schemas.openxmlformats.org/drawingml/2006/main">
            <a:srgbClr val="7F7F7F"/>
          </a:solidFill>
          <a:ln xmlns:a="http://schemas.openxmlformats.org/drawingml/2006/main" w="0">
            <a:noFill/>
            <a:prstDash val="solid"/>
          </a:ln>
        </p:spPr>
      </p:sp>
      <p:sp>
        <p:nvSpPr>
          <p:cNvPr id="330" name="pdf-path-100187">
            <a:extLst xmlns:a="http://schemas.openxmlformats.org/drawingml/2006/main">
              <a:ext uri="{FF2B5EF4-FFF2-40B4-BE49-F238E27FC236}">
                <a16:creationId xmlns:a16="http://schemas.microsoft.com/office/drawing/2014/main" id="{49AA09EF-D2CE-4966-96B0-389DACCD8802}"/>
              </a:ext>
            </a:extLst>
          </p:cNvPr>
          <p:cNvSpPr>
            <a:spLocks xmlns:a="http://schemas.openxmlformats.org/drawingml/2006/main" noGrp="1"/>
          </p:cNvSpPr>
          <p:nvPr/>
        </p:nvSpPr>
        <p:spPr>
          <a:xfrm xmlns:a="http://schemas.openxmlformats.org/drawingml/2006/main">
            <a:off x="6985129" y="7498651"/>
            <a:ext cx="73690" cy="32988"/>
          </a:xfrm>
          <a:custGeom xmlns:a="http://schemas.openxmlformats.org/drawingml/2006/main">
            <a:pathLst>
              <a:path w="73690" h="32988">
                <a:moveTo>
                  <a:pt x="43540" y="0"/>
                </a:moveTo>
                <a:lnTo>
                  <a:pt x="73690" y="27933"/>
                </a:lnTo>
                <a:lnTo>
                  <a:pt x="68902" y="32988"/>
                </a:lnTo>
                <a:lnTo>
                  <a:pt x="37599" y="11439"/>
                </a:lnTo>
                <a:lnTo>
                  <a:pt x="36623" y="11439"/>
                </a:lnTo>
                <a:lnTo>
                  <a:pt x="4788" y="32988"/>
                </a:lnTo>
                <a:lnTo>
                  <a:pt x="0" y="27933"/>
                </a:lnTo>
                <a:lnTo>
                  <a:pt x="31658" y="0"/>
                </a:lnTo>
                <a:lnTo>
                  <a:pt x="43540" y="0"/>
                </a:lnTo>
              </a:path>
            </a:pathLst>
          </a:custGeom>
          <a:solidFill xmlns:a="http://schemas.openxmlformats.org/drawingml/2006/main">
            <a:srgbClr val="000000"/>
          </a:solidFill>
          <a:ln xmlns:a="http://schemas.openxmlformats.org/drawingml/2006/main" w="0">
            <a:noFill/>
            <a:prstDash val="solid"/>
          </a:ln>
        </p:spPr>
      </p:sp>
      <p:sp>
        <p:nvSpPr>
          <p:cNvPr id="331" name="pdf-path-100188">
            <a:extLst xmlns:a="http://schemas.openxmlformats.org/drawingml/2006/main">
              <a:ext uri="{FF2B5EF4-FFF2-40B4-BE49-F238E27FC236}">
                <a16:creationId xmlns:a16="http://schemas.microsoft.com/office/drawing/2014/main" id="{3D53F631-BFC8-404A-B807-C0ED143E3E98}"/>
              </a:ext>
            </a:extLst>
          </p:cNvPr>
          <p:cNvSpPr>
            <a:spLocks xmlns:a="http://schemas.openxmlformats.org/drawingml/2006/main" noGrp="1"/>
          </p:cNvSpPr>
          <p:nvPr/>
        </p:nvSpPr>
        <p:spPr>
          <a:xfrm xmlns:a="http://schemas.openxmlformats.org/drawingml/2006/main">
            <a:off x="6971683" y="7540240"/>
            <a:ext cx="89741" cy="87701"/>
          </a:xfrm>
          <a:custGeom xmlns:a="http://schemas.openxmlformats.org/drawingml/2006/main">
            <a:pathLst>
              <a:path w="89741" h="87701">
                <a:moveTo>
                  <a:pt x="66862" y="5853"/>
                </a:moveTo>
                <a:lnTo>
                  <a:pt x="75021" y="0"/>
                </a:lnTo>
                <a:lnTo>
                  <a:pt x="80696" y="1419"/>
                </a:lnTo>
                <a:lnTo>
                  <a:pt x="67661" y="57640"/>
                </a:lnTo>
                <a:cubicBezTo>
                  <a:pt x="66360" y="63256"/>
                  <a:pt x="65709" y="67631"/>
                  <a:pt x="65709" y="70764"/>
                </a:cubicBezTo>
                <a:cubicBezTo>
                  <a:pt x="65709" y="73128"/>
                  <a:pt x="66094" y="74843"/>
                  <a:pt x="66862" y="75907"/>
                </a:cubicBezTo>
                <a:cubicBezTo>
                  <a:pt x="67631" y="76971"/>
                  <a:pt x="68842" y="77503"/>
                  <a:pt x="70498" y="77503"/>
                </a:cubicBezTo>
                <a:cubicBezTo>
                  <a:pt x="72271" y="77503"/>
                  <a:pt x="74163" y="76779"/>
                  <a:pt x="76174" y="75330"/>
                </a:cubicBezTo>
                <a:cubicBezTo>
                  <a:pt x="78184" y="73883"/>
                  <a:pt x="81021" y="71118"/>
                  <a:pt x="84686" y="67040"/>
                </a:cubicBezTo>
                <a:lnTo>
                  <a:pt x="89741" y="72005"/>
                </a:lnTo>
                <a:cubicBezTo>
                  <a:pt x="84420" y="77680"/>
                  <a:pt x="79883" y="81715"/>
                  <a:pt x="76129" y="84110"/>
                </a:cubicBezTo>
                <a:cubicBezTo>
                  <a:pt x="72375" y="86504"/>
                  <a:pt x="68310" y="87701"/>
                  <a:pt x="63936" y="87701"/>
                </a:cubicBezTo>
                <a:cubicBezTo>
                  <a:pt x="60271" y="87701"/>
                  <a:pt x="57344" y="86489"/>
                  <a:pt x="55157" y="84066"/>
                </a:cubicBezTo>
                <a:cubicBezTo>
                  <a:pt x="52969" y="81641"/>
                  <a:pt x="51876" y="78420"/>
                  <a:pt x="51876" y="74400"/>
                </a:cubicBezTo>
                <a:cubicBezTo>
                  <a:pt x="51876" y="71148"/>
                  <a:pt x="52556" y="67689"/>
                  <a:pt x="53916" y="64024"/>
                </a:cubicBezTo>
                <a:lnTo>
                  <a:pt x="52763" y="63669"/>
                </a:lnTo>
                <a:cubicBezTo>
                  <a:pt x="47088" y="71946"/>
                  <a:pt x="41708" y="78006"/>
                  <a:pt x="36624" y="81849"/>
                </a:cubicBezTo>
                <a:cubicBezTo>
                  <a:pt x="31540" y="85691"/>
                  <a:pt x="26159" y="87612"/>
                  <a:pt x="20484" y="87612"/>
                </a:cubicBezTo>
                <a:cubicBezTo>
                  <a:pt x="13981" y="87612"/>
                  <a:pt x="8942" y="85159"/>
                  <a:pt x="5365" y="80252"/>
                </a:cubicBezTo>
                <a:cubicBezTo>
                  <a:pt x="1789" y="75345"/>
                  <a:pt x="0" y="68459"/>
                  <a:pt x="0" y="59591"/>
                </a:cubicBezTo>
                <a:cubicBezTo>
                  <a:pt x="0" y="49422"/>
                  <a:pt x="1995" y="39653"/>
                  <a:pt x="5986" y="30283"/>
                </a:cubicBezTo>
                <a:cubicBezTo>
                  <a:pt x="9976" y="20913"/>
                  <a:pt x="15460" y="13524"/>
                  <a:pt x="22435" y="8114"/>
                </a:cubicBezTo>
                <a:cubicBezTo>
                  <a:pt x="29411" y="2705"/>
                  <a:pt x="37186" y="0"/>
                  <a:pt x="45758" y="0"/>
                </a:cubicBezTo>
                <a:cubicBezTo>
                  <a:pt x="49600" y="0"/>
                  <a:pt x="53191" y="429"/>
                  <a:pt x="56532" y="1286"/>
                </a:cubicBezTo>
                <a:cubicBezTo>
                  <a:pt x="59872" y="2143"/>
                  <a:pt x="63315" y="3665"/>
                  <a:pt x="66862" y="5853"/>
                </a:cubicBezTo>
                <a:moveTo>
                  <a:pt x="59059" y="32279"/>
                </a:moveTo>
                <a:cubicBezTo>
                  <a:pt x="59591" y="29854"/>
                  <a:pt x="59946" y="27756"/>
                  <a:pt x="60123" y="25982"/>
                </a:cubicBezTo>
                <a:cubicBezTo>
                  <a:pt x="60300" y="24209"/>
                  <a:pt x="60389" y="22288"/>
                  <a:pt x="60389" y="20218"/>
                </a:cubicBezTo>
                <a:cubicBezTo>
                  <a:pt x="60389" y="15666"/>
                  <a:pt x="59414" y="12326"/>
                  <a:pt x="57462" y="10198"/>
                </a:cubicBezTo>
                <a:cubicBezTo>
                  <a:pt x="55511" y="8070"/>
                  <a:pt x="52201" y="7005"/>
                  <a:pt x="47531" y="7005"/>
                </a:cubicBezTo>
                <a:cubicBezTo>
                  <a:pt x="41442" y="7005"/>
                  <a:pt x="35973" y="9459"/>
                  <a:pt x="31126" y="14366"/>
                </a:cubicBezTo>
                <a:cubicBezTo>
                  <a:pt x="26278" y="19272"/>
                  <a:pt x="22494" y="25849"/>
                  <a:pt x="19775" y="34096"/>
                </a:cubicBezTo>
                <a:cubicBezTo>
                  <a:pt x="17055" y="42343"/>
                  <a:pt x="15696" y="50575"/>
                  <a:pt x="15696" y="58793"/>
                </a:cubicBezTo>
                <a:cubicBezTo>
                  <a:pt x="15696" y="64941"/>
                  <a:pt x="16538" y="69537"/>
                  <a:pt x="18223" y="72582"/>
                </a:cubicBezTo>
                <a:cubicBezTo>
                  <a:pt x="19908" y="75626"/>
                  <a:pt x="22731" y="77148"/>
                  <a:pt x="26692" y="77148"/>
                </a:cubicBezTo>
                <a:cubicBezTo>
                  <a:pt x="30594" y="77148"/>
                  <a:pt x="34421" y="75464"/>
                  <a:pt x="38175" y="72094"/>
                </a:cubicBezTo>
                <a:cubicBezTo>
                  <a:pt x="41929" y="68725"/>
                  <a:pt x="45801" y="63921"/>
                  <a:pt x="49792" y="57684"/>
                </a:cubicBezTo>
                <a:cubicBezTo>
                  <a:pt x="53782" y="51447"/>
                  <a:pt x="56605" y="44250"/>
                  <a:pt x="58261" y="36091"/>
                </a:cubicBezTo>
                <a:lnTo>
                  <a:pt x="59059" y="32279"/>
                </a:lnTo>
              </a:path>
            </a:pathLst>
          </a:custGeom>
          <a:solidFill xmlns:a="http://schemas.openxmlformats.org/drawingml/2006/main">
            <a:srgbClr val="000000"/>
          </a:solidFill>
          <a:ln xmlns:a="http://schemas.openxmlformats.org/drawingml/2006/main" w="0">
            <a:noFill/>
            <a:prstDash val="solid"/>
          </a:ln>
        </p:spPr>
      </p:sp>
      <p:sp>
        <p:nvSpPr>
          <p:cNvPr id="332" name="pdf-path-100189">
            <a:extLst xmlns:a="http://schemas.openxmlformats.org/drawingml/2006/main">
              <a:ext uri="{FF2B5EF4-FFF2-40B4-BE49-F238E27FC236}">
                <a16:creationId xmlns:a16="http://schemas.microsoft.com/office/drawing/2014/main" id="{360715E6-0783-4A59-B7E0-19A7867C7BDF}"/>
              </a:ext>
            </a:extLst>
          </p:cNvPr>
          <p:cNvSpPr>
            <a:spLocks xmlns:a="http://schemas.openxmlformats.org/drawingml/2006/main" noGrp="1"/>
          </p:cNvSpPr>
          <p:nvPr/>
        </p:nvSpPr>
        <p:spPr>
          <a:xfrm xmlns:a="http://schemas.openxmlformats.org/drawingml/2006/main">
            <a:off x="7072552" y="7581258"/>
            <a:ext cx="48351" cy="84597"/>
          </a:xfrm>
          <a:custGeom xmlns:a="http://schemas.openxmlformats.org/drawingml/2006/main">
            <a:pathLst>
              <a:path w="48351" h="84597">
                <a:moveTo>
                  <a:pt x="41900" y="70565"/>
                </a:moveTo>
                <a:cubicBezTo>
                  <a:pt x="39639" y="73092"/>
                  <a:pt x="37488" y="75242"/>
                  <a:pt x="35448" y="77015"/>
                </a:cubicBezTo>
                <a:cubicBezTo>
                  <a:pt x="33409" y="78789"/>
                  <a:pt x="31413" y="80241"/>
                  <a:pt x="29463" y="81372"/>
                </a:cubicBezTo>
                <a:cubicBezTo>
                  <a:pt x="27512" y="82502"/>
                  <a:pt x="25583" y="83323"/>
                  <a:pt x="23677" y="83833"/>
                </a:cubicBezTo>
                <a:cubicBezTo>
                  <a:pt x="21770" y="84342"/>
                  <a:pt x="19819" y="84597"/>
                  <a:pt x="17824" y="84597"/>
                </a:cubicBezTo>
                <a:cubicBezTo>
                  <a:pt x="12548" y="84597"/>
                  <a:pt x="8612" y="83356"/>
                  <a:pt x="6019" y="80873"/>
                </a:cubicBezTo>
                <a:cubicBezTo>
                  <a:pt x="3425" y="78390"/>
                  <a:pt x="2128" y="74732"/>
                  <a:pt x="2128" y="69899"/>
                </a:cubicBezTo>
                <a:cubicBezTo>
                  <a:pt x="2128" y="68259"/>
                  <a:pt x="2250" y="66452"/>
                  <a:pt x="2494" y="64479"/>
                </a:cubicBezTo>
                <a:cubicBezTo>
                  <a:pt x="2737" y="62506"/>
                  <a:pt x="3082" y="60588"/>
                  <a:pt x="3525" y="58726"/>
                </a:cubicBezTo>
                <a:lnTo>
                  <a:pt x="11439" y="24275"/>
                </a:lnTo>
                <a:lnTo>
                  <a:pt x="0" y="24275"/>
                </a:lnTo>
                <a:lnTo>
                  <a:pt x="1330" y="19154"/>
                </a:lnTo>
                <a:cubicBezTo>
                  <a:pt x="3990" y="19154"/>
                  <a:pt x="6063" y="18899"/>
                  <a:pt x="7548" y="18390"/>
                </a:cubicBezTo>
                <a:cubicBezTo>
                  <a:pt x="9033" y="17879"/>
                  <a:pt x="10287" y="17181"/>
                  <a:pt x="11306" y="16294"/>
                </a:cubicBezTo>
                <a:cubicBezTo>
                  <a:pt x="11971" y="15673"/>
                  <a:pt x="12614" y="14908"/>
                  <a:pt x="13235" y="14000"/>
                </a:cubicBezTo>
                <a:cubicBezTo>
                  <a:pt x="13856" y="13091"/>
                  <a:pt x="14476" y="11993"/>
                  <a:pt x="15097" y="10708"/>
                </a:cubicBezTo>
                <a:cubicBezTo>
                  <a:pt x="15718" y="9422"/>
                  <a:pt x="16350" y="7903"/>
                  <a:pt x="16993" y="6152"/>
                </a:cubicBezTo>
                <a:cubicBezTo>
                  <a:pt x="17635" y="4400"/>
                  <a:pt x="18356" y="2350"/>
                  <a:pt x="19154" y="0"/>
                </a:cubicBezTo>
                <a:lnTo>
                  <a:pt x="29529" y="0"/>
                </a:lnTo>
                <a:lnTo>
                  <a:pt x="25738" y="16893"/>
                </a:lnTo>
                <a:lnTo>
                  <a:pt x="48351" y="16893"/>
                </a:lnTo>
                <a:lnTo>
                  <a:pt x="46821" y="24275"/>
                </a:lnTo>
                <a:lnTo>
                  <a:pt x="24275" y="24275"/>
                </a:lnTo>
                <a:lnTo>
                  <a:pt x="17491" y="52142"/>
                </a:lnTo>
                <a:cubicBezTo>
                  <a:pt x="17048" y="54004"/>
                  <a:pt x="16682" y="55678"/>
                  <a:pt x="16393" y="57163"/>
                </a:cubicBezTo>
                <a:cubicBezTo>
                  <a:pt x="16106" y="58648"/>
                  <a:pt x="15873" y="59989"/>
                  <a:pt x="15696" y="61187"/>
                </a:cubicBezTo>
                <a:cubicBezTo>
                  <a:pt x="15518" y="62384"/>
                  <a:pt x="15397" y="63471"/>
                  <a:pt x="15330" y="64445"/>
                </a:cubicBezTo>
                <a:cubicBezTo>
                  <a:pt x="15263" y="65421"/>
                  <a:pt x="15230" y="66330"/>
                  <a:pt x="15230" y="67172"/>
                </a:cubicBezTo>
                <a:cubicBezTo>
                  <a:pt x="15230" y="69833"/>
                  <a:pt x="15784" y="71916"/>
                  <a:pt x="16892" y="73424"/>
                </a:cubicBezTo>
                <a:cubicBezTo>
                  <a:pt x="18002" y="74932"/>
                  <a:pt x="19819" y="75685"/>
                  <a:pt x="22346" y="75685"/>
                </a:cubicBezTo>
                <a:cubicBezTo>
                  <a:pt x="24475" y="75685"/>
                  <a:pt x="26736" y="74899"/>
                  <a:pt x="29130" y="73325"/>
                </a:cubicBezTo>
                <a:cubicBezTo>
                  <a:pt x="31524" y="71751"/>
                  <a:pt x="34251" y="69278"/>
                  <a:pt x="37310" y="65909"/>
                </a:cubicBezTo>
                <a:lnTo>
                  <a:pt x="41900" y="70565"/>
                </a:lnTo>
              </a:path>
            </a:pathLst>
          </a:custGeom>
          <a:solidFill xmlns:a="http://schemas.openxmlformats.org/drawingml/2006/main">
            <a:srgbClr val="000000"/>
          </a:solidFill>
          <a:ln xmlns:a="http://schemas.openxmlformats.org/drawingml/2006/main" w="0">
            <a:noFill/>
            <a:prstDash val="solid"/>
          </a:ln>
        </p:spPr>
      </p:sp>
      <p:sp>
        <p:nvSpPr>
          <p:cNvPr id="333" name="pdf-path-100190">
            <a:extLst xmlns:a="http://schemas.openxmlformats.org/drawingml/2006/main">
              <a:ext uri="{FF2B5EF4-FFF2-40B4-BE49-F238E27FC236}">
                <a16:creationId xmlns:a16="http://schemas.microsoft.com/office/drawing/2014/main" id="{D1877214-896F-49EA-8E57-FEE94BA57682}"/>
              </a:ext>
            </a:extLst>
          </p:cNvPr>
          <p:cNvSpPr>
            <a:spLocks xmlns:a="http://schemas.openxmlformats.org/drawingml/2006/main" noGrp="1"/>
          </p:cNvSpPr>
          <p:nvPr/>
        </p:nvSpPr>
        <p:spPr>
          <a:xfrm xmlns:a="http://schemas.openxmlformats.org/drawingml/2006/main">
            <a:off x="7360246" y="7498650"/>
            <a:ext cx="73690" cy="32988"/>
          </a:xfrm>
          <a:custGeom xmlns:a="http://schemas.openxmlformats.org/drawingml/2006/main">
            <a:pathLst>
              <a:path w="73690" h="32988">
                <a:moveTo>
                  <a:pt x="43540" y="0"/>
                </a:moveTo>
                <a:lnTo>
                  <a:pt x="73690" y="27933"/>
                </a:lnTo>
                <a:lnTo>
                  <a:pt x="68902" y="32988"/>
                </a:lnTo>
                <a:lnTo>
                  <a:pt x="37599" y="11439"/>
                </a:lnTo>
                <a:lnTo>
                  <a:pt x="36623" y="11439"/>
                </a:lnTo>
                <a:lnTo>
                  <a:pt x="4788" y="32988"/>
                </a:lnTo>
                <a:lnTo>
                  <a:pt x="0" y="27933"/>
                </a:lnTo>
                <a:lnTo>
                  <a:pt x="31658" y="0"/>
                </a:lnTo>
                <a:lnTo>
                  <a:pt x="43540" y="0"/>
                </a:lnTo>
              </a:path>
            </a:pathLst>
          </a:custGeom>
          <a:solidFill xmlns:a="http://schemas.openxmlformats.org/drawingml/2006/main">
            <a:srgbClr val="000000"/>
          </a:solidFill>
          <a:ln xmlns:a="http://schemas.openxmlformats.org/drawingml/2006/main" w="0">
            <a:noFill/>
            <a:prstDash val="solid"/>
          </a:ln>
        </p:spPr>
      </p:sp>
      <p:sp>
        <p:nvSpPr>
          <p:cNvPr id="334" name="pdf-path-100191">
            <a:extLst xmlns:a="http://schemas.openxmlformats.org/drawingml/2006/main">
              <a:ext uri="{FF2B5EF4-FFF2-40B4-BE49-F238E27FC236}">
                <a16:creationId xmlns:a16="http://schemas.microsoft.com/office/drawing/2014/main" id="{A559724E-D837-4372-A94F-3141F088BB76}"/>
              </a:ext>
            </a:extLst>
          </p:cNvPr>
          <p:cNvSpPr>
            <a:spLocks xmlns:a="http://schemas.openxmlformats.org/drawingml/2006/main" noGrp="1"/>
          </p:cNvSpPr>
          <p:nvPr/>
        </p:nvSpPr>
        <p:spPr>
          <a:xfrm xmlns:a="http://schemas.openxmlformats.org/drawingml/2006/main">
            <a:off x="7346797" y="7540239"/>
            <a:ext cx="89741" cy="87701"/>
          </a:xfrm>
          <a:custGeom xmlns:a="http://schemas.openxmlformats.org/drawingml/2006/main">
            <a:pathLst>
              <a:path w="89741" h="87701">
                <a:moveTo>
                  <a:pt x="66862" y="5852"/>
                </a:moveTo>
                <a:lnTo>
                  <a:pt x="75021" y="0"/>
                </a:lnTo>
                <a:lnTo>
                  <a:pt x="80696" y="1419"/>
                </a:lnTo>
                <a:lnTo>
                  <a:pt x="67661" y="57640"/>
                </a:lnTo>
                <a:cubicBezTo>
                  <a:pt x="66360" y="63256"/>
                  <a:pt x="65710" y="67631"/>
                  <a:pt x="65710" y="70764"/>
                </a:cubicBezTo>
                <a:cubicBezTo>
                  <a:pt x="65710" y="73128"/>
                  <a:pt x="66094" y="74843"/>
                  <a:pt x="66862" y="75907"/>
                </a:cubicBezTo>
                <a:cubicBezTo>
                  <a:pt x="67631" y="76971"/>
                  <a:pt x="68842" y="77503"/>
                  <a:pt x="70498" y="77503"/>
                </a:cubicBezTo>
                <a:cubicBezTo>
                  <a:pt x="72271" y="77503"/>
                  <a:pt x="74163" y="76779"/>
                  <a:pt x="76174" y="75330"/>
                </a:cubicBezTo>
                <a:cubicBezTo>
                  <a:pt x="78184" y="73883"/>
                  <a:pt x="81021" y="71118"/>
                  <a:pt x="84686" y="67040"/>
                </a:cubicBezTo>
                <a:lnTo>
                  <a:pt x="89741" y="72005"/>
                </a:lnTo>
                <a:cubicBezTo>
                  <a:pt x="84420" y="77680"/>
                  <a:pt x="79883" y="81715"/>
                  <a:pt x="76129" y="84110"/>
                </a:cubicBezTo>
                <a:cubicBezTo>
                  <a:pt x="72375" y="86504"/>
                  <a:pt x="68310" y="87701"/>
                  <a:pt x="63936" y="87701"/>
                </a:cubicBezTo>
                <a:cubicBezTo>
                  <a:pt x="60271" y="87701"/>
                  <a:pt x="57344" y="86489"/>
                  <a:pt x="55157" y="84066"/>
                </a:cubicBezTo>
                <a:cubicBezTo>
                  <a:pt x="52969" y="81641"/>
                  <a:pt x="51876" y="78420"/>
                  <a:pt x="51876" y="74400"/>
                </a:cubicBezTo>
                <a:cubicBezTo>
                  <a:pt x="51876" y="71148"/>
                  <a:pt x="52556" y="67689"/>
                  <a:pt x="53916" y="64024"/>
                </a:cubicBezTo>
                <a:lnTo>
                  <a:pt x="52763" y="63669"/>
                </a:lnTo>
                <a:cubicBezTo>
                  <a:pt x="47088" y="71946"/>
                  <a:pt x="41708" y="78006"/>
                  <a:pt x="36624" y="81849"/>
                </a:cubicBezTo>
                <a:cubicBezTo>
                  <a:pt x="31540" y="85691"/>
                  <a:pt x="26159" y="87612"/>
                  <a:pt x="20484" y="87612"/>
                </a:cubicBezTo>
                <a:cubicBezTo>
                  <a:pt x="13981" y="87612"/>
                  <a:pt x="8942" y="85159"/>
                  <a:pt x="5365" y="80252"/>
                </a:cubicBezTo>
                <a:cubicBezTo>
                  <a:pt x="1789" y="75345"/>
                  <a:pt x="0" y="68459"/>
                  <a:pt x="0" y="59591"/>
                </a:cubicBezTo>
                <a:cubicBezTo>
                  <a:pt x="0" y="49422"/>
                  <a:pt x="1995" y="39653"/>
                  <a:pt x="5986" y="30283"/>
                </a:cubicBezTo>
                <a:cubicBezTo>
                  <a:pt x="9976" y="20913"/>
                  <a:pt x="15460" y="13524"/>
                  <a:pt x="22435" y="8114"/>
                </a:cubicBezTo>
                <a:cubicBezTo>
                  <a:pt x="29411" y="2705"/>
                  <a:pt x="37186" y="0"/>
                  <a:pt x="45758" y="0"/>
                </a:cubicBezTo>
                <a:cubicBezTo>
                  <a:pt x="49600" y="0"/>
                  <a:pt x="53191" y="429"/>
                  <a:pt x="56532" y="1286"/>
                </a:cubicBezTo>
                <a:cubicBezTo>
                  <a:pt x="59872" y="2143"/>
                  <a:pt x="63315" y="3665"/>
                  <a:pt x="66862" y="5852"/>
                </a:cubicBezTo>
                <a:moveTo>
                  <a:pt x="59059" y="32279"/>
                </a:moveTo>
                <a:cubicBezTo>
                  <a:pt x="59591" y="29854"/>
                  <a:pt x="59946" y="27756"/>
                  <a:pt x="60123" y="25982"/>
                </a:cubicBezTo>
                <a:cubicBezTo>
                  <a:pt x="60300" y="24209"/>
                  <a:pt x="60389" y="22288"/>
                  <a:pt x="60389" y="20218"/>
                </a:cubicBezTo>
                <a:cubicBezTo>
                  <a:pt x="60389" y="15666"/>
                  <a:pt x="59414" y="12326"/>
                  <a:pt x="57462" y="10198"/>
                </a:cubicBezTo>
                <a:cubicBezTo>
                  <a:pt x="55511" y="8070"/>
                  <a:pt x="52201" y="7005"/>
                  <a:pt x="47531" y="7005"/>
                </a:cubicBezTo>
                <a:cubicBezTo>
                  <a:pt x="41442" y="7005"/>
                  <a:pt x="35973" y="9459"/>
                  <a:pt x="31126" y="14366"/>
                </a:cubicBezTo>
                <a:cubicBezTo>
                  <a:pt x="26278" y="19272"/>
                  <a:pt x="22494" y="25849"/>
                  <a:pt x="19775" y="34096"/>
                </a:cubicBezTo>
                <a:cubicBezTo>
                  <a:pt x="17055" y="42343"/>
                  <a:pt x="15696" y="50575"/>
                  <a:pt x="15696" y="58793"/>
                </a:cubicBezTo>
                <a:cubicBezTo>
                  <a:pt x="15696" y="64941"/>
                  <a:pt x="16538" y="69537"/>
                  <a:pt x="18223" y="72582"/>
                </a:cubicBezTo>
                <a:cubicBezTo>
                  <a:pt x="19908" y="75626"/>
                  <a:pt x="22731" y="77148"/>
                  <a:pt x="26692" y="77148"/>
                </a:cubicBezTo>
                <a:cubicBezTo>
                  <a:pt x="30594" y="77148"/>
                  <a:pt x="34421" y="75464"/>
                  <a:pt x="38175" y="72094"/>
                </a:cubicBezTo>
                <a:cubicBezTo>
                  <a:pt x="41929" y="68725"/>
                  <a:pt x="45801" y="63921"/>
                  <a:pt x="49792" y="57684"/>
                </a:cubicBezTo>
                <a:cubicBezTo>
                  <a:pt x="53782" y="51447"/>
                  <a:pt x="56605" y="44250"/>
                  <a:pt x="58261" y="36091"/>
                </a:cubicBezTo>
                <a:lnTo>
                  <a:pt x="59059" y="32279"/>
                </a:lnTo>
              </a:path>
            </a:pathLst>
          </a:custGeom>
          <a:solidFill xmlns:a="http://schemas.openxmlformats.org/drawingml/2006/main">
            <a:srgbClr val="000000"/>
          </a:solidFill>
          <a:ln xmlns:a="http://schemas.openxmlformats.org/drawingml/2006/main" w="0">
            <a:noFill/>
            <a:prstDash val="solid"/>
          </a:ln>
        </p:spPr>
      </p:sp>
      <p:sp>
        <p:nvSpPr>
          <p:cNvPr id="335" name="pdf-path-100192">
            <a:extLst xmlns:a="http://schemas.openxmlformats.org/drawingml/2006/main">
              <a:ext uri="{FF2B5EF4-FFF2-40B4-BE49-F238E27FC236}">
                <a16:creationId xmlns:a16="http://schemas.microsoft.com/office/drawing/2014/main" id="{2BAC0B4A-C5BA-4C95-A0B1-D94471C9F1A4}"/>
              </a:ext>
            </a:extLst>
          </p:cNvPr>
          <p:cNvSpPr>
            <a:spLocks xmlns:a="http://schemas.openxmlformats.org/drawingml/2006/main" noGrp="1"/>
          </p:cNvSpPr>
          <p:nvPr/>
        </p:nvSpPr>
        <p:spPr>
          <a:xfrm xmlns:a="http://schemas.openxmlformats.org/drawingml/2006/main">
            <a:off x="7447668" y="7581258"/>
            <a:ext cx="48351" cy="84597"/>
          </a:xfrm>
          <a:custGeom xmlns:a="http://schemas.openxmlformats.org/drawingml/2006/main">
            <a:pathLst>
              <a:path w="48351" h="84597">
                <a:moveTo>
                  <a:pt x="41900" y="70565"/>
                </a:moveTo>
                <a:cubicBezTo>
                  <a:pt x="39639" y="73092"/>
                  <a:pt x="37488" y="75242"/>
                  <a:pt x="35448" y="77015"/>
                </a:cubicBezTo>
                <a:cubicBezTo>
                  <a:pt x="33409" y="78789"/>
                  <a:pt x="31413" y="80241"/>
                  <a:pt x="29463" y="81372"/>
                </a:cubicBezTo>
                <a:cubicBezTo>
                  <a:pt x="27512" y="82502"/>
                  <a:pt x="25583" y="83323"/>
                  <a:pt x="23677" y="83833"/>
                </a:cubicBezTo>
                <a:cubicBezTo>
                  <a:pt x="21770" y="84342"/>
                  <a:pt x="19819" y="84597"/>
                  <a:pt x="17824" y="84597"/>
                </a:cubicBezTo>
                <a:cubicBezTo>
                  <a:pt x="12548" y="84597"/>
                  <a:pt x="8612" y="83356"/>
                  <a:pt x="6019" y="80873"/>
                </a:cubicBezTo>
                <a:cubicBezTo>
                  <a:pt x="3425" y="78390"/>
                  <a:pt x="2128" y="74732"/>
                  <a:pt x="2128" y="69899"/>
                </a:cubicBezTo>
                <a:cubicBezTo>
                  <a:pt x="2128" y="68259"/>
                  <a:pt x="2250" y="66452"/>
                  <a:pt x="2494" y="64479"/>
                </a:cubicBezTo>
                <a:cubicBezTo>
                  <a:pt x="2737" y="62506"/>
                  <a:pt x="3082" y="60588"/>
                  <a:pt x="3525" y="58726"/>
                </a:cubicBezTo>
                <a:lnTo>
                  <a:pt x="11439" y="24275"/>
                </a:lnTo>
                <a:lnTo>
                  <a:pt x="0" y="24275"/>
                </a:lnTo>
                <a:lnTo>
                  <a:pt x="1330" y="19154"/>
                </a:lnTo>
                <a:cubicBezTo>
                  <a:pt x="3990" y="19154"/>
                  <a:pt x="6063" y="18899"/>
                  <a:pt x="7548" y="18390"/>
                </a:cubicBezTo>
                <a:cubicBezTo>
                  <a:pt x="9033" y="17879"/>
                  <a:pt x="10287" y="17181"/>
                  <a:pt x="11306" y="16294"/>
                </a:cubicBezTo>
                <a:cubicBezTo>
                  <a:pt x="11971" y="15673"/>
                  <a:pt x="12614" y="14908"/>
                  <a:pt x="13235" y="14000"/>
                </a:cubicBezTo>
                <a:cubicBezTo>
                  <a:pt x="13856" y="13091"/>
                  <a:pt x="14476" y="11993"/>
                  <a:pt x="15097" y="10708"/>
                </a:cubicBezTo>
                <a:cubicBezTo>
                  <a:pt x="15718" y="9422"/>
                  <a:pt x="16350" y="7903"/>
                  <a:pt x="16993" y="6152"/>
                </a:cubicBezTo>
                <a:cubicBezTo>
                  <a:pt x="17635" y="4400"/>
                  <a:pt x="18356" y="2350"/>
                  <a:pt x="19154" y="0"/>
                </a:cubicBezTo>
                <a:lnTo>
                  <a:pt x="29529" y="0"/>
                </a:lnTo>
                <a:lnTo>
                  <a:pt x="25738" y="16893"/>
                </a:lnTo>
                <a:lnTo>
                  <a:pt x="48351" y="16893"/>
                </a:lnTo>
                <a:lnTo>
                  <a:pt x="46821" y="24275"/>
                </a:lnTo>
                <a:lnTo>
                  <a:pt x="24275" y="24275"/>
                </a:lnTo>
                <a:lnTo>
                  <a:pt x="17491" y="52142"/>
                </a:lnTo>
                <a:cubicBezTo>
                  <a:pt x="17048" y="54004"/>
                  <a:pt x="16682" y="55678"/>
                  <a:pt x="16394" y="57163"/>
                </a:cubicBezTo>
                <a:cubicBezTo>
                  <a:pt x="16106" y="58648"/>
                  <a:pt x="15873" y="59989"/>
                  <a:pt x="15696" y="61187"/>
                </a:cubicBezTo>
                <a:cubicBezTo>
                  <a:pt x="15518" y="62384"/>
                  <a:pt x="15397" y="63471"/>
                  <a:pt x="15330" y="64445"/>
                </a:cubicBezTo>
                <a:cubicBezTo>
                  <a:pt x="15263" y="65421"/>
                  <a:pt x="15230" y="66330"/>
                  <a:pt x="15230" y="67172"/>
                </a:cubicBezTo>
                <a:cubicBezTo>
                  <a:pt x="15230" y="69833"/>
                  <a:pt x="15784" y="71916"/>
                  <a:pt x="16892" y="73424"/>
                </a:cubicBezTo>
                <a:cubicBezTo>
                  <a:pt x="18002" y="74932"/>
                  <a:pt x="19819" y="75685"/>
                  <a:pt x="22346" y="75685"/>
                </a:cubicBezTo>
                <a:cubicBezTo>
                  <a:pt x="24475" y="75685"/>
                  <a:pt x="26736" y="74899"/>
                  <a:pt x="29130" y="73325"/>
                </a:cubicBezTo>
                <a:cubicBezTo>
                  <a:pt x="31524" y="71751"/>
                  <a:pt x="34251" y="69278"/>
                  <a:pt x="37310" y="65909"/>
                </a:cubicBezTo>
                <a:lnTo>
                  <a:pt x="41900" y="70565"/>
                </a:lnTo>
              </a:path>
            </a:pathLst>
          </a:custGeom>
          <a:solidFill xmlns:a="http://schemas.openxmlformats.org/drawingml/2006/main">
            <a:srgbClr val="000000"/>
          </a:solidFill>
          <a:ln xmlns:a="http://schemas.openxmlformats.org/drawingml/2006/main" w="0">
            <a:noFill/>
            <a:prstDash val="solid"/>
          </a:ln>
        </p:spPr>
      </p:sp>
      <p:sp>
        <p:nvSpPr>
          <p:cNvPr id="336" name="pdf-path-100193">
            <a:extLst xmlns:a="http://schemas.openxmlformats.org/drawingml/2006/main">
              <a:ext uri="{FF2B5EF4-FFF2-40B4-BE49-F238E27FC236}">
                <a16:creationId xmlns:a16="http://schemas.microsoft.com/office/drawing/2014/main" id="{21284BF6-910C-4E8D-B720-DF68B3019FCD}"/>
              </a:ext>
            </a:extLst>
          </p:cNvPr>
          <p:cNvSpPr>
            <a:spLocks xmlns:a="http://schemas.openxmlformats.org/drawingml/2006/main" noGrp="1"/>
          </p:cNvSpPr>
          <p:nvPr/>
        </p:nvSpPr>
        <p:spPr>
          <a:xfrm xmlns:a="http://schemas.openxmlformats.org/drawingml/2006/main">
            <a:off x="7511210" y="7585647"/>
            <a:ext cx="76617" cy="80141"/>
          </a:xfrm>
          <a:custGeom xmlns:a="http://schemas.openxmlformats.org/drawingml/2006/main">
            <a:pathLst>
              <a:path w="76617" h="80141">
                <a:moveTo>
                  <a:pt x="43695" y="45158"/>
                </a:moveTo>
                <a:lnTo>
                  <a:pt x="43695" y="80141"/>
                </a:lnTo>
                <a:lnTo>
                  <a:pt x="32921" y="80141"/>
                </a:lnTo>
                <a:lnTo>
                  <a:pt x="32921" y="45158"/>
                </a:lnTo>
                <a:lnTo>
                  <a:pt x="0" y="45158"/>
                </a:lnTo>
                <a:lnTo>
                  <a:pt x="0" y="34983"/>
                </a:lnTo>
                <a:lnTo>
                  <a:pt x="32921" y="34983"/>
                </a:lnTo>
                <a:lnTo>
                  <a:pt x="32921" y="0"/>
                </a:lnTo>
                <a:lnTo>
                  <a:pt x="43695" y="0"/>
                </a:lnTo>
                <a:lnTo>
                  <a:pt x="43695" y="34983"/>
                </a:lnTo>
                <a:lnTo>
                  <a:pt x="76617" y="34983"/>
                </a:lnTo>
                <a:lnTo>
                  <a:pt x="76617" y="45158"/>
                </a:lnTo>
                <a:lnTo>
                  <a:pt x="43695" y="45158"/>
                </a:lnTo>
              </a:path>
            </a:pathLst>
          </a:custGeom>
          <a:solidFill xmlns:a="http://schemas.openxmlformats.org/drawingml/2006/main">
            <a:srgbClr val="000000"/>
          </a:solidFill>
          <a:ln xmlns:a="http://schemas.openxmlformats.org/drawingml/2006/main" w="0">
            <a:noFill/>
            <a:prstDash val="solid"/>
          </a:ln>
        </p:spPr>
      </p:sp>
      <p:sp>
        <p:nvSpPr>
          <p:cNvPr id="337" name="pdf-path-100194">
            <a:extLst xmlns:a="http://schemas.openxmlformats.org/drawingml/2006/main">
              <a:ext uri="{FF2B5EF4-FFF2-40B4-BE49-F238E27FC236}">
                <a16:creationId xmlns:a16="http://schemas.microsoft.com/office/drawing/2014/main" id="{49196A1F-5495-4FD1-A04D-0DB293E5879A}"/>
              </a:ext>
            </a:extLst>
          </p:cNvPr>
          <p:cNvSpPr>
            <a:spLocks xmlns:a="http://schemas.openxmlformats.org/drawingml/2006/main" noGrp="1"/>
          </p:cNvSpPr>
          <p:nvPr/>
        </p:nvSpPr>
        <p:spPr>
          <a:xfrm xmlns:a="http://schemas.openxmlformats.org/drawingml/2006/main">
            <a:off x="7608622" y="7578996"/>
            <a:ext cx="56398" cy="85661"/>
          </a:xfrm>
          <a:custGeom xmlns:a="http://schemas.openxmlformats.org/drawingml/2006/main">
            <a:pathLst>
              <a:path w="56398" h="85661">
                <a:moveTo>
                  <a:pt x="36446" y="68104"/>
                </a:moveTo>
                <a:cubicBezTo>
                  <a:pt x="36446" y="69478"/>
                  <a:pt x="36491" y="70664"/>
                  <a:pt x="36579" y="71662"/>
                </a:cubicBezTo>
                <a:cubicBezTo>
                  <a:pt x="36668" y="72659"/>
                  <a:pt x="36811" y="73502"/>
                  <a:pt x="37011" y="74189"/>
                </a:cubicBezTo>
                <a:cubicBezTo>
                  <a:pt x="37211" y="74876"/>
                  <a:pt x="37477" y="75464"/>
                  <a:pt x="37809" y="75951"/>
                </a:cubicBezTo>
                <a:cubicBezTo>
                  <a:pt x="38142" y="76439"/>
                  <a:pt x="38529" y="76860"/>
                  <a:pt x="38973" y="77215"/>
                </a:cubicBezTo>
                <a:cubicBezTo>
                  <a:pt x="39505" y="77747"/>
                  <a:pt x="40215" y="78157"/>
                  <a:pt x="41101" y="78445"/>
                </a:cubicBezTo>
                <a:cubicBezTo>
                  <a:pt x="41988" y="78734"/>
                  <a:pt x="43119" y="78977"/>
                  <a:pt x="44493" y="79177"/>
                </a:cubicBezTo>
                <a:cubicBezTo>
                  <a:pt x="45868" y="79377"/>
                  <a:pt x="47519" y="79532"/>
                  <a:pt x="49448" y="79643"/>
                </a:cubicBezTo>
                <a:cubicBezTo>
                  <a:pt x="51377" y="79753"/>
                  <a:pt x="53693" y="79831"/>
                  <a:pt x="56398" y="79875"/>
                </a:cubicBezTo>
                <a:lnTo>
                  <a:pt x="56398" y="85661"/>
                </a:lnTo>
                <a:lnTo>
                  <a:pt x="3657" y="85661"/>
                </a:lnTo>
                <a:lnTo>
                  <a:pt x="3657" y="79875"/>
                </a:lnTo>
                <a:cubicBezTo>
                  <a:pt x="6273" y="79786"/>
                  <a:pt x="8490" y="79687"/>
                  <a:pt x="10308" y="79576"/>
                </a:cubicBezTo>
                <a:cubicBezTo>
                  <a:pt x="12127" y="79465"/>
                  <a:pt x="13678" y="79310"/>
                  <a:pt x="14964" y="79111"/>
                </a:cubicBezTo>
                <a:cubicBezTo>
                  <a:pt x="16250" y="78911"/>
                  <a:pt x="17280" y="78689"/>
                  <a:pt x="18056" y="78445"/>
                </a:cubicBezTo>
                <a:cubicBezTo>
                  <a:pt x="18833" y="78201"/>
                  <a:pt x="19508" y="77902"/>
                  <a:pt x="20085" y="77547"/>
                </a:cubicBezTo>
                <a:cubicBezTo>
                  <a:pt x="20706" y="77148"/>
                  <a:pt x="21238" y="76716"/>
                  <a:pt x="21682" y="76250"/>
                </a:cubicBezTo>
                <a:cubicBezTo>
                  <a:pt x="22125" y="75785"/>
                  <a:pt x="22479" y="75198"/>
                  <a:pt x="22745" y="74488"/>
                </a:cubicBezTo>
                <a:cubicBezTo>
                  <a:pt x="23011" y="73779"/>
                  <a:pt x="23222" y="72914"/>
                  <a:pt x="23377" y="71894"/>
                </a:cubicBezTo>
                <a:cubicBezTo>
                  <a:pt x="23532" y="70874"/>
                  <a:pt x="23610" y="69611"/>
                  <a:pt x="23610" y="68104"/>
                </a:cubicBezTo>
                <a:lnTo>
                  <a:pt x="23610" y="20418"/>
                </a:lnTo>
                <a:cubicBezTo>
                  <a:pt x="23610" y="18689"/>
                  <a:pt x="23277" y="17470"/>
                  <a:pt x="22612" y="16760"/>
                </a:cubicBezTo>
                <a:cubicBezTo>
                  <a:pt x="21947" y="16050"/>
                  <a:pt x="20994" y="15696"/>
                  <a:pt x="19753" y="15696"/>
                </a:cubicBezTo>
                <a:cubicBezTo>
                  <a:pt x="18378" y="15696"/>
                  <a:pt x="16339" y="16405"/>
                  <a:pt x="13633" y="17824"/>
                </a:cubicBezTo>
                <a:cubicBezTo>
                  <a:pt x="10929" y="19242"/>
                  <a:pt x="7426" y="21348"/>
                  <a:pt x="3125" y="24142"/>
                </a:cubicBezTo>
                <a:cubicBezTo>
                  <a:pt x="2549" y="23122"/>
                  <a:pt x="2017" y="22103"/>
                  <a:pt x="1530" y="21082"/>
                </a:cubicBezTo>
                <a:cubicBezTo>
                  <a:pt x="1042" y="20063"/>
                  <a:pt x="532" y="19021"/>
                  <a:pt x="0" y="17957"/>
                </a:cubicBezTo>
                <a:cubicBezTo>
                  <a:pt x="5497" y="14942"/>
                  <a:pt x="10941" y="11938"/>
                  <a:pt x="16327" y="8945"/>
                </a:cubicBezTo>
                <a:cubicBezTo>
                  <a:pt x="21715" y="5953"/>
                  <a:pt x="27179" y="2970"/>
                  <a:pt x="32722" y="0"/>
                </a:cubicBezTo>
                <a:lnTo>
                  <a:pt x="36778" y="0"/>
                </a:lnTo>
                <a:cubicBezTo>
                  <a:pt x="36689" y="2438"/>
                  <a:pt x="36623" y="4622"/>
                  <a:pt x="36579" y="6551"/>
                </a:cubicBezTo>
                <a:cubicBezTo>
                  <a:pt x="36534" y="8480"/>
                  <a:pt x="36501" y="10353"/>
                  <a:pt x="36479" y="12171"/>
                </a:cubicBezTo>
                <a:cubicBezTo>
                  <a:pt x="36456" y="13988"/>
                  <a:pt x="36446" y="15784"/>
                  <a:pt x="36446" y="17558"/>
                </a:cubicBezTo>
                <a:lnTo>
                  <a:pt x="36446" y="68104"/>
                </a:lnTo>
              </a:path>
            </a:pathLst>
          </a:custGeom>
          <a:solidFill xmlns:a="http://schemas.openxmlformats.org/drawingml/2006/main">
            <a:srgbClr val="000000"/>
          </a:solidFill>
          <a:ln xmlns:a="http://schemas.openxmlformats.org/drawingml/2006/main" w="0">
            <a:noFill/>
            <a:prstDash val="solid"/>
          </a:ln>
        </p:spPr>
      </p:sp>
      <p:sp>
        <p:nvSpPr>
          <p:cNvPr id="338" name="pdf-path-100195">
            <a:extLst xmlns:a="http://schemas.openxmlformats.org/drawingml/2006/main">
              <a:ext uri="{FF2B5EF4-FFF2-40B4-BE49-F238E27FC236}">
                <a16:creationId xmlns:a16="http://schemas.microsoft.com/office/drawing/2014/main" id="{52E62FF2-73BF-4D66-9F1B-27204CAA949A}"/>
              </a:ext>
            </a:extLst>
          </p:cNvPr>
          <p:cNvSpPr>
            <a:spLocks xmlns:a="http://schemas.openxmlformats.org/drawingml/2006/main" noGrp="1"/>
          </p:cNvSpPr>
          <p:nvPr/>
        </p:nvSpPr>
        <p:spPr>
          <a:xfrm xmlns:a="http://schemas.openxmlformats.org/drawingml/2006/main">
            <a:off x="8223496" y="7495926"/>
            <a:ext cx="73690" cy="32988"/>
          </a:xfrm>
          <a:custGeom xmlns:a="http://schemas.openxmlformats.org/drawingml/2006/main">
            <a:pathLst>
              <a:path w="73690" h="32988">
                <a:moveTo>
                  <a:pt x="43540" y="0"/>
                </a:moveTo>
                <a:lnTo>
                  <a:pt x="73690" y="27933"/>
                </a:lnTo>
                <a:lnTo>
                  <a:pt x="68902" y="32988"/>
                </a:lnTo>
                <a:lnTo>
                  <a:pt x="37599" y="11439"/>
                </a:lnTo>
                <a:lnTo>
                  <a:pt x="36623" y="11439"/>
                </a:lnTo>
                <a:lnTo>
                  <a:pt x="4788" y="32988"/>
                </a:lnTo>
                <a:lnTo>
                  <a:pt x="0" y="27933"/>
                </a:lnTo>
                <a:lnTo>
                  <a:pt x="31658" y="0"/>
                </a:lnTo>
                <a:lnTo>
                  <a:pt x="43540" y="0"/>
                </a:lnTo>
              </a:path>
            </a:pathLst>
          </a:custGeom>
          <a:solidFill xmlns:a="http://schemas.openxmlformats.org/drawingml/2006/main">
            <a:srgbClr val="000000"/>
          </a:solidFill>
          <a:ln xmlns:a="http://schemas.openxmlformats.org/drawingml/2006/main" w="0">
            <a:noFill/>
            <a:prstDash val="solid"/>
          </a:ln>
        </p:spPr>
      </p:sp>
      <p:sp>
        <p:nvSpPr>
          <p:cNvPr id="339" name="pdf-path-100196">
            <a:extLst xmlns:a="http://schemas.openxmlformats.org/drawingml/2006/main">
              <a:ext uri="{FF2B5EF4-FFF2-40B4-BE49-F238E27FC236}">
                <a16:creationId xmlns:a16="http://schemas.microsoft.com/office/drawing/2014/main" id="{85B2CA67-7DC0-4D6E-BA59-13CE5E9BC891}"/>
              </a:ext>
            </a:extLst>
          </p:cNvPr>
          <p:cNvSpPr>
            <a:spLocks xmlns:a="http://schemas.openxmlformats.org/drawingml/2006/main" noGrp="1"/>
          </p:cNvSpPr>
          <p:nvPr/>
        </p:nvSpPr>
        <p:spPr>
          <a:xfrm xmlns:a="http://schemas.openxmlformats.org/drawingml/2006/main">
            <a:off x="8210049" y="7537515"/>
            <a:ext cx="89741" cy="87701"/>
          </a:xfrm>
          <a:custGeom xmlns:a="http://schemas.openxmlformats.org/drawingml/2006/main">
            <a:pathLst>
              <a:path w="89741" h="87701">
                <a:moveTo>
                  <a:pt x="66862" y="5852"/>
                </a:moveTo>
                <a:lnTo>
                  <a:pt x="75021" y="0"/>
                </a:lnTo>
                <a:lnTo>
                  <a:pt x="80696" y="1419"/>
                </a:lnTo>
                <a:lnTo>
                  <a:pt x="67661" y="57640"/>
                </a:lnTo>
                <a:cubicBezTo>
                  <a:pt x="66360" y="63256"/>
                  <a:pt x="65710" y="67631"/>
                  <a:pt x="65710" y="70764"/>
                </a:cubicBezTo>
                <a:cubicBezTo>
                  <a:pt x="65710" y="73128"/>
                  <a:pt x="66094" y="74843"/>
                  <a:pt x="66862" y="75907"/>
                </a:cubicBezTo>
                <a:cubicBezTo>
                  <a:pt x="67631" y="76971"/>
                  <a:pt x="68842" y="77503"/>
                  <a:pt x="70498" y="77503"/>
                </a:cubicBezTo>
                <a:cubicBezTo>
                  <a:pt x="72271" y="77503"/>
                  <a:pt x="74163" y="76779"/>
                  <a:pt x="76174" y="75330"/>
                </a:cubicBezTo>
                <a:cubicBezTo>
                  <a:pt x="78184" y="73883"/>
                  <a:pt x="81021" y="71118"/>
                  <a:pt x="84686" y="67040"/>
                </a:cubicBezTo>
                <a:lnTo>
                  <a:pt x="89741" y="72005"/>
                </a:lnTo>
                <a:cubicBezTo>
                  <a:pt x="84420" y="77680"/>
                  <a:pt x="79883" y="81715"/>
                  <a:pt x="76129" y="84110"/>
                </a:cubicBezTo>
                <a:cubicBezTo>
                  <a:pt x="72375" y="86504"/>
                  <a:pt x="68310" y="87701"/>
                  <a:pt x="63936" y="87701"/>
                </a:cubicBezTo>
                <a:cubicBezTo>
                  <a:pt x="60271" y="87701"/>
                  <a:pt x="57344" y="86489"/>
                  <a:pt x="55157" y="84066"/>
                </a:cubicBezTo>
                <a:cubicBezTo>
                  <a:pt x="52969" y="81641"/>
                  <a:pt x="51876" y="78420"/>
                  <a:pt x="51876" y="74400"/>
                </a:cubicBezTo>
                <a:cubicBezTo>
                  <a:pt x="51876" y="71148"/>
                  <a:pt x="52556" y="67689"/>
                  <a:pt x="53916" y="64024"/>
                </a:cubicBezTo>
                <a:lnTo>
                  <a:pt x="52763" y="63669"/>
                </a:lnTo>
                <a:cubicBezTo>
                  <a:pt x="47088" y="71946"/>
                  <a:pt x="41708" y="78006"/>
                  <a:pt x="36624" y="81849"/>
                </a:cubicBezTo>
                <a:cubicBezTo>
                  <a:pt x="31540" y="85691"/>
                  <a:pt x="26159" y="87612"/>
                  <a:pt x="20484" y="87612"/>
                </a:cubicBezTo>
                <a:cubicBezTo>
                  <a:pt x="13981" y="87612"/>
                  <a:pt x="8942" y="85159"/>
                  <a:pt x="5365" y="80252"/>
                </a:cubicBezTo>
                <a:cubicBezTo>
                  <a:pt x="1789" y="75345"/>
                  <a:pt x="0" y="68459"/>
                  <a:pt x="0" y="59591"/>
                </a:cubicBezTo>
                <a:cubicBezTo>
                  <a:pt x="0" y="49422"/>
                  <a:pt x="1995" y="39653"/>
                  <a:pt x="5986" y="30283"/>
                </a:cubicBezTo>
                <a:cubicBezTo>
                  <a:pt x="9976" y="20913"/>
                  <a:pt x="15460" y="13524"/>
                  <a:pt x="22436" y="8114"/>
                </a:cubicBezTo>
                <a:cubicBezTo>
                  <a:pt x="29411" y="2705"/>
                  <a:pt x="37186" y="0"/>
                  <a:pt x="45758" y="0"/>
                </a:cubicBezTo>
                <a:cubicBezTo>
                  <a:pt x="49600" y="0"/>
                  <a:pt x="53191" y="429"/>
                  <a:pt x="56532" y="1286"/>
                </a:cubicBezTo>
                <a:cubicBezTo>
                  <a:pt x="59872" y="2143"/>
                  <a:pt x="63315" y="3665"/>
                  <a:pt x="66862" y="5852"/>
                </a:cubicBezTo>
                <a:moveTo>
                  <a:pt x="59059" y="32279"/>
                </a:moveTo>
                <a:cubicBezTo>
                  <a:pt x="59591" y="29854"/>
                  <a:pt x="59946" y="27756"/>
                  <a:pt x="60123" y="25982"/>
                </a:cubicBezTo>
                <a:cubicBezTo>
                  <a:pt x="60301" y="24209"/>
                  <a:pt x="60389" y="22288"/>
                  <a:pt x="60389" y="20218"/>
                </a:cubicBezTo>
                <a:cubicBezTo>
                  <a:pt x="60389" y="15666"/>
                  <a:pt x="59414" y="12326"/>
                  <a:pt x="57462" y="10198"/>
                </a:cubicBezTo>
                <a:cubicBezTo>
                  <a:pt x="55511" y="8070"/>
                  <a:pt x="52201" y="7005"/>
                  <a:pt x="47531" y="7005"/>
                </a:cubicBezTo>
                <a:cubicBezTo>
                  <a:pt x="41442" y="7005"/>
                  <a:pt x="35973" y="9459"/>
                  <a:pt x="31126" y="14366"/>
                </a:cubicBezTo>
                <a:cubicBezTo>
                  <a:pt x="26278" y="19272"/>
                  <a:pt x="22494" y="25849"/>
                  <a:pt x="19775" y="34096"/>
                </a:cubicBezTo>
                <a:cubicBezTo>
                  <a:pt x="17055" y="42343"/>
                  <a:pt x="15696" y="50575"/>
                  <a:pt x="15696" y="58793"/>
                </a:cubicBezTo>
                <a:cubicBezTo>
                  <a:pt x="15696" y="64941"/>
                  <a:pt x="16538" y="69537"/>
                  <a:pt x="18223" y="72582"/>
                </a:cubicBezTo>
                <a:cubicBezTo>
                  <a:pt x="19908" y="75626"/>
                  <a:pt x="22731" y="77148"/>
                  <a:pt x="26692" y="77148"/>
                </a:cubicBezTo>
                <a:cubicBezTo>
                  <a:pt x="30594" y="77148"/>
                  <a:pt x="34421" y="75464"/>
                  <a:pt x="38175" y="72094"/>
                </a:cubicBezTo>
                <a:cubicBezTo>
                  <a:pt x="41929" y="68725"/>
                  <a:pt x="45801" y="63921"/>
                  <a:pt x="49792" y="57684"/>
                </a:cubicBezTo>
                <a:cubicBezTo>
                  <a:pt x="53782" y="51447"/>
                  <a:pt x="56605" y="44250"/>
                  <a:pt x="58261" y="36091"/>
                </a:cubicBezTo>
                <a:lnTo>
                  <a:pt x="59059" y="32279"/>
                </a:lnTo>
              </a:path>
            </a:pathLst>
          </a:custGeom>
          <a:solidFill xmlns:a="http://schemas.openxmlformats.org/drawingml/2006/main">
            <a:srgbClr val="000000"/>
          </a:solidFill>
          <a:ln xmlns:a="http://schemas.openxmlformats.org/drawingml/2006/main" w="0">
            <a:noFill/>
            <a:prstDash val="solid"/>
          </a:ln>
        </p:spPr>
      </p:sp>
      <p:sp>
        <p:nvSpPr>
          <p:cNvPr id="340" name="pdf-path-100197">
            <a:extLst xmlns:a="http://schemas.openxmlformats.org/drawingml/2006/main">
              <a:ext uri="{FF2B5EF4-FFF2-40B4-BE49-F238E27FC236}">
                <a16:creationId xmlns:a16="http://schemas.microsoft.com/office/drawing/2014/main" id="{2F445862-AD4C-499D-8811-22252673C82E}"/>
              </a:ext>
            </a:extLst>
          </p:cNvPr>
          <p:cNvSpPr>
            <a:spLocks xmlns:a="http://schemas.openxmlformats.org/drawingml/2006/main" noGrp="1"/>
          </p:cNvSpPr>
          <p:nvPr/>
        </p:nvSpPr>
        <p:spPr>
          <a:xfrm xmlns:a="http://schemas.openxmlformats.org/drawingml/2006/main">
            <a:off x="8310919" y="7578535"/>
            <a:ext cx="48351" cy="84597"/>
          </a:xfrm>
          <a:custGeom xmlns:a="http://schemas.openxmlformats.org/drawingml/2006/main">
            <a:pathLst>
              <a:path w="48351" h="84597">
                <a:moveTo>
                  <a:pt x="41900" y="70565"/>
                </a:moveTo>
                <a:cubicBezTo>
                  <a:pt x="39639" y="73092"/>
                  <a:pt x="37488" y="75242"/>
                  <a:pt x="35448" y="77015"/>
                </a:cubicBezTo>
                <a:cubicBezTo>
                  <a:pt x="33409" y="78789"/>
                  <a:pt x="31413" y="80241"/>
                  <a:pt x="29463" y="81372"/>
                </a:cubicBezTo>
                <a:cubicBezTo>
                  <a:pt x="27512" y="82502"/>
                  <a:pt x="25583" y="83323"/>
                  <a:pt x="23677" y="83833"/>
                </a:cubicBezTo>
                <a:cubicBezTo>
                  <a:pt x="21770" y="84342"/>
                  <a:pt x="19819" y="84597"/>
                  <a:pt x="17824" y="84597"/>
                </a:cubicBezTo>
                <a:cubicBezTo>
                  <a:pt x="12548" y="84597"/>
                  <a:pt x="8612" y="83356"/>
                  <a:pt x="6019" y="80873"/>
                </a:cubicBezTo>
                <a:cubicBezTo>
                  <a:pt x="3425" y="78390"/>
                  <a:pt x="2128" y="74732"/>
                  <a:pt x="2128" y="69899"/>
                </a:cubicBezTo>
                <a:cubicBezTo>
                  <a:pt x="2128" y="68259"/>
                  <a:pt x="2250" y="66452"/>
                  <a:pt x="2494" y="64479"/>
                </a:cubicBezTo>
                <a:cubicBezTo>
                  <a:pt x="2737" y="62506"/>
                  <a:pt x="3082" y="60588"/>
                  <a:pt x="3525" y="58726"/>
                </a:cubicBezTo>
                <a:lnTo>
                  <a:pt x="11439" y="24275"/>
                </a:lnTo>
                <a:lnTo>
                  <a:pt x="0" y="24275"/>
                </a:lnTo>
                <a:lnTo>
                  <a:pt x="1330" y="19154"/>
                </a:lnTo>
                <a:cubicBezTo>
                  <a:pt x="3990" y="19154"/>
                  <a:pt x="6063" y="18899"/>
                  <a:pt x="7548" y="18390"/>
                </a:cubicBezTo>
                <a:cubicBezTo>
                  <a:pt x="9033" y="17879"/>
                  <a:pt x="10287" y="17181"/>
                  <a:pt x="11306" y="16294"/>
                </a:cubicBezTo>
                <a:cubicBezTo>
                  <a:pt x="11971" y="15673"/>
                  <a:pt x="12614" y="14908"/>
                  <a:pt x="13235" y="14000"/>
                </a:cubicBezTo>
                <a:cubicBezTo>
                  <a:pt x="13856" y="13091"/>
                  <a:pt x="14476" y="11993"/>
                  <a:pt x="15097" y="10708"/>
                </a:cubicBezTo>
                <a:cubicBezTo>
                  <a:pt x="15718" y="9422"/>
                  <a:pt x="16350" y="7903"/>
                  <a:pt x="16993" y="6152"/>
                </a:cubicBezTo>
                <a:cubicBezTo>
                  <a:pt x="17635" y="4400"/>
                  <a:pt x="18356" y="2350"/>
                  <a:pt x="19154" y="0"/>
                </a:cubicBezTo>
                <a:lnTo>
                  <a:pt x="29529" y="0"/>
                </a:lnTo>
                <a:lnTo>
                  <a:pt x="25738" y="16893"/>
                </a:lnTo>
                <a:lnTo>
                  <a:pt x="48351" y="16893"/>
                </a:lnTo>
                <a:lnTo>
                  <a:pt x="46821" y="24275"/>
                </a:lnTo>
                <a:lnTo>
                  <a:pt x="24275" y="24275"/>
                </a:lnTo>
                <a:lnTo>
                  <a:pt x="17491" y="52142"/>
                </a:lnTo>
                <a:cubicBezTo>
                  <a:pt x="17048" y="54004"/>
                  <a:pt x="16682" y="55678"/>
                  <a:pt x="16394" y="57163"/>
                </a:cubicBezTo>
                <a:cubicBezTo>
                  <a:pt x="16106" y="58648"/>
                  <a:pt x="15873" y="59989"/>
                  <a:pt x="15696" y="61187"/>
                </a:cubicBezTo>
                <a:cubicBezTo>
                  <a:pt x="15518" y="62384"/>
                  <a:pt x="15397" y="63470"/>
                  <a:pt x="15330" y="64445"/>
                </a:cubicBezTo>
                <a:cubicBezTo>
                  <a:pt x="15263" y="65421"/>
                  <a:pt x="15230" y="66330"/>
                  <a:pt x="15230" y="67172"/>
                </a:cubicBezTo>
                <a:cubicBezTo>
                  <a:pt x="15230" y="69833"/>
                  <a:pt x="15784" y="71916"/>
                  <a:pt x="16893" y="73424"/>
                </a:cubicBezTo>
                <a:cubicBezTo>
                  <a:pt x="18002" y="74932"/>
                  <a:pt x="19819" y="75685"/>
                  <a:pt x="22346" y="75685"/>
                </a:cubicBezTo>
                <a:cubicBezTo>
                  <a:pt x="24475" y="75685"/>
                  <a:pt x="26736" y="74899"/>
                  <a:pt x="29130" y="73325"/>
                </a:cubicBezTo>
                <a:cubicBezTo>
                  <a:pt x="31524" y="71751"/>
                  <a:pt x="34251" y="69278"/>
                  <a:pt x="37310" y="65909"/>
                </a:cubicBezTo>
                <a:lnTo>
                  <a:pt x="41900" y="70565"/>
                </a:lnTo>
              </a:path>
            </a:pathLst>
          </a:custGeom>
          <a:solidFill xmlns:a="http://schemas.openxmlformats.org/drawingml/2006/main">
            <a:srgbClr val="000000"/>
          </a:solidFill>
          <a:ln xmlns:a="http://schemas.openxmlformats.org/drawingml/2006/main" w="0">
            <a:noFill/>
            <a:prstDash val="solid"/>
          </a:ln>
        </p:spPr>
      </p:sp>
      <p:sp>
        <p:nvSpPr>
          <p:cNvPr id="341" name="pdf-path-100198">
            <a:extLst xmlns:a="http://schemas.openxmlformats.org/drawingml/2006/main">
              <a:ext uri="{FF2B5EF4-FFF2-40B4-BE49-F238E27FC236}">
                <a16:creationId xmlns:a16="http://schemas.microsoft.com/office/drawing/2014/main" id="{540D19FA-5F19-4001-B2CF-FCC261BCE695}"/>
              </a:ext>
            </a:extLst>
          </p:cNvPr>
          <p:cNvSpPr>
            <a:spLocks xmlns:a="http://schemas.openxmlformats.org/drawingml/2006/main" noGrp="1"/>
          </p:cNvSpPr>
          <p:nvPr/>
        </p:nvSpPr>
        <p:spPr>
          <a:xfrm xmlns:a="http://schemas.openxmlformats.org/drawingml/2006/main">
            <a:off x="8374462" y="7582924"/>
            <a:ext cx="76617" cy="80142"/>
          </a:xfrm>
          <a:custGeom xmlns:a="http://schemas.openxmlformats.org/drawingml/2006/main">
            <a:pathLst>
              <a:path w="76617" h="80142">
                <a:moveTo>
                  <a:pt x="43695" y="45159"/>
                </a:moveTo>
                <a:lnTo>
                  <a:pt x="43695" y="80142"/>
                </a:lnTo>
                <a:lnTo>
                  <a:pt x="32921" y="80142"/>
                </a:lnTo>
                <a:lnTo>
                  <a:pt x="32921" y="45159"/>
                </a:lnTo>
                <a:lnTo>
                  <a:pt x="0" y="45159"/>
                </a:lnTo>
                <a:lnTo>
                  <a:pt x="0" y="34984"/>
                </a:lnTo>
                <a:lnTo>
                  <a:pt x="32921" y="34984"/>
                </a:lnTo>
                <a:lnTo>
                  <a:pt x="32921" y="0"/>
                </a:lnTo>
                <a:lnTo>
                  <a:pt x="43695" y="0"/>
                </a:lnTo>
                <a:lnTo>
                  <a:pt x="43695" y="34984"/>
                </a:lnTo>
                <a:lnTo>
                  <a:pt x="76617" y="34984"/>
                </a:lnTo>
                <a:lnTo>
                  <a:pt x="76617" y="45159"/>
                </a:lnTo>
                <a:lnTo>
                  <a:pt x="43695" y="45159"/>
                </a:lnTo>
              </a:path>
            </a:pathLst>
          </a:custGeom>
          <a:solidFill xmlns:a="http://schemas.openxmlformats.org/drawingml/2006/main">
            <a:srgbClr val="000000"/>
          </a:solidFill>
          <a:ln xmlns:a="http://schemas.openxmlformats.org/drawingml/2006/main" w="0">
            <a:noFill/>
            <a:prstDash val="solid"/>
          </a:ln>
        </p:spPr>
      </p:sp>
      <p:sp>
        <p:nvSpPr>
          <p:cNvPr id="342" name="pdf-path-100199">
            <a:extLst xmlns:a="http://schemas.openxmlformats.org/drawingml/2006/main">
              <a:ext uri="{FF2B5EF4-FFF2-40B4-BE49-F238E27FC236}">
                <a16:creationId xmlns:a16="http://schemas.microsoft.com/office/drawing/2014/main" id="{024F8D4C-1B59-4897-88E5-CDCB9D64EC9B}"/>
              </a:ext>
            </a:extLst>
          </p:cNvPr>
          <p:cNvSpPr>
            <a:spLocks xmlns:a="http://schemas.openxmlformats.org/drawingml/2006/main" noGrp="1"/>
          </p:cNvSpPr>
          <p:nvPr/>
        </p:nvSpPr>
        <p:spPr>
          <a:xfrm xmlns:a="http://schemas.openxmlformats.org/drawingml/2006/main">
            <a:off x="8467417" y="7571152"/>
            <a:ext cx="70565" cy="91980"/>
          </a:xfrm>
          <a:custGeom xmlns:a="http://schemas.openxmlformats.org/drawingml/2006/main">
            <a:pathLst>
              <a:path w="70565" h="91980">
                <a:moveTo>
                  <a:pt x="20085" y="57396"/>
                </a:moveTo>
                <a:lnTo>
                  <a:pt x="12769" y="90783"/>
                </a:lnTo>
                <a:lnTo>
                  <a:pt x="0" y="90783"/>
                </a:lnTo>
                <a:lnTo>
                  <a:pt x="16094" y="19354"/>
                </a:lnTo>
                <a:cubicBezTo>
                  <a:pt x="16627" y="17004"/>
                  <a:pt x="17004" y="15153"/>
                  <a:pt x="17225" y="13801"/>
                </a:cubicBezTo>
                <a:cubicBezTo>
                  <a:pt x="17447" y="12448"/>
                  <a:pt x="17558" y="11240"/>
                  <a:pt x="17558" y="10176"/>
                </a:cubicBezTo>
                <a:cubicBezTo>
                  <a:pt x="17558" y="9333"/>
                  <a:pt x="17414" y="8602"/>
                  <a:pt x="17126" y="7981"/>
                </a:cubicBezTo>
                <a:cubicBezTo>
                  <a:pt x="16837" y="7360"/>
                  <a:pt x="16360" y="6861"/>
                  <a:pt x="15696" y="6484"/>
                </a:cubicBezTo>
                <a:cubicBezTo>
                  <a:pt x="15030" y="6108"/>
                  <a:pt x="14144" y="5830"/>
                  <a:pt x="13035" y="5653"/>
                </a:cubicBezTo>
                <a:cubicBezTo>
                  <a:pt x="11927" y="5476"/>
                  <a:pt x="10553" y="5365"/>
                  <a:pt x="8912" y="5321"/>
                </a:cubicBezTo>
                <a:lnTo>
                  <a:pt x="9910" y="799"/>
                </a:lnTo>
                <a:lnTo>
                  <a:pt x="28199" y="0"/>
                </a:lnTo>
                <a:lnTo>
                  <a:pt x="32988" y="0"/>
                </a:lnTo>
                <a:lnTo>
                  <a:pt x="21282" y="51743"/>
                </a:lnTo>
                <a:lnTo>
                  <a:pt x="23145" y="51743"/>
                </a:lnTo>
                <a:cubicBezTo>
                  <a:pt x="24830" y="51743"/>
                  <a:pt x="26647" y="51388"/>
                  <a:pt x="28598" y="50679"/>
                </a:cubicBezTo>
                <a:cubicBezTo>
                  <a:pt x="30549" y="49970"/>
                  <a:pt x="32489" y="49050"/>
                  <a:pt x="34418" y="47919"/>
                </a:cubicBezTo>
                <a:cubicBezTo>
                  <a:pt x="36347" y="46788"/>
                  <a:pt x="38197" y="45514"/>
                  <a:pt x="39971" y="44095"/>
                </a:cubicBezTo>
                <a:cubicBezTo>
                  <a:pt x="41745" y="42676"/>
                  <a:pt x="43307" y="41246"/>
                  <a:pt x="44660" y="39805"/>
                </a:cubicBezTo>
                <a:cubicBezTo>
                  <a:pt x="46012" y="38364"/>
                  <a:pt x="47088" y="37001"/>
                  <a:pt x="47885" y="35714"/>
                </a:cubicBezTo>
                <a:cubicBezTo>
                  <a:pt x="48683" y="34429"/>
                  <a:pt x="49083" y="33342"/>
                  <a:pt x="49083" y="32456"/>
                </a:cubicBezTo>
                <a:cubicBezTo>
                  <a:pt x="49083" y="31392"/>
                  <a:pt x="48728" y="30527"/>
                  <a:pt x="48018" y="29862"/>
                </a:cubicBezTo>
                <a:cubicBezTo>
                  <a:pt x="47309" y="29197"/>
                  <a:pt x="46023" y="28754"/>
                  <a:pt x="44161" y="28532"/>
                </a:cubicBezTo>
                <a:lnTo>
                  <a:pt x="44959" y="24276"/>
                </a:lnTo>
                <a:lnTo>
                  <a:pt x="68902" y="24276"/>
                </a:lnTo>
                <a:lnTo>
                  <a:pt x="70565" y="28399"/>
                </a:lnTo>
                <a:cubicBezTo>
                  <a:pt x="67771" y="30793"/>
                  <a:pt x="65088" y="33010"/>
                  <a:pt x="62517" y="35050"/>
                </a:cubicBezTo>
                <a:cubicBezTo>
                  <a:pt x="59945" y="37090"/>
                  <a:pt x="57429" y="39051"/>
                  <a:pt x="54968" y="40935"/>
                </a:cubicBezTo>
                <a:cubicBezTo>
                  <a:pt x="52507" y="42820"/>
                  <a:pt x="50046" y="44671"/>
                  <a:pt x="47586" y="46489"/>
                </a:cubicBezTo>
                <a:cubicBezTo>
                  <a:pt x="45125" y="48307"/>
                  <a:pt x="42609" y="50191"/>
                  <a:pt x="40037" y="52142"/>
                </a:cubicBezTo>
                <a:cubicBezTo>
                  <a:pt x="41102" y="55511"/>
                  <a:pt x="42188" y="58937"/>
                  <a:pt x="43296" y="62417"/>
                </a:cubicBezTo>
                <a:cubicBezTo>
                  <a:pt x="44404" y="65898"/>
                  <a:pt x="45514" y="69345"/>
                  <a:pt x="46622" y="72760"/>
                </a:cubicBezTo>
                <a:cubicBezTo>
                  <a:pt x="47154" y="74577"/>
                  <a:pt x="47653" y="76140"/>
                  <a:pt x="48118" y="77448"/>
                </a:cubicBezTo>
                <a:cubicBezTo>
                  <a:pt x="48584" y="78756"/>
                  <a:pt x="49083" y="79820"/>
                  <a:pt x="49615" y="80640"/>
                </a:cubicBezTo>
                <a:cubicBezTo>
                  <a:pt x="50147" y="81461"/>
                  <a:pt x="50723" y="82070"/>
                  <a:pt x="51344" y="82470"/>
                </a:cubicBezTo>
                <a:cubicBezTo>
                  <a:pt x="51964" y="82868"/>
                  <a:pt x="52718" y="83068"/>
                  <a:pt x="53605" y="83068"/>
                </a:cubicBezTo>
                <a:cubicBezTo>
                  <a:pt x="54225" y="83068"/>
                  <a:pt x="54869" y="82957"/>
                  <a:pt x="55533" y="82736"/>
                </a:cubicBezTo>
                <a:cubicBezTo>
                  <a:pt x="56199" y="82514"/>
                  <a:pt x="56942" y="82115"/>
                  <a:pt x="57761" y="81538"/>
                </a:cubicBezTo>
                <a:cubicBezTo>
                  <a:pt x="58582" y="80962"/>
                  <a:pt x="59513" y="80175"/>
                  <a:pt x="60554" y="79178"/>
                </a:cubicBezTo>
                <a:cubicBezTo>
                  <a:pt x="61597" y="78180"/>
                  <a:pt x="62783" y="76927"/>
                  <a:pt x="64113" y="75419"/>
                </a:cubicBezTo>
                <a:lnTo>
                  <a:pt x="68636" y="79743"/>
                </a:lnTo>
                <a:cubicBezTo>
                  <a:pt x="66551" y="81871"/>
                  <a:pt x="64612" y="83711"/>
                  <a:pt x="62817" y="85263"/>
                </a:cubicBezTo>
                <a:cubicBezTo>
                  <a:pt x="61020" y="86814"/>
                  <a:pt x="59314" y="88089"/>
                  <a:pt x="57695" y="89087"/>
                </a:cubicBezTo>
                <a:cubicBezTo>
                  <a:pt x="56077" y="90084"/>
                  <a:pt x="54514" y="90816"/>
                  <a:pt x="53006" y="91282"/>
                </a:cubicBezTo>
                <a:cubicBezTo>
                  <a:pt x="51499" y="91747"/>
                  <a:pt x="49969" y="91980"/>
                  <a:pt x="48417" y="91980"/>
                </a:cubicBezTo>
                <a:cubicBezTo>
                  <a:pt x="45624" y="91980"/>
                  <a:pt x="43374" y="91282"/>
                  <a:pt x="41667" y="89885"/>
                </a:cubicBezTo>
                <a:cubicBezTo>
                  <a:pt x="39959" y="88488"/>
                  <a:pt x="38508" y="86493"/>
                  <a:pt x="37310" y="83899"/>
                </a:cubicBezTo>
                <a:cubicBezTo>
                  <a:pt x="36114" y="81306"/>
                  <a:pt x="35016" y="78169"/>
                  <a:pt x="34018" y="74489"/>
                </a:cubicBezTo>
                <a:cubicBezTo>
                  <a:pt x="33021" y="70809"/>
                  <a:pt x="31857" y="66708"/>
                  <a:pt x="30527" y="62184"/>
                </a:cubicBezTo>
                <a:cubicBezTo>
                  <a:pt x="30216" y="61120"/>
                  <a:pt x="29917" y="60267"/>
                  <a:pt x="29629" y="59624"/>
                </a:cubicBezTo>
                <a:cubicBezTo>
                  <a:pt x="29341" y="58981"/>
                  <a:pt x="28975" y="58494"/>
                  <a:pt x="28531" y="58161"/>
                </a:cubicBezTo>
                <a:cubicBezTo>
                  <a:pt x="28088" y="57828"/>
                  <a:pt x="27534" y="57617"/>
                  <a:pt x="26869" y="57529"/>
                </a:cubicBezTo>
                <a:cubicBezTo>
                  <a:pt x="26204" y="57440"/>
                  <a:pt x="25362" y="57396"/>
                  <a:pt x="24341" y="57396"/>
                </a:cubicBezTo>
                <a:lnTo>
                  <a:pt x="20085" y="57396"/>
                </a:lnTo>
              </a:path>
            </a:pathLst>
          </a:custGeom>
          <a:solidFill xmlns:a="http://schemas.openxmlformats.org/drawingml/2006/main">
            <a:srgbClr val="000000"/>
          </a:solidFill>
          <a:ln xmlns:a="http://schemas.openxmlformats.org/drawingml/2006/main" w="0">
            <a:noFill/>
            <a:prstDash val="solid"/>
          </a:ln>
        </p:spPr>
      </p:sp>
      <p:sp>
        <p:nvSpPr>
          <p:cNvPr id="343" name="pdf-path-100200">
            <a:extLst xmlns:a="http://schemas.openxmlformats.org/drawingml/2006/main">
              <a:ext uri="{FF2B5EF4-FFF2-40B4-BE49-F238E27FC236}">
                <a16:creationId xmlns:a16="http://schemas.microsoft.com/office/drawing/2014/main" id="{B43F74E4-0152-49DE-B619-4781CB1043CB}"/>
              </a:ext>
            </a:extLst>
          </p:cNvPr>
          <p:cNvSpPr>
            <a:spLocks xmlns:a="http://schemas.openxmlformats.org/drawingml/2006/main" noGrp="1"/>
          </p:cNvSpPr>
          <p:nvPr/>
        </p:nvSpPr>
        <p:spPr>
          <a:xfrm xmlns:a="http://schemas.openxmlformats.org/drawingml/2006/main">
            <a:off x="10112761" y="7504099"/>
            <a:ext cx="73690" cy="32988"/>
          </a:xfrm>
          <a:custGeom xmlns:a="http://schemas.openxmlformats.org/drawingml/2006/main">
            <a:pathLst>
              <a:path w="73690" h="32988">
                <a:moveTo>
                  <a:pt x="43540" y="0"/>
                </a:moveTo>
                <a:lnTo>
                  <a:pt x="73690" y="27933"/>
                </a:lnTo>
                <a:lnTo>
                  <a:pt x="68902" y="32988"/>
                </a:lnTo>
                <a:lnTo>
                  <a:pt x="37599" y="11439"/>
                </a:lnTo>
                <a:lnTo>
                  <a:pt x="36623" y="11439"/>
                </a:lnTo>
                <a:lnTo>
                  <a:pt x="4788" y="32988"/>
                </a:lnTo>
                <a:lnTo>
                  <a:pt x="0" y="27933"/>
                </a:lnTo>
                <a:lnTo>
                  <a:pt x="31658" y="0"/>
                </a:lnTo>
                <a:lnTo>
                  <a:pt x="43540" y="0"/>
                </a:lnTo>
              </a:path>
            </a:pathLst>
          </a:custGeom>
          <a:solidFill xmlns:a="http://schemas.openxmlformats.org/drawingml/2006/main">
            <a:srgbClr val="7F7F7F"/>
          </a:solidFill>
          <a:ln xmlns:a="http://schemas.openxmlformats.org/drawingml/2006/main" w="0">
            <a:noFill/>
            <a:prstDash val="solid"/>
          </a:ln>
        </p:spPr>
      </p:sp>
      <p:sp>
        <p:nvSpPr>
          <p:cNvPr id="344" name="pdf-path-100201">
            <a:extLst xmlns:a="http://schemas.openxmlformats.org/drawingml/2006/main">
              <a:ext uri="{FF2B5EF4-FFF2-40B4-BE49-F238E27FC236}">
                <a16:creationId xmlns:a16="http://schemas.microsoft.com/office/drawing/2014/main" id="{E6D055FD-F2EA-4EB6-B1D2-8A28189A3D55}"/>
              </a:ext>
            </a:extLst>
          </p:cNvPr>
          <p:cNvSpPr>
            <a:spLocks xmlns:a="http://schemas.openxmlformats.org/drawingml/2006/main" noGrp="1"/>
          </p:cNvSpPr>
          <p:nvPr/>
        </p:nvSpPr>
        <p:spPr>
          <a:xfrm xmlns:a="http://schemas.openxmlformats.org/drawingml/2006/main">
            <a:off x="10099313" y="7545688"/>
            <a:ext cx="89741" cy="87701"/>
          </a:xfrm>
          <a:custGeom xmlns:a="http://schemas.openxmlformats.org/drawingml/2006/main">
            <a:pathLst>
              <a:path w="89741" h="87701">
                <a:moveTo>
                  <a:pt x="66862" y="5852"/>
                </a:moveTo>
                <a:lnTo>
                  <a:pt x="75021" y="0"/>
                </a:lnTo>
                <a:lnTo>
                  <a:pt x="80696" y="1419"/>
                </a:lnTo>
                <a:lnTo>
                  <a:pt x="67661" y="57640"/>
                </a:lnTo>
                <a:cubicBezTo>
                  <a:pt x="66360" y="63256"/>
                  <a:pt x="65710" y="67631"/>
                  <a:pt x="65710" y="70764"/>
                </a:cubicBezTo>
                <a:cubicBezTo>
                  <a:pt x="65710" y="73128"/>
                  <a:pt x="66094" y="74843"/>
                  <a:pt x="66862" y="75907"/>
                </a:cubicBezTo>
                <a:cubicBezTo>
                  <a:pt x="67631" y="76971"/>
                  <a:pt x="68843" y="77503"/>
                  <a:pt x="70498" y="77503"/>
                </a:cubicBezTo>
                <a:cubicBezTo>
                  <a:pt x="72271" y="77503"/>
                  <a:pt x="74163" y="76779"/>
                  <a:pt x="76174" y="75330"/>
                </a:cubicBezTo>
                <a:cubicBezTo>
                  <a:pt x="78184" y="73883"/>
                  <a:pt x="81021" y="71118"/>
                  <a:pt x="84686" y="67040"/>
                </a:cubicBezTo>
                <a:lnTo>
                  <a:pt x="89741" y="72005"/>
                </a:lnTo>
                <a:cubicBezTo>
                  <a:pt x="84420" y="77680"/>
                  <a:pt x="79883" y="81715"/>
                  <a:pt x="76129" y="84110"/>
                </a:cubicBezTo>
                <a:cubicBezTo>
                  <a:pt x="72375" y="86504"/>
                  <a:pt x="68310" y="87701"/>
                  <a:pt x="63936" y="87701"/>
                </a:cubicBezTo>
                <a:cubicBezTo>
                  <a:pt x="60271" y="87701"/>
                  <a:pt x="57344" y="86489"/>
                  <a:pt x="55157" y="84066"/>
                </a:cubicBezTo>
                <a:cubicBezTo>
                  <a:pt x="52969" y="81641"/>
                  <a:pt x="51876" y="78420"/>
                  <a:pt x="51876" y="74400"/>
                </a:cubicBezTo>
                <a:cubicBezTo>
                  <a:pt x="51876" y="71148"/>
                  <a:pt x="52556" y="67689"/>
                  <a:pt x="53916" y="64024"/>
                </a:cubicBezTo>
                <a:lnTo>
                  <a:pt x="52763" y="63669"/>
                </a:lnTo>
                <a:cubicBezTo>
                  <a:pt x="47088" y="71946"/>
                  <a:pt x="41708" y="78006"/>
                  <a:pt x="36624" y="81849"/>
                </a:cubicBezTo>
                <a:cubicBezTo>
                  <a:pt x="31540" y="85691"/>
                  <a:pt x="26159" y="87612"/>
                  <a:pt x="20484" y="87612"/>
                </a:cubicBezTo>
                <a:cubicBezTo>
                  <a:pt x="13981" y="87612"/>
                  <a:pt x="8942" y="85159"/>
                  <a:pt x="5365" y="80252"/>
                </a:cubicBezTo>
                <a:cubicBezTo>
                  <a:pt x="1789" y="75345"/>
                  <a:pt x="0" y="68459"/>
                  <a:pt x="0" y="59591"/>
                </a:cubicBezTo>
                <a:cubicBezTo>
                  <a:pt x="0" y="49422"/>
                  <a:pt x="1995" y="39653"/>
                  <a:pt x="5986" y="30283"/>
                </a:cubicBezTo>
                <a:cubicBezTo>
                  <a:pt x="9976" y="20913"/>
                  <a:pt x="15460" y="13524"/>
                  <a:pt x="22436" y="8114"/>
                </a:cubicBezTo>
                <a:cubicBezTo>
                  <a:pt x="29411" y="2705"/>
                  <a:pt x="37186" y="0"/>
                  <a:pt x="45758" y="0"/>
                </a:cubicBezTo>
                <a:cubicBezTo>
                  <a:pt x="49600" y="0"/>
                  <a:pt x="53191" y="429"/>
                  <a:pt x="56532" y="1286"/>
                </a:cubicBezTo>
                <a:cubicBezTo>
                  <a:pt x="59872" y="2143"/>
                  <a:pt x="63315" y="3665"/>
                  <a:pt x="66862" y="5852"/>
                </a:cubicBezTo>
                <a:moveTo>
                  <a:pt x="59059" y="32279"/>
                </a:moveTo>
                <a:cubicBezTo>
                  <a:pt x="59591" y="29854"/>
                  <a:pt x="59946" y="27756"/>
                  <a:pt x="60123" y="25982"/>
                </a:cubicBezTo>
                <a:cubicBezTo>
                  <a:pt x="60301" y="24209"/>
                  <a:pt x="60389" y="22288"/>
                  <a:pt x="60389" y="20218"/>
                </a:cubicBezTo>
                <a:cubicBezTo>
                  <a:pt x="60389" y="15666"/>
                  <a:pt x="59414" y="12326"/>
                  <a:pt x="57462" y="10198"/>
                </a:cubicBezTo>
                <a:cubicBezTo>
                  <a:pt x="55511" y="8070"/>
                  <a:pt x="52201" y="7005"/>
                  <a:pt x="47531" y="7005"/>
                </a:cubicBezTo>
                <a:cubicBezTo>
                  <a:pt x="41442" y="7005"/>
                  <a:pt x="35973" y="9459"/>
                  <a:pt x="31126" y="14366"/>
                </a:cubicBezTo>
                <a:cubicBezTo>
                  <a:pt x="26278" y="19272"/>
                  <a:pt x="22494" y="25849"/>
                  <a:pt x="19775" y="34096"/>
                </a:cubicBezTo>
                <a:cubicBezTo>
                  <a:pt x="17055" y="42343"/>
                  <a:pt x="15696" y="50575"/>
                  <a:pt x="15696" y="58793"/>
                </a:cubicBezTo>
                <a:cubicBezTo>
                  <a:pt x="15696" y="64941"/>
                  <a:pt x="16538" y="69537"/>
                  <a:pt x="18223" y="72582"/>
                </a:cubicBezTo>
                <a:cubicBezTo>
                  <a:pt x="19908" y="75626"/>
                  <a:pt x="22731" y="77148"/>
                  <a:pt x="26692" y="77148"/>
                </a:cubicBezTo>
                <a:cubicBezTo>
                  <a:pt x="30594" y="77148"/>
                  <a:pt x="34421" y="75464"/>
                  <a:pt x="38175" y="72094"/>
                </a:cubicBezTo>
                <a:cubicBezTo>
                  <a:pt x="41929" y="68725"/>
                  <a:pt x="45801" y="63921"/>
                  <a:pt x="49792" y="57684"/>
                </a:cubicBezTo>
                <a:cubicBezTo>
                  <a:pt x="53782" y="51447"/>
                  <a:pt x="56605" y="44250"/>
                  <a:pt x="58261" y="36091"/>
                </a:cubicBezTo>
                <a:lnTo>
                  <a:pt x="59059" y="32279"/>
                </a:lnTo>
              </a:path>
            </a:pathLst>
          </a:custGeom>
          <a:solidFill xmlns:a="http://schemas.openxmlformats.org/drawingml/2006/main">
            <a:srgbClr val="7F7F7F"/>
          </a:solidFill>
          <a:ln xmlns:a="http://schemas.openxmlformats.org/drawingml/2006/main" w="0">
            <a:noFill/>
            <a:prstDash val="solid"/>
          </a:ln>
        </p:spPr>
      </p:sp>
      <p:sp>
        <p:nvSpPr>
          <p:cNvPr id="345" name="pdf-path-100202">
            <a:extLst xmlns:a="http://schemas.openxmlformats.org/drawingml/2006/main">
              <a:ext uri="{FF2B5EF4-FFF2-40B4-BE49-F238E27FC236}">
                <a16:creationId xmlns:a16="http://schemas.microsoft.com/office/drawing/2014/main" id="{0748C40A-4B26-4927-8F21-D6413E793407}"/>
              </a:ext>
            </a:extLst>
          </p:cNvPr>
          <p:cNvSpPr>
            <a:spLocks xmlns:a="http://schemas.openxmlformats.org/drawingml/2006/main" noGrp="1"/>
          </p:cNvSpPr>
          <p:nvPr/>
        </p:nvSpPr>
        <p:spPr>
          <a:xfrm xmlns:a="http://schemas.openxmlformats.org/drawingml/2006/main">
            <a:off x="10200182" y="7586708"/>
            <a:ext cx="48351" cy="84597"/>
          </a:xfrm>
          <a:custGeom xmlns:a="http://schemas.openxmlformats.org/drawingml/2006/main">
            <a:pathLst>
              <a:path w="48351" h="84597">
                <a:moveTo>
                  <a:pt x="41900" y="70565"/>
                </a:moveTo>
                <a:cubicBezTo>
                  <a:pt x="39639" y="73092"/>
                  <a:pt x="37488" y="75242"/>
                  <a:pt x="35448" y="77015"/>
                </a:cubicBezTo>
                <a:cubicBezTo>
                  <a:pt x="33409" y="78789"/>
                  <a:pt x="31413" y="80241"/>
                  <a:pt x="29463" y="81372"/>
                </a:cubicBezTo>
                <a:cubicBezTo>
                  <a:pt x="27512" y="82502"/>
                  <a:pt x="25583" y="83323"/>
                  <a:pt x="23677" y="83833"/>
                </a:cubicBezTo>
                <a:cubicBezTo>
                  <a:pt x="21770" y="84342"/>
                  <a:pt x="19819" y="84597"/>
                  <a:pt x="17824" y="84597"/>
                </a:cubicBezTo>
                <a:cubicBezTo>
                  <a:pt x="12548" y="84597"/>
                  <a:pt x="8612" y="83356"/>
                  <a:pt x="6019" y="80873"/>
                </a:cubicBezTo>
                <a:cubicBezTo>
                  <a:pt x="3425" y="78390"/>
                  <a:pt x="2128" y="74732"/>
                  <a:pt x="2128" y="69899"/>
                </a:cubicBezTo>
                <a:cubicBezTo>
                  <a:pt x="2128" y="68259"/>
                  <a:pt x="2250" y="66452"/>
                  <a:pt x="2494" y="64479"/>
                </a:cubicBezTo>
                <a:cubicBezTo>
                  <a:pt x="2737" y="62506"/>
                  <a:pt x="3082" y="60588"/>
                  <a:pt x="3525" y="58726"/>
                </a:cubicBezTo>
                <a:lnTo>
                  <a:pt x="11439" y="24275"/>
                </a:lnTo>
                <a:lnTo>
                  <a:pt x="0" y="24275"/>
                </a:lnTo>
                <a:lnTo>
                  <a:pt x="1330" y="19154"/>
                </a:lnTo>
                <a:cubicBezTo>
                  <a:pt x="3990" y="19154"/>
                  <a:pt x="6063" y="18899"/>
                  <a:pt x="7548" y="18390"/>
                </a:cubicBezTo>
                <a:cubicBezTo>
                  <a:pt x="9033" y="17879"/>
                  <a:pt x="10287" y="17181"/>
                  <a:pt x="11306" y="16294"/>
                </a:cubicBezTo>
                <a:cubicBezTo>
                  <a:pt x="11971" y="15673"/>
                  <a:pt x="12614" y="14908"/>
                  <a:pt x="13235" y="14000"/>
                </a:cubicBezTo>
                <a:cubicBezTo>
                  <a:pt x="13856" y="13091"/>
                  <a:pt x="14476" y="11993"/>
                  <a:pt x="15097" y="10708"/>
                </a:cubicBezTo>
                <a:cubicBezTo>
                  <a:pt x="15718" y="9422"/>
                  <a:pt x="16350" y="7903"/>
                  <a:pt x="16993" y="6152"/>
                </a:cubicBezTo>
                <a:cubicBezTo>
                  <a:pt x="17635" y="4400"/>
                  <a:pt x="18356" y="2350"/>
                  <a:pt x="19154" y="0"/>
                </a:cubicBezTo>
                <a:lnTo>
                  <a:pt x="29529" y="0"/>
                </a:lnTo>
                <a:lnTo>
                  <a:pt x="25738" y="16893"/>
                </a:lnTo>
                <a:lnTo>
                  <a:pt x="48351" y="16893"/>
                </a:lnTo>
                <a:lnTo>
                  <a:pt x="46821" y="24275"/>
                </a:lnTo>
                <a:lnTo>
                  <a:pt x="24275" y="24275"/>
                </a:lnTo>
                <a:lnTo>
                  <a:pt x="17491" y="52142"/>
                </a:lnTo>
                <a:cubicBezTo>
                  <a:pt x="17048" y="54004"/>
                  <a:pt x="16682" y="55678"/>
                  <a:pt x="16394" y="57163"/>
                </a:cubicBezTo>
                <a:cubicBezTo>
                  <a:pt x="16106" y="58648"/>
                  <a:pt x="15873" y="59989"/>
                  <a:pt x="15696" y="61187"/>
                </a:cubicBezTo>
                <a:cubicBezTo>
                  <a:pt x="15518" y="62384"/>
                  <a:pt x="15397" y="63470"/>
                  <a:pt x="15330" y="64445"/>
                </a:cubicBezTo>
                <a:cubicBezTo>
                  <a:pt x="15263" y="65421"/>
                  <a:pt x="15230" y="66330"/>
                  <a:pt x="15230" y="67172"/>
                </a:cubicBezTo>
                <a:cubicBezTo>
                  <a:pt x="15230" y="69833"/>
                  <a:pt x="15784" y="71916"/>
                  <a:pt x="16893" y="73424"/>
                </a:cubicBezTo>
                <a:cubicBezTo>
                  <a:pt x="18002" y="74932"/>
                  <a:pt x="19819" y="75685"/>
                  <a:pt x="22346" y="75685"/>
                </a:cubicBezTo>
                <a:cubicBezTo>
                  <a:pt x="24475" y="75685"/>
                  <a:pt x="26736" y="74899"/>
                  <a:pt x="29130" y="73325"/>
                </a:cubicBezTo>
                <a:cubicBezTo>
                  <a:pt x="31524" y="71751"/>
                  <a:pt x="34251" y="69278"/>
                  <a:pt x="37310" y="65909"/>
                </a:cubicBezTo>
                <a:lnTo>
                  <a:pt x="41900" y="70565"/>
                </a:lnTo>
              </a:path>
            </a:pathLst>
          </a:custGeom>
          <a:solidFill xmlns:a="http://schemas.openxmlformats.org/drawingml/2006/main">
            <a:srgbClr val="7F7F7F"/>
          </a:solidFill>
          <a:ln xmlns:a="http://schemas.openxmlformats.org/drawingml/2006/main" w="0">
            <a:noFill/>
            <a:prstDash val="solid"/>
          </a:ln>
        </p:spPr>
      </p:sp>
      <p:sp>
        <p:nvSpPr>
          <p:cNvPr id="346" name="pdf-path-100203">
            <a:extLst xmlns:a="http://schemas.openxmlformats.org/drawingml/2006/main">
              <a:ext uri="{FF2B5EF4-FFF2-40B4-BE49-F238E27FC236}">
                <a16:creationId xmlns:a16="http://schemas.microsoft.com/office/drawing/2014/main" id="{F18C0D3D-660C-4EB7-8F78-CB29B21D5601}"/>
              </a:ext>
            </a:extLst>
          </p:cNvPr>
          <p:cNvSpPr>
            <a:spLocks xmlns:a="http://schemas.openxmlformats.org/drawingml/2006/main" noGrp="1"/>
          </p:cNvSpPr>
          <p:nvPr/>
        </p:nvSpPr>
        <p:spPr>
          <a:xfrm xmlns:a="http://schemas.openxmlformats.org/drawingml/2006/main">
            <a:off x="10263724" y="7591097"/>
            <a:ext cx="76617" cy="80142"/>
          </a:xfrm>
          <a:custGeom xmlns:a="http://schemas.openxmlformats.org/drawingml/2006/main">
            <a:pathLst>
              <a:path w="76617" h="80142">
                <a:moveTo>
                  <a:pt x="43695" y="45159"/>
                </a:moveTo>
                <a:lnTo>
                  <a:pt x="43695" y="80142"/>
                </a:lnTo>
                <a:lnTo>
                  <a:pt x="32921" y="80142"/>
                </a:lnTo>
                <a:lnTo>
                  <a:pt x="32921" y="45159"/>
                </a:lnTo>
                <a:lnTo>
                  <a:pt x="0" y="45159"/>
                </a:lnTo>
                <a:lnTo>
                  <a:pt x="0" y="34984"/>
                </a:lnTo>
                <a:lnTo>
                  <a:pt x="32921" y="34984"/>
                </a:lnTo>
                <a:lnTo>
                  <a:pt x="32921" y="0"/>
                </a:lnTo>
                <a:lnTo>
                  <a:pt x="43695" y="0"/>
                </a:lnTo>
                <a:lnTo>
                  <a:pt x="43695" y="34984"/>
                </a:lnTo>
                <a:lnTo>
                  <a:pt x="76617" y="34984"/>
                </a:lnTo>
                <a:lnTo>
                  <a:pt x="76617" y="45159"/>
                </a:lnTo>
                <a:lnTo>
                  <a:pt x="43695" y="45159"/>
                </a:lnTo>
              </a:path>
            </a:pathLst>
          </a:custGeom>
          <a:solidFill xmlns:a="http://schemas.openxmlformats.org/drawingml/2006/main">
            <a:srgbClr val="7F7F7F"/>
          </a:solidFill>
          <a:ln xmlns:a="http://schemas.openxmlformats.org/drawingml/2006/main" w="0">
            <a:noFill/>
            <a:prstDash val="solid"/>
          </a:ln>
        </p:spPr>
      </p:sp>
      <p:sp>
        <p:nvSpPr>
          <p:cNvPr id="347" name="pdf-path-100204">
            <a:extLst xmlns:a="http://schemas.openxmlformats.org/drawingml/2006/main">
              <a:ext uri="{FF2B5EF4-FFF2-40B4-BE49-F238E27FC236}">
                <a16:creationId xmlns:a16="http://schemas.microsoft.com/office/drawing/2014/main" id="{DCF48E35-5191-4B5C-B200-799DEE1979ED}"/>
              </a:ext>
            </a:extLst>
          </p:cNvPr>
          <p:cNvSpPr>
            <a:spLocks xmlns:a="http://schemas.openxmlformats.org/drawingml/2006/main" noGrp="1"/>
          </p:cNvSpPr>
          <p:nvPr/>
        </p:nvSpPr>
        <p:spPr>
          <a:xfrm xmlns:a="http://schemas.openxmlformats.org/drawingml/2006/main">
            <a:off x="10353356" y="7583848"/>
            <a:ext cx="93575" cy="86260"/>
          </a:xfrm>
          <a:custGeom xmlns:a="http://schemas.openxmlformats.org/drawingml/2006/main">
            <a:pathLst>
              <a:path w="93575" h="86260">
                <a:moveTo>
                  <a:pt x="72293" y="67705"/>
                </a:moveTo>
                <a:cubicBezTo>
                  <a:pt x="72116" y="68769"/>
                  <a:pt x="71949" y="69734"/>
                  <a:pt x="71794" y="70598"/>
                </a:cubicBezTo>
                <a:cubicBezTo>
                  <a:pt x="71639" y="71463"/>
                  <a:pt x="71517" y="72261"/>
                  <a:pt x="71429" y="72992"/>
                </a:cubicBezTo>
                <a:cubicBezTo>
                  <a:pt x="71340" y="73724"/>
                  <a:pt x="71274" y="74388"/>
                  <a:pt x="71229" y="74988"/>
                </a:cubicBezTo>
                <a:cubicBezTo>
                  <a:pt x="71185" y="75586"/>
                  <a:pt x="71163" y="76195"/>
                  <a:pt x="71163" y="76816"/>
                </a:cubicBezTo>
                <a:cubicBezTo>
                  <a:pt x="71163" y="78679"/>
                  <a:pt x="71683" y="79997"/>
                  <a:pt x="72726" y="80774"/>
                </a:cubicBezTo>
                <a:cubicBezTo>
                  <a:pt x="73768" y="81550"/>
                  <a:pt x="75596" y="82026"/>
                  <a:pt x="78212" y="82204"/>
                </a:cubicBezTo>
                <a:lnTo>
                  <a:pt x="77281" y="86260"/>
                </a:lnTo>
                <a:lnTo>
                  <a:pt x="49082" y="86260"/>
                </a:lnTo>
                <a:lnTo>
                  <a:pt x="49814" y="82204"/>
                </a:lnTo>
                <a:cubicBezTo>
                  <a:pt x="51188" y="81938"/>
                  <a:pt x="52296" y="81627"/>
                  <a:pt x="53139" y="81272"/>
                </a:cubicBezTo>
                <a:cubicBezTo>
                  <a:pt x="53982" y="80917"/>
                  <a:pt x="54625" y="80452"/>
                  <a:pt x="55068" y="79875"/>
                </a:cubicBezTo>
                <a:cubicBezTo>
                  <a:pt x="55467" y="79477"/>
                  <a:pt x="55899" y="78668"/>
                  <a:pt x="56364" y="77448"/>
                </a:cubicBezTo>
                <a:cubicBezTo>
                  <a:pt x="56830" y="76228"/>
                  <a:pt x="57329" y="74732"/>
                  <a:pt x="57861" y="72959"/>
                </a:cubicBezTo>
                <a:cubicBezTo>
                  <a:pt x="58394" y="71185"/>
                  <a:pt x="58947" y="69168"/>
                  <a:pt x="59524" y="66906"/>
                </a:cubicBezTo>
                <a:cubicBezTo>
                  <a:pt x="60100" y="64645"/>
                  <a:pt x="60665" y="62285"/>
                  <a:pt x="61220" y="59824"/>
                </a:cubicBezTo>
                <a:cubicBezTo>
                  <a:pt x="61774" y="57363"/>
                  <a:pt x="62340" y="54847"/>
                  <a:pt x="62916" y="52275"/>
                </a:cubicBezTo>
                <a:cubicBezTo>
                  <a:pt x="63492" y="49704"/>
                  <a:pt x="64046" y="47198"/>
                  <a:pt x="64578" y="44760"/>
                </a:cubicBezTo>
                <a:lnTo>
                  <a:pt x="28398" y="44760"/>
                </a:lnTo>
                <a:cubicBezTo>
                  <a:pt x="27822" y="47376"/>
                  <a:pt x="27157" y="50147"/>
                  <a:pt x="26403" y="53073"/>
                </a:cubicBezTo>
                <a:cubicBezTo>
                  <a:pt x="25649" y="56000"/>
                  <a:pt x="24939" y="58904"/>
                  <a:pt x="24275" y="61786"/>
                </a:cubicBezTo>
                <a:cubicBezTo>
                  <a:pt x="23610" y="64668"/>
                  <a:pt x="23045" y="67417"/>
                  <a:pt x="22579" y="70033"/>
                </a:cubicBezTo>
                <a:cubicBezTo>
                  <a:pt x="22113" y="72649"/>
                  <a:pt x="21880" y="74910"/>
                  <a:pt x="21880" y="76816"/>
                </a:cubicBezTo>
                <a:cubicBezTo>
                  <a:pt x="21880" y="78590"/>
                  <a:pt x="22390" y="79887"/>
                  <a:pt x="23410" y="80707"/>
                </a:cubicBezTo>
                <a:cubicBezTo>
                  <a:pt x="24430" y="81527"/>
                  <a:pt x="26315" y="82026"/>
                  <a:pt x="29063" y="82204"/>
                </a:cubicBezTo>
                <a:lnTo>
                  <a:pt x="27999" y="86260"/>
                </a:lnTo>
                <a:lnTo>
                  <a:pt x="0" y="86260"/>
                </a:lnTo>
                <a:lnTo>
                  <a:pt x="732" y="82204"/>
                </a:lnTo>
                <a:cubicBezTo>
                  <a:pt x="2106" y="81982"/>
                  <a:pt x="3226" y="81705"/>
                  <a:pt x="4090" y="81372"/>
                </a:cubicBezTo>
                <a:cubicBezTo>
                  <a:pt x="4954" y="81040"/>
                  <a:pt x="5730" y="80397"/>
                  <a:pt x="6417" y="79444"/>
                </a:cubicBezTo>
                <a:cubicBezTo>
                  <a:pt x="7105" y="78491"/>
                  <a:pt x="7737" y="77060"/>
                  <a:pt x="8313" y="75154"/>
                </a:cubicBezTo>
                <a:cubicBezTo>
                  <a:pt x="8890" y="73247"/>
                  <a:pt x="9555" y="70587"/>
                  <a:pt x="10308" y="67173"/>
                </a:cubicBezTo>
                <a:lnTo>
                  <a:pt x="21216" y="18689"/>
                </a:lnTo>
                <a:cubicBezTo>
                  <a:pt x="21614" y="16916"/>
                  <a:pt x="21936" y="15208"/>
                  <a:pt x="22179" y="13568"/>
                </a:cubicBezTo>
                <a:cubicBezTo>
                  <a:pt x="22424" y="11928"/>
                  <a:pt x="22546" y="10620"/>
                  <a:pt x="22546" y="9644"/>
                </a:cubicBezTo>
                <a:cubicBezTo>
                  <a:pt x="22546" y="7693"/>
                  <a:pt x="22036" y="6307"/>
                  <a:pt x="21016" y="5487"/>
                </a:cubicBezTo>
                <a:cubicBezTo>
                  <a:pt x="19996" y="4667"/>
                  <a:pt x="18134" y="4235"/>
                  <a:pt x="15429" y="4190"/>
                </a:cubicBezTo>
                <a:lnTo>
                  <a:pt x="16427" y="0"/>
                </a:lnTo>
                <a:lnTo>
                  <a:pt x="44493" y="0"/>
                </a:lnTo>
                <a:lnTo>
                  <a:pt x="43762" y="3990"/>
                </a:lnTo>
                <a:cubicBezTo>
                  <a:pt x="42254" y="4345"/>
                  <a:pt x="41046" y="4678"/>
                  <a:pt x="40137" y="4988"/>
                </a:cubicBezTo>
                <a:cubicBezTo>
                  <a:pt x="39228" y="5299"/>
                  <a:pt x="38452" y="5919"/>
                  <a:pt x="37809" y="6851"/>
                </a:cubicBezTo>
                <a:cubicBezTo>
                  <a:pt x="37166" y="7782"/>
                  <a:pt x="36579" y="9178"/>
                  <a:pt x="36047" y="11041"/>
                </a:cubicBezTo>
                <a:cubicBezTo>
                  <a:pt x="35515" y="12903"/>
                  <a:pt x="34849" y="15585"/>
                  <a:pt x="34051" y="19088"/>
                </a:cubicBezTo>
                <a:lnTo>
                  <a:pt x="29861" y="37643"/>
                </a:lnTo>
                <a:lnTo>
                  <a:pt x="66041" y="37643"/>
                </a:lnTo>
                <a:cubicBezTo>
                  <a:pt x="66618" y="35293"/>
                  <a:pt x="67227" y="32800"/>
                  <a:pt x="67870" y="30161"/>
                </a:cubicBezTo>
                <a:cubicBezTo>
                  <a:pt x="68514" y="27523"/>
                  <a:pt x="69123" y="24919"/>
                  <a:pt x="69700" y="22347"/>
                </a:cubicBezTo>
                <a:cubicBezTo>
                  <a:pt x="70276" y="19775"/>
                  <a:pt x="70752" y="17381"/>
                  <a:pt x="71130" y="15164"/>
                </a:cubicBezTo>
                <a:cubicBezTo>
                  <a:pt x="71506" y="12947"/>
                  <a:pt x="71695" y="11107"/>
                  <a:pt x="71695" y="9644"/>
                </a:cubicBezTo>
                <a:cubicBezTo>
                  <a:pt x="71695" y="7693"/>
                  <a:pt x="71185" y="6307"/>
                  <a:pt x="70165" y="5487"/>
                </a:cubicBezTo>
                <a:cubicBezTo>
                  <a:pt x="69145" y="4667"/>
                  <a:pt x="67283" y="4235"/>
                  <a:pt x="64578" y="4190"/>
                </a:cubicBezTo>
                <a:lnTo>
                  <a:pt x="65576" y="0"/>
                </a:lnTo>
                <a:lnTo>
                  <a:pt x="93575" y="0"/>
                </a:lnTo>
                <a:lnTo>
                  <a:pt x="92844" y="3990"/>
                </a:lnTo>
                <a:cubicBezTo>
                  <a:pt x="91337" y="4434"/>
                  <a:pt x="90128" y="4822"/>
                  <a:pt x="89219" y="5155"/>
                </a:cubicBezTo>
                <a:cubicBezTo>
                  <a:pt x="88311" y="5487"/>
                  <a:pt x="87534" y="6130"/>
                  <a:pt x="86892" y="7084"/>
                </a:cubicBezTo>
                <a:cubicBezTo>
                  <a:pt x="86248" y="8037"/>
                  <a:pt x="85683" y="9422"/>
                  <a:pt x="85196" y="11240"/>
                </a:cubicBezTo>
                <a:cubicBezTo>
                  <a:pt x="84708" y="13058"/>
                  <a:pt x="84087" y="15674"/>
                  <a:pt x="83333" y="19088"/>
                </a:cubicBezTo>
                <a:lnTo>
                  <a:pt x="72293" y="67705"/>
                </a:lnTo>
              </a:path>
            </a:pathLst>
          </a:custGeom>
          <a:solidFill xmlns:a="http://schemas.openxmlformats.org/drawingml/2006/main">
            <a:srgbClr val="7F7F7F"/>
          </a:solidFill>
          <a:ln xmlns:a="http://schemas.openxmlformats.org/drawingml/2006/main" w="0">
            <a:noFill/>
            <a:prstDash val="solid"/>
          </a:ln>
        </p:spPr>
      </p:sp>
      <p:sp>
        <p:nvSpPr>
          <p:cNvPr id="348" name="pdf-path-100205">
            <a:extLst xmlns:a="http://schemas.openxmlformats.org/drawingml/2006/main">
              <a:ext uri="{FF2B5EF4-FFF2-40B4-BE49-F238E27FC236}">
                <a16:creationId xmlns:a16="http://schemas.microsoft.com/office/drawing/2014/main" id="{DF4B87CC-E84A-4DBE-AF98-CD875DC6E308}"/>
              </a:ext>
            </a:extLst>
          </p:cNvPr>
          <p:cNvSpPr>
            <a:spLocks xmlns:a="http://schemas.openxmlformats.org/drawingml/2006/main" noGrp="1"/>
          </p:cNvSpPr>
          <p:nvPr/>
        </p:nvSpPr>
        <p:spPr>
          <a:xfrm xmlns:a="http://schemas.openxmlformats.org/drawingml/2006/main">
            <a:off x="10463098" y="7626080"/>
            <a:ext cx="76617" cy="10175"/>
          </a:xfrm>
          <a:custGeom xmlns:a="http://schemas.openxmlformats.org/drawingml/2006/main">
            <a:pathLst>
              <a:path w="76617" h="10175">
                <a:moveTo>
                  <a:pt x="0" y="10175"/>
                </a:moveTo>
                <a:lnTo>
                  <a:pt x="0" y="0"/>
                </a:lnTo>
                <a:lnTo>
                  <a:pt x="76617" y="0"/>
                </a:lnTo>
                <a:lnTo>
                  <a:pt x="76617" y="10175"/>
                </a:lnTo>
                <a:lnTo>
                  <a:pt x="0" y="10175"/>
                </a:lnTo>
              </a:path>
            </a:pathLst>
          </a:custGeom>
          <a:solidFill xmlns:a="http://schemas.openxmlformats.org/drawingml/2006/main">
            <a:srgbClr val="7F7F7F"/>
          </a:solidFill>
          <a:ln xmlns:a="http://schemas.openxmlformats.org/drawingml/2006/main" w="0">
            <a:noFill/>
            <a:prstDash val="solid"/>
          </a:ln>
        </p:spPr>
      </p:sp>
      <p:sp>
        <p:nvSpPr>
          <p:cNvPr id="349" name="pdf-path-100206">
            <a:extLst xmlns:a="http://schemas.openxmlformats.org/drawingml/2006/main">
              <a:ext uri="{FF2B5EF4-FFF2-40B4-BE49-F238E27FC236}">
                <a16:creationId xmlns:a16="http://schemas.microsoft.com/office/drawing/2014/main" id="{C24BDD19-7867-4DBE-BDEC-4F45C9B8F040}"/>
              </a:ext>
            </a:extLst>
          </p:cNvPr>
          <p:cNvSpPr>
            <a:spLocks xmlns:a="http://schemas.openxmlformats.org/drawingml/2006/main" noGrp="1"/>
          </p:cNvSpPr>
          <p:nvPr/>
        </p:nvSpPr>
        <p:spPr>
          <a:xfrm xmlns:a="http://schemas.openxmlformats.org/drawingml/2006/main">
            <a:off x="10560511" y="7584447"/>
            <a:ext cx="56398" cy="85661"/>
          </a:xfrm>
          <a:custGeom xmlns:a="http://schemas.openxmlformats.org/drawingml/2006/main">
            <a:pathLst>
              <a:path w="56398" h="85661">
                <a:moveTo>
                  <a:pt x="36446" y="68104"/>
                </a:moveTo>
                <a:cubicBezTo>
                  <a:pt x="36446" y="69478"/>
                  <a:pt x="36491" y="70664"/>
                  <a:pt x="36579" y="71662"/>
                </a:cubicBezTo>
                <a:cubicBezTo>
                  <a:pt x="36668" y="72659"/>
                  <a:pt x="36811" y="73502"/>
                  <a:pt x="37011" y="74189"/>
                </a:cubicBezTo>
                <a:cubicBezTo>
                  <a:pt x="37211" y="74876"/>
                  <a:pt x="37477" y="75464"/>
                  <a:pt x="37809" y="75951"/>
                </a:cubicBezTo>
                <a:cubicBezTo>
                  <a:pt x="38142" y="76439"/>
                  <a:pt x="38529" y="76860"/>
                  <a:pt x="38973" y="77215"/>
                </a:cubicBezTo>
                <a:cubicBezTo>
                  <a:pt x="39505" y="77747"/>
                  <a:pt x="40215" y="78157"/>
                  <a:pt x="41101" y="78445"/>
                </a:cubicBezTo>
                <a:cubicBezTo>
                  <a:pt x="41988" y="78734"/>
                  <a:pt x="43119" y="78977"/>
                  <a:pt x="44493" y="79177"/>
                </a:cubicBezTo>
                <a:cubicBezTo>
                  <a:pt x="45868" y="79377"/>
                  <a:pt x="47519" y="79532"/>
                  <a:pt x="49448" y="79643"/>
                </a:cubicBezTo>
                <a:cubicBezTo>
                  <a:pt x="51377" y="79753"/>
                  <a:pt x="53693" y="79831"/>
                  <a:pt x="56398" y="79875"/>
                </a:cubicBezTo>
                <a:lnTo>
                  <a:pt x="56398" y="85661"/>
                </a:lnTo>
                <a:lnTo>
                  <a:pt x="3657" y="85661"/>
                </a:lnTo>
                <a:lnTo>
                  <a:pt x="3657" y="79875"/>
                </a:lnTo>
                <a:cubicBezTo>
                  <a:pt x="6273" y="79786"/>
                  <a:pt x="8490" y="79687"/>
                  <a:pt x="10308" y="79576"/>
                </a:cubicBezTo>
                <a:cubicBezTo>
                  <a:pt x="12127" y="79465"/>
                  <a:pt x="13678" y="79310"/>
                  <a:pt x="14964" y="79111"/>
                </a:cubicBezTo>
                <a:cubicBezTo>
                  <a:pt x="16250" y="78911"/>
                  <a:pt x="17280" y="78689"/>
                  <a:pt x="18056" y="78445"/>
                </a:cubicBezTo>
                <a:cubicBezTo>
                  <a:pt x="18833" y="78201"/>
                  <a:pt x="19508" y="77902"/>
                  <a:pt x="20085" y="77547"/>
                </a:cubicBezTo>
                <a:cubicBezTo>
                  <a:pt x="20706" y="77148"/>
                  <a:pt x="21238" y="76716"/>
                  <a:pt x="21682" y="76250"/>
                </a:cubicBezTo>
                <a:cubicBezTo>
                  <a:pt x="22125" y="75785"/>
                  <a:pt x="22479" y="75198"/>
                  <a:pt x="22745" y="74488"/>
                </a:cubicBezTo>
                <a:cubicBezTo>
                  <a:pt x="23011" y="73779"/>
                  <a:pt x="23222" y="72914"/>
                  <a:pt x="23377" y="71894"/>
                </a:cubicBezTo>
                <a:cubicBezTo>
                  <a:pt x="23532" y="70874"/>
                  <a:pt x="23610" y="69611"/>
                  <a:pt x="23610" y="68104"/>
                </a:cubicBezTo>
                <a:lnTo>
                  <a:pt x="23610" y="20418"/>
                </a:lnTo>
                <a:cubicBezTo>
                  <a:pt x="23610" y="18689"/>
                  <a:pt x="23277" y="17469"/>
                  <a:pt x="22612" y="16760"/>
                </a:cubicBezTo>
                <a:cubicBezTo>
                  <a:pt x="21947" y="16050"/>
                  <a:pt x="20994" y="15696"/>
                  <a:pt x="19753" y="15696"/>
                </a:cubicBezTo>
                <a:cubicBezTo>
                  <a:pt x="18378" y="15696"/>
                  <a:pt x="16339" y="16405"/>
                  <a:pt x="13633" y="17824"/>
                </a:cubicBezTo>
                <a:cubicBezTo>
                  <a:pt x="10929" y="19242"/>
                  <a:pt x="7426" y="21348"/>
                  <a:pt x="3125" y="24142"/>
                </a:cubicBezTo>
                <a:cubicBezTo>
                  <a:pt x="2549" y="23122"/>
                  <a:pt x="2017" y="22103"/>
                  <a:pt x="1530" y="21082"/>
                </a:cubicBezTo>
                <a:cubicBezTo>
                  <a:pt x="1042" y="20063"/>
                  <a:pt x="532" y="19021"/>
                  <a:pt x="0" y="17957"/>
                </a:cubicBezTo>
                <a:cubicBezTo>
                  <a:pt x="5497" y="14942"/>
                  <a:pt x="10941" y="11938"/>
                  <a:pt x="16327" y="8945"/>
                </a:cubicBezTo>
                <a:cubicBezTo>
                  <a:pt x="21715" y="5953"/>
                  <a:pt x="27179" y="2970"/>
                  <a:pt x="32722" y="0"/>
                </a:cubicBezTo>
                <a:lnTo>
                  <a:pt x="36778" y="0"/>
                </a:lnTo>
                <a:cubicBezTo>
                  <a:pt x="36689" y="2438"/>
                  <a:pt x="36623" y="4622"/>
                  <a:pt x="36579" y="6551"/>
                </a:cubicBezTo>
                <a:cubicBezTo>
                  <a:pt x="36534" y="8480"/>
                  <a:pt x="36501" y="10353"/>
                  <a:pt x="36479" y="12171"/>
                </a:cubicBezTo>
                <a:cubicBezTo>
                  <a:pt x="36456" y="13988"/>
                  <a:pt x="36446" y="15784"/>
                  <a:pt x="36446" y="17558"/>
                </a:cubicBezTo>
                <a:lnTo>
                  <a:pt x="36446" y="68104"/>
                </a:lnTo>
              </a:path>
            </a:pathLst>
          </a:custGeom>
          <a:solidFill xmlns:a="http://schemas.openxmlformats.org/drawingml/2006/main">
            <a:srgbClr val="7F7F7F"/>
          </a:solidFill>
          <a:ln xmlns:a="http://schemas.openxmlformats.org/drawingml/2006/main" w="0">
            <a:noFill/>
            <a:prstDash val="solid"/>
          </a:ln>
        </p:spPr>
      </p:sp>
      <p:sp>
        <p:nvSpPr>
          <p:cNvPr id="350" name="pdf-path-100207">
            <a:extLst xmlns:a="http://schemas.openxmlformats.org/drawingml/2006/main">
              <a:ext uri="{FF2B5EF4-FFF2-40B4-BE49-F238E27FC236}">
                <a16:creationId xmlns:a16="http://schemas.microsoft.com/office/drawing/2014/main" id="{C3ADE59E-4EC1-49D8-A297-40B65CA781CD}"/>
              </a:ext>
            </a:extLst>
          </p:cNvPr>
          <p:cNvSpPr>
            <a:spLocks xmlns:a="http://schemas.openxmlformats.org/drawingml/2006/main" noGrp="1"/>
          </p:cNvSpPr>
          <p:nvPr/>
        </p:nvSpPr>
        <p:spPr>
          <a:xfrm xmlns:a="http://schemas.openxmlformats.org/drawingml/2006/main">
            <a:off x="9757034" y="7576827"/>
            <a:ext cx="129112" cy="22879"/>
          </a:xfrm>
          <a:custGeom xmlns:a="http://schemas.openxmlformats.org/drawingml/2006/main">
            <a:pathLst>
              <a:path w="129112" h="22879">
                <a:moveTo>
                  <a:pt x="64556" y="22879"/>
                </a:moveTo>
                <a:cubicBezTo>
                  <a:pt x="61482" y="22879"/>
                  <a:pt x="58911" y="21800"/>
                  <a:pt x="56841" y="19642"/>
                </a:cubicBezTo>
                <a:cubicBezTo>
                  <a:pt x="54772" y="17484"/>
                  <a:pt x="53738" y="14751"/>
                  <a:pt x="53738" y="11439"/>
                </a:cubicBezTo>
                <a:cubicBezTo>
                  <a:pt x="53738" y="8129"/>
                  <a:pt x="54772" y="5394"/>
                  <a:pt x="56841" y="3237"/>
                </a:cubicBezTo>
                <a:cubicBezTo>
                  <a:pt x="58911" y="1080"/>
                  <a:pt x="61482" y="0"/>
                  <a:pt x="64556" y="0"/>
                </a:cubicBezTo>
                <a:cubicBezTo>
                  <a:pt x="67630" y="0"/>
                  <a:pt x="70202" y="1080"/>
                  <a:pt x="72271" y="3237"/>
                </a:cubicBezTo>
                <a:cubicBezTo>
                  <a:pt x="74340" y="5394"/>
                  <a:pt x="75375" y="8129"/>
                  <a:pt x="75375" y="11439"/>
                </a:cubicBezTo>
                <a:cubicBezTo>
                  <a:pt x="75375" y="14751"/>
                  <a:pt x="74340" y="17484"/>
                  <a:pt x="72271" y="19642"/>
                </a:cubicBezTo>
                <a:cubicBezTo>
                  <a:pt x="70202" y="21800"/>
                  <a:pt x="67630" y="22879"/>
                  <a:pt x="64556" y="22879"/>
                </a:cubicBezTo>
                <a:moveTo>
                  <a:pt x="10819" y="22879"/>
                </a:moveTo>
                <a:cubicBezTo>
                  <a:pt x="7744" y="22879"/>
                  <a:pt x="5172" y="21800"/>
                  <a:pt x="3104" y="19642"/>
                </a:cubicBezTo>
                <a:cubicBezTo>
                  <a:pt x="1034" y="17484"/>
                  <a:pt x="0" y="14751"/>
                  <a:pt x="0" y="11439"/>
                </a:cubicBezTo>
                <a:cubicBezTo>
                  <a:pt x="0" y="8129"/>
                  <a:pt x="1034" y="5394"/>
                  <a:pt x="3104" y="3237"/>
                </a:cubicBezTo>
                <a:cubicBezTo>
                  <a:pt x="5172" y="1080"/>
                  <a:pt x="7744" y="0"/>
                  <a:pt x="10819" y="0"/>
                </a:cubicBezTo>
                <a:cubicBezTo>
                  <a:pt x="13892" y="0"/>
                  <a:pt x="16464" y="1080"/>
                  <a:pt x="18533" y="3237"/>
                </a:cubicBezTo>
                <a:cubicBezTo>
                  <a:pt x="20602" y="5394"/>
                  <a:pt x="21637" y="8129"/>
                  <a:pt x="21637" y="11439"/>
                </a:cubicBezTo>
                <a:cubicBezTo>
                  <a:pt x="21637" y="14751"/>
                  <a:pt x="20602" y="17484"/>
                  <a:pt x="18533" y="19642"/>
                </a:cubicBezTo>
                <a:cubicBezTo>
                  <a:pt x="16464" y="21800"/>
                  <a:pt x="13892" y="22879"/>
                  <a:pt x="10819" y="22879"/>
                </a:cubicBezTo>
                <a:moveTo>
                  <a:pt x="118294" y="22879"/>
                </a:moveTo>
                <a:cubicBezTo>
                  <a:pt x="115220" y="22879"/>
                  <a:pt x="112648" y="21800"/>
                  <a:pt x="110579" y="19642"/>
                </a:cubicBezTo>
                <a:cubicBezTo>
                  <a:pt x="108510" y="17484"/>
                  <a:pt x="107475" y="14751"/>
                  <a:pt x="107475" y="11439"/>
                </a:cubicBezTo>
                <a:cubicBezTo>
                  <a:pt x="107475" y="8129"/>
                  <a:pt x="108510" y="5394"/>
                  <a:pt x="110579" y="3237"/>
                </a:cubicBezTo>
                <a:cubicBezTo>
                  <a:pt x="112648" y="1080"/>
                  <a:pt x="115220" y="0"/>
                  <a:pt x="118294" y="0"/>
                </a:cubicBezTo>
                <a:cubicBezTo>
                  <a:pt x="121368" y="0"/>
                  <a:pt x="123940" y="1080"/>
                  <a:pt x="126009" y="3237"/>
                </a:cubicBezTo>
                <a:cubicBezTo>
                  <a:pt x="128078" y="5394"/>
                  <a:pt x="129112" y="8129"/>
                  <a:pt x="129112" y="11439"/>
                </a:cubicBezTo>
                <a:cubicBezTo>
                  <a:pt x="129112" y="14751"/>
                  <a:pt x="128078" y="17484"/>
                  <a:pt x="126009" y="19642"/>
                </a:cubicBezTo>
                <a:cubicBezTo>
                  <a:pt x="123940" y="21800"/>
                  <a:pt x="121368" y="22879"/>
                  <a:pt x="118294" y="22879"/>
                </a:cubicBezTo>
              </a:path>
            </a:pathLst>
          </a:custGeom>
          <a:solidFill xmlns:a="http://schemas.openxmlformats.org/drawingml/2006/main">
            <a:srgbClr val="7F7F7F"/>
          </a:solidFill>
          <a:ln xmlns:a="http://schemas.openxmlformats.org/drawingml/2006/main" w="0">
            <a:noFill/>
            <a:prstDash val="solid"/>
          </a:ln>
        </p:spPr>
      </p:sp>
      <p:sp>
        <p:nvSpPr>
          <p:cNvPr id="351" name="pdf-path-100208">
            <a:extLst xmlns:a="http://schemas.openxmlformats.org/drawingml/2006/main">
              <a:ext uri="{FF2B5EF4-FFF2-40B4-BE49-F238E27FC236}">
                <a16:creationId xmlns:a16="http://schemas.microsoft.com/office/drawing/2014/main" id="{C4375FE1-3EF0-44EA-B2DB-94B6E6D9BC1A}"/>
              </a:ext>
            </a:extLst>
          </p:cNvPr>
          <p:cNvSpPr>
            <a:spLocks xmlns:a="http://schemas.openxmlformats.org/drawingml/2006/main" noGrp="1"/>
          </p:cNvSpPr>
          <p:nvPr/>
        </p:nvSpPr>
        <p:spPr>
          <a:xfrm xmlns:a="http://schemas.openxmlformats.org/drawingml/2006/main">
            <a:off x="7870289" y="7563206"/>
            <a:ext cx="129112" cy="22879"/>
          </a:xfrm>
          <a:custGeom xmlns:a="http://schemas.openxmlformats.org/drawingml/2006/main">
            <a:pathLst>
              <a:path w="129112" h="22879">
                <a:moveTo>
                  <a:pt x="64556" y="22879"/>
                </a:moveTo>
                <a:cubicBezTo>
                  <a:pt x="61482" y="22879"/>
                  <a:pt x="58911" y="21800"/>
                  <a:pt x="56841" y="19642"/>
                </a:cubicBezTo>
                <a:cubicBezTo>
                  <a:pt x="54772" y="17484"/>
                  <a:pt x="53738" y="14751"/>
                  <a:pt x="53738" y="11439"/>
                </a:cubicBezTo>
                <a:cubicBezTo>
                  <a:pt x="53738" y="8129"/>
                  <a:pt x="54772" y="5394"/>
                  <a:pt x="56841" y="3237"/>
                </a:cubicBezTo>
                <a:cubicBezTo>
                  <a:pt x="58911" y="1080"/>
                  <a:pt x="61482" y="0"/>
                  <a:pt x="64556" y="0"/>
                </a:cubicBezTo>
                <a:cubicBezTo>
                  <a:pt x="67630" y="0"/>
                  <a:pt x="70202" y="1080"/>
                  <a:pt x="72271" y="3237"/>
                </a:cubicBezTo>
                <a:cubicBezTo>
                  <a:pt x="74341" y="5394"/>
                  <a:pt x="75375" y="8129"/>
                  <a:pt x="75375" y="11439"/>
                </a:cubicBezTo>
                <a:cubicBezTo>
                  <a:pt x="75375" y="14751"/>
                  <a:pt x="74341" y="17484"/>
                  <a:pt x="72271" y="19642"/>
                </a:cubicBezTo>
                <a:cubicBezTo>
                  <a:pt x="70202" y="21800"/>
                  <a:pt x="67630" y="22879"/>
                  <a:pt x="64556" y="22879"/>
                </a:cubicBezTo>
                <a:moveTo>
                  <a:pt x="10819" y="22879"/>
                </a:moveTo>
                <a:cubicBezTo>
                  <a:pt x="7744" y="22879"/>
                  <a:pt x="5172" y="21800"/>
                  <a:pt x="3104" y="19642"/>
                </a:cubicBezTo>
                <a:cubicBezTo>
                  <a:pt x="1034" y="17484"/>
                  <a:pt x="0" y="14751"/>
                  <a:pt x="0" y="11439"/>
                </a:cubicBezTo>
                <a:cubicBezTo>
                  <a:pt x="0" y="8129"/>
                  <a:pt x="1034" y="5394"/>
                  <a:pt x="3104" y="3237"/>
                </a:cubicBezTo>
                <a:cubicBezTo>
                  <a:pt x="5172" y="1080"/>
                  <a:pt x="7744" y="0"/>
                  <a:pt x="10819" y="0"/>
                </a:cubicBezTo>
                <a:cubicBezTo>
                  <a:pt x="13892" y="0"/>
                  <a:pt x="16464" y="1080"/>
                  <a:pt x="18533" y="3237"/>
                </a:cubicBezTo>
                <a:cubicBezTo>
                  <a:pt x="20602" y="5394"/>
                  <a:pt x="21637" y="8129"/>
                  <a:pt x="21637" y="11439"/>
                </a:cubicBezTo>
                <a:cubicBezTo>
                  <a:pt x="21637" y="14751"/>
                  <a:pt x="20602" y="17484"/>
                  <a:pt x="18533" y="19642"/>
                </a:cubicBezTo>
                <a:cubicBezTo>
                  <a:pt x="16464" y="21800"/>
                  <a:pt x="13892" y="22879"/>
                  <a:pt x="10819" y="22879"/>
                </a:cubicBezTo>
                <a:moveTo>
                  <a:pt x="118294" y="22879"/>
                </a:moveTo>
                <a:cubicBezTo>
                  <a:pt x="115220" y="22879"/>
                  <a:pt x="112648" y="21800"/>
                  <a:pt x="110579" y="19642"/>
                </a:cubicBezTo>
                <a:cubicBezTo>
                  <a:pt x="108511" y="17484"/>
                  <a:pt x="107475" y="14751"/>
                  <a:pt x="107475" y="11439"/>
                </a:cubicBezTo>
                <a:cubicBezTo>
                  <a:pt x="107475" y="8129"/>
                  <a:pt x="108511" y="5394"/>
                  <a:pt x="110579" y="3237"/>
                </a:cubicBezTo>
                <a:cubicBezTo>
                  <a:pt x="112648" y="1080"/>
                  <a:pt x="115220" y="0"/>
                  <a:pt x="118294" y="0"/>
                </a:cubicBezTo>
                <a:cubicBezTo>
                  <a:pt x="121368" y="0"/>
                  <a:pt x="123940" y="1080"/>
                  <a:pt x="126009" y="3237"/>
                </a:cubicBezTo>
                <a:cubicBezTo>
                  <a:pt x="128078" y="5394"/>
                  <a:pt x="129112" y="8129"/>
                  <a:pt x="129112" y="11439"/>
                </a:cubicBezTo>
                <a:cubicBezTo>
                  <a:pt x="129112" y="14751"/>
                  <a:pt x="128078" y="17484"/>
                  <a:pt x="126009" y="19642"/>
                </a:cubicBezTo>
                <a:cubicBezTo>
                  <a:pt x="123940" y="21800"/>
                  <a:pt x="121368" y="22879"/>
                  <a:pt x="118294" y="22879"/>
                </a:cubicBezTo>
              </a:path>
            </a:pathLst>
          </a:custGeom>
          <a:solidFill xmlns:a="http://schemas.openxmlformats.org/drawingml/2006/main">
            <a:srgbClr val="000000"/>
          </a:solidFill>
          <a:ln xmlns:a="http://schemas.openxmlformats.org/drawingml/2006/main" w="0">
            <a:noFill/>
            <a:prstDash val="solid"/>
          </a:ln>
        </p:spPr>
      </p:sp>
      <p:sp>
        <p:nvSpPr>
          <p:cNvPr id="352" name="pdf-path-100209">
            <a:extLst xmlns:a="http://schemas.openxmlformats.org/drawingml/2006/main">
              <a:ext uri="{FF2B5EF4-FFF2-40B4-BE49-F238E27FC236}">
                <a16:creationId xmlns:a16="http://schemas.microsoft.com/office/drawing/2014/main" id="{5D5CC0D4-C98B-4C05-A1C0-F5386EEC84C8}"/>
              </a:ext>
            </a:extLst>
          </p:cNvPr>
          <p:cNvSpPr>
            <a:spLocks xmlns:a="http://schemas.openxmlformats.org/drawingml/2006/main" noGrp="1"/>
          </p:cNvSpPr>
          <p:nvPr/>
        </p:nvSpPr>
        <p:spPr>
          <a:xfrm xmlns:a="http://schemas.openxmlformats.org/drawingml/2006/main">
            <a:off x="9086930" y="7504098"/>
            <a:ext cx="73690" cy="32988"/>
          </a:xfrm>
          <a:custGeom xmlns:a="http://schemas.openxmlformats.org/drawingml/2006/main">
            <a:pathLst>
              <a:path w="73690" h="32988">
                <a:moveTo>
                  <a:pt x="43540" y="0"/>
                </a:moveTo>
                <a:lnTo>
                  <a:pt x="73690" y="27933"/>
                </a:lnTo>
                <a:lnTo>
                  <a:pt x="68902" y="32988"/>
                </a:lnTo>
                <a:lnTo>
                  <a:pt x="37599" y="11439"/>
                </a:lnTo>
                <a:lnTo>
                  <a:pt x="36623" y="11439"/>
                </a:lnTo>
                <a:lnTo>
                  <a:pt x="4788" y="32988"/>
                </a:lnTo>
                <a:lnTo>
                  <a:pt x="0" y="27933"/>
                </a:lnTo>
                <a:lnTo>
                  <a:pt x="31658" y="0"/>
                </a:lnTo>
                <a:lnTo>
                  <a:pt x="43540" y="0"/>
                </a:lnTo>
              </a:path>
            </a:pathLst>
          </a:custGeom>
          <a:solidFill xmlns:a="http://schemas.openxmlformats.org/drawingml/2006/main">
            <a:srgbClr val="7F7F7F"/>
          </a:solidFill>
          <a:ln xmlns:a="http://schemas.openxmlformats.org/drawingml/2006/main" w="0">
            <a:noFill/>
            <a:prstDash val="solid"/>
          </a:ln>
        </p:spPr>
      </p:sp>
      <p:sp>
        <p:nvSpPr>
          <p:cNvPr id="353" name="pdf-path-100210">
            <a:extLst xmlns:a="http://schemas.openxmlformats.org/drawingml/2006/main">
              <a:ext uri="{FF2B5EF4-FFF2-40B4-BE49-F238E27FC236}">
                <a16:creationId xmlns:a16="http://schemas.microsoft.com/office/drawing/2014/main" id="{C165800D-D459-4F5D-BE40-ABD3334F2D05}"/>
              </a:ext>
            </a:extLst>
          </p:cNvPr>
          <p:cNvSpPr>
            <a:spLocks xmlns:a="http://schemas.openxmlformats.org/drawingml/2006/main" noGrp="1"/>
          </p:cNvSpPr>
          <p:nvPr/>
        </p:nvSpPr>
        <p:spPr>
          <a:xfrm xmlns:a="http://schemas.openxmlformats.org/drawingml/2006/main">
            <a:off x="9073483" y="7545687"/>
            <a:ext cx="89741" cy="87701"/>
          </a:xfrm>
          <a:custGeom xmlns:a="http://schemas.openxmlformats.org/drawingml/2006/main">
            <a:pathLst>
              <a:path w="89741" h="87701">
                <a:moveTo>
                  <a:pt x="66862" y="5852"/>
                </a:moveTo>
                <a:lnTo>
                  <a:pt x="75021" y="0"/>
                </a:lnTo>
                <a:lnTo>
                  <a:pt x="80696" y="1419"/>
                </a:lnTo>
                <a:lnTo>
                  <a:pt x="67661" y="57640"/>
                </a:lnTo>
                <a:cubicBezTo>
                  <a:pt x="66360" y="63256"/>
                  <a:pt x="65710" y="67631"/>
                  <a:pt x="65710" y="70764"/>
                </a:cubicBezTo>
                <a:cubicBezTo>
                  <a:pt x="65710" y="73128"/>
                  <a:pt x="66094" y="74843"/>
                  <a:pt x="66862" y="75907"/>
                </a:cubicBezTo>
                <a:cubicBezTo>
                  <a:pt x="67631" y="76971"/>
                  <a:pt x="68843" y="77503"/>
                  <a:pt x="70498" y="77503"/>
                </a:cubicBezTo>
                <a:cubicBezTo>
                  <a:pt x="72271" y="77503"/>
                  <a:pt x="74163" y="76779"/>
                  <a:pt x="76174" y="75330"/>
                </a:cubicBezTo>
                <a:cubicBezTo>
                  <a:pt x="78184" y="73883"/>
                  <a:pt x="81021" y="71118"/>
                  <a:pt x="84686" y="67040"/>
                </a:cubicBezTo>
                <a:lnTo>
                  <a:pt x="89741" y="72005"/>
                </a:lnTo>
                <a:cubicBezTo>
                  <a:pt x="84420" y="77680"/>
                  <a:pt x="79883" y="81715"/>
                  <a:pt x="76129" y="84110"/>
                </a:cubicBezTo>
                <a:cubicBezTo>
                  <a:pt x="72375" y="86504"/>
                  <a:pt x="68310" y="87701"/>
                  <a:pt x="63936" y="87701"/>
                </a:cubicBezTo>
                <a:cubicBezTo>
                  <a:pt x="60271" y="87701"/>
                  <a:pt x="57344" y="86489"/>
                  <a:pt x="55157" y="84066"/>
                </a:cubicBezTo>
                <a:cubicBezTo>
                  <a:pt x="52969" y="81641"/>
                  <a:pt x="51876" y="78420"/>
                  <a:pt x="51876" y="74400"/>
                </a:cubicBezTo>
                <a:cubicBezTo>
                  <a:pt x="51876" y="71148"/>
                  <a:pt x="52556" y="67689"/>
                  <a:pt x="53916" y="64024"/>
                </a:cubicBezTo>
                <a:lnTo>
                  <a:pt x="52763" y="63669"/>
                </a:lnTo>
                <a:cubicBezTo>
                  <a:pt x="47088" y="71946"/>
                  <a:pt x="41708" y="78006"/>
                  <a:pt x="36624" y="81849"/>
                </a:cubicBezTo>
                <a:cubicBezTo>
                  <a:pt x="31540" y="85691"/>
                  <a:pt x="26159" y="87612"/>
                  <a:pt x="20484" y="87612"/>
                </a:cubicBezTo>
                <a:cubicBezTo>
                  <a:pt x="13981" y="87612"/>
                  <a:pt x="8942" y="85159"/>
                  <a:pt x="5365" y="80252"/>
                </a:cubicBezTo>
                <a:cubicBezTo>
                  <a:pt x="1789" y="75345"/>
                  <a:pt x="0" y="68459"/>
                  <a:pt x="0" y="59591"/>
                </a:cubicBezTo>
                <a:cubicBezTo>
                  <a:pt x="0" y="49422"/>
                  <a:pt x="1995" y="39653"/>
                  <a:pt x="5986" y="30283"/>
                </a:cubicBezTo>
                <a:cubicBezTo>
                  <a:pt x="9976" y="20913"/>
                  <a:pt x="15460" y="13524"/>
                  <a:pt x="22436" y="8114"/>
                </a:cubicBezTo>
                <a:cubicBezTo>
                  <a:pt x="29411" y="2705"/>
                  <a:pt x="37186" y="0"/>
                  <a:pt x="45758" y="0"/>
                </a:cubicBezTo>
                <a:cubicBezTo>
                  <a:pt x="49600" y="0"/>
                  <a:pt x="53191" y="429"/>
                  <a:pt x="56532" y="1286"/>
                </a:cubicBezTo>
                <a:cubicBezTo>
                  <a:pt x="59872" y="2143"/>
                  <a:pt x="63315" y="3665"/>
                  <a:pt x="66862" y="5852"/>
                </a:cubicBezTo>
                <a:moveTo>
                  <a:pt x="59059" y="32279"/>
                </a:moveTo>
                <a:cubicBezTo>
                  <a:pt x="59591" y="29854"/>
                  <a:pt x="59946" y="27756"/>
                  <a:pt x="60123" y="25982"/>
                </a:cubicBezTo>
                <a:cubicBezTo>
                  <a:pt x="60301" y="24209"/>
                  <a:pt x="60389" y="22288"/>
                  <a:pt x="60389" y="20218"/>
                </a:cubicBezTo>
                <a:cubicBezTo>
                  <a:pt x="60389" y="15666"/>
                  <a:pt x="59414" y="12326"/>
                  <a:pt x="57462" y="10198"/>
                </a:cubicBezTo>
                <a:cubicBezTo>
                  <a:pt x="55511" y="8070"/>
                  <a:pt x="52201" y="7005"/>
                  <a:pt x="47531" y="7005"/>
                </a:cubicBezTo>
                <a:cubicBezTo>
                  <a:pt x="41442" y="7005"/>
                  <a:pt x="35973" y="9459"/>
                  <a:pt x="31126" y="14366"/>
                </a:cubicBezTo>
                <a:cubicBezTo>
                  <a:pt x="26278" y="19272"/>
                  <a:pt x="22494" y="25849"/>
                  <a:pt x="19775" y="34096"/>
                </a:cubicBezTo>
                <a:cubicBezTo>
                  <a:pt x="17055" y="42343"/>
                  <a:pt x="15696" y="50575"/>
                  <a:pt x="15696" y="58793"/>
                </a:cubicBezTo>
                <a:cubicBezTo>
                  <a:pt x="15696" y="64941"/>
                  <a:pt x="16538" y="69537"/>
                  <a:pt x="18223" y="72582"/>
                </a:cubicBezTo>
                <a:cubicBezTo>
                  <a:pt x="19908" y="75626"/>
                  <a:pt x="22731" y="77148"/>
                  <a:pt x="26692" y="77148"/>
                </a:cubicBezTo>
                <a:cubicBezTo>
                  <a:pt x="30594" y="77148"/>
                  <a:pt x="34421" y="75464"/>
                  <a:pt x="38175" y="72094"/>
                </a:cubicBezTo>
                <a:cubicBezTo>
                  <a:pt x="41929" y="68725"/>
                  <a:pt x="45801" y="63921"/>
                  <a:pt x="49792" y="57684"/>
                </a:cubicBezTo>
                <a:cubicBezTo>
                  <a:pt x="53782" y="51447"/>
                  <a:pt x="56605" y="44250"/>
                  <a:pt x="58261" y="36091"/>
                </a:cubicBezTo>
                <a:lnTo>
                  <a:pt x="59059" y="32279"/>
                </a:lnTo>
              </a:path>
            </a:pathLst>
          </a:custGeom>
          <a:solidFill xmlns:a="http://schemas.openxmlformats.org/drawingml/2006/main">
            <a:srgbClr val="7F7F7F"/>
          </a:solidFill>
          <a:ln xmlns:a="http://schemas.openxmlformats.org/drawingml/2006/main" w="0">
            <a:noFill/>
            <a:prstDash val="solid"/>
          </a:ln>
        </p:spPr>
      </p:sp>
      <p:sp>
        <p:nvSpPr>
          <p:cNvPr id="354" name="pdf-path-100211">
            <a:extLst xmlns:a="http://schemas.openxmlformats.org/drawingml/2006/main">
              <a:ext uri="{FF2B5EF4-FFF2-40B4-BE49-F238E27FC236}">
                <a16:creationId xmlns:a16="http://schemas.microsoft.com/office/drawing/2014/main" id="{3F4BE0F0-BE50-4E70-8C81-2173521487C5}"/>
              </a:ext>
            </a:extLst>
          </p:cNvPr>
          <p:cNvSpPr>
            <a:spLocks xmlns:a="http://schemas.openxmlformats.org/drawingml/2006/main" noGrp="1"/>
          </p:cNvSpPr>
          <p:nvPr/>
        </p:nvSpPr>
        <p:spPr>
          <a:xfrm xmlns:a="http://schemas.openxmlformats.org/drawingml/2006/main">
            <a:off x="9174353" y="7586707"/>
            <a:ext cx="48351" cy="84597"/>
          </a:xfrm>
          <a:custGeom xmlns:a="http://schemas.openxmlformats.org/drawingml/2006/main">
            <a:pathLst>
              <a:path w="48351" h="84597">
                <a:moveTo>
                  <a:pt x="41900" y="70565"/>
                </a:moveTo>
                <a:cubicBezTo>
                  <a:pt x="39639" y="73092"/>
                  <a:pt x="37488" y="75242"/>
                  <a:pt x="35448" y="77015"/>
                </a:cubicBezTo>
                <a:cubicBezTo>
                  <a:pt x="33409" y="78789"/>
                  <a:pt x="31413" y="80241"/>
                  <a:pt x="29463" y="81372"/>
                </a:cubicBezTo>
                <a:cubicBezTo>
                  <a:pt x="27512" y="82502"/>
                  <a:pt x="25583" y="83323"/>
                  <a:pt x="23677" y="83833"/>
                </a:cubicBezTo>
                <a:cubicBezTo>
                  <a:pt x="21770" y="84342"/>
                  <a:pt x="19819" y="84597"/>
                  <a:pt x="17824" y="84597"/>
                </a:cubicBezTo>
                <a:cubicBezTo>
                  <a:pt x="12548" y="84597"/>
                  <a:pt x="8612" y="83356"/>
                  <a:pt x="6019" y="80873"/>
                </a:cubicBezTo>
                <a:cubicBezTo>
                  <a:pt x="3425" y="78390"/>
                  <a:pt x="2128" y="74732"/>
                  <a:pt x="2128" y="69899"/>
                </a:cubicBezTo>
                <a:cubicBezTo>
                  <a:pt x="2128" y="68259"/>
                  <a:pt x="2250" y="66452"/>
                  <a:pt x="2494" y="64479"/>
                </a:cubicBezTo>
                <a:cubicBezTo>
                  <a:pt x="2737" y="62506"/>
                  <a:pt x="3082" y="60588"/>
                  <a:pt x="3525" y="58726"/>
                </a:cubicBezTo>
                <a:lnTo>
                  <a:pt x="11439" y="24275"/>
                </a:lnTo>
                <a:lnTo>
                  <a:pt x="0" y="24275"/>
                </a:lnTo>
                <a:lnTo>
                  <a:pt x="1330" y="19154"/>
                </a:lnTo>
                <a:cubicBezTo>
                  <a:pt x="3990" y="19154"/>
                  <a:pt x="6063" y="18899"/>
                  <a:pt x="7548" y="18390"/>
                </a:cubicBezTo>
                <a:cubicBezTo>
                  <a:pt x="9033" y="17879"/>
                  <a:pt x="10287" y="17181"/>
                  <a:pt x="11306" y="16294"/>
                </a:cubicBezTo>
                <a:cubicBezTo>
                  <a:pt x="11971" y="15673"/>
                  <a:pt x="12614" y="14908"/>
                  <a:pt x="13235" y="14000"/>
                </a:cubicBezTo>
                <a:cubicBezTo>
                  <a:pt x="13856" y="13091"/>
                  <a:pt x="14476" y="11993"/>
                  <a:pt x="15097" y="10708"/>
                </a:cubicBezTo>
                <a:cubicBezTo>
                  <a:pt x="15718" y="9422"/>
                  <a:pt x="16350" y="7903"/>
                  <a:pt x="16993" y="6152"/>
                </a:cubicBezTo>
                <a:cubicBezTo>
                  <a:pt x="17635" y="4400"/>
                  <a:pt x="18356" y="2350"/>
                  <a:pt x="19154" y="0"/>
                </a:cubicBezTo>
                <a:lnTo>
                  <a:pt x="29529" y="0"/>
                </a:lnTo>
                <a:lnTo>
                  <a:pt x="25738" y="16893"/>
                </a:lnTo>
                <a:lnTo>
                  <a:pt x="48351" y="16893"/>
                </a:lnTo>
                <a:lnTo>
                  <a:pt x="46821" y="24275"/>
                </a:lnTo>
                <a:lnTo>
                  <a:pt x="24275" y="24275"/>
                </a:lnTo>
                <a:lnTo>
                  <a:pt x="17491" y="52142"/>
                </a:lnTo>
                <a:cubicBezTo>
                  <a:pt x="17048" y="54004"/>
                  <a:pt x="16682" y="55678"/>
                  <a:pt x="16394" y="57163"/>
                </a:cubicBezTo>
                <a:cubicBezTo>
                  <a:pt x="16106" y="58648"/>
                  <a:pt x="15873" y="59989"/>
                  <a:pt x="15696" y="61187"/>
                </a:cubicBezTo>
                <a:cubicBezTo>
                  <a:pt x="15518" y="62384"/>
                  <a:pt x="15397" y="63470"/>
                  <a:pt x="15330" y="64445"/>
                </a:cubicBezTo>
                <a:cubicBezTo>
                  <a:pt x="15263" y="65421"/>
                  <a:pt x="15230" y="66330"/>
                  <a:pt x="15230" y="67172"/>
                </a:cubicBezTo>
                <a:cubicBezTo>
                  <a:pt x="15230" y="69833"/>
                  <a:pt x="15784" y="71916"/>
                  <a:pt x="16893" y="73424"/>
                </a:cubicBezTo>
                <a:cubicBezTo>
                  <a:pt x="18002" y="74932"/>
                  <a:pt x="19819" y="75685"/>
                  <a:pt x="22346" y="75685"/>
                </a:cubicBezTo>
                <a:cubicBezTo>
                  <a:pt x="24475" y="75685"/>
                  <a:pt x="26736" y="74899"/>
                  <a:pt x="29130" y="73325"/>
                </a:cubicBezTo>
                <a:cubicBezTo>
                  <a:pt x="31524" y="71751"/>
                  <a:pt x="34251" y="69278"/>
                  <a:pt x="37310" y="65909"/>
                </a:cubicBezTo>
                <a:lnTo>
                  <a:pt x="41900" y="70565"/>
                </a:lnTo>
              </a:path>
            </a:pathLst>
          </a:custGeom>
          <a:solidFill xmlns:a="http://schemas.openxmlformats.org/drawingml/2006/main">
            <a:srgbClr val="7F7F7F"/>
          </a:solidFill>
          <a:ln xmlns:a="http://schemas.openxmlformats.org/drawingml/2006/main" w="0">
            <a:noFill/>
            <a:prstDash val="solid"/>
          </a:ln>
        </p:spPr>
      </p:sp>
      <p:sp>
        <p:nvSpPr>
          <p:cNvPr id="355" name="pdf-path-100212">
            <a:extLst xmlns:a="http://schemas.openxmlformats.org/drawingml/2006/main">
              <a:ext uri="{FF2B5EF4-FFF2-40B4-BE49-F238E27FC236}">
                <a16:creationId xmlns:a16="http://schemas.microsoft.com/office/drawing/2014/main" id="{285BAF2B-5CD3-4C77-A30A-2A9E5E0D9CDE}"/>
              </a:ext>
            </a:extLst>
          </p:cNvPr>
          <p:cNvSpPr>
            <a:spLocks xmlns:a="http://schemas.openxmlformats.org/drawingml/2006/main" noGrp="1"/>
          </p:cNvSpPr>
          <p:nvPr/>
        </p:nvSpPr>
        <p:spPr>
          <a:xfrm xmlns:a="http://schemas.openxmlformats.org/drawingml/2006/main">
            <a:off x="9237897" y="7591096"/>
            <a:ext cx="76617" cy="80142"/>
          </a:xfrm>
          <a:custGeom xmlns:a="http://schemas.openxmlformats.org/drawingml/2006/main">
            <a:pathLst>
              <a:path w="76617" h="80142">
                <a:moveTo>
                  <a:pt x="43695" y="45159"/>
                </a:moveTo>
                <a:lnTo>
                  <a:pt x="43695" y="80142"/>
                </a:lnTo>
                <a:lnTo>
                  <a:pt x="32921" y="80142"/>
                </a:lnTo>
                <a:lnTo>
                  <a:pt x="32921" y="45159"/>
                </a:lnTo>
                <a:lnTo>
                  <a:pt x="0" y="45159"/>
                </a:lnTo>
                <a:lnTo>
                  <a:pt x="0" y="34984"/>
                </a:lnTo>
                <a:lnTo>
                  <a:pt x="32921" y="34984"/>
                </a:lnTo>
                <a:lnTo>
                  <a:pt x="32921" y="0"/>
                </a:lnTo>
                <a:lnTo>
                  <a:pt x="43695" y="0"/>
                </a:lnTo>
                <a:lnTo>
                  <a:pt x="43695" y="34984"/>
                </a:lnTo>
                <a:lnTo>
                  <a:pt x="76617" y="34984"/>
                </a:lnTo>
                <a:lnTo>
                  <a:pt x="76617" y="45159"/>
                </a:lnTo>
                <a:lnTo>
                  <a:pt x="43695" y="45159"/>
                </a:lnTo>
              </a:path>
            </a:pathLst>
          </a:custGeom>
          <a:solidFill xmlns:a="http://schemas.openxmlformats.org/drawingml/2006/main">
            <a:srgbClr val="7F7F7F"/>
          </a:solidFill>
          <a:ln xmlns:a="http://schemas.openxmlformats.org/drawingml/2006/main" w="0">
            <a:noFill/>
            <a:prstDash val="solid"/>
          </a:ln>
        </p:spPr>
      </p:sp>
      <p:sp>
        <p:nvSpPr>
          <p:cNvPr id="356" name="pdf-path-100213">
            <a:extLst xmlns:a="http://schemas.openxmlformats.org/drawingml/2006/main">
              <a:ext uri="{FF2B5EF4-FFF2-40B4-BE49-F238E27FC236}">
                <a16:creationId xmlns:a16="http://schemas.microsoft.com/office/drawing/2014/main" id="{9B597DDA-1C5D-4CD1-8D8C-55687CD400FA}"/>
              </a:ext>
            </a:extLst>
          </p:cNvPr>
          <p:cNvSpPr>
            <a:spLocks xmlns:a="http://schemas.openxmlformats.org/drawingml/2006/main" noGrp="1"/>
          </p:cNvSpPr>
          <p:nvPr/>
        </p:nvSpPr>
        <p:spPr>
          <a:xfrm xmlns:a="http://schemas.openxmlformats.org/drawingml/2006/main">
            <a:off x="9330853" y="7579324"/>
            <a:ext cx="70565" cy="91980"/>
          </a:xfrm>
          <a:custGeom xmlns:a="http://schemas.openxmlformats.org/drawingml/2006/main">
            <a:pathLst>
              <a:path w="70565" h="91980">
                <a:moveTo>
                  <a:pt x="20085" y="57396"/>
                </a:moveTo>
                <a:lnTo>
                  <a:pt x="12769" y="90783"/>
                </a:lnTo>
                <a:lnTo>
                  <a:pt x="0" y="90783"/>
                </a:lnTo>
                <a:lnTo>
                  <a:pt x="16094" y="19354"/>
                </a:lnTo>
                <a:cubicBezTo>
                  <a:pt x="16627" y="17004"/>
                  <a:pt x="17004" y="15153"/>
                  <a:pt x="17225" y="13801"/>
                </a:cubicBezTo>
                <a:cubicBezTo>
                  <a:pt x="17447" y="12448"/>
                  <a:pt x="17558" y="11240"/>
                  <a:pt x="17558" y="10176"/>
                </a:cubicBezTo>
                <a:cubicBezTo>
                  <a:pt x="17558" y="9333"/>
                  <a:pt x="17414" y="8602"/>
                  <a:pt x="17126" y="7981"/>
                </a:cubicBezTo>
                <a:cubicBezTo>
                  <a:pt x="16837" y="7360"/>
                  <a:pt x="16360" y="6861"/>
                  <a:pt x="15696" y="6484"/>
                </a:cubicBezTo>
                <a:cubicBezTo>
                  <a:pt x="15030" y="6108"/>
                  <a:pt x="14144" y="5830"/>
                  <a:pt x="13035" y="5653"/>
                </a:cubicBezTo>
                <a:cubicBezTo>
                  <a:pt x="11927" y="5476"/>
                  <a:pt x="10553" y="5365"/>
                  <a:pt x="8912" y="5321"/>
                </a:cubicBezTo>
                <a:lnTo>
                  <a:pt x="9910" y="799"/>
                </a:lnTo>
                <a:lnTo>
                  <a:pt x="28199" y="0"/>
                </a:lnTo>
                <a:lnTo>
                  <a:pt x="32988" y="0"/>
                </a:lnTo>
                <a:lnTo>
                  <a:pt x="21282" y="51743"/>
                </a:lnTo>
                <a:lnTo>
                  <a:pt x="23145" y="51743"/>
                </a:lnTo>
                <a:cubicBezTo>
                  <a:pt x="24830" y="51743"/>
                  <a:pt x="26647" y="51388"/>
                  <a:pt x="28598" y="50679"/>
                </a:cubicBezTo>
                <a:cubicBezTo>
                  <a:pt x="30549" y="49970"/>
                  <a:pt x="32489" y="49050"/>
                  <a:pt x="34418" y="47919"/>
                </a:cubicBezTo>
                <a:cubicBezTo>
                  <a:pt x="36347" y="46788"/>
                  <a:pt x="38197" y="45514"/>
                  <a:pt x="39971" y="44095"/>
                </a:cubicBezTo>
                <a:cubicBezTo>
                  <a:pt x="41745" y="42676"/>
                  <a:pt x="43307" y="41246"/>
                  <a:pt x="44660" y="39805"/>
                </a:cubicBezTo>
                <a:cubicBezTo>
                  <a:pt x="46012" y="38364"/>
                  <a:pt x="47088" y="37001"/>
                  <a:pt x="47885" y="35714"/>
                </a:cubicBezTo>
                <a:cubicBezTo>
                  <a:pt x="48683" y="34429"/>
                  <a:pt x="49083" y="33342"/>
                  <a:pt x="49083" y="32456"/>
                </a:cubicBezTo>
                <a:cubicBezTo>
                  <a:pt x="49083" y="31392"/>
                  <a:pt x="48728" y="30527"/>
                  <a:pt x="48018" y="29862"/>
                </a:cubicBezTo>
                <a:cubicBezTo>
                  <a:pt x="47309" y="29197"/>
                  <a:pt x="46023" y="28754"/>
                  <a:pt x="44161" y="28532"/>
                </a:cubicBezTo>
                <a:lnTo>
                  <a:pt x="44959" y="24276"/>
                </a:lnTo>
                <a:lnTo>
                  <a:pt x="68902" y="24276"/>
                </a:lnTo>
                <a:lnTo>
                  <a:pt x="70565" y="28399"/>
                </a:lnTo>
                <a:cubicBezTo>
                  <a:pt x="67771" y="30793"/>
                  <a:pt x="65088" y="33010"/>
                  <a:pt x="62517" y="35050"/>
                </a:cubicBezTo>
                <a:cubicBezTo>
                  <a:pt x="59945" y="37090"/>
                  <a:pt x="57429" y="39051"/>
                  <a:pt x="54968" y="40935"/>
                </a:cubicBezTo>
                <a:cubicBezTo>
                  <a:pt x="52507" y="42820"/>
                  <a:pt x="50046" y="44671"/>
                  <a:pt x="47586" y="46489"/>
                </a:cubicBezTo>
                <a:cubicBezTo>
                  <a:pt x="45125" y="48307"/>
                  <a:pt x="42609" y="50191"/>
                  <a:pt x="40037" y="52142"/>
                </a:cubicBezTo>
                <a:cubicBezTo>
                  <a:pt x="41102" y="55511"/>
                  <a:pt x="42188" y="58937"/>
                  <a:pt x="43296" y="62417"/>
                </a:cubicBezTo>
                <a:cubicBezTo>
                  <a:pt x="44404" y="65898"/>
                  <a:pt x="45514" y="69345"/>
                  <a:pt x="46622" y="72760"/>
                </a:cubicBezTo>
                <a:cubicBezTo>
                  <a:pt x="47154" y="74577"/>
                  <a:pt x="47653" y="76140"/>
                  <a:pt x="48118" y="77448"/>
                </a:cubicBezTo>
                <a:cubicBezTo>
                  <a:pt x="48584" y="78756"/>
                  <a:pt x="49083" y="79820"/>
                  <a:pt x="49615" y="80640"/>
                </a:cubicBezTo>
                <a:cubicBezTo>
                  <a:pt x="50147" y="81461"/>
                  <a:pt x="50723" y="82070"/>
                  <a:pt x="51344" y="82470"/>
                </a:cubicBezTo>
                <a:cubicBezTo>
                  <a:pt x="51964" y="82868"/>
                  <a:pt x="52718" y="83068"/>
                  <a:pt x="53605" y="83068"/>
                </a:cubicBezTo>
                <a:cubicBezTo>
                  <a:pt x="54225" y="83068"/>
                  <a:pt x="54869" y="82957"/>
                  <a:pt x="55533" y="82736"/>
                </a:cubicBezTo>
                <a:cubicBezTo>
                  <a:pt x="56199" y="82514"/>
                  <a:pt x="56942" y="82115"/>
                  <a:pt x="57761" y="81538"/>
                </a:cubicBezTo>
                <a:cubicBezTo>
                  <a:pt x="58582" y="80962"/>
                  <a:pt x="59513" y="80175"/>
                  <a:pt x="60554" y="79178"/>
                </a:cubicBezTo>
                <a:cubicBezTo>
                  <a:pt x="61597" y="78180"/>
                  <a:pt x="62783" y="76927"/>
                  <a:pt x="64113" y="75419"/>
                </a:cubicBezTo>
                <a:lnTo>
                  <a:pt x="68636" y="79743"/>
                </a:lnTo>
                <a:cubicBezTo>
                  <a:pt x="66551" y="81871"/>
                  <a:pt x="64612" y="83711"/>
                  <a:pt x="62817" y="85263"/>
                </a:cubicBezTo>
                <a:cubicBezTo>
                  <a:pt x="61020" y="86814"/>
                  <a:pt x="59314" y="88089"/>
                  <a:pt x="57695" y="89087"/>
                </a:cubicBezTo>
                <a:cubicBezTo>
                  <a:pt x="56077" y="90084"/>
                  <a:pt x="54514" y="90816"/>
                  <a:pt x="53006" y="91282"/>
                </a:cubicBezTo>
                <a:cubicBezTo>
                  <a:pt x="51499" y="91747"/>
                  <a:pt x="49969" y="91980"/>
                  <a:pt x="48417" y="91980"/>
                </a:cubicBezTo>
                <a:cubicBezTo>
                  <a:pt x="45624" y="91980"/>
                  <a:pt x="43374" y="91282"/>
                  <a:pt x="41667" y="89885"/>
                </a:cubicBezTo>
                <a:cubicBezTo>
                  <a:pt x="39959" y="88488"/>
                  <a:pt x="38508" y="86493"/>
                  <a:pt x="37310" y="83899"/>
                </a:cubicBezTo>
                <a:cubicBezTo>
                  <a:pt x="36114" y="81306"/>
                  <a:pt x="35016" y="78169"/>
                  <a:pt x="34018" y="74489"/>
                </a:cubicBezTo>
                <a:cubicBezTo>
                  <a:pt x="33021" y="70809"/>
                  <a:pt x="31857" y="66708"/>
                  <a:pt x="30527" y="62184"/>
                </a:cubicBezTo>
                <a:cubicBezTo>
                  <a:pt x="30216" y="61120"/>
                  <a:pt x="29917" y="60267"/>
                  <a:pt x="29629" y="59624"/>
                </a:cubicBezTo>
                <a:cubicBezTo>
                  <a:pt x="29341" y="58981"/>
                  <a:pt x="28975" y="58494"/>
                  <a:pt x="28531" y="58161"/>
                </a:cubicBezTo>
                <a:cubicBezTo>
                  <a:pt x="28088" y="57828"/>
                  <a:pt x="27534" y="57617"/>
                  <a:pt x="26869" y="57529"/>
                </a:cubicBezTo>
                <a:cubicBezTo>
                  <a:pt x="26204" y="57440"/>
                  <a:pt x="25362" y="57396"/>
                  <a:pt x="24341" y="57396"/>
                </a:cubicBezTo>
                <a:lnTo>
                  <a:pt x="20085" y="57396"/>
                </a:lnTo>
              </a:path>
            </a:pathLst>
          </a:custGeom>
          <a:solidFill xmlns:a="http://schemas.openxmlformats.org/drawingml/2006/main">
            <a:srgbClr val="7F7F7F"/>
          </a:solidFill>
          <a:ln xmlns:a="http://schemas.openxmlformats.org/drawingml/2006/main" w="0">
            <a:noFill/>
            <a:prstDash val="solid"/>
          </a:ln>
        </p:spPr>
      </p:sp>
      <p:sp>
        <p:nvSpPr>
          <p:cNvPr id="357" name="pdf-path-100214">
            <a:extLst xmlns:a="http://schemas.openxmlformats.org/drawingml/2006/main">
              <a:ext uri="{FF2B5EF4-FFF2-40B4-BE49-F238E27FC236}">
                <a16:creationId xmlns:a16="http://schemas.microsoft.com/office/drawing/2014/main" id="{EE0A9628-4BFC-4CB4-B08A-4FDC0D22BFF2}"/>
              </a:ext>
            </a:extLst>
          </p:cNvPr>
          <p:cNvSpPr>
            <a:spLocks xmlns:a="http://schemas.openxmlformats.org/drawingml/2006/main" noGrp="1"/>
          </p:cNvSpPr>
          <p:nvPr/>
        </p:nvSpPr>
        <p:spPr>
          <a:xfrm xmlns:a="http://schemas.openxmlformats.org/drawingml/2006/main">
            <a:off x="9419108" y="7591096"/>
            <a:ext cx="76617" cy="80142"/>
          </a:xfrm>
          <a:custGeom xmlns:a="http://schemas.openxmlformats.org/drawingml/2006/main">
            <a:pathLst>
              <a:path w="76617" h="80142">
                <a:moveTo>
                  <a:pt x="43695" y="45159"/>
                </a:moveTo>
                <a:lnTo>
                  <a:pt x="43695" y="80142"/>
                </a:lnTo>
                <a:lnTo>
                  <a:pt x="32921" y="80142"/>
                </a:lnTo>
                <a:lnTo>
                  <a:pt x="32921" y="45159"/>
                </a:lnTo>
                <a:lnTo>
                  <a:pt x="0" y="45159"/>
                </a:lnTo>
                <a:lnTo>
                  <a:pt x="0" y="34984"/>
                </a:lnTo>
                <a:lnTo>
                  <a:pt x="32921" y="34984"/>
                </a:lnTo>
                <a:lnTo>
                  <a:pt x="32921" y="0"/>
                </a:lnTo>
                <a:lnTo>
                  <a:pt x="43695" y="0"/>
                </a:lnTo>
                <a:lnTo>
                  <a:pt x="43695" y="34984"/>
                </a:lnTo>
                <a:lnTo>
                  <a:pt x="76617" y="34984"/>
                </a:lnTo>
                <a:lnTo>
                  <a:pt x="76617" y="45159"/>
                </a:lnTo>
                <a:lnTo>
                  <a:pt x="43695" y="45159"/>
                </a:lnTo>
              </a:path>
            </a:pathLst>
          </a:custGeom>
          <a:solidFill xmlns:a="http://schemas.openxmlformats.org/drawingml/2006/main">
            <a:srgbClr val="7F7F7F"/>
          </a:solidFill>
          <a:ln xmlns:a="http://schemas.openxmlformats.org/drawingml/2006/main" w="0">
            <a:noFill/>
            <a:prstDash val="solid"/>
          </a:ln>
        </p:spPr>
      </p:sp>
      <p:sp>
        <p:nvSpPr>
          <p:cNvPr id="358" name="pdf-path-100215">
            <a:extLst xmlns:a="http://schemas.openxmlformats.org/drawingml/2006/main">
              <a:ext uri="{FF2B5EF4-FFF2-40B4-BE49-F238E27FC236}">
                <a16:creationId xmlns:a16="http://schemas.microsoft.com/office/drawing/2014/main" id="{130A2E80-ABD7-45B4-A44A-3EF792819834}"/>
              </a:ext>
            </a:extLst>
          </p:cNvPr>
          <p:cNvSpPr>
            <a:spLocks xmlns:a="http://schemas.openxmlformats.org/drawingml/2006/main" noGrp="1"/>
          </p:cNvSpPr>
          <p:nvPr/>
        </p:nvSpPr>
        <p:spPr>
          <a:xfrm xmlns:a="http://schemas.openxmlformats.org/drawingml/2006/main">
            <a:off x="9516520" y="7584446"/>
            <a:ext cx="56398" cy="85661"/>
          </a:xfrm>
          <a:custGeom xmlns:a="http://schemas.openxmlformats.org/drawingml/2006/main">
            <a:pathLst>
              <a:path w="56398" h="85661">
                <a:moveTo>
                  <a:pt x="36446" y="68104"/>
                </a:moveTo>
                <a:cubicBezTo>
                  <a:pt x="36446" y="69478"/>
                  <a:pt x="36491" y="70664"/>
                  <a:pt x="36579" y="71662"/>
                </a:cubicBezTo>
                <a:cubicBezTo>
                  <a:pt x="36668" y="72659"/>
                  <a:pt x="36811" y="73502"/>
                  <a:pt x="37011" y="74189"/>
                </a:cubicBezTo>
                <a:cubicBezTo>
                  <a:pt x="37211" y="74876"/>
                  <a:pt x="37477" y="75464"/>
                  <a:pt x="37809" y="75951"/>
                </a:cubicBezTo>
                <a:cubicBezTo>
                  <a:pt x="38142" y="76439"/>
                  <a:pt x="38529" y="76860"/>
                  <a:pt x="38973" y="77215"/>
                </a:cubicBezTo>
                <a:cubicBezTo>
                  <a:pt x="39505" y="77747"/>
                  <a:pt x="40215" y="78157"/>
                  <a:pt x="41101" y="78445"/>
                </a:cubicBezTo>
                <a:cubicBezTo>
                  <a:pt x="41988" y="78734"/>
                  <a:pt x="43119" y="78977"/>
                  <a:pt x="44493" y="79177"/>
                </a:cubicBezTo>
                <a:cubicBezTo>
                  <a:pt x="45868" y="79377"/>
                  <a:pt x="47519" y="79532"/>
                  <a:pt x="49448" y="79643"/>
                </a:cubicBezTo>
                <a:cubicBezTo>
                  <a:pt x="51377" y="79753"/>
                  <a:pt x="53693" y="79831"/>
                  <a:pt x="56398" y="79875"/>
                </a:cubicBezTo>
                <a:lnTo>
                  <a:pt x="56398" y="85661"/>
                </a:lnTo>
                <a:lnTo>
                  <a:pt x="3657" y="85661"/>
                </a:lnTo>
                <a:lnTo>
                  <a:pt x="3657" y="79875"/>
                </a:lnTo>
                <a:cubicBezTo>
                  <a:pt x="6273" y="79786"/>
                  <a:pt x="8490" y="79687"/>
                  <a:pt x="10308" y="79576"/>
                </a:cubicBezTo>
                <a:cubicBezTo>
                  <a:pt x="12127" y="79465"/>
                  <a:pt x="13678" y="79310"/>
                  <a:pt x="14964" y="79111"/>
                </a:cubicBezTo>
                <a:cubicBezTo>
                  <a:pt x="16250" y="78911"/>
                  <a:pt x="17280" y="78689"/>
                  <a:pt x="18056" y="78445"/>
                </a:cubicBezTo>
                <a:cubicBezTo>
                  <a:pt x="18833" y="78201"/>
                  <a:pt x="19508" y="77902"/>
                  <a:pt x="20085" y="77547"/>
                </a:cubicBezTo>
                <a:cubicBezTo>
                  <a:pt x="20706" y="77148"/>
                  <a:pt x="21238" y="76716"/>
                  <a:pt x="21682" y="76250"/>
                </a:cubicBezTo>
                <a:cubicBezTo>
                  <a:pt x="22125" y="75785"/>
                  <a:pt x="22479" y="75198"/>
                  <a:pt x="22745" y="74488"/>
                </a:cubicBezTo>
                <a:cubicBezTo>
                  <a:pt x="23011" y="73779"/>
                  <a:pt x="23222" y="72914"/>
                  <a:pt x="23377" y="71894"/>
                </a:cubicBezTo>
                <a:cubicBezTo>
                  <a:pt x="23532" y="70874"/>
                  <a:pt x="23610" y="69611"/>
                  <a:pt x="23610" y="68104"/>
                </a:cubicBezTo>
                <a:lnTo>
                  <a:pt x="23610" y="20418"/>
                </a:lnTo>
                <a:cubicBezTo>
                  <a:pt x="23610" y="18689"/>
                  <a:pt x="23277" y="17469"/>
                  <a:pt x="22612" y="16760"/>
                </a:cubicBezTo>
                <a:cubicBezTo>
                  <a:pt x="21947" y="16050"/>
                  <a:pt x="20994" y="15696"/>
                  <a:pt x="19753" y="15696"/>
                </a:cubicBezTo>
                <a:cubicBezTo>
                  <a:pt x="18378" y="15696"/>
                  <a:pt x="16339" y="16405"/>
                  <a:pt x="13633" y="17824"/>
                </a:cubicBezTo>
                <a:cubicBezTo>
                  <a:pt x="10929" y="19242"/>
                  <a:pt x="7426" y="21348"/>
                  <a:pt x="3125" y="24142"/>
                </a:cubicBezTo>
                <a:cubicBezTo>
                  <a:pt x="2549" y="23122"/>
                  <a:pt x="2017" y="22103"/>
                  <a:pt x="1530" y="21082"/>
                </a:cubicBezTo>
                <a:cubicBezTo>
                  <a:pt x="1042" y="20063"/>
                  <a:pt x="532" y="19021"/>
                  <a:pt x="0" y="17957"/>
                </a:cubicBezTo>
                <a:cubicBezTo>
                  <a:pt x="5497" y="14942"/>
                  <a:pt x="10941" y="11938"/>
                  <a:pt x="16327" y="8945"/>
                </a:cubicBezTo>
                <a:cubicBezTo>
                  <a:pt x="21715" y="5953"/>
                  <a:pt x="27179" y="2970"/>
                  <a:pt x="32722" y="0"/>
                </a:cubicBezTo>
                <a:lnTo>
                  <a:pt x="36778" y="0"/>
                </a:lnTo>
                <a:cubicBezTo>
                  <a:pt x="36689" y="2438"/>
                  <a:pt x="36623" y="4622"/>
                  <a:pt x="36579" y="6551"/>
                </a:cubicBezTo>
                <a:cubicBezTo>
                  <a:pt x="36534" y="8480"/>
                  <a:pt x="36501" y="10353"/>
                  <a:pt x="36479" y="12171"/>
                </a:cubicBezTo>
                <a:cubicBezTo>
                  <a:pt x="36456" y="13988"/>
                  <a:pt x="36446" y="15784"/>
                  <a:pt x="36446" y="17558"/>
                </a:cubicBezTo>
                <a:lnTo>
                  <a:pt x="36446" y="68104"/>
                </a:lnTo>
              </a:path>
            </a:pathLst>
          </a:custGeom>
          <a:solidFill xmlns:a="http://schemas.openxmlformats.org/drawingml/2006/main">
            <a:srgbClr val="7F7F7F"/>
          </a:solidFill>
          <a:ln xmlns:a="http://schemas.openxmlformats.org/drawingml/2006/main" w="0">
            <a:noFill/>
            <a:prstDash val="solid"/>
          </a:ln>
        </p:spPr>
      </p:sp>
      <p:sp>
        <p:nvSpPr>
          <p:cNvPr id="359" name="pdf-path-100216">
            <a:extLst xmlns:a="http://schemas.openxmlformats.org/drawingml/2006/main">
              <a:ext uri="{FF2B5EF4-FFF2-40B4-BE49-F238E27FC236}">
                <a16:creationId xmlns:a16="http://schemas.microsoft.com/office/drawing/2014/main" id="{EC67C212-8577-4E35-9C8D-88D0890021A1}"/>
              </a:ext>
            </a:extLst>
          </p:cNvPr>
          <p:cNvSpPr>
            <a:spLocks xmlns:a="http://schemas.openxmlformats.org/drawingml/2006/main" noGrp="1"/>
          </p:cNvSpPr>
          <p:nvPr/>
        </p:nvSpPr>
        <p:spPr>
          <a:xfrm xmlns:a="http://schemas.openxmlformats.org/drawingml/2006/main">
            <a:off x="7366411" y="7046491"/>
            <a:ext cx="73690" cy="27489"/>
          </a:xfrm>
          <a:custGeom xmlns:a="http://schemas.openxmlformats.org/drawingml/2006/main">
            <a:pathLst>
              <a:path w="73690" h="27489">
                <a:moveTo>
                  <a:pt x="42653" y="0"/>
                </a:moveTo>
                <a:lnTo>
                  <a:pt x="73690" y="22435"/>
                </a:lnTo>
                <a:lnTo>
                  <a:pt x="70231" y="27489"/>
                </a:lnTo>
                <a:lnTo>
                  <a:pt x="37688" y="11439"/>
                </a:lnTo>
                <a:lnTo>
                  <a:pt x="36712" y="11439"/>
                </a:lnTo>
                <a:lnTo>
                  <a:pt x="3459" y="27489"/>
                </a:lnTo>
                <a:lnTo>
                  <a:pt x="0" y="22435"/>
                </a:lnTo>
                <a:lnTo>
                  <a:pt x="30771" y="0"/>
                </a:lnTo>
                <a:lnTo>
                  <a:pt x="42653" y="0"/>
                </a:lnTo>
              </a:path>
            </a:pathLst>
          </a:custGeom>
          <a:solidFill xmlns:a="http://schemas.openxmlformats.org/drawingml/2006/main">
            <a:srgbClr val="000000"/>
          </a:solidFill>
          <a:ln xmlns:a="http://schemas.openxmlformats.org/drawingml/2006/main" w="0">
            <a:noFill/>
            <a:prstDash val="solid"/>
          </a:ln>
        </p:spPr>
      </p:sp>
      <p:sp>
        <p:nvSpPr>
          <p:cNvPr id="360" name="pdf-path-100217">
            <a:extLst xmlns:a="http://schemas.openxmlformats.org/drawingml/2006/main">
              <a:ext uri="{FF2B5EF4-FFF2-40B4-BE49-F238E27FC236}">
                <a16:creationId xmlns:a16="http://schemas.microsoft.com/office/drawing/2014/main" id="{F4435F83-721C-4C73-8C82-3DF98590F091}"/>
              </a:ext>
            </a:extLst>
          </p:cNvPr>
          <p:cNvSpPr>
            <a:spLocks xmlns:a="http://schemas.openxmlformats.org/drawingml/2006/main" noGrp="1"/>
          </p:cNvSpPr>
          <p:nvPr/>
        </p:nvSpPr>
        <p:spPr>
          <a:xfrm xmlns:a="http://schemas.openxmlformats.org/drawingml/2006/main">
            <a:off x="7330795" y="7082831"/>
            <a:ext cx="100737" cy="165027"/>
          </a:xfrm>
          <a:custGeom xmlns:a="http://schemas.openxmlformats.org/drawingml/2006/main">
            <a:pathLst>
              <a:path w="100737" h="165027">
                <a:moveTo>
                  <a:pt x="66951" y="61098"/>
                </a:moveTo>
                <a:cubicBezTo>
                  <a:pt x="81021" y="66064"/>
                  <a:pt x="88056" y="75315"/>
                  <a:pt x="88056" y="88854"/>
                </a:cubicBezTo>
                <a:cubicBezTo>
                  <a:pt x="88056" y="95829"/>
                  <a:pt x="86505" y="102362"/>
                  <a:pt x="83400" y="108451"/>
                </a:cubicBezTo>
                <a:cubicBezTo>
                  <a:pt x="80297" y="114540"/>
                  <a:pt x="75745" y="119373"/>
                  <a:pt x="69744" y="122950"/>
                </a:cubicBezTo>
                <a:cubicBezTo>
                  <a:pt x="63743" y="126526"/>
                  <a:pt x="56842" y="128315"/>
                  <a:pt x="49038" y="128315"/>
                </a:cubicBezTo>
                <a:cubicBezTo>
                  <a:pt x="44014" y="128315"/>
                  <a:pt x="39594" y="127915"/>
                  <a:pt x="35782" y="127117"/>
                </a:cubicBezTo>
                <a:cubicBezTo>
                  <a:pt x="31968" y="126319"/>
                  <a:pt x="28022" y="124945"/>
                  <a:pt x="23943" y="122994"/>
                </a:cubicBezTo>
                <a:lnTo>
                  <a:pt x="14455" y="165027"/>
                </a:lnTo>
                <a:lnTo>
                  <a:pt x="0" y="165027"/>
                </a:lnTo>
                <a:lnTo>
                  <a:pt x="26248" y="47797"/>
                </a:lnTo>
                <a:cubicBezTo>
                  <a:pt x="28613" y="37274"/>
                  <a:pt x="31806" y="28553"/>
                  <a:pt x="35826" y="21637"/>
                </a:cubicBezTo>
                <a:cubicBezTo>
                  <a:pt x="39845" y="14720"/>
                  <a:pt x="44871" y="9385"/>
                  <a:pt x="50901" y="5631"/>
                </a:cubicBezTo>
                <a:cubicBezTo>
                  <a:pt x="56930" y="1877"/>
                  <a:pt x="64024" y="0"/>
                  <a:pt x="72183" y="0"/>
                </a:cubicBezTo>
                <a:cubicBezTo>
                  <a:pt x="81287" y="0"/>
                  <a:pt x="88322" y="2025"/>
                  <a:pt x="93288" y="6074"/>
                </a:cubicBezTo>
                <a:cubicBezTo>
                  <a:pt x="98254" y="10124"/>
                  <a:pt x="100737" y="15873"/>
                  <a:pt x="100737" y="23322"/>
                </a:cubicBezTo>
                <a:cubicBezTo>
                  <a:pt x="100737" y="26336"/>
                  <a:pt x="100308" y="29603"/>
                  <a:pt x="99451" y="33120"/>
                </a:cubicBezTo>
                <a:cubicBezTo>
                  <a:pt x="98594" y="36638"/>
                  <a:pt x="96894" y="40096"/>
                  <a:pt x="94352" y="43496"/>
                </a:cubicBezTo>
                <a:cubicBezTo>
                  <a:pt x="91810" y="46895"/>
                  <a:pt x="88277" y="50043"/>
                  <a:pt x="83755" y="52940"/>
                </a:cubicBezTo>
                <a:cubicBezTo>
                  <a:pt x="79233" y="55837"/>
                  <a:pt x="73691" y="58319"/>
                  <a:pt x="67129" y="60389"/>
                </a:cubicBezTo>
                <a:lnTo>
                  <a:pt x="66951" y="61098"/>
                </a:lnTo>
                <a:moveTo>
                  <a:pt x="52142" y="57196"/>
                </a:moveTo>
                <a:cubicBezTo>
                  <a:pt x="58527" y="56723"/>
                  <a:pt x="64291" y="54891"/>
                  <a:pt x="69434" y="51698"/>
                </a:cubicBezTo>
                <a:cubicBezTo>
                  <a:pt x="74577" y="48505"/>
                  <a:pt x="78612" y="44323"/>
                  <a:pt x="81538" y="39150"/>
                </a:cubicBezTo>
                <a:cubicBezTo>
                  <a:pt x="84465" y="33977"/>
                  <a:pt x="85928" y="28317"/>
                  <a:pt x="85928" y="22169"/>
                </a:cubicBezTo>
                <a:cubicBezTo>
                  <a:pt x="85928" y="17262"/>
                  <a:pt x="84701" y="13508"/>
                  <a:pt x="82247" y="10907"/>
                </a:cubicBezTo>
                <a:cubicBezTo>
                  <a:pt x="79794" y="8305"/>
                  <a:pt x="76144" y="7005"/>
                  <a:pt x="71296" y="7005"/>
                </a:cubicBezTo>
                <a:cubicBezTo>
                  <a:pt x="63788" y="7005"/>
                  <a:pt x="57521" y="10626"/>
                  <a:pt x="52497" y="17868"/>
                </a:cubicBezTo>
                <a:cubicBezTo>
                  <a:pt x="47472" y="25110"/>
                  <a:pt x="43363" y="36091"/>
                  <a:pt x="40171" y="50811"/>
                </a:cubicBezTo>
                <a:lnTo>
                  <a:pt x="28199" y="106412"/>
                </a:lnTo>
                <a:cubicBezTo>
                  <a:pt x="27904" y="107771"/>
                  <a:pt x="27756" y="108924"/>
                  <a:pt x="27756" y="109870"/>
                </a:cubicBezTo>
                <a:cubicBezTo>
                  <a:pt x="27756" y="111466"/>
                  <a:pt x="28126" y="112825"/>
                  <a:pt x="28865" y="113949"/>
                </a:cubicBezTo>
                <a:cubicBezTo>
                  <a:pt x="29603" y="115073"/>
                  <a:pt x="30698" y="116181"/>
                  <a:pt x="32145" y="117275"/>
                </a:cubicBezTo>
                <a:cubicBezTo>
                  <a:pt x="33594" y="118368"/>
                  <a:pt x="35471" y="119314"/>
                  <a:pt x="37777" y="120112"/>
                </a:cubicBezTo>
                <a:cubicBezTo>
                  <a:pt x="40082" y="120910"/>
                  <a:pt x="43008" y="121309"/>
                  <a:pt x="46556" y="121309"/>
                </a:cubicBezTo>
                <a:cubicBezTo>
                  <a:pt x="51344" y="121309"/>
                  <a:pt x="55704" y="119831"/>
                  <a:pt x="59635" y="116875"/>
                </a:cubicBezTo>
                <a:cubicBezTo>
                  <a:pt x="63566" y="113920"/>
                  <a:pt x="66655" y="109722"/>
                  <a:pt x="68902" y="104283"/>
                </a:cubicBezTo>
                <a:cubicBezTo>
                  <a:pt x="71148" y="98845"/>
                  <a:pt x="72272" y="92637"/>
                  <a:pt x="72272" y="85661"/>
                </a:cubicBezTo>
                <a:cubicBezTo>
                  <a:pt x="72272" y="78981"/>
                  <a:pt x="70424" y="73749"/>
                  <a:pt x="66729" y="69965"/>
                </a:cubicBezTo>
                <a:cubicBezTo>
                  <a:pt x="63035" y="66182"/>
                  <a:pt x="57758" y="64024"/>
                  <a:pt x="50901" y="63492"/>
                </a:cubicBezTo>
                <a:lnTo>
                  <a:pt x="52142" y="57196"/>
                </a:lnTo>
              </a:path>
            </a:pathLst>
          </a:custGeom>
          <a:solidFill xmlns:a="http://schemas.openxmlformats.org/drawingml/2006/main">
            <a:srgbClr val="000000"/>
          </a:solidFill>
          <a:ln xmlns:a="http://schemas.openxmlformats.org/drawingml/2006/main" w="0">
            <a:noFill/>
            <a:prstDash val="solid"/>
          </a:ln>
        </p:spPr>
      </p:sp>
      <p:sp>
        <p:nvSpPr>
          <p:cNvPr id="361" name="pdf-path-100218">
            <a:extLst xmlns:a="http://schemas.openxmlformats.org/drawingml/2006/main">
              <a:ext uri="{FF2B5EF4-FFF2-40B4-BE49-F238E27FC236}">
                <a16:creationId xmlns:a16="http://schemas.microsoft.com/office/drawing/2014/main" id="{71DF3FF5-5F10-4165-B4BD-B86072FF1096}"/>
              </a:ext>
            </a:extLst>
          </p:cNvPr>
          <p:cNvSpPr>
            <a:spLocks xmlns:a="http://schemas.openxmlformats.org/drawingml/2006/main" noGrp="1"/>
          </p:cNvSpPr>
          <p:nvPr/>
        </p:nvSpPr>
        <p:spPr>
          <a:xfrm xmlns:a="http://schemas.openxmlformats.org/drawingml/2006/main">
            <a:off x="7438057" y="7164464"/>
            <a:ext cx="48351" cy="84597"/>
          </a:xfrm>
          <a:custGeom xmlns:a="http://schemas.openxmlformats.org/drawingml/2006/main">
            <a:pathLst>
              <a:path w="48351" h="84597">
                <a:moveTo>
                  <a:pt x="41900" y="70565"/>
                </a:moveTo>
                <a:cubicBezTo>
                  <a:pt x="39639" y="73092"/>
                  <a:pt x="37488" y="75242"/>
                  <a:pt x="35448" y="77015"/>
                </a:cubicBezTo>
                <a:cubicBezTo>
                  <a:pt x="33409" y="78789"/>
                  <a:pt x="31413" y="80241"/>
                  <a:pt x="29463" y="81372"/>
                </a:cubicBezTo>
                <a:cubicBezTo>
                  <a:pt x="27512" y="82502"/>
                  <a:pt x="25583" y="83323"/>
                  <a:pt x="23677" y="83833"/>
                </a:cubicBezTo>
                <a:cubicBezTo>
                  <a:pt x="21770" y="84342"/>
                  <a:pt x="19819" y="84597"/>
                  <a:pt x="17824" y="84597"/>
                </a:cubicBezTo>
                <a:cubicBezTo>
                  <a:pt x="12548" y="84597"/>
                  <a:pt x="8612" y="83356"/>
                  <a:pt x="6019" y="80873"/>
                </a:cubicBezTo>
                <a:cubicBezTo>
                  <a:pt x="3425" y="78390"/>
                  <a:pt x="2128" y="74732"/>
                  <a:pt x="2128" y="69899"/>
                </a:cubicBezTo>
                <a:cubicBezTo>
                  <a:pt x="2128" y="68259"/>
                  <a:pt x="2250" y="66452"/>
                  <a:pt x="2494" y="64479"/>
                </a:cubicBezTo>
                <a:cubicBezTo>
                  <a:pt x="2737" y="62506"/>
                  <a:pt x="3082" y="60588"/>
                  <a:pt x="3525" y="58726"/>
                </a:cubicBezTo>
                <a:lnTo>
                  <a:pt x="11439" y="24275"/>
                </a:lnTo>
                <a:lnTo>
                  <a:pt x="0" y="24275"/>
                </a:lnTo>
                <a:lnTo>
                  <a:pt x="1330" y="19154"/>
                </a:lnTo>
                <a:cubicBezTo>
                  <a:pt x="3990" y="19154"/>
                  <a:pt x="6063" y="18899"/>
                  <a:pt x="7548" y="18390"/>
                </a:cubicBezTo>
                <a:cubicBezTo>
                  <a:pt x="9033" y="17879"/>
                  <a:pt x="10287" y="17181"/>
                  <a:pt x="11306" y="16294"/>
                </a:cubicBezTo>
                <a:cubicBezTo>
                  <a:pt x="11971" y="15673"/>
                  <a:pt x="12614" y="14908"/>
                  <a:pt x="13235" y="14000"/>
                </a:cubicBezTo>
                <a:cubicBezTo>
                  <a:pt x="13856" y="13091"/>
                  <a:pt x="14476" y="11993"/>
                  <a:pt x="15097" y="10708"/>
                </a:cubicBezTo>
                <a:cubicBezTo>
                  <a:pt x="15718" y="9422"/>
                  <a:pt x="16350" y="7903"/>
                  <a:pt x="16993" y="6152"/>
                </a:cubicBezTo>
                <a:cubicBezTo>
                  <a:pt x="17635" y="4400"/>
                  <a:pt x="18356" y="2350"/>
                  <a:pt x="19154" y="0"/>
                </a:cubicBezTo>
                <a:lnTo>
                  <a:pt x="29529" y="0"/>
                </a:lnTo>
                <a:lnTo>
                  <a:pt x="25738" y="16893"/>
                </a:lnTo>
                <a:lnTo>
                  <a:pt x="48351" y="16893"/>
                </a:lnTo>
                <a:lnTo>
                  <a:pt x="46821" y="24275"/>
                </a:lnTo>
                <a:lnTo>
                  <a:pt x="24275" y="24275"/>
                </a:lnTo>
                <a:lnTo>
                  <a:pt x="17491" y="52142"/>
                </a:lnTo>
                <a:cubicBezTo>
                  <a:pt x="17048" y="54004"/>
                  <a:pt x="16682" y="55678"/>
                  <a:pt x="16394" y="57163"/>
                </a:cubicBezTo>
                <a:cubicBezTo>
                  <a:pt x="16106" y="58648"/>
                  <a:pt x="15873" y="59989"/>
                  <a:pt x="15696" y="61187"/>
                </a:cubicBezTo>
                <a:cubicBezTo>
                  <a:pt x="15518" y="62384"/>
                  <a:pt x="15397" y="63470"/>
                  <a:pt x="15330" y="64445"/>
                </a:cubicBezTo>
                <a:cubicBezTo>
                  <a:pt x="15263" y="65421"/>
                  <a:pt x="15230" y="66330"/>
                  <a:pt x="15230" y="67172"/>
                </a:cubicBezTo>
                <a:cubicBezTo>
                  <a:pt x="15230" y="69833"/>
                  <a:pt x="15784" y="71916"/>
                  <a:pt x="16893" y="73424"/>
                </a:cubicBezTo>
                <a:cubicBezTo>
                  <a:pt x="18002" y="74932"/>
                  <a:pt x="19819" y="75685"/>
                  <a:pt x="22346" y="75685"/>
                </a:cubicBezTo>
                <a:cubicBezTo>
                  <a:pt x="24475" y="75685"/>
                  <a:pt x="26736" y="74899"/>
                  <a:pt x="29130" y="73325"/>
                </a:cubicBezTo>
                <a:cubicBezTo>
                  <a:pt x="31524" y="71751"/>
                  <a:pt x="34251" y="69278"/>
                  <a:pt x="37310" y="65909"/>
                </a:cubicBezTo>
                <a:lnTo>
                  <a:pt x="41900" y="70565"/>
                </a:lnTo>
              </a:path>
            </a:pathLst>
          </a:custGeom>
          <a:solidFill xmlns:a="http://schemas.openxmlformats.org/drawingml/2006/main">
            <a:srgbClr val="000000"/>
          </a:solidFill>
          <a:ln xmlns:a="http://schemas.openxmlformats.org/drawingml/2006/main" w="0">
            <a:noFill/>
            <a:prstDash val="solid"/>
          </a:ln>
        </p:spPr>
      </p:sp>
      <p:sp>
        <p:nvSpPr>
          <p:cNvPr id="362" name="pdf-path-100219">
            <a:extLst xmlns:a="http://schemas.openxmlformats.org/drawingml/2006/main">
              <a:ext uri="{FF2B5EF4-FFF2-40B4-BE49-F238E27FC236}">
                <a16:creationId xmlns:a16="http://schemas.microsoft.com/office/drawing/2014/main" id="{2E011EA0-3F46-4F8E-8304-EBEEA2FEAC56}"/>
              </a:ext>
            </a:extLst>
          </p:cNvPr>
          <p:cNvSpPr>
            <a:spLocks xmlns:a="http://schemas.openxmlformats.org/drawingml/2006/main" noGrp="1"/>
          </p:cNvSpPr>
          <p:nvPr/>
        </p:nvSpPr>
        <p:spPr>
          <a:xfrm xmlns:a="http://schemas.openxmlformats.org/drawingml/2006/main">
            <a:off x="7501601" y="7168853"/>
            <a:ext cx="76617" cy="80142"/>
          </a:xfrm>
          <a:custGeom xmlns:a="http://schemas.openxmlformats.org/drawingml/2006/main">
            <a:pathLst>
              <a:path w="76617" h="80142">
                <a:moveTo>
                  <a:pt x="43695" y="45159"/>
                </a:moveTo>
                <a:lnTo>
                  <a:pt x="43695" y="80142"/>
                </a:lnTo>
                <a:lnTo>
                  <a:pt x="32921" y="80142"/>
                </a:lnTo>
                <a:lnTo>
                  <a:pt x="32921" y="45159"/>
                </a:lnTo>
                <a:lnTo>
                  <a:pt x="0" y="45159"/>
                </a:lnTo>
                <a:lnTo>
                  <a:pt x="0" y="34984"/>
                </a:lnTo>
                <a:lnTo>
                  <a:pt x="32921" y="34984"/>
                </a:lnTo>
                <a:lnTo>
                  <a:pt x="32921" y="0"/>
                </a:lnTo>
                <a:lnTo>
                  <a:pt x="43695" y="0"/>
                </a:lnTo>
                <a:lnTo>
                  <a:pt x="43695" y="34984"/>
                </a:lnTo>
                <a:lnTo>
                  <a:pt x="76617" y="34984"/>
                </a:lnTo>
                <a:lnTo>
                  <a:pt x="76617" y="45159"/>
                </a:lnTo>
                <a:lnTo>
                  <a:pt x="43695" y="45159"/>
                </a:lnTo>
              </a:path>
            </a:pathLst>
          </a:custGeom>
          <a:solidFill xmlns:a="http://schemas.openxmlformats.org/drawingml/2006/main">
            <a:srgbClr val="000000"/>
          </a:solidFill>
          <a:ln xmlns:a="http://schemas.openxmlformats.org/drawingml/2006/main" w="0">
            <a:noFill/>
            <a:prstDash val="solid"/>
          </a:ln>
        </p:spPr>
      </p:sp>
      <p:sp>
        <p:nvSpPr>
          <p:cNvPr id="363" name="pdf-path-100220">
            <a:extLst xmlns:a="http://schemas.openxmlformats.org/drawingml/2006/main">
              <a:ext uri="{FF2B5EF4-FFF2-40B4-BE49-F238E27FC236}">
                <a16:creationId xmlns:a16="http://schemas.microsoft.com/office/drawing/2014/main" id="{AD0B225A-4B0F-48F3-A569-844D89C95B49}"/>
              </a:ext>
            </a:extLst>
          </p:cNvPr>
          <p:cNvSpPr>
            <a:spLocks xmlns:a="http://schemas.openxmlformats.org/drawingml/2006/main" noGrp="1"/>
          </p:cNvSpPr>
          <p:nvPr/>
        </p:nvSpPr>
        <p:spPr>
          <a:xfrm xmlns:a="http://schemas.openxmlformats.org/drawingml/2006/main">
            <a:off x="7599011" y="7162203"/>
            <a:ext cx="56398" cy="85661"/>
          </a:xfrm>
          <a:custGeom xmlns:a="http://schemas.openxmlformats.org/drawingml/2006/main">
            <a:pathLst>
              <a:path w="56398" h="85661">
                <a:moveTo>
                  <a:pt x="36446" y="68104"/>
                </a:moveTo>
                <a:cubicBezTo>
                  <a:pt x="36446" y="69478"/>
                  <a:pt x="36491" y="70664"/>
                  <a:pt x="36579" y="71662"/>
                </a:cubicBezTo>
                <a:cubicBezTo>
                  <a:pt x="36668" y="72659"/>
                  <a:pt x="36811" y="73502"/>
                  <a:pt x="37011" y="74189"/>
                </a:cubicBezTo>
                <a:cubicBezTo>
                  <a:pt x="37211" y="74876"/>
                  <a:pt x="37477" y="75464"/>
                  <a:pt x="37809" y="75951"/>
                </a:cubicBezTo>
                <a:cubicBezTo>
                  <a:pt x="38142" y="76439"/>
                  <a:pt x="38529" y="76860"/>
                  <a:pt x="38973" y="77215"/>
                </a:cubicBezTo>
                <a:cubicBezTo>
                  <a:pt x="39505" y="77747"/>
                  <a:pt x="40215" y="78157"/>
                  <a:pt x="41101" y="78445"/>
                </a:cubicBezTo>
                <a:cubicBezTo>
                  <a:pt x="41988" y="78734"/>
                  <a:pt x="43119" y="78977"/>
                  <a:pt x="44493" y="79177"/>
                </a:cubicBezTo>
                <a:cubicBezTo>
                  <a:pt x="45868" y="79377"/>
                  <a:pt x="47519" y="79532"/>
                  <a:pt x="49448" y="79643"/>
                </a:cubicBezTo>
                <a:cubicBezTo>
                  <a:pt x="51377" y="79753"/>
                  <a:pt x="53693" y="79831"/>
                  <a:pt x="56398" y="79875"/>
                </a:cubicBezTo>
                <a:lnTo>
                  <a:pt x="56398" y="85661"/>
                </a:lnTo>
                <a:lnTo>
                  <a:pt x="3657" y="85661"/>
                </a:lnTo>
                <a:lnTo>
                  <a:pt x="3657" y="79875"/>
                </a:lnTo>
                <a:cubicBezTo>
                  <a:pt x="6273" y="79786"/>
                  <a:pt x="8490" y="79687"/>
                  <a:pt x="10308" y="79576"/>
                </a:cubicBezTo>
                <a:cubicBezTo>
                  <a:pt x="12127" y="79465"/>
                  <a:pt x="13678" y="79310"/>
                  <a:pt x="14964" y="79111"/>
                </a:cubicBezTo>
                <a:cubicBezTo>
                  <a:pt x="16250" y="78911"/>
                  <a:pt x="17280" y="78689"/>
                  <a:pt x="18056" y="78445"/>
                </a:cubicBezTo>
                <a:cubicBezTo>
                  <a:pt x="18833" y="78201"/>
                  <a:pt x="19508" y="77902"/>
                  <a:pt x="20085" y="77547"/>
                </a:cubicBezTo>
                <a:cubicBezTo>
                  <a:pt x="20706" y="77148"/>
                  <a:pt x="21238" y="76716"/>
                  <a:pt x="21682" y="76250"/>
                </a:cubicBezTo>
                <a:cubicBezTo>
                  <a:pt x="22125" y="75785"/>
                  <a:pt x="22479" y="75198"/>
                  <a:pt x="22745" y="74488"/>
                </a:cubicBezTo>
                <a:cubicBezTo>
                  <a:pt x="23011" y="73779"/>
                  <a:pt x="23222" y="72914"/>
                  <a:pt x="23377" y="71894"/>
                </a:cubicBezTo>
                <a:cubicBezTo>
                  <a:pt x="23532" y="70874"/>
                  <a:pt x="23610" y="69611"/>
                  <a:pt x="23610" y="68104"/>
                </a:cubicBezTo>
                <a:lnTo>
                  <a:pt x="23610" y="20418"/>
                </a:lnTo>
                <a:cubicBezTo>
                  <a:pt x="23610" y="18689"/>
                  <a:pt x="23277" y="17469"/>
                  <a:pt x="22612" y="16760"/>
                </a:cubicBezTo>
                <a:cubicBezTo>
                  <a:pt x="21947" y="16050"/>
                  <a:pt x="20994" y="15696"/>
                  <a:pt x="19753" y="15696"/>
                </a:cubicBezTo>
                <a:cubicBezTo>
                  <a:pt x="18378" y="15696"/>
                  <a:pt x="16339" y="16405"/>
                  <a:pt x="13633" y="17824"/>
                </a:cubicBezTo>
                <a:cubicBezTo>
                  <a:pt x="10929" y="19242"/>
                  <a:pt x="7426" y="21348"/>
                  <a:pt x="3125" y="24142"/>
                </a:cubicBezTo>
                <a:cubicBezTo>
                  <a:pt x="2549" y="23122"/>
                  <a:pt x="2017" y="22103"/>
                  <a:pt x="1530" y="21082"/>
                </a:cubicBezTo>
                <a:cubicBezTo>
                  <a:pt x="1042" y="20063"/>
                  <a:pt x="532" y="19021"/>
                  <a:pt x="0" y="17957"/>
                </a:cubicBezTo>
                <a:cubicBezTo>
                  <a:pt x="5497" y="14942"/>
                  <a:pt x="10941" y="11938"/>
                  <a:pt x="16327" y="8945"/>
                </a:cubicBezTo>
                <a:cubicBezTo>
                  <a:pt x="21715" y="5953"/>
                  <a:pt x="27179" y="2970"/>
                  <a:pt x="32722" y="0"/>
                </a:cubicBezTo>
                <a:lnTo>
                  <a:pt x="36778" y="0"/>
                </a:lnTo>
                <a:cubicBezTo>
                  <a:pt x="36689" y="2438"/>
                  <a:pt x="36623" y="4622"/>
                  <a:pt x="36579" y="6551"/>
                </a:cubicBezTo>
                <a:cubicBezTo>
                  <a:pt x="36534" y="8480"/>
                  <a:pt x="36501" y="10353"/>
                  <a:pt x="36479" y="12171"/>
                </a:cubicBezTo>
                <a:cubicBezTo>
                  <a:pt x="36456" y="13988"/>
                  <a:pt x="36446" y="15784"/>
                  <a:pt x="36446" y="17558"/>
                </a:cubicBezTo>
                <a:lnTo>
                  <a:pt x="36446" y="68104"/>
                </a:lnTo>
              </a:path>
            </a:pathLst>
          </a:custGeom>
          <a:solidFill xmlns:a="http://schemas.openxmlformats.org/drawingml/2006/main">
            <a:srgbClr val="000000"/>
          </a:solidFill>
          <a:ln xmlns:a="http://schemas.openxmlformats.org/drawingml/2006/main" w="0">
            <a:noFill/>
            <a:prstDash val="solid"/>
          </a:ln>
        </p:spPr>
      </p:sp>
      <p:sp>
        <p:nvSpPr>
          <p:cNvPr id="364" name="pdf-path-100221">
            <a:extLst xmlns:a="http://schemas.openxmlformats.org/drawingml/2006/main">
              <a:ext uri="{FF2B5EF4-FFF2-40B4-BE49-F238E27FC236}">
                <a16:creationId xmlns:a16="http://schemas.microsoft.com/office/drawing/2014/main" id="{15318BAD-878F-4AA7-8136-959D6E99E329}"/>
              </a:ext>
            </a:extLst>
          </p:cNvPr>
          <p:cNvSpPr>
            <a:spLocks xmlns:a="http://schemas.openxmlformats.org/drawingml/2006/main" noGrp="1"/>
          </p:cNvSpPr>
          <p:nvPr/>
        </p:nvSpPr>
        <p:spPr>
          <a:xfrm xmlns:a="http://schemas.openxmlformats.org/drawingml/2006/main">
            <a:off x="10130121" y="7041042"/>
            <a:ext cx="73690" cy="27489"/>
          </a:xfrm>
          <a:custGeom xmlns:a="http://schemas.openxmlformats.org/drawingml/2006/main">
            <a:pathLst>
              <a:path w="73690" h="27489">
                <a:moveTo>
                  <a:pt x="42653" y="0"/>
                </a:moveTo>
                <a:lnTo>
                  <a:pt x="73690" y="22435"/>
                </a:lnTo>
                <a:lnTo>
                  <a:pt x="70231" y="27489"/>
                </a:lnTo>
                <a:lnTo>
                  <a:pt x="37688" y="11439"/>
                </a:lnTo>
                <a:lnTo>
                  <a:pt x="36712" y="11439"/>
                </a:lnTo>
                <a:lnTo>
                  <a:pt x="3459" y="27489"/>
                </a:lnTo>
                <a:lnTo>
                  <a:pt x="0" y="22435"/>
                </a:lnTo>
                <a:lnTo>
                  <a:pt x="30771" y="0"/>
                </a:lnTo>
                <a:lnTo>
                  <a:pt x="42653" y="0"/>
                </a:lnTo>
              </a:path>
            </a:pathLst>
          </a:custGeom>
          <a:solidFill xmlns:a="http://schemas.openxmlformats.org/drawingml/2006/main">
            <a:srgbClr val="7F7F7F"/>
          </a:solidFill>
          <a:ln xmlns:a="http://schemas.openxmlformats.org/drawingml/2006/main" w="0">
            <a:noFill/>
            <a:prstDash val="solid"/>
          </a:ln>
        </p:spPr>
      </p:sp>
      <p:sp>
        <p:nvSpPr>
          <p:cNvPr id="365" name="pdf-path-100222">
            <a:extLst xmlns:a="http://schemas.openxmlformats.org/drawingml/2006/main">
              <a:ext uri="{FF2B5EF4-FFF2-40B4-BE49-F238E27FC236}">
                <a16:creationId xmlns:a16="http://schemas.microsoft.com/office/drawing/2014/main" id="{B676EDEB-9EE4-465B-BA38-6B4FC196500B}"/>
              </a:ext>
            </a:extLst>
          </p:cNvPr>
          <p:cNvSpPr>
            <a:spLocks xmlns:a="http://schemas.openxmlformats.org/drawingml/2006/main" noGrp="1"/>
          </p:cNvSpPr>
          <p:nvPr/>
        </p:nvSpPr>
        <p:spPr>
          <a:xfrm xmlns:a="http://schemas.openxmlformats.org/drawingml/2006/main">
            <a:off x="10094503" y="7077382"/>
            <a:ext cx="100737" cy="165027"/>
          </a:xfrm>
          <a:custGeom xmlns:a="http://schemas.openxmlformats.org/drawingml/2006/main">
            <a:pathLst>
              <a:path w="100737" h="165027">
                <a:moveTo>
                  <a:pt x="66951" y="61098"/>
                </a:moveTo>
                <a:cubicBezTo>
                  <a:pt x="81021" y="66064"/>
                  <a:pt x="88056" y="75315"/>
                  <a:pt x="88056" y="88854"/>
                </a:cubicBezTo>
                <a:cubicBezTo>
                  <a:pt x="88056" y="95829"/>
                  <a:pt x="86505" y="102362"/>
                  <a:pt x="83400" y="108451"/>
                </a:cubicBezTo>
                <a:cubicBezTo>
                  <a:pt x="80297" y="114540"/>
                  <a:pt x="75745" y="119373"/>
                  <a:pt x="69744" y="122950"/>
                </a:cubicBezTo>
                <a:cubicBezTo>
                  <a:pt x="63743" y="126526"/>
                  <a:pt x="56842" y="128315"/>
                  <a:pt x="49038" y="128315"/>
                </a:cubicBezTo>
                <a:cubicBezTo>
                  <a:pt x="44014" y="128315"/>
                  <a:pt x="39594" y="127915"/>
                  <a:pt x="35782" y="127117"/>
                </a:cubicBezTo>
                <a:cubicBezTo>
                  <a:pt x="31968" y="126319"/>
                  <a:pt x="28022" y="124945"/>
                  <a:pt x="23943" y="122994"/>
                </a:cubicBezTo>
                <a:lnTo>
                  <a:pt x="14455" y="165027"/>
                </a:lnTo>
                <a:lnTo>
                  <a:pt x="0" y="165027"/>
                </a:lnTo>
                <a:lnTo>
                  <a:pt x="26248" y="47797"/>
                </a:lnTo>
                <a:cubicBezTo>
                  <a:pt x="28613" y="37274"/>
                  <a:pt x="31806" y="28553"/>
                  <a:pt x="35826" y="21637"/>
                </a:cubicBezTo>
                <a:cubicBezTo>
                  <a:pt x="39845" y="14720"/>
                  <a:pt x="44871" y="9385"/>
                  <a:pt x="50901" y="5631"/>
                </a:cubicBezTo>
                <a:cubicBezTo>
                  <a:pt x="56930" y="1877"/>
                  <a:pt x="64024" y="0"/>
                  <a:pt x="72183" y="0"/>
                </a:cubicBezTo>
                <a:cubicBezTo>
                  <a:pt x="81287" y="0"/>
                  <a:pt x="88322" y="2025"/>
                  <a:pt x="93288" y="6074"/>
                </a:cubicBezTo>
                <a:cubicBezTo>
                  <a:pt x="98254" y="10124"/>
                  <a:pt x="100737" y="15873"/>
                  <a:pt x="100737" y="23322"/>
                </a:cubicBezTo>
                <a:cubicBezTo>
                  <a:pt x="100737" y="26336"/>
                  <a:pt x="100308" y="29603"/>
                  <a:pt x="99451" y="33120"/>
                </a:cubicBezTo>
                <a:cubicBezTo>
                  <a:pt x="98594" y="36638"/>
                  <a:pt x="96894" y="40096"/>
                  <a:pt x="94352" y="43496"/>
                </a:cubicBezTo>
                <a:cubicBezTo>
                  <a:pt x="91810" y="46895"/>
                  <a:pt x="88277" y="50043"/>
                  <a:pt x="83755" y="52940"/>
                </a:cubicBezTo>
                <a:cubicBezTo>
                  <a:pt x="79233" y="55837"/>
                  <a:pt x="73691" y="58319"/>
                  <a:pt x="67129" y="60389"/>
                </a:cubicBezTo>
                <a:lnTo>
                  <a:pt x="66951" y="61098"/>
                </a:lnTo>
                <a:moveTo>
                  <a:pt x="52142" y="57196"/>
                </a:moveTo>
                <a:cubicBezTo>
                  <a:pt x="58527" y="56723"/>
                  <a:pt x="64291" y="54891"/>
                  <a:pt x="69434" y="51698"/>
                </a:cubicBezTo>
                <a:cubicBezTo>
                  <a:pt x="74577" y="48505"/>
                  <a:pt x="78612" y="44323"/>
                  <a:pt x="81538" y="39150"/>
                </a:cubicBezTo>
                <a:cubicBezTo>
                  <a:pt x="84465" y="33977"/>
                  <a:pt x="85928" y="28317"/>
                  <a:pt x="85928" y="22169"/>
                </a:cubicBezTo>
                <a:cubicBezTo>
                  <a:pt x="85928" y="17262"/>
                  <a:pt x="84701" y="13508"/>
                  <a:pt x="82247" y="10907"/>
                </a:cubicBezTo>
                <a:cubicBezTo>
                  <a:pt x="79794" y="8305"/>
                  <a:pt x="76144" y="7005"/>
                  <a:pt x="71296" y="7005"/>
                </a:cubicBezTo>
                <a:cubicBezTo>
                  <a:pt x="63788" y="7005"/>
                  <a:pt x="57521" y="10626"/>
                  <a:pt x="52497" y="17868"/>
                </a:cubicBezTo>
                <a:cubicBezTo>
                  <a:pt x="47472" y="25110"/>
                  <a:pt x="43363" y="36091"/>
                  <a:pt x="40171" y="50811"/>
                </a:cubicBezTo>
                <a:lnTo>
                  <a:pt x="28199" y="106412"/>
                </a:lnTo>
                <a:cubicBezTo>
                  <a:pt x="27904" y="107771"/>
                  <a:pt x="27756" y="108924"/>
                  <a:pt x="27756" y="109870"/>
                </a:cubicBezTo>
                <a:cubicBezTo>
                  <a:pt x="27756" y="111466"/>
                  <a:pt x="28126" y="112825"/>
                  <a:pt x="28865" y="113949"/>
                </a:cubicBezTo>
                <a:cubicBezTo>
                  <a:pt x="29603" y="115073"/>
                  <a:pt x="30698" y="116181"/>
                  <a:pt x="32145" y="117275"/>
                </a:cubicBezTo>
                <a:cubicBezTo>
                  <a:pt x="33594" y="118368"/>
                  <a:pt x="35471" y="119314"/>
                  <a:pt x="37777" y="120112"/>
                </a:cubicBezTo>
                <a:cubicBezTo>
                  <a:pt x="40082" y="120910"/>
                  <a:pt x="43008" y="121309"/>
                  <a:pt x="46556" y="121309"/>
                </a:cubicBezTo>
                <a:cubicBezTo>
                  <a:pt x="51344" y="121309"/>
                  <a:pt x="55704" y="119831"/>
                  <a:pt x="59635" y="116875"/>
                </a:cubicBezTo>
                <a:cubicBezTo>
                  <a:pt x="63566" y="113920"/>
                  <a:pt x="66655" y="109722"/>
                  <a:pt x="68902" y="104283"/>
                </a:cubicBezTo>
                <a:cubicBezTo>
                  <a:pt x="71148" y="98845"/>
                  <a:pt x="72272" y="92637"/>
                  <a:pt x="72272" y="85661"/>
                </a:cubicBezTo>
                <a:cubicBezTo>
                  <a:pt x="72272" y="78981"/>
                  <a:pt x="70424" y="73749"/>
                  <a:pt x="66729" y="69965"/>
                </a:cubicBezTo>
                <a:cubicBezTo>
                  <a:pt x="63035" y="66182"/>
                  <a:pt x="57758" y="64024"/>
                  <a:pt x="50901" y="63492"/>
                </a:cubicBezTo>
                <a:lnTo>
                  <a:pt x="52142" y="57196"/>
                </a:lnTo>
              </a:path>
            </a:pathLst>
          </a:custGeom>
          <a:solidFill xmlns:a="http://schemas.openxmlformats.org/drawingml/2006/main">
            <a:srgbClr val="7F7F7F"/>
          </a:solidFill>
          <a:ln xmlns:a="http://schemas.openxmlformats.org/drawingml/2006/main" w="0">
            <a:noFill/>
            <a:prstDash val="solid"/>
          </a:ln>
        </p:spPr>
      </p:sp>
      <p:sp>
        <p:nvSpPr>
          <p:cNvPr id="366" name="pdf-path-100223">
            <a:extLst xmlns:a="http://schemas.openxmlformats.org/drawingml/2006/main">
              <a:ext uri="{FF2B5EF4-FFF2-40B4-BE49-F238E27FC236}">
                <a16:creationId xmlns:a16="http://schemas.microsoft.com/office/drawing/2014/main" id="{B7838198-3750-4968-89C5-3C7E41B1566D}"/>
              </a:ext>
            </a:extLst>
          </p:cNvPr>
          <p:cNvSpPr>
            <a:spLocks xmlns:a="http://schemas.openxmlformats.org/drawingml/2006/main" noGrp="1"/>
          </p:cNvSpPr>
          <p:nvPr/>
        </p:nvSpPr>
        <p:spPr>
          <a:xfrm xmlns:a="http://schemas.openxmlformats.org/drawingml/2006/main">
            <a:off x="10201766" y="7159017"/>
            <a:ext cx="48351" cy="84597"/>
          </a:xfrm>
          <a:custGeom xmlns:a="http://schemas.openxmlformats.org/drawingml/2006/main">
            <a:pathLst>
              <a:path w="48351" h="84597">
                <a:moveTo>
                  <a:pt x="41900" y="70565"/>
                </a:moveTo>
                <a:cubicBezTo>
                  <a:pt x="39639" y="73092"/>
                  <a:pt x="37488" y="75242"/>
                  <a:pt x="35448" y="77015"/>
                </a:cubicBezTo>
                <a:cubicBezTo>
                  <a:pt x="33409" y="78789"/>
                  <a:pt x="31413" y="80241"/>
                  <a:pt x="29463" y="81372"/>
                </a:cubicBezTo>
                <a:cubicBezTo>
                  <a:pt x="27512" y="82502"/>
                  <a:pt x="25583" y="83323"/>
                  <a:pt x="23677" y="83833"/>
                </a:cubicBezTo>
                <a:cubicBezTo>
                  <a:pt x="21770" y="84342"/>
                  <a:pt x="19819" y="84597"/>
                  <a:pt x="17824" y="84597"/>
                </a:cubicBezTo>
                <a:cubicBezTo>
                  <a:pt x="12548" y="84597"/>
                  <a:pt x="8612" y="83356"/>
                  <a:pt x="6019" y="80873"/>
                </a:cubicBezTo>
                <a:cubicBezTo>
                  <a:pt x="3425" y="78390"/>
                  <a:pt x="2128" y="74732"/>
                  <a:pt x="2128" y="69899"/>
                </a:cubicBezTo>
                <a:cubicBezTo>
                  <a:pt x="2128" y="68259"/>
                  <a:pt x="2250" y="66452"/>
                  <a:pt x="2494" y="64479"/>
                </a:cubicBezTo>
                <a:cubicBezTo>
                  <a:pt x="2737" y="62506"/>
                  <a:pt x="3082" y="60588"/>
                  <a:pt x="3525" y="58726"/>
                </a:cubicBezTo>
                <a:lnTo>
                  <a:pt x="11439" y="24275"/>
                </a:lnTo>
                <a:lnTo>
                  <a:pt x="0" y="24275"/>
                </a:lnTo>
                <a:lnTo>
                  <a:pt x="1330" y="19154"/>
                </a:lnTo>
                <a:cubicBezTo>
                  <a:pt x="3990" y="19154"/>
                  <a:pt x="6063" y="18899"/>
                  <a:pt x="7548" y="18390"/>
                </a:cubicBezTo>
                <a:cubicBezTo>
                  <a:pt x="9033" y="17879"/>
                  <a:pt x="10287" y="17181"/>
                  <a:pt x="11306" y="16294"/>
                </a:cubicBezTo>
                <a:cubicBezTo>
                  <a:pt x="11971" y="15673"/>
                  <a:pt x="12614" y="14908"/>
                  <a:pt x="13235" y="14000"/>
                </a:cubicBezTo>
                <a:cubicBezTo>
                  <a:pt x="13856" y="13091"/>
                  <a:pt x="14476" y="11993"/>
                  <a:pt x="15097" y="10708"/>
                </a:cubicBezTo>
                <a:cubicBezTo>
                  <a:pt x="15718" y="9422"/>
                  <a:pt x="16350" y="7903"/>
                  <a:pt x="16993" y="6152"/>
                </a:cubicBezTo>
                <a:cubicBezTo>
                  <a:pt x="17635" y="4400"/>
                  <a:pt x="18356" y="2350"/>
                  <a:pt x="19154" y="0"/>
                </a:cubicBezTo>
                <a:lnTo>
                  <a:pt x="29529" y="0"/>
                </a:lnTo>
                <a:lnTo>
                  <a:pt x="25738" y="16893"/>
                </a:lnTo>
                <a:lnTo>
                  <a:pt x="48351" y="16893"/>
                </a:lnTo>
                <a:lnTo>
                  <a:pt x="46821" y="24275"/>
                </a:lnTo>
                <a:lnTo>
                  <a:pt x="24275" y="24275"/>
                </a:lnTo>
                <a:lnTo>
                  <a:pt x="17491" y="52142"/>
                </a:lnTo>
                <a:cubicBezTo>
                  <a:pt x="17048" y="54004"/>
                  <a:pt x="16682" y="55678"/>
                  <a:pt x="16394" y="57163"/>
                </a:cubicBezTo>
                <a:cubicBezTo>
                  <a:pt x="16106" y="58648"/>
                  <a:pt x="15873" y="59989"/>
                  <a:pt x="15696" y="61187"/>
                </a:cubicBezTo>
                <a:cubicBezTo>
                  <a:pt x="15518" y="62384"/>
                  <a:pt x="15397" y="63470"/>
                  <a:pt x="15330" y="64445"/>
                </a:cubicBezTo>
                <a:cubicBezTo>
                  <a:pt x="15263" y="65421"/>
                  <a:pt x="15230" y="66330"/>
                  <a:pt x="15230" y="67172"/>
                </a:cubicBezTo>
                <a:cubicBezTo>
                  <a:pt x="15230" y="69833"/>
                  <a:pt x="15784" y="71916"/>
                  <a:pt x="16893" y="73424"/>
                </a:cubicBezTo>
                <a:cubicBezTo>
                  <a:pt x="18002" y="74932"/>
                  <a:pt x="19819" y="75685"/>
                  <a:pt x="22346" y="75685"/>
                </a:cubicBezTo>
                <a:cubicBezTo>
                  <a:pt x="24475" y="75685"/>
                  <a:pt x="26736" y="74899"/>
                  <a:pt x="29130" y="73325"/>
                </a:cubicBezTo>
                <a:cubicBezTo>
                  <a:pt x="31524" y="71751"/>
                  <a:pt x="34251" y="69278"/>
                  <a:pt x="37310" y="65909"/>
                </a:cubicBezTo>
                <a:lnTo>
                  <a:pt x="41900" y="70565"/>
                </a:lnTo>
              </a:path>
            </a:pathLst>
          </a:custGeom>
          <a:solidFill xmlns:a="http://schemas.openxmlformats.org/drawingml/2006/main">
            <a:srgbClr val="7F7F7F"/>
          </a:solidFill>
          <a:ln xmlns:a="http://schemas.openxmlformats.org/drawingml/2006/main" w="0">
            <a:noFill/>
            <a:prstDash val="solid"/>
          </a:ln>
        </p:spPr>
      </p:sp>
      <p:sp>
        <p:nvSpPr>
          <p:cNvPr id="367" name="pdf-path-100224">
            <a:extLst xmlns:a="http://schemas.openxmlformats.org/drawingml/2006/main">
              <a:ext uri="{FF2B5EF4-FFF2-40B4-BE49-F238E27FC236}">
                <a16:creationId xmlns:a16="http://schemas.microsoft.com/office/drawing/2014/main" id="{6ECF36DD-BA17-46D9-B87E-7BCD755782E8}"/>
              </a:ext>
            </a:extLst>
          </p:cNvPr>
          <p:cNvSpPr>
            <a:spLocks xmlns:a="http://schemas.openxmlformats.org/drawingml/2006/main" noGrp="1"/>
          </p:cNvSpPr>
          <p:nvPr/>
        </p:nvSpPr>
        <p:spPr>
          <a:xfrm xmlns:a="http://schemas.openxmlformats.org/drawingml/2006/main">
            <a:off x="10265308" y="7163406"/>
            <a:ext cx="76617" cy="80142"/>
          </a:xfrm>
          <a:custGeom xmlns:a="http://schemas.openxmlformats.org/drawingml/2006/main">
            <a:pathLst>
              <a:path w="76617" h="80142">
                <a:moveTo>
                  <a:pt x="43695" y="45159"/>
                </a:moveTo>
                <a:lnTo>
                  <a:pt x="43695" y="80142"/>
                </a:lnTo>
                <a:lnTo>
                  <a:pt x="32921" y="80142"/>
                </a:lnTo>
                <a:lnTo>
                  <a:pt x="32921" y="45159"/>
                </a:lnTo>
                <a:lnTo>
                  <a:pt x="0" y="45159"/>
                </a:lnTo>
                <a:lnTo>
                  <a:pt x="0" y="34984"/>
                </a:lnTo>
                <a:lnTo>
                  <a:pt x="32921" y="34984"/>
                </a:lnTo>
                <a:lnTo>
                  <a:pt x="32921" y="0"/>
                </a:lnTo>
                <a:lnTo>
                  <a:pt x="43695" y="0"/>
                </a:lnTo>
                <a:lnTo>
                  <a:pt x="43695" y="34984"/>
                </a:lnTo>
                <a:lnTo>
                  <a:pt x="76617" y="34984"/>
                </a:lnTo>
                <a:lnTo>
                  <a:pt x="76617" y="45159"/>
                </a:lnTo>
                <a:lnTo>
                  <a:pt x="43695" y="45159"/>
                </a:lnTo>
              </a:path>
            </a:pathLst>
          </a:custGeom>
          <a:solidFill xmlns:a="http://schemas.openxmlformats.org/drawingml/2006/main">
            <a:srgbClr val="7F7F7F"/>
          </a:solidFill>
          <a:ln xmlns:a="http://schemas.openxmlformats.org/drawingml/2006/main" w="0">
            <a:noFill/>
            <a:prstDash val="solid"/>
          </a:ln>
        </p:spPr>
      </p:sp>
      <p:sp>
        <p:nvSpPr>
          <p:cNvPr id="368" name="pdf-path-100225">
            <a:extLst xmlns:a="http://schemas.openxmlformats.org/drawingml/2006/main">
              <a:ext uri="{FF2B5EF4-FFF2-40B4-BE49-F238E27FC236}">
                <a16:creationId xmlns:a16="http://schemas.microsoft.com/office/drawing/2014/main" id="{BC9DAEC7-0F52-4749-B17C-7C8F041BE4ED}"/>
              </a:ext>
            </a:extLst>
          </p:cNvPr>
          <p:cNvSpPr>
            <a:spLocks xmlns:a="http://schemas.openxmlformats.org/drawingml/2006/main" noGrp="1"/>
          </p:cNvSpPr>
          <p:nvPr/>
        </p:nvSpPr>
        <p:spPr>
          <a:xfrm xmlns:a="http://schemas.openxmlformats.org/drawingml/2006/main">
            <a:off x="10354939" y="7156157"/>
            <a:ext cx="93575" cy="86260"/>
          </a:xfrm>
          <a:custGeom xmlns:a="http://schemas.openxmlformats.org/drawingml/2006/main">
            <a:pathLst>
              <a:path w="93575" h="86260">
                <a:moveTo>
                  <a:pt x="72293" y="67705"/>
                </a:moveTo>
                <a:cubicBezTo>
                  <a:pt x="72116" y="68769"/>
                  <a:pt x="71949" y="69734"/>
                  <a:pt x="71794" y="70598"/>
                </a:cubicBezTo>
                <a:cubicBezTo>
                  <a:pt x="71639" y="71463"/>
                  <a:pt x="71517" y="72261"/>
                  <a:pt x="71429" y="72992"/>
                </a:cubicBezTo>
                <a:cubicBezTo>
                  <a:pt x="71340" y="73724"/>
                  <a:pt x="71274" y="74388"/>
                  <a:pt x="71229" y="74988"/>
                </a:cubicBezTo>
                <a:cubicBezTo>
                  <a:pt x="71185" y="75586"/>
                  <a:pt x="71163" y="76195"/>
                  <a:pt x="71163" y="76816"/>
                </a:cubicBezTo>
                <a:cubicBezTo>
                  <a:pt x="71163" y="78679"/>
                  <a:pt x="71683" y="79997"/>
                  <a:pt x="72726" y="80774"/>
                </a:cubicBezTo>
                <a:cubicBezTo>
                  <a:pt x="73768" y="81550"/>
                  <a:pt x="75596" y="82026"/>
                  <a:pt x="78212" y="82204"/>
                </a:cubicBezTo>
                <a:lnTo>
                  <a:pt x="77281" y="86260"/>
                </a:lnTo>
                <a:lnTo>
                  <a:pt x="49082" y="86260"/>
                </a:lnTo>
                <a:lnTo>
                  <a:pt x="49814" y="82204"/>
                </a:lnTo>
                <a:cubicBezTo>
                  <a:pt x="51188" y="81938"/>
                  <a:pt x="52296" y="81627"/>
                  <a:pt x="53139" y="81272"/>
                </a:cubicBezTo>
                <a:cubicBezTo>
                  <a:pt x="53982" y="80917"/>
                  <a:pt x="54625" y="80452"/>
                  <a:pt x="55068" y="79875"/>
                </a:cubicBezTo>
                <a:cubicBezTo>
                  <a:pt x="55467" y="79477"/>
                  <a:pt x="55899" y="78668"/>
                  <a:pt x="56364" y="77448"/>
                </a:cubicBezTo>
                <a:cubicBezTo>
                  <a:pt x="56830" y="76228"/>
                  <a:pt x="57329" y="74732"/>
                  <a:pt x="57861" y="72959"/>
                </a:cubicBezTo>
                <a:cubicBezTo>
                  <a:pt x="58394" y="71185"/>
                  <a:pt x="58947" y="69168"/>
                  <a:pt x="59524" y="66906"/>
                </a:cubicBezTo>
                <a:cubicBezTo>
                  <a:pt x="60100" y="64645"/>
                  <a:pt x="60665" y="62285"/>
                  <a:pt x="61220" y="59824"/>
                </a:cubicBezTo>
                <a:cubicBezTo>
                  <a:pt x="61774" y="57363"/>
                  <a:pt x="62340" y="54847"/>
                  <a:pt x="62916" y="52275"/>
                </a:cubicBezTo>
                <a:cubicBezTo>
                  <a:pt x="63492" y="49704"/>
                  <a:pt x="64046" y="47198"/>
                  <a:pt x="64578" y="44760"/>
                </a:cubicBezTo>
                <a:lnTo>
                  <a:pt x="28398" y="44760"/>
                </a:lnTo>
                <a:cubicBezTo>
                  <a:pt x="27822" y="47376"/>
                  <a:pt x="27157" y="50147"/>
                  <a:pt x="26403" y="53073"/>
                </a:cubicBezTo>
                <a:cubicBezTo>
                  <a:pt x="25649" y="56000"/>
                  <a:pt x="24940" y="58904"/>
                  <a:pt x="24275" y="61786"/>
                </a:cubicBezTo>
                <a:cubicBezTo>
                  <a:pt x="23610" y="64668"/>
                  <a:pt x="23045" y="67417"/>
                  <a:pt x="22579" y="70033"/>
                </a:cubicBezTo>
                <a:cubicBezTo>
                  <a:pt x="22113" y="72649"/>
                  <a:pt x="21880" y="74910"/>
                  <a:pt x="21880" y="76816"/>
                </a:cubicBezTo>
                <a:cubicBezTo>
                  <a:pt x="21880" y="78590"/>
                  <a:pt x="22390" y="79887"/>
                  <a:pt x="23410" y="80707"/>
                </a:cubicBezTo>
                <a:cubicBezTo>
                  <a:pt x="24430" y="81527"/>
                  <a:pt x="26315" y="82026"/>
                  <a:pt x="29063" y="82204"/>
                </a:cubicBezTo>
                <a:lnTo>
                  <a:pt x="27999" y="86260"/>
                </a:lnTo>
                <a:lnTo>
                  <a:pt x="0" y="86260"/>
                </a:lnTo>
                <a:lnTo>
                  <a:pt x="732" y="82204"/>
                </a:lnTo>
                <a:cubicBezTo>
                  <a:pt x="2106" y="81982"/>
                  <a:pt x="3226" y="81705"/>
                  <a:pt x="4090" y="81372"/>
                </a:cubicBezTo>
                <a:cubicBezTo>
                  <a:pt x="4954" y="81040"/>
                  <a:pt x="5730" y="80397"/>
                  <a:pt x="6417" y="79444"/>
                </a:cubicBezTo>
                <a:cubicBezTo>
                  <a:pt x="7105" y="78491"/>
                  <a:pt x="7737" y="77060"/>
                  <a:pt x="8313" y="75154"/>
                </a:cubicBezTo>
                <a:cubicBezTo>
                  <a:pt x="8890" y="73247"/>
                  <a:pt x="9555" y="70587"/>
                  <a:pt x="10308" y="67173"/>
                </a:cubicBezTo>
                <a:lnTo>
                  <a:pt x="21216" y="18689"/>
                </a:lnTo>
                <a:cubicBezTo>
                  <a:pt x="21614" y="16916"/>
                  <a:pt x="21936" y="15208"/>
                  <a:pt x="22179" y="13568"/>
                </a:cubicBezTo>
                <a:cubicBezTo>
                  <a:pt x="22424" y="11928"/>
                  <a:pt x="22546" y="10620"/>
                  <a:pt x="22546" y="9644"/>
                </a:cubicBezTo>
                <a:cubicBezTo>
                  <a:pt x="22546" y="7693"/>
                  <a:pt x="22036" y="6307"/>
                  <a:pt x="21016" y="5487"/>
                </a:cubicBezTo>
                <a:cubicBezTo>
                  <a:pt x="19996" y="4667"/>
                  <a:pt x="18134" y="4235"/>
                  <a:pt x="15429" y="4190"/>
                </a:cubicBezTo>
                <a:lnTo>
                  <a:pt x="16427" y="0"/>
                </a:lnTo>
                <a:lnTo>
                  <a:pt x="44493" y="0"/>
                </a:lnTo>
                <a:lnTo>
                  <a:pt x="43762" y="3990"/>
                </a:lnTo>
                <a:cubicBezTo>
                  <a:pt x="42254" y="4345"/>
                  <a:pt x="41046" y="4678"/>
                  <a:pt x="40137" y="4988"/>
                </a:cubicBezTo>
                <a:cubicBezTo>
                  <a:pt x="39228" y="5299"/>
                  <a:pt x="38452" y="5919"/>
                  <a:pt x="37809" y="6851"/>
                </a:cubicBezTo>
                <a:cubicBezTo>
                  <a:pt x="37166" y="7782"/>
                  <a:pt x="36579" y="9178"/>
                  <a:pt x="36047" y="11041"/>
                </a:cubicBezTo>
                <a:cubicBezTo>
                  <a:pt x="35515" y="12903"/>
                  <a:pt x="34849" y="15585"/>
                  <a:pt x="34051" y="19088"/>
                </a:cubicBezTo>
                <a:lnTo>
                  <a:pt x="29861" y="37643"/>
                </a:lnTo>
                <a:lnTo>
                  <a:pt x="66041" y="37643"/>
                </a:lnTo>
                <a:cubicBezTo>
                  <a:pt x="66618" y="35293"/>
                  <a:pt x="67227" y="32799"/>
                  <a:pt x="67871" y="30161"/>
                </a:cubicBezTo>
                <a:cubicBezTo>
                  <a:pt x="68514" y="27523"/>
                  <a:pt x="69123" y="24919"/>
                  <a:pt x="69700" y="22347"/>
                </a:cubicBezTo>
                <a:cubicBezTo>
                  <a:pt x="70276" y="19775"/>
                  <a:pt x="70752" y="17381"/>
                  <a:pt x="71130" y="15164"/>
                </a:cubicBezTo>
                <a:cubicBezTo>
                  <a:pt x="71506" y="12947"/>
                  <a:pt x="71695" y="11107"/>
                  <a:pt x="71695" y="9644"/>
                </a:cubicBezTo>
                <a:cubicBezTo>
                  <a:pt x="71695" y="7693"/>
                  <a:pt x="71185" y="6307"/>
                  <a:pt x="70165" y="5487"/>
                </a:cubicBezTo>
                <a:cubicBezTo>
                  <a:pt x="69145" y="4667"/>
                  <a:pt x="67283" y="4235"/>
                  <a:pt x="64578" y="4190"/>
                </a:cubicBezTo>
                <a:lnTo>
                  <a:pt x="65576" y="0"/>
                </a:lnTo>
                <a:lnTo>
                  <a:pt x="93575" y="0"/>
                </a:lnTo>
                <a:lnTo>
                  <a:pt x="92844" y="3990"/>
                </a:lnTo>
                <a:cubicBezTo>
                  <a:pt x="91337" y="4434"/>
                  <a:pt x="90128" y="4822"/>
                  <a:pt x="89219" y="5155"/>
                </a:cubicBezTo>
                <a:cubicBezTo>
                  <a:pt x="88311" y="5487"/>
                  <a:pt x="87534" y="6130"/>
                  <a:pt x="86892" y="7084"/>
                </a:cubicBezTo>
                <a:cubicBezTo>
                  <a:pt x="86248" y="8037"/>
                  <a:pt x="85683" y="9422"/>
                  <a:pt x="85196" y="11240"/>
                </a:cubicBezTo>
                <a:cubicBezTo>
                  <a:pt x="84708" y="13058"/>
                  <a:pt x="84087" y="15674"/>
                  <a:pt x="83333" y="19088"/>
                </a:cubicBezTo>
                <a:lnTo>
                  <a:pt x="72293" y="67705"/>
                </a:lnTo>
              </a:path>
            </a:pathLst>
          </a:custGeom>
          <a:solidFill xmlns:a="http://schemas.openxmlformats.org/drawingml/2006/main">
            <a:srgbClr val="7F7F7F"/>
          </a:solidFill>
          <a:ln xmlns:a="http://schemas.openxmlformats.org/drawingml/2006/main" w="0">
            <a:noFill/>
            <a:prstDash val="solid"/>
          </a:ln>
        </p:spPr>
      </p:sp>
      <p:sp>
        <p:nvSpPr>
          <p:cNvPr id="369" name="pdf-path-100226">
            <a:extLst xmlns:a="http://schemas.openxmlformats.org/drawingml/2006/main">
              <a:ext uri="{FF2B5EF4-FFF2-40B4-BE49-F238E27FC236}">
                <a16:creationId xmlns:a16="http://schemas.microsoft.com/office/drawing/2014/main" id="{9F16760F-EAEE-4E7F-8CAC-1FF3C050CAEE}"/>
              </a:ext>
            </a:extLst>
          </p:cNvPr>
          <p:cNvSpPr>
            <a:spLocks xmlns:a="http://schemas.openxmlformats.org/drawingml/2006/main" noGrp="1"/>
          </p:cNvSpPr>
          <p:nvPr/>
        </p:nvSpPr>
        <p:spPr>
          <a:xfrm xmlns:a="http://schemas.openxmlformats.org/drawingml/2006/main">
            <a:off x="10464682" y="7198389"/>
            <a:ext cx="76617" cy="10175"/>
          </a:xfrm>
          <a:custGeom xmlns:a="http://schemas.openxmlformats.org/drawingml/2006/main">
            <a:pathLst>
              <a:path w="76617" h="10175">
                <a:moveTo>
                  <a:pt x="0" y="10175"/>
                </a:moveTo>
                <a:lnTo>
                  <a:pt x="0" y="0"/>
                </a:lnTo>
                <a:lnTo>
                  <a:pt x="76617" y="0"/>
                </a:lnTo>
                <a:lnTo>
                  <a:pt x="76617" y="10175"/>
                </a:lnTo>
                <a:lnTo>
                  <a:pt x="0" y="10175"/>
                </a:lnTo>
              </a:path>
            </a:pathLst>
          </a:custGeom>
          <a:solidFill xmlns:a="http://schemas.openxmlformats.org/drawingml/2006/main">
            <a:srgbClr val="7F7F7F"/>
          </a:solidFill>
          <a:ln xmlns:a="http://schemas.openxmlformats.org/drawingml/2006/main" w="0">
            <a:noFill/>
            <a:prstDash val="solid"/>
          </a:ln>
        </p:spPr>
      </p:sp>
      <p:sp>
        <p:nvSpPr>
          <p:cNvPr id="370" name="pdf-path-100227">
            <a:extLst xmlns:a="http://schemas.openxmlformats.org/drawingml/2006/main">
              <a:ext uri="{FF2B5EF4-FFF2-40B4-BE49-F238E27FC236}">
                <a16:creationId xmlns:a16="http://schemas.microsoft.com/office/drawing/2014/main" id="{70F5CEC7-87F9-4438-94CE-CE774A4F622C}"/>
              </a:ext>
            </a:extLst>
          </p:cNvPr>
          <p:cNvSpPr>
            <a:spLocks xmlns:a="http://schemas.openxmlformats.org/drawingml/2006/main" noGrp="1"/>
          </p:cNvSpPr>
          <p:nvPr/>
        </p:nvSpPr>
        <p:spPr>
          <a:xfrm xmlns:a="http://schemas.openxmlformats.org/drawingml/2006/main">
            <a:off x="10562094" y="7156756"/>
            <a:ext cx="56398" cy="85661"/>
          </a:xfrm>
          <a:custGeom xmlns:a="http://schemas.openxmlformats.org/drawingml/2006/main">
            <a:pathLst>
              <a:path w="56398" h="85661">
                <a:moveTo>
                  <a:pt x="36446" y="68104"/>
                </a:moveTo>
                <a:cubicBezTo>
                  <a:pt x="36446" y="69478"/>
                  <a:pt x="36491" y="70664"/>
                  <a:pt x="36579" y="71662"/>
                </a:cubicBezTo>
                <a:cubicBezTo>
                  <a:pt x="36668" y="72659"/>
                  <a:pt x="36811" y="73502"/>
                  <a:pt x="37011" y="74189"/>
                </a:cubicBezTo>
                <a:cubicBezTo>
                  <a:pt x="37211" y="74876"/>
                  <a:pt x="37477" y="75464"/>
                  <a:pt x="37809" y="75951"/>
                </a:cubicBezTo>
                <a:cubicBezTo>
                  <a:pt x="38142" y="76439"/>
                  <a:pt x="38529" y="76860"/>
                  <a:pt x="38973" y="77215"/>
                </a:cubicBezTo>
                <a:cubicBezTo>
                  <a:pt x="39505" y="77747"/>
                  <a:pt x="40215" y="78157"/>
                  <a:pt x="41101" y="78445"/>
                </a:cubicBezTo>
                <a:cubicBezTo>
                  <a:pt x="41988" y="78734"/>
                  <a:pt x="43119" y="78977"/>
                  <a:pt x="44493" y="79177"/>
                </a:cubicBezTo>
                <a:cubicBezTo>
                  <a:pt x="45868" y="79377"/>
                  <a:pt x="47519" y="79532"/>
                  <a:pt x="49448" y="79643"/>
                </a:cubicBezTo>
                <a:cubicBezTo>
                  <a:pt x="51377" y="79753"/>
                  <a:pt x="53693" y="79831"/>
                  <a:pt x="56398" y="79875"/>
                </a:cubicBezTo>
                <a:lnTo>
                  <a:pt x="56398" y="85661"/>
                </a:lnTo>
                <a:lnTo>
                  <a:pt x="3657" y="85661"/>
                </a:lnTo>
                <a:lnTo>
                  <a:pt x="3657" y="79875"/>
                </a:lnTo>
                <a:cubicBezTo>
                  <a:pt x="6273" y="79786"/>
                  <a:pt x="8490" y="79687"/>
                  <a:pt x="10308" y="79576"/>
                </a:cubicBezTo>
                <a:cubicBezTo>
                  <a:pt x="12127" y="79465"/>
                  <a:pt x="13678" y="79310"/>
                  <a:pt x="14964" y="79111"/>
                </a:cubicBezTo>
                <a:cubicBezTo>
                  <a:pt x="16250" y="78911"/>
                  <a:pt x="17280" y="78689"/>
                  <a:pt x="18056" y="78445"/>
                </a:cubicBezTo>
                <a:cubicBezTo>
                  <a:pt x="18833" y="78201"/>
                  <a:pt x="19508" y="77902"/>
                  <a:pt x="20085" y="77547"/>
                </a:cubicBezTo>
                <a:cubicBezTo>
                  <a:pt x="20706" y="77148"/>
                  <a:pt x="21238" y="76716"/>
                  <a:pt x="21682" y="76250"/>
                </a:cubicBezTo>
                <a:cubicBezTo>
                  <a:pt x="22125" y="75785"/>
                  <a:pt x="22479" y="75198"/>
                  <a:pt x="22745" y="74488"/>
                </a:cubicBezTo>
                <a:cubicBezTo>
                  <a:pt x="23011" y="73779"/>
                  <a:pt x="23222" y="72914"/>
                  <a:pt x="23377" y="71894"/>
                </a:cubicBezTo>
                <a:cubicBezTo>
                  <a:pt x="23532" y="70874"/>
                  <a:pt x="23610" y="69611"/>
                  <a:pt x="23610" y="68104"/>
                </a:cubicBezTo>
                <a:lnTo>
                  <a:pt x="23610" y="20418"/>
                </a:lnTo>
                <a:cubicBezTo>
                  <a:pt x="23610" y="18689"/>
                  <a:pt x="23277" y="17469"/>
                  <a:pt x="22612" y="16760"/>
                </a:cubicBezTo>
                <a:cubicBezTo>
                  <a:pt x="21947" y="16050"/>
                  <a:pt x="20994" y="15696"/>
                  <a:pt x="19753" y="15696"/>
                </a:cubicBezTo>
                <a:cubicBezTo>
                  <a:pt x="18378" y="15696"/>
                  <a:pt x="16339" y="16405"/>
                  <a:pt x="13633" y="17824"/>
                </a:cubicBezTo>
                <a:cubicBezTo>
                  <a:pt x="10929" y="19242"/>
                  <a:pt x="7426" y="21348"/>
                  <a:pt x="3125" y="24142"/>
                </a:cubicBezTo>
                <a:cubicBezTo>
                  <a:pt x="2549" y="23122"/>
                  <a:pt x="2017" y="22103"/>
                  <a:pt x="1530" y="21082"/>
                </a:cubicBezTo>
                <a:cubicBezTo>
                  <a:pt x="1042" y="20063"/>
                  <a:pt x="532" y="19021"/>
                  <a:pt x="0" y="17957"/>
                </a:cubicBezTo>
                <a:cubicBezTo>
                  <a:pt x="5497" y="14942"/>
                  <a:pt x="10941" y="11938"/>
                  <a:pt x="16327" y="8945"/>
                </a:cubicBezTo>
                <a:cubicBezTo>
                  <a:pt x="21715" y="5953"/>
                  <a:pt x="27179" y="2970"/>
                  <a:pt x="32722" y="0"/>
                </a:cubicBezTo>
                <a:lnTo>
                  <a:pt x="36778" y="0"/>
                </a:lnTo>
                <a:cubicBezTo>
                  <a:pt x="36689" y="2438"/>
                  <a:pt x="36623" y="4622"/>
                  <a:pt x="36579" y="6551"/>
                </a:cubicBezTo>
                <a:cubicBezTo>
                  <a:pt x="36534" y="8480"/>
                  <a:pt x="36501" y="10353"/>
                  <a:pt x="36479" y="12171"/>
                </a:cubicBezTo>
                <a:cubicBezTo>
                  <a:pt x="36456" y="13988"/>
                  <a:pt x="36446" y="15784"/>
                  <a:pt x="36446" y="17558"/>
                </a:cubicBezTo>
                <a:lnTo>
                  <a:pt x="36446" y="68104"/>
                </a:lnTo>
              </a:path>
            </a:pathLst>
          </a:custGeom>
          <a:solidFill xmlns:a="http://schemas.openxmlformats.org/drawingml/2006/main">
            <a:srgbClr val="7F7F7F"/>
          </a:solidFill>
          <a:ln xmlns:a="http://schemas.openxmlformats.org/drawingml/2006/main" w="0">
            <a:noFill/>
            <a:prstDash val="solid"/>
          </a:ln>
        </p:spPr>
      </p:sp>
      <p:sp>
        <p:nvSpPr>
          <p:cNvPr id="371" name="pdf-path-100228">
            <a:extLst xmlns:a="http://schemas.openxmlformats.org/drawingml/2006/main">
              <a:ext uri="{FF2B5EF4-FFF2-40B4-BE49-F238E27FC236}">
                <a16:creationId xmlns:a16="http://schemas.microsoft.com/office/drawing/2014/main" id="{7BFF667A-666B-438E-AA04-7DF8A6C62821}"/>
              </a:ext>
            </a:extLst>
          </p:cNvPr>
          <p:cNvSpPr>
            <a:spLocks xmlns:a="http://schemas.openxmlformats.org/drawingml/2006/main" noGrp="1"/>
          </p:cNvSpPr>
          <p:nvPr/>
        </p:nvSpPr>
        <p:spPr>
          <a:xfrm xmlns:a="http://schemas.openxmlformats.org/drawingml/2006/main">
            <a:off x="9772072" y="7157308"/>
            <a:ext cx="129112" cy="22879"/>
          </a:xfrm>
          <a:custGeom xmlns:a="http://schemas.openxmlformats.org/drawingml/2006/main">
            <a:pathLst>
              <a:path w="129112" h="22879">
                <a:moveTo>
                  <a:pt x="64556" y="22879"/>
                </a:moveTo>
                <a:cubicBezTo>
                  <a:pt x="61482" y="22879"/>
                  <a:pt x="58911" y="21800"/>
                  <a:pt x="56841" y="19642"/>
                </a:cubicBezTo>
                <a:cubicBezTo>
                  <a:pt x="54772" y="17484"/>
                  <a:pt x="53738" y="14751"/>
                  <a:pt x="53738" y="11439"/>
                </a:cubicBezTo>
                <a:cubicBezTo>
                  <a:pt x="53738" y="8129"/>
                  <a:pt x="54772" y="5394"/>
                  <a:pt x="56841" y="3237"/>
                </a:cubicBezTo>
                <a:cubicBezTo>
                  <a:pt x="58911" y="1080"/>
                  <a:pt x="61482" y="0"/>
                  <a:pt x="64556" y="0"/>
                </a:cubicBezTo>
                <a:cubicBezTo>
                  <a:pt x="67630" y="0"/>
                  <a:pt x="70202" y="1080"/>
                  <a:pt x="72271" y="3237"/>
                </a:cubicBezTo>
                <a:cubicBezTo>
                  <a:pt x="74341" y="5394"/>
                  <a:pt x="75375" y="8129"/>
                  <a:pt x="75375" y="11439"/>
                </a:cubicBezTo>
                <a:cubicBezTo>
                  <a:pt x="75375" y="14751"/>
                  <a:pt x="74341" y="17484"/>
                  <a:pt x="72271" y="19642"/>
                </a:cubicBezTo>
                <a:cubicBezTo>
                  <a:pt x="70202" y="21800"/>
                  <a:pt x="67630" y="22879"/>
                  <a:pt x="64556" y="22879"/>
                </a:cubicBezTo>
                <a:moveTo>
                  <a:pt x="10819" y="22879"/>
                </a:moveTo>
                <a:cubicBezTo>
                  <a:pt x="7744" y="22879"/>
                  <a:pt x="5172" y="21800"/>
                  <a:pt x="3104" y="19642"/>
                </a:cubicBezTo>
                <a:cubicBezTo>
                  <a:pt x="1034" y="17484"/>
                  <a:pt x="0" y="14751"/>
                  <a:pt x="0" y="11439"/>
                </a:cubicBezTo>
                <a:cubicBezTo>
                  <a:pt x="0" y="8129"/>
                  <a:pt x="1034" y="5394"/>
                  <a:pt x="3104" y="3237"/>
                </a:cubicBezTo>
                <a:cubicBezTo>
                  <a:pt x="5172" y="1080"/>
                  <a:pt x="7744" y="0"/>
                  <a:pt x="10819" y="0"/>
                </a:cubicBezTo>
                <a:cubicBezTo>
                  <a:pt x="13892" y="0"/>
                  <a:pt x="16464" y="1080"/>
                  <a:pt x="18533" y="3237"/>
                </a:cubicBezTo>
                <a:cubicBezTo>
                  <a:pt x="20602" y="5394"/>
                  <a:pt x="21637" y="8129"/>
                  <a:pt x="21637" y="11439"/>
                </a:cubicBezTo>
                <a:cubicBezTo>
                  <a:pt x="21637" y="14751"/>
                  <a:pt x="20602" y="17484"/>
                  <a:pt x="18533" y="19642"/>
                </a:cubicBezTo>
                <a:cubicBezTo>
                  <a:pt x="16464" y="21800"/>
                  <a:pt x="13892" y="22879"/>
                  <a:pt x="10819" y="22879"/>
                </a:cubicBezTo>
                <a:moveTo>
                  <a:pt x="118294" y="22879"/>
                </a:moveTo>
                <a:cubicBezTo>
                  <a:pt x="115220" y="22879"/>
                  <a:pt x="112648" y="21800"/>
                  <a:pt x="110579" y="19642"/>
                </a:cubicBezTo>
                <a:cubicBezTo>
                  <a:pt x="108511" y="17484"/>
                  <a:pt x="107475" y="14751"/>
                  <a:pt x="107475" y="11439"/>
                </a:cubicBezTo>
                <a:cubicBezTo>
                  <a:pt x="107475" y="8129"/>
                  <a:pt x="108511" y="5394"/>
                  <a:pt x="110579" y="3237"/>
                </a:cubicBezTo>
                <a:cubicBezTo>
                  <a:pt x="112648" y="1080"/>
                  <a:pt x="115220" y="0"/>
                  <a:pt x="118294" y="0"/>
                </a:cubicBezTo>
                <a:cubicBezTo>
                  <a:pt x="121368" y="0"/>
                  <a:pt x="123940" y="1080"/>
                  <a:pt x="126009" y="3237"/>
                </a:cubicBezTo>
                <a:cubicBezTo>
                  <a:pt x="128078" y="5394"/>
                  <a:pt x="129112" y="8129"/>
                  <a:pt x="129112" y="11439"/>
                </a:cubicBezTo>
                <a:cubicBezTo>
                  <a:pt x="129112" y="14751"/>
                  <a:pt x="128078" y="17484"/>
                  <a:pt x="126009" y="19642"/>
                </a:cubicBezTo>
                <a:cubicBezTo>
                  <a:pt x="123940" y="21800"/>
                  <a:pt x="121368" y="22879"/>
                  <a:pt x="118294" y="22879"/>
                </a:cubicBezTo>
              </a:path>
            </a:pathLst>
          </a:custGeom>
          <a:solidFill xmlns:a="http://schemas.openxmlformats.org/drawingml/2006/main">
            <a:srgbClr val="7F7F7F"/>
          </a:solidFill>
          <a:ln xmlns:a="http://schemas.openxmlformats.org/drawingml/2006/main" w="0">
            <a:noFill/>
            <a:prstDash val="solid"/>
          </a:ln>
        </p:spPr>
      </p:sp>
      <p:sp>
        <p:nvSpPr>
          <p:cNvPr id="372" name="pdf-path-100229">
            <a:extLst xmlns:a="http://schemas.openxmlformats.org/drawingml/2006/main">
              <a:ext uri="{FF2B5EF4-FFF2-40B4-BE49-F238E27FC236}">
                <a16:creationId xmlns:a16="http://schemas.microsoft.com/office/drawing/2014/main" id="{67DD1CF3-27D9-4BC9-923A-2954F5185CEA}"/>
              </a:ext>
            </a:extLst>
          </p:cNvPr>
          <p:cNvSpPr>
            <a:spLocks xmlns:a="http://schemas.openxmlformats.org/drawingml/2006/main" noGrp="1"/>
          </p:cNvSpPr>
          <p:nvPr/>
        </p:nvSpPr>
        <p:spPr>
          <a:xfrm xmlns:a="http://schemas.openxmlformats.org/drawingml/2006/main">
            <a:off x="8257083" y="7054663"/>
            <a:ext cx="73690" cy="27489"/>
          </a:xfrm>
          <a:custGeom xmlns:a="http://schemas.openxmlformats.org/drawingml/2006/main">
            <a:pathLst>
              <a:path w="73690" h="27489">
                <a:moveTo>
                  <a:pt x="42653" y="0"/>
                </a:moveTo>
                <a:lnTo>
                  <a:pt x="73690" y="22435"/>
                </a:lnTo>
                <a:lnTo>
                  <a:pt x="70231" y="27489"/>
                </a:lnTo>
                <a:lnTo>
                  <a:pt x="37688" y="11439"/>
                </a:lnTo>
                <a:lnTo>
                  <a:pt x="36712" y="11439"/>
                </a:lnTo>
                <a:lnTo>
                  <a:pt x="3459" y="27489"/>
                </a:lnTo>
                <a:lnTo>
                  <a:pt x="0" y="22435"/>
                </a:lnTo>
                <a:lnTo>
                  <a:pt x="30771" y="0"/>
                </a:lnTo>
                <a:lnTo>
                  <a:pt x="42653" y="0"/>
                </a:lnTo>
              </a:path>
            </a:pathLst>
          </a:custGeom>
          <a:solidFill xmlns:a="http://schemas.openxmlformats.org/drawingml/2006/main">
            <a:srgbClr val="FF0000"/>
          </a:solidFill>
          <a:ln xmlns:a="http://schemas.openxmlformats.org/drawingml/2006/main" w="0">
            <a:noFill/>
            <a:prstDash val="solid"/>
          </a:ln>
        </p:spPr>
      </p:sp>
      <p:sp>
        <p:nvSpPr>
          <p:cNvPr id="373" name="pdf-path-100230">
            <a:extLst xmlns:a="http://schemas.openxmlformats.org/drawingml/2006/main">
              <a:ext uri="{FF2B5EF4-FFF2-40B4-BE49-F238E27FC236}">
                <a16:creationId xmlns:a16="http://schemas.microsoft.com/office/drawing/2014/main" id="{DA625C6F-2805-44FC-8F10-ACDECCD22ECE}"/>
              </a:ext>
            </a:extLst>
          </p:cNvPr>
          <p:cNvSpPr>
            <a:spLocks xmlns:a="http://schemas.openxmlformats.org/drawingml/2006/main" noGrp="1"/>
          </p:cNvSpPr>
          <p:nvPr/>
        </p:nvSpPr>
        <p:spPr>
          <a:xfrm xmlns:a="http://schemas.openxmlformats.org/drawingml/2006/main">
            <a:off x="8221467" y="7091004"/>
            <a:ext cx="100737" cy="165027"/>
          </a:xfrm>
          <a:custGeom xmlns:a="http://schemas.openxmlformats.org/drawingml/2006/main">
            <a:pathLst>
              <a:path w="100737" h="165027">
                <a:moveTo>
                  <a:pt x="66951" y="61098"/>
                </a:moveTo>
                <a:cubicBezTo>
                  <a:pt x="81021" y="66064"/>
                  <a:pt x="88056" y="75315"/>
                  <a:pt x="88056" y="88854"/>
                </a:cubicBezTo>
                <a:cubicBezTo>
                  <a:pt x="88056" y="95829"/>
                  <a:pt x="86505" y="102362"/>
                  <a:pt x="83400" y="108451"/>
                </a:cubicBezTo>
                <a:cubicBezTo>
                  <a:pt x="80297" y="114540"/>
                  <a:pt x="75745" y="119373"/>
                  <a:pt x="69744" y="122950"/>
                </a:cubicBezTo>
                <a:cubicBezTo>
                  <a:pt x="63743" y="126526"/>
                  <a:pt x="56842" y="128315"/>
                  <a:pt x="49038" y="128315"/>
                </a:cubicBezTo>
                <a:cubicBezTo>
                  <a:pt x="44014" y="128315"/>
                  <a:pt x="39594" y="127915"/>
                  <a:pt x="35782" y="127117"/>
                </a:cubicBezTo>
                <a:cubicBezTo>
                  <a:pt x="31968" y="126319"/>
                  <a:pt x="28022" y="124945"/>
                  <a:pt x="23943" y="122994"/>
                </a:cubicBezTo>
                <a:lnTo>
                  <a:pt x="14455" y="165027"/>
                </a:lnTo>
                <a:lnTo>
                  <a:pt x="0" y="165027"/>
                </a:lnTo>
                <a:lnTo>
                  <a:pt x="26248" y="47797"/>
                </a:lnTo>
                <a:cubicBezTo>
                  <a:pt x="28613" y="37274"/>
                  <a:pt x="31806" y="28553"/>
                  <a:pt x="35826" y="21637"/>
                </a:cubicBezTo>
                <a:cubicBezTo>
                  <a:pt x="39845" y="14720"/>
                  <a:pt x="44871" y="9385"/>
                  <a:pt x="50901" y="5631"/>
                </a:cubicBezTo>
                <a:cubicBezTo>
                  <a:pt x="56930" y="1877"/>
                  <a:pt x="64024" y="0"/>
                  <a:pt x="72183" y="0"/>
                </a:cubicBezTo>
                <a:cubicBezTo>
                  <a:pt x="81287" y="0"/>
                  <a:pt x="88322" y="2025"/>
                  <a:pt x="93288" y="6074"/>
                </a:cubicBezTo>
                <a:cubicBezTo>
                  <a:pt x="98254" y="10124"/>
                  <a:pt x="100737" y="15873"/>
                  <a:pt x="100737" y="23322"/>
                </a:cubicBezTo>
                <a:cubicBezTo>
                  <a:pt x="100737" y="26336"/>
                  <a:pt x="100308" y="29603"/>
                  <a:pt x="99451" y="33120"/>
                </a:cubicBezTo>
                <a:cubicBezTo>
                  <a:pt x="98594" y="36638"/>
                  <a:pt x="96894" y="40096"/>
                  <a:pt x="94352" y="43496"/>
                </a:cubicBezTo>
                <a:cubicBezTo>
                  <a:pt x="91810" y="46895"/>
                  <a:pt x="88277" y="50043"/>
                  <a:pt x="83755" y="52940"/>
                </a:cubicBezTo>
                <a:cubicBezTo>
                  <a:pt x="79233" y="55837"/>
                  <a:pt x="73691" y="58319"/>
                  <a:pt x="67129" y="60389"/>
                </a:cubicBezTo>
                <a:lnTo>
                  <a:pt x="66951" y="61098"/>
                </a:lnTo>
                <a:moveTo>
                  <a:pt x="52142" y="57196"/>
                </a:moveTo>
                <a:cubicBezTo>
                  <a:pt x="58527" y="56723"/>
                  <a:pt x="64291" y="54891"/>
                  <a:pt x="69434" y="51698"/>
                </a:cubicBezTo>
                <a:cubicBezTo>
                  <a:pt x="74577" y="48505"/>
                  <a:pt x="78612" y="44323"/>
                  <a:pt x="81538" y="39150"/>
                </a:cubicBezTo>
                <a:cubicBezTo>
                  <a:pt x="84465" y="33977"/>
                  <a:pt x="85928" y="28317"/>
                  <a:pt x="85928" y="22169"/>
                </a:cubicBezTo>
                <a:cubicBezTo>
                  <a:pt x="85928" y="17262"/>
                  <a:pt x="84701" y="13508"/>
                  <a:pt x="82247" y="10907"/>
                </a:cubicBezTo>
                <a:cubicBezTo>
                  <a:pt x="79794" y="8305"/>
                  <a:pt x="76144" y="7005"/>
                  <a:pt x="71296" y="7005"/>
                </a:cubicBezTo>
                <a:cubicBezTo>
                  <a:pt x="63788" y="7005"/>
                  <a:pt x="57521" y="10626"/>
                  <a:pt x="52497" y="17868"/>
                </a:cubicBezTo>
                <a:cubicBezTo>
                  <a:pt x="47472" y="25110"/>
                  <a:pt x="43363" y="36091"/>
                  <a:pt x="40171" y="50811"/>
                </a:cubicBezTo>
                <a:lnTo>
                  <a:pt x="28199" y="106412"/>
                </a:lnTo>
                <a:cubicBezTo>
                  <a:pt x="27904" y="107771"/>
                  <a:pt x="27756" y="108924"/>
                  <a:pt x="27756" y="109870"/>
                </a:cubicBezTo>
                <a:cubicBezTo>
                  <a:pt x="27756" y="111466"/>
                  <a:pt x="28126" y="112825"/>
                  <a:pt x="28865" y="113949"/>
                </a:cubicBezTo>
                <a:cubicBezTo>
                  <a:pt x="29603" y="115073"/>
                  <a:pt x="30698" y="116181"/>
                  <a:pt x="32145" y="117275"/>
                </a:cubicBezTo>
                <a:cubicBezTo>
                  <a:pt x="33594" y="118368"/>
                  <a:pt x="35471" y="119314"/>
                  <a:pt x="37777" y="120112"/>
                </a:cubicBezTo>
                <a:cubicBezTo>
                  <a:pt x="40082" y="120910"/>
                  <a:pt x="43008" y="121309"/>
                  <a:pt x="46556" y="121309"/>
                </a:cubicBezTo>
                <a:cubicBezTo>
                  <a:pt x="51344" y="121309"/>
                  <a:pt x="55704" y="119831"/>
                  <a:pt x="59635" y="116875"/>
                </a:cubicBezTo>
                <a:cubicBezTo>
                  <a:pt x="63566" y="113920"/>
                  <a:pt x="66655" y="109722"/>
                  <a:pt x="68902" y="104283"/>
                </a:cubicBezTo>
                <a:cubicBezTo>
                  <a:pt x="71148" y="98845"/>
                  <a:pt x="72272" y="92637"/>
                  <a:pt x="72272" y="85661"/>
                </a:cubicBezTo>
                <a:cubicBezTo>
                  <a:pt x="72272" y="78981"/>
                  <a:pt x="70424" y="73749"/>
                  <a:pt x="66729" y="69965"/>
                </a:cubicBezTo>
                <a:cubicBezTo>
                  <a:pt x="63035" y="66182"/>
                  <a:pt x="57758" y="64024"/>
                  <a:pt x="50901" y="63492"/>
                </a:cubicBezTo>
                <a:lnTo>
                  <a:pt x="52142" y="57196"/>
                </a:lnTo>
              </a:path>
            </a:pathLst>
          </a:custGeom>
          <a:solidFill xmlns:a="http://schemas.openxmlformats.org/drawingml/2006/main">
            <a:srgbClr val="FF0000"/>
          </a:solidFill>
          <a:ln xmlns:a="http://schemas.openxmlformats.org/drawingml/2006/main" w="0">
            <a:noFill/>
            <a:prstDash val="solid"/>
          </a:ln>
        </p:spPr>
      </p:sp>
      <p:sp>
        <p:nvSpPr>
          <p:cNvPr id="374" name="pdf-path-100231">
            <a:extLst xmlns:a="http://schemas.openxmlformats.org/drawingml/2006/main">
              <a:ext uri="{FF2B5EF4-FFF2-40B4-BE49-F238E27FC236}">
                <a16:creationId xmlns:a16="http://schemas.microsoft.com/office/drawing/2014/main" id="{45BD6E2D-A458-4823-8465-5F8BA7F78A4A}"/>
              </a:ext>
            </a:extLst>
          </p:cNvPr>
          <p:cNvSpPr>
            <a:spLocks xmlns:a="http://schemas.openxmlformats.org/drawingml/2006/main" noGrp="1"/>
          </p:cNvSpPr>
          <p:nvPr/>
        </p:nvSpPr>
        <p:spPr>
          <a:xfrm xmlns:a="http://schemas.openxmlformats.org/drawingml/2006/main">
            <a:off x="8328730" y="7172637"/>
            <a:ext cx="48351" cy="84597"/>
          </a:xfrm>
          <a:custGeom xmlns:a="http://schemas.openxmlformats.org/drawingml/2006/main">
            <a:pathLst>
              <a:path w="48351" h="84597">
                <a:moveTo>
                  <a:pt x="41900" y="70565"/>
                </a:moveTo>
                <a:cubicBezTo>
                  <a:pt x="39639" y="73092"/>
                  <a:pt x="37488" y="75242"/>
                  <a:pt x="35448" y="77015"/>
                </a:cubicBezTo>
                <a:cubicBezTo>
                  <a:pt x="33409" y="78789"/>
                  <a:pt x="31413" y="80241"/>
                  <a:pt x="29463" y="81372"/>
                </a:cubicBezTo>
                <a:cubicBezTo>
                  <a:pt x="27512" y="82502"/>
                  <a:pt x="25583" y="83323"/>
                  <a:pt x="23677" y="83833"/>
                </a:cubicBezTo>
                <a:cubicBezTo>
                  <a:pt x="21770" y="84342"/>
                  <a:pt x="19819" y="84597"/>
                  <a:pt x="17824" y="84597"/>
                </a:cubicBezTo>
                <a:cubicBezTo>
                  <a:pt x="12548" y="84597"/>
                  <a:pt x="8612" y="83356"/>
                  <a:pt x="6019" y="80873"/>
                </a:cubicBezTo>
                <a:cubicBezTo>
                  <a:pt x="3425" y="78390"/>
                  <a:pt x="2128" y="74732"/>
                  <a:pt x="2128" y="69899"/>
                </a:cubicBezTo>
                <a:cubicBezTo>
                  <a:pt x="2128" y="68259"/>
                  <a:pt x="2250" y="66452"/>
                  <a:pt x="2494" y="64479"/>
                </a:cubicBezTo>
                <a:cubicBezTo>
                  <a:pt x="2737" y="62506"/>
                  <a:pt x="3082" y="60588"/>
                  <a:pt x="3525" y="58726"/>
                </a:cubicBezTo>
                <a:lnTo>
                  <a:pt x="11439" y="24275"/>
                </a:lnTo>
                <a:lnTo>
                  <a:pt x="0" y="24275"/>
                </a:lnTo>
                <a:lnTo>
                  <a:pt x="1330" y="19154"/>
                </a:lnTo>
                <a:cubicBezTo>
                  <a:pt x="3990" y="19154"/>
                  <a:pt x="6063" y="18899"/>
                  <a:pt x="7548" y="18390"/>
                </a:cubicBezTo>
                <a:cubicBezTo>
                  <a:pt x="9033" y="17879"/>
                  <a:pt x="10287" y="17181"/>
                  <a:pt x="11306" y="16294"/>
                </a:cubicBezTo>
                <a:cubicBezTo>
                  <a:pt x="11971" y="15673"/>
                  <a:pt x="12614" y="14908"/>
                  <a:pt x="13235" y="14000"/>
                </a:cubicBezTo>
                <a:cubicBezTo>
                  <a:pt x="13856" y="13091"/>
                  <a:pt x="14477" y="11993"/>
                  <a:pt x="15097" y="10708"/>
                </a:cubicBezTo>
                <a:cubicBezTo>
                  <a:pt x="15718" y="9422"/>
                  <a:pt x="16350" y="7903"/>
                  <a:pt x="16993" y="6152"/>
                </a:cubicBezTo>
                <a:cubicBezTo>
                  <a:pt x="17635" y="4400"/>
                  <a:pt x="18356" y="2350"/>
                  <a:pt x="19154" y="0"/>
                </a:cubicBezTo>
                <a:lnTo>
                  <a:pt x="29529" y="0"/>
                </a:lnTo>
                <a:lnTo>
                  <a:pt x="25738" y="16893"/>
                </a:lnTo>
                <a:lnTo>
                  <a:pt x="48351" y="16893"/>
                </a:lnTo>
                <a:lnTo>
                  <a:pt x="46821" y="24275"/>
                </a:lnTo>
                <a:lnTo>
                  <a:pt x="24275" y="24275"/>
                </a:lnTo>
                <a:lnTo>
                  <a:pt x="17491" y="52142"/>
                </a:lnTo>
                <a:cubicBezTo>
                  <a:pt x="17048" y="54004"/>
                  <a:pt x="16682" y="55678"/>
                  <a:pt x="16394" y="57163"/>
                </a:cubicBezTo>
                <a:cubicBezTo>
                  <a:pt x="16106" y="58648"/>
                  <a:pt x="15873" y="59989"/>
                  <a:pt x="15696" y="61187"/>
                </a:cubicBezTo>
                <a:cubicBezTo>
                  <a:pt x="15518" y="62384"/>
                  <a:pt x="15397" y="63470"/>
                  <a:pt x="15330" y="64445"/>
                </a:cubicBezTo>
                <a:cubicBezTo>
                  <a:pt x="15263" y="65421"/>
                  <a:pt x="15230" y="66330"/>
                  <a:pt x="15230" y="67172"/>
                </a:cubicBezTo>
                <a:cubicBezTo>
                  <a:pt x="15230" y="69833"/>
                  <a:pt x="15784" y="71916"/>
                  <a:pt x="16893" y="73424"/>
                </a:cubicBezTo>
                <a:cubicBezTo>
                  <a:pt x="18002" y="74932"/>
                  <a:pt x="19819" y="75685"/>
                  <a:pt x="22346" y="75685"/>
                </a:cubicBezTo>
                <a:cubicBezTo>
                  <a:pt x="24475" y="75685"/>
                  <a:pt x="26736" y="74899"/>
                  <a:pt x="29130" y="73325"/>
                </a:cubicBezTo>
                <a:cubicBezTo>
                  <a:pt x="31524" y="71751"/>
                  <a:pt x="34251" y="69278"/>
                  <a:pt x="37310" y="65909"/>
                </a:cubicBezTo>
                <a:lnTo>
                  <a:pt x="41900" y="70565"/>
                </a:lnTo>
              </a:path>
            </a:pathLst>
          </a:custGeom>
          <a:solidFill xmlns:a="http://schemas.openxmlformats.org/drawingml/2006/main">
            <a:srgbClr val="FF0000"/>
          </a:solidFill>
          <a:ln xmlns:a="http://schemas.openxmlformats.org/drawingml/2006/main" w="0">
            <a:noFill/>
            <a:prstDash val="solid"/>
          </a:ln>
        </p:spPr>
      </p:sp>
      <p:sp>
        <p:nvSpPr>
          <p:cNvPr id="375" name="pdf-path-100232">
            <a:extLst xmlns:a="http://schemas.openxmlformats.org/drawingml/2006/main">
              <a:ext uri="{FF2B5EF4-FFF2-40B4-BE49-F238E27FC236}">
                <a16:creationId xmlns:a16="http://schemas.microsoft.com/office/drawing/2014/main" id="{94229BF9-5F29-4688-A869-DAFEBF49BB62}"/>
              </a:ext>
            </a:extLst>
          </p:cNvPr>
          <p:cNvSpPr>
            <a:spLocks xmlns:a="http://schemas.openxmlformats.org/drawingml/2006/main" noGrp="1"/>
          </p:cNvSpPr>
          <p:nvPr/>
        </p:nvSpPr>
        <p:spPr>
          <a:xfrm xmlns:a="http://schemas.openxmlformats.org/drawingml/2006/main">
            <a:off x="8392274" y="7177026"/>
            <a:ext cx="76617" cy="80142"/>
          </a:xfrm>
          <a:custGeom xmlns:a="http://schemas.openxmlformats.org/drawingml/2006/main">
            <a:pathLst>
              <a:path w="76617" h="80142">
                <a:moveTo>
                  <a:pt x="43695" y="45159"/>
                </a:moveTo>
                <a:lnTo>
                  <a:pt x="43695" y="80142"/>
                </a:lnTo>
                <a:lnTo>
                  <a:pt x="32921" y="80142"/>
                </a:lnTo>
                <a:lnTo>
                  <a:pt x="32921" y="45159"/>
                </a:lnTo>
                <a:lnTo>
                  <a:pt x="0" y="45159"/>
                </a:lnTo>
                <a:lnTo>
                  <a:pt x="0" y="34984"/>
                </a:lnTo>
                <a:lnTo>
                  <a:pt x="32921" y="34984"/>
                </a:lnTo>
                <a:lnTo>
                  <a:pt x="32921" y="0"/>
                </a:lnTo>
                <a:lnTo>
                  <a:pt x="43695" y="0"/>
                </a:lnTo>
                <a:lnTo>
                  <a:pt x="43695" y="34984"/>
                </a:lnTo>
                <a:lnTo>
                  <a:pt x="76617" y="34984"/>
                </a:lnTo>
                <a:lnTo>
                  <a:pt x="76617" y="45159"/>
                </a:lnTo>
                <a:lnTo>
                  <a:pt x="43695" y="45159"/>
                </a:lnTo>
              </a:path>
            </a:pathLst>
          </a:custGeom>
          <a:solidFill xmlns:a="http://schemas.openxmlformats.org/drawingml/2006/main">
            <a:srgbClr val="FF0000"/>
          </a:solidFill>
          <a:ln xmlns:a="http://schemas.openxmlformats.org/drawingml/2006/main" w="0">
            <a:noFill/>
            <a:prstDash val="solid"/>
          </a:ln>
        </p:spPr>
      </p:sp>
      <p:sp>
        <p:nvSpPr>
          <p:cNvPr id="376" name="pdf-path-100233">
            <a:extLst xmlns:a="http://schemas.openxmlformats.org/drawingml/2006/main">
              <a:ext uri="{FF2B5EF4-FFF2-40B4-BE49-F238E27FC236}">
                <a16:creationId xmlns:a16="http://schemas.microsoft.com/office/drawing/2014/main" id="{849B095A-EDE9-4469-B123-042AC96B0CC2}"/>
              </a:ext>
            </a:extLst>
          </p:cNvPr>
          <p:cNvSpPr>
            <a:spLocks xmlns:a="http://schemas.openxmlformats.org/drawingml/2006/main" noGrp="1"/>
          </p:cNvSpPr>
          <p:nvPr/>
        </p:nvSpPr>
        <p:spPr>
          <a:xfrm xmlns:a="http://schemas.openxmlformats.org/drawingml/2006/main">
            <a:off x="8485230" y="7165255"/>
            <a:ext cx="70565" cy="91980"/>
          </a:xfrm>
          <a:custGeom xmlns:a="http://schemas.openxmlformats.org/drawingml/2006/main">
            <a:pathLst>
              <a:path w="70565" h="91980">
                <a:moveTo>
                  <a:pt x="20085" y="57396"/>
                </a:moveTo>
                <a:lnTo>
                  <a:pt x="12769" y="90783"/>
                </a:lnTo>
                <a:lnTo>
                  <a:pt x="0" y="90783"/>
                </a:lnTo>
                <a:lnTo>
                  <a:pt x="16094" y="19354"/>
                </a:lnTo>
                <a:cubicBezTo>
                  <a:pt x="16627" y="17004"/>
                  <a:pt x="17004" y="15153"/>
                  <a:pt x="17225" y="13801"/>
                </a:cubicBezTo>
                <a:cubicBezTo>
                  <a:pt x="17447" y="12448"/>
                  <a:pt x="17558" y="11240"/>
                  <a:pt x="17558" y="10176"/>
                </a:cubicBezTo>
                <a:cubicBezTo>
                  <a:pt x="17558" y="9333"/>
                  <a:pt x="17414" y="8602"/>
                  <a:pt x="17126" y="7981"/>
                </a:cubicBezTo>
                <a:cubicBezTo>
                  <a:pt x="16837" y="7360"/>
                  <a:pt x="16360" y="6861"/>
                  <a:pt x="15696" y="6484"/>
                </a:cubicBezTo>
                <a:cubicBezTo>
                  <a:pt x="15030" y="6108"/>
                  <a:pt x="14144" y="5830"/>
                  <a:pt x="13035" y="5653"/>
                </a:cubicBezTo>
                <a:cubicBezTo>
                  <a:pt x="11927" y="5476"/>
                  <a:pt x="10553" y="5365"/>
                  <a:pt x="8912" y="5321"/>
                </a:cubicBezTo>
                <a:lnTo>
                  <a:pt x="9910" y="798"/>
                </a:lnTo>
                <a:lnTo>
                  <a:pt x="28199" y="0"/>
                </a:lnTo>
                <a:lnTo>
                  <a:pt x="32988" y="0"/>
                </a:lnTo>
                <a:lnTo>
                  <a:pt x="21282" y="51743"/>
                </a:lnTo>
                <a:lnTo>
                  <a:pt x="23145" y="51743"/>
                </a:lnTo>
                <a:cubicBezTo>
                  <a:pt x="24830" y="51743"/>
                  <a:pt x="26647" y="51388"/>
                  <a:pt x="28598" y="50679"/>
                </a:cubicBezTo>
                <a:cubicBezTo>
                  <a:pt x="30549" y="49970"/>
                  <a:pt x="32489" y="49050"/>
                  <a:pt x="34418" y="47919"/>
                </a:cubicBezTo>
                <a:cubicBezTo>
                  <a:pt x="36347" y="46788"/>
                  <a:pt x="38197" y="45514"/>
                  <a:pt x="39971" y="44095"/>
                </a:cubicBezTo>
                <a:cubicBezTo>
                  <a:pt x="41745" y="42676"/>
                  <a:pt x="43307" y="41246"/>
                  <a:pt x="44660" y="39805"/>
                </a:cubicBezTo>
                <a:cubicBezTo>
                  <a:pt x="46012" y="38364"/>
                  <a:pt x="47088" y="37001"/>
                  <a:pt x="47885" y="35714"/>
                </a:cubicBezTo>
                <a:cubicBezTo>
                  <a:pt x="48683" y="34429"/>
                  <a:pt x="49083" y="33342"/>
                  <a:pt x="49083" y="32456"/>
                </a:cubicBezTo>
                <a:cubicBezTo>
                  <a:pt x="49083" y="31392"/>
                  <a:pt x="48728" y="30527"/>
                  <a:pt x="48018" y="29862"/>
                </a:cubicBezTo>
                <a:cubicBezTo>
                  <a:pt x="47309" y="29197"/>
                  <a:pt x="46023" y="28754"/>
                  <a:pt x="44161" y="28532"/>
                </a:cubicBezTo>
                <a:lnTo>
                  <a:pt x="44959" y="24276"/>
                </a:lnTo>
                <a:lnTo>
                  <a:pt x="68902" y="24276"/>
                </a:lnTo>
                <a:lnTo>
                  <a:pt x="70565" y="28399"/>
                </a:lnTo>
                <a:cubicBezTo>
                  <a:pt x="67771" y="30793"/>
                  <a:pt x="65088" y="33010"/>
                  <a:pt x="62517" y="35050"/>
                </a:cubicBezTo>
                <a:cubicBezTo>
                  <a:pt x="59945" y="37090"/>
                  <a:pt x="57429" y="39051"/>
                  <a:pt x="54968" y="40935"/>
                </a:cubicBezTo>
                <a:cubicBezTo>
                  <a:pt x="52507" y="42820"/>
                  <a:pt x="50046" y="44671"/>
                  <a:pt x="47586" y="46489"/>
                </a:cubicBezTo>
                <a:cubicBezTo>
                  <a:pt x="45125" y="48307"/>
                  <a:pt x="42609" y="50191"/>
                  <a:pt x="40037" y="52142"/>
                </a:cubicBezTo>
                <a:cubicBezTo>
                  <a:pt x="41102" y="55511"/>
                  <a:pt x="42188" y="58937"/>
                  <a:pt x="43296" y="62417"/>
                </a:cubicBezTo>
                <a:cubicBezTo>
                  <a:pt x="44404" y="65898"/>
                  <a:pt x="45514" y="69345"/>
                  <a:pt x="46622" y="72760"/>
                </a:cubicBezTo>
                <a:cubicBezTo>
                  <a:pt x="47154" y="74577"/>
                  <a:pt x="47653" y="76140"/>
                  <a:pt x="48118" y="77448"/>
                </a:cubicBezTo>
                <a:cubicBezTo>
                  <a:pt x="48584" y="78756"/>
                  <a:pt x="49083" y="79820"/>
                  <a:pt x="49615" y="80640"/>
                </a:cubicBezTo>
                <a:cubicBezTo>
                  <a:pt x="50147" y="81461"/>
                  <a:pt x="50723" y="82070"/>
                  <a:pt x="51344" y="82470"/>
                </a:cubicBezTo>
                <a:cubicBezTo>
                  <a:pt x="51964" y="82868"/>
                  <a:pt x="52718" y="83068"/>
                  <a:pt x="53605" y="83068"/>
                </a:cubicBezTo>
                <a:cubicBezTo>
                  <a:pt x="54225" y="83068"/>
                  <a:pt x="54869" y="82957"/>
                  <a:pt x="55533" y="82736"/>
                </a:cubicBezTo>
                <a:cubicBezTo>
                  <a:pt x="56199" y="82514"/>
                  <a:pt x="56942" y="82115"/>
                  <a:pt x="57761" y="81538"/>
                </a:cubicBezTo>
                <a:cubicBezTo>
                  <a:pt x="58582" y="80962"/>
                  <a:pt x="59513" y="80175"/>
                  <a:pt x="60555" y="79178"/>
                </a:cubicBezTo>
                <a:cubicBezTo>
                  <a:pt x="61597" y="78180"/>
                  <a:pt x="62783" y="76927"/>
                  <a:pt x="64113" y="75419"/>
                </a:cubicBezTo>
                <a:lnTo>
                  <a:pt x="68636" y="79743"/>
                </a:lnTo>
                <a:cubicBezTo>
                  <a:pt x="66551" y="81871"/>
                  <a:pt x="64612" y="83711"/>
                  <a:pt x="62817" y="85263"/>
                </a:cubicBezTo>
                <a:cubicBezTo>
                  <a:pt x="61020" y="86814"/>
                  <a:pt x="59314" y="88089"/>
                  <a:pt x="57695" y="89087"/>
                </a:cubicBezTo>
                <a:cubicBezTo>
                  <a:pt x="56077" y="90084"/>
                  <a:pt x="54514" y="90816"/>
                  <a:pt x="53006" y="91282"/>
                </a:cubicBezTo>
                <a:cubicBezTo>
                  <a:pt x="51499" y="91747"/>
                  <a:pt x="49969" y="91980"/>
                  <a:pt x="48417" y="91980"/>
                </a:cubicBezTo>
                <a:cubicBezTo>
                  <a:pt x="45624" y="91980"/>
                  <a:pt x="43374" y="91282"/>
                  <a:pt x="41667" y="89885"/>
                </a:cubicBezTo>
                <a:cubicBezTo>
                  <a:pt x="39959" y="88488"/>
                  <a:pt x="38508" y="86493"/>
                  <a:pt x="37310" y="83899"/>
                </a:cubicBezTo>
                <a:cubicBezTo>
                  <a:pt x="36114" y="81306"/>
                  <a:pt x="35016" y="78169"/>
                  <a:pt x="34018" y="74489"/>
                </a:cubicBezTo>
                <a:cubicBezTo>
                  <a:pt x="33021" y="70809"/>
                  <a:pt x="31857" y="66708"/>
                  <a:pt x="30527" y="62184"/>
                </a:cubicBezTo>
                <a:cubicBezTo>
                  <a:pt x="30216" y="61120"/>
                  <a:pt x="29917" y="60267"/>
                  <a:pt x="29629" y="59624"/>
                </a:cubicBezTo>
                <a:cubicBezTo>
                  <a:pt x="29341" y="58981"/>
                  <a:pt x="28975" y="58494"/>
                  <a:pt x="28531" y="58161"/>
                </a:cubicBezTo>
                <a:cubicBezTo>
                  <a:pt x="28088" y="57828"/>
                  <a:pt x="27534" y="57617"/>
                  <a:pt x="26869" y="57529"/>
                </a:cubicBezTo>
                <a:cubicBezTo>
                  <a:pt x="26204" y="57440"/>
                  <a:pt x="25362" y="57396"/>
                  <a:pt x="24341" y="57396"/>
                </a:cubicBezTo>
                <a:lnTo>
                  <a:pt x="20085" y="57396"/>
                </a:lnTo>
              </a:path>
            </a:pathLst>
          </a:custGeom>
          <a:solidFill xmlns:a="http://schemas.openxmlformats.org/drawingml/2006/main">
            <a:srgbClr val="FF0000"/>
          </a:solidFill>
          <a:ln xmlns:a="http://schemas.openxmlformats.org/drawingml/2006/main" w="0">
            <a:noFill/>
            <a:prstDash val="solid"/>
          </a:ln>
        </p:spPr>
      </p:sp>
      <p:sp>
        <p:nvSpPr>
          <p:cNvPr id="377" name="pdf-path-100234">
            <a:extLst xmlns:a="http://schemas.openxmlformats.org/drawingml/2006/main">
              <a:ext uri="{FF2B5EF4-FFF2-40B4-BE49-F238E27FC236}">
                <a16:creationId xmlns:a16="http://schemas.microsoft.com/office/drawing/2014/main" id="{17235C29-C266-4DAE-A998-D3EBEF720202}"/>
              </a:ext>
            </a:extLst>
          </p:cNvPr>
          <p:cNvSpPr>
            <a:spLocks xmlns:a="http://schemas.openxmlformats.org/drawingml/2006/main" noGrp="1"/>
          </p:cNvSpPr>
          <p:nvPr/>
        </p:nvSpPr>
        <p:spPr>
          <a:xfrm xmlns:a="http://schemas.openxmlformats.org/drawingml/2006/main">
            <a:off x="8633460" y="7141726"/>
            <a:ext cx="112974" cy="48595"/>
          </a:xfrm>
          <a:custGeom xmlns:a="http://schemas.openxmlformats.org/drawingml/2006/main">
            <a:pathLst>
              <a:path w="112974" h="48595">
                <a:moveTo>
                  <a:pt x="0" y="11794"/>
                </a:moveTo>
                <a:lnTo>
                  <a:pt x="0" y="0"/>
                </a:lnTo>
                <a:lnTo>
                  <a:pt x="109249" y="0"/>
                </a:lnTo>
                <a:lnTo>
                  <a:pt x="109249" y="11794"/>
                </a:lnTo>
                <a:lnTo>
                  <a:pt x="0" y="11794"/>
                </a:lnTo>
                <a:moveTo>
                  <a:pt x="0" y="48595"/>
                </a:moveTo>
                <a:lnTo>
                  <a:pt x="0" y="36801"/>
                </a:lnTo>
                <a:lnTo>
                  <a:pt x="109249" y="36801"/>
                </a:lnTo>
                <a:lnTo>
                  <a:pt x="109249" y="48595"/>
                </a:lnTo>
                <a:lnTo>
                  <a:pt x="0" y="48595"/>
                </a:lnTo>
                <a:moveTo>
                  <a:pt x="112974" y="24298"/>
                </a:moveTo>
                <a:lnTo>
                  <a:pt x="112974" y="24298"/>
                </a:lnTo>
              </a:path>
            </a:pathLst>
          </a:custGeom>
          <a:solidFill xmlns:a="http://schemas.openxmlformats.org/drawingml/2006/main">
            <a:srgbClr val="FF0000"/>
          </a:solidFill>
          <a:ln xmlns:a="http://schemas.openxmlformats.org/drawingml/2006/main" w="0">
            <a:noFill/>
            <a:prstDash val="solid"/>
          </a:ln>
        </p:spPr>
      </p:sp>
      <p:sp>
        <p:nvSpPr>
          <p:cNvPr id="378" name="pdf-path-100235">
            <a:extLst xmlns:a="http://schemas.openxmlformats.org/drawingml/2006/main">
              <a:ext uri="{FF2B5EF4-FFF2-40B4-BE49-F238E27FC236}">
                <a16:creationId xmlns:a16="http://schemas.microsoft.com/office/drawing/2014/main" id="{2AA472CA-BADF-4F0E-B836-63C9B2234C64}"/>
              </a:ext>
            </a:extLst>
          </p:cNvPr>
          <p:cNvSpPr>
            <a:spLocks xmlns:a="http://schemas.openxmlformats.org/drawingml/2006/main" noGrp="1"/>
          </p:cNvSpPr>
          <p:nvPr/>
        </p:nvSpPr>
        <p:spPr>
          <a:xfrm xmlns:a="http://schemas.openxmlformats.org/drawingml/2006/main">
            <a:off x="8822693" y="7095437"/>
            <a:ext cx="70586" cy="122462"/>
          </a:xfrm>
          <a:custGeom xmlns:a="http://schemas.openxmlformats.org/drawingml/2006/main">
            <a:pathLst>
              <a:path w="70586" h="122462">
                <a:moveTo>
                  <a:pt x="45846" y="99317"/>
                </a:moveTo>
                <a:cubicBezTo>
                  <a:pt x="45846" y="102746"/>
                  <a:pt x="46038" y="105333"/>
                  <a:pt x="46422" y="107077"/>
                </a:cubicBezTo>
                <a:cubicBezTo>
                  <a:pt x="46806" y="108821"/>
                  <a:pt x="47486" y="110240"/>
                  <a:pt x="48461" y="111333"/>
                </a:cubicBezTo>
                <a:cubicBezTo>
                  <a:pt x="49437" y="112427"/>
                  <a:pt x="50841" y="113284"/>
                  <a:pt x="52674" y="113905"/>
                </a:cubicBezTo>
                <a:cubicBezTo>
                  <a:pt x="54506" y="114526"/>
                  <a:pt x="56812" y="114999"/>
                  <a:pt x="59590" y="115324"/>
                </a:cubicBezTo>
                <a:cubicBezTo>
                  <a:pt x="62369" y="115649"/>
                  <a:pt x="66034" y="115871"/>
                  <a:pt x="70586" y="115989"/>
                </a:cubicBezTo>
                <a:lnTo>
                  <a:pt x="70586" y="122462"/>
                </a:lnTo>
                <a:lnTo>
                  <a:pt x="5054" y="122462"/>
                </a:lnTo>
                <a:lnTo>
                  <a:pt x="5054" y="115989"/>
                </a:lnTo>
                <a:cubicBezTo>
                  <a:pt x="11616" y="115694"/>
                  <a:pt x="16301" y="115294"/>
                  <a:pt x="19109" y="114792"/>
                </a:cubicBezTo>
                <a:cubicBezTo>
                  <a:pt x="21918" y="114290"/>
                  <a:pt x="24060" y="113535"/>
                  <a:pt x="25539" y="112531"/>
                </a:cubicBezTo>
                <a:cubicBezTo>
                  <a:pt x="27017" y="111525"/>
                  <a:pt x="28095" y="110106"/>
                  <a:pt x="28776" y="108274"/>
                </a:cubicBezTo>
                <a:cubicBezTo>
                  <a:pt x="29455" y="106441"/>
                  <a:pt x="29795" y="103456"/>
                  <a:pt x="29795" y="99317"/>
                </a:cubicBezTo>
                <a:lnTo>
                  <a:pt x="29795" y="27401"/>
                </a:lnTo>
                <a:cubicBezTo>
                  <a:pt x="29795" y="25036"/>
                  <a:pt x="29381" y="23307"/>
                  <a:pt x="28553" y="22213"/>
                </a:cubicBezTo>
                <a:cubicBezTo>
                  <a:pt x="27726" y="21120"/>
                  <a:pt x="26513" y="20573"/>
                  <a:pt x="24918" y="20573"/>
                </a:cubicBezTo>
                <a:cubicBezTo>
                  <a:pt x="23026" y="20573"/>
                  <a:pt x="20336" y="21548"/>
                  <a:pt x="16848" y="23500"/>
                </a:cubicBezTo>
                <a:cubicBezTo>
                  <a:pt x="13361" y="25450"/>
                  <a:pt x="9045" y="28140"/>
                  <a:pt x="3902" y="31569"/>
                </a:cubicBezTo>
                <a:lnTo>
                  <a:pt x="0" y="24741"/>
                </a:lnTo>
                <a:lnTo>
                  <a:pt x="41500" y="0"/>
                </a:lnTo>
                <a:lnTo>
                  <a:pt x="46378" y="0"/>
                </a:lnTo>
                <a:cubicBezTo>
                  <a:pt x="46023" y="5675"/>
                  <a:pt x="45846" y="13538"/>
                  <a:pt x="45846" y="23588"/>
                </a:cubicBezTo>
                <a:lnTo>
                  <a:pt x="45846" y="99317"/>
                </a:lnTo>
              </a:path>
            </a:pathLst>
          </a:custGeom>
          <a:solidFill xmlns:a="http://schemas.openxmlformats.org/drawingml/2006/main">
            <a:srgbClr val="FF0000"/>
          </a:solidFill>
          <a:ln xmlns:a="http://schemas.openxmlformats.org/drawingml/2006/main" w="0">
            <a:noFill/>
            <a:prstDash val="solid"/>
          </a:ln>
        </p:spPr>
      </p:sp>
      <p:sp>
        <p:nvSpPr>
          <p:cNvPr id="379" name="pdf-path-100236">
            <a:extLst xmlns:a="http://schemas.openxmlformats.org/drawingml/2006/main">
              <a:ext uri="{FF2B5EF4-FFF2-40B4-BE49-F238E27FC236}">
                <a16:creationId xmlns:a16="http://schemas.microsoft.com/office/drawing/2014/main" id="{2F1433D4-4CC3-40A9-95A2-7DCEF9ABD368}"/>
              </a:ext>
            </a:extLst>
          </p:cNvPr>
          <p:cNvSpPr>
            <a:spLocks xmlns:a="http://schemas.openxmlformats.org/drawingml/2006/main" noGrp="1"/>
          </p:cNvSpPr>
          <p:nvPr/>
        </p:nvSpPr>
        <p:spPr>
          <a:xfrm xmlns:a="http://schemas.openxmlformats.org/drawingml/2006/main">
            <a:off x="7879946" y="7140963"/>
            <a:ext cx="129112" cy="22879"/>
          </a:xfrm>
          <a:custGeom xmlns:a="http://schemas.openxmlformats.org/drawingml/2006/main">
            <a:pathLst>
              <a:path w="129112" h="22879">
                <a:moveTo>
                  <a:pt x="64556" y="22879"/>
                </a:moveTo>
                <a:cubicBezTo>
                  <a:pt x="61482" y="22879"/>
                  <a:pt x="58911" y="21800"/>
                  <a:pt x="56841" y="19642"/>
                </a:cubicBezTo>
                <a:cubicBezTo>
                  <a:pt x="54772" y="17484"/>
                  <a:pt x="53738" y="14751"/>
                  <a:pt x="53738" y="11439"/>
                </a:cubicBezTo>
                <a:cubicBezTo>
                  <a:pt x="53738" y="8129"/>
                  <a:pt x="54772" y="5394"/>
                  <a:pt x="56841" y="3237"/>
                </a:cubicBezTo>
                <a:cubicBezTo>
                  <a:pt x="58911" y="1080"/>
                  <a:pt x="61482" y="0"/>
                  <a:pt x="64556" y="0"/>
                </a:cubicBezTo>
                <a:cubicBezTo>
                  <a:pt x="67630" y="0"/>
                  <a:pt x="70202" y="1080"/>
                  <a:pt x="72271" y="3237"/>
                </a:cubicBezTo>
                <a:cubicBezTo>
                  <a:pt x="74341" y="5394"/>
                  <a:pt x="75375" y="8129"/>
                  <a:pt x="75375" y="11439"/>
                </a:cubicBezTo>
                <a:cubicBezTo>
                  <a:pt x="75375" y="14751"/>
                  <a:pt x="74341" y="17484"/>
                  <a:pt x="72271" y="19642"/>
                </a:cubicBezTo>
                <a:cubicBezTo>
                  <a:pt x="70202" y="21800"/>
                  <a:pt x="67630" y="22879"/>
                  <a:pt x="64556" y="22879"/>
                </a:cubicBezTo>
                <a:moveTo>
                  <a:pt x="10819" y="22879"/>
                </a:moveTo>
                <a:cubicBezTo>
                  <a:pt x="7744" y="22879"/>
                  <a:pt x="5172" y="21800"/>
                  <a:pt x="3104" y="19642"/>
                </a:cubicBezTo>
                <a:cubicBezTo>
                  <a:pt x="1034" y="17484"/>
                  <a:pt x="0" y="14751"/>
                  <a:pt x="0" y="11439"/>
                </a:cubicBezTo>
                <a:cubicBezTo>
                  <a:pt x="0" y="8129"/>
                  <a:pt x="1034" y="5394"/>
                  <a:pt x="3104" y="3237"/>
                </a:cubicBezTo>
                <a:cubicBezTo>
                  <a:pt x="5172" y="1080"/>
                  <a:pt x="7744" y="0"/>
                  <a:pt x="10819" y="0"/>
                </a:cubicBezTo>
                <a:cubicBezTo>
                  <a:pt x="13892" y="0"/>
                  <a:pt x="16464" y="1080"/>
                  <a:pt x="18533" y="3237"/>
                </a:cubicBezTo>
                <a:cubicBezTo>
                  <a:pt x="20602" y="5394"/>
                  <a:pt x="21637" y="8129"/>
                  <a:pt x="21637" y="11439"/>
                </a:cubicBezTo>
                <a:cubicBezTo>
                  <a:pt x="21637" y="14751"/>
                  <a:pt x="20602" y="17484"/>
                  <a:pt x="18533" y="19642"/>
                </a:cubicBezTo>
                <a:cubicBezTo>
                  <a:pt x="16464" y="21800"/>
                  <a:pt x="13892" y="22879"/>
                  <a:pt x="10819" y="22879"/>
                </a:cubicBezTo>
                <a:moveTo>
                  <a:pt x="118294" y="22879"/>
                </a:moveTo>
                <a:cubicBezTo>
                  <a:pt x="115220" y="22879"/>
                  <a:pt x="112648" y="21800"/>
                  <a:pt x="110579" y="19642"/>
                </a:cubicBezTo>
                <a:cubicBezTo>
                  <a:pt x="108511" y="17484"/>
                  <a:pt x="107475" y="14751"/>
                  <a:pt x="107475" y="11439"/>
                </a:cubicBezTo>
                <a:cubicBezTo>
                  <a:pt x="107475" y="8129"/>
                  <a:pt x="108511" y="5394"/>
                  <a:pt x="110579" y="3237"/>
                </a:cubicBezTo>
                <a:cubicBezTo>
                  <a:pt x="112648" y="1080"/>
                  <a:pt x="115220" y="0"/>
                  <a:pt x="118294" y="0"/>
                </a:cubicBezTo>
                <a:cubicBezTo>
                  <a:pt x="121368" y="0"/>
                  <a:pt x="123940" y="1080"/>
                  <a:pt x="126009" y="3237"/>
                </a:cubicBezTo>
                <a:cubicBezTo>
                  <a:pt x="128078" y="5394"/>
                  <a:pt x="129112" y="8129"/>
                  <a:pt x="129112" y="11439"/>
                </a:cubicBezTo>
                <a:cubicBezTo>
                  <a:pt x="129112" y="14751"/>
                  <a:pt x="128078" y="17484"/>
                  <a:pt x="126009" y="19642"/>
                </a:cubicBezTo>
                <a:cubicBezTo>
                  <a:pt x="123940" y="21800"/>
                  <a:pt x="121368" y="22879"/>
                  <a:pt x="118294" y="22879"/>
                </a:cubicBezTo>
              </a:path>
            </a:pathLst>
          </a:custGeom>
          <a:solidFill xmlns:a="http://schemas.openxmlformats.org/drawingml/2006/main">
            <a:srgbClr val="000000"/>
          </a:solidFill>
          <a:ln xmlns:a="http://schemas.openxmlformats.org/drawingml/2006/main" w="0">
            <a:noFill/>
            <a:prstDash val="solid"/>
          </a:ln>
        </p:spPr>
      </p:sp>
      <p:sp>
        <p:nvSpPr>
          <p:cNvPr id="380" name="pdf-path-100237">
            <a:extLst xmlns:a="http://schemas.openxmlformats.org/drawingml/2006/main">
              <a:ext uri="{FF2B5EF4-FFF2-40B4-BE49-F238E27FC236}">
                <a16:creationId xmlns:a16="http://schemas.microsoft.com/office/drawing/2014/main" id="{380858C9-F4D9-43B2-9691-953AB4ED2D5F}"/>
              </a:ext>
            </a:extLst>
          </p:cNvPr>
          <p:cNvSpPr>
            <a:spLocks xmlns:a="http://schemas.openxmlformats.org/drawingml/2006/main" noGrp="1"/>
          </p:cNvSpPr>
          <p:nvPr/>
        </p:nvSpPr>
        <p:spPr>
          <a:xfrm xmlns:a="http://schemas.openxmlformats.org/drawingml/2006/main">
            <a:off x="9106967" y="7054664"/>
            <a:ext cx="73690" cy="27489"/>
          </a:xfrm>
          <a:custGeom xmlns:a="http://schemas.openxmlformats.org/drawingml/2006/main">
            <a:pathLst>
              <a:path w="73690" h="27489">
                <a:moveTo>
                  <a:pt x="42653" y="0"/>
                </a:moveTo>
                <a:lnTo>
                  <a:pt x="73690" y="22435"/>
                </a:lnTo>
                <a:lnTo>
                  <a:pt x="70231" y="27489"/>
                </a:lnTo>
                <a:lnTo>
                  <a:pt x="37688" y="11439"/>
                </a:lnTo>
                <a:lnTo>
                  <a:pt x="36712" y="11439"/>
                </a:lnTo>
                <a:lnTo>
                  <a:pt x="3459" y="27489"/>
                </a:lnTo>
                <a:lnTo>
                  <a:pt x="0" y="22435"/>
                </a:lnTo>
                <a:lnTo>
                  <a:pt x="30771" y="0"/>
                </a:lnTo>
                <a:lnTo>
                  <a:pt x="42653" y="0"/>
                </a:lnTo>
              </a:path>
            </a:pathLst>
          </a:custGeom>
          <a:solidFill xmlns:a="http://schemas.openxmlformats.org/drawingml/2006/main">
            <a:srgbClr val="7F7F7F"/>
          </a:solidFill>
          <a:ln xmlns:a="http://schemas.openxmlformats.org/drawingml/2006/main" w="0">
            <a:noFill/>
            <a:prstDash val="solid"/>
          </a:ln>
        </p:spPr>
      </p:sp>
      <p:sp>
        <p:nvSpPr>
          <p:cNvPr id="381" name="pdf-path-100238">
            <a:extLst xmlns:a="http://schemas.openxmlformats.org/drawingml/2006/main">
              <a:ext uri="{FF2B5EF4-FFF2-40B4-BE49-F238E27FC236}">
                <a16:creationId xmlns:a16="http://schemas.microsoft.com/office/drawing/2014/main" id="{06940380-A30D-4868-BEF0-69435AB19A02}"/>
              </a:ext>
            </a:extLst>
          </p:cNvPr>
          <p:cNvSpPr>
            <a:spLocks xmlns:a="http://schemas.openxmlformats.org/drawingml/2006/main" noGrp="1"/>
          </p:cNvSpPr>
          <p:nvPr/>
        </p:nvSpPr>
        <p:spPr>
          <a:xfrm xmlns:a="http://schemas.openxmlformats.org/drawingml/2006/main">
            <a:off x="9071350" y="7088280"/>
            <a:ext cx="100737" cy="165027"/>
          </a:xfrm>
          <a:custGeom xmlns:a="http://schemas.openxmlformats.org/drawingml/2006/main">
            <a:pathLst>
              <a:path w="100737" h="165027">
                <a:moveTo>
                  <a:pt x="66951" y="61098"/>
                </a:moveTo>
                <a:cubicBezTo>
                  <a:pt x="81021" y="66064"/>
                  <a:pt x="88056" y="75315"/>
                  <a:pt x="88056" y="88854"/>
                </a:cubicBezTo>
                <a:cubicBezTo>
                  <a:pt x="88056" y="95829"/>
                  <a:pt x="86505" y="102362"/>
                  <a:pt x="83400" y="108451"/>
                </a:cubicBezTo>
                <a:cubicBezTo>
                  <a:pt x="80297" y="114540"/>
                  <a:pt x="75745" y="119373"/>
                  <a:pt x="69744" y="122950"/>
                </a:cubicBezTo>
                <a:cubicBezTo>
                  <a:pt x="63743" y="126526"/>
                  <a:pt x="56842" y="128315"/>
                  <a:pt x="49038" y="128315"/>
                </a:cubicBezTo>
                <a:cubicBezTo>
                  <a:pt x="44014" y="128315"/>
                  <a:pt x="39594" y="127915"/>
                  <a:pt x="35782" y="127117"/>
                </a:cubicBezTo>
                <a:cubicBezTo>
                  <a:pt x="31968" y="126319"/>
                  <a:pt x="28022" y="124945"/>
                  <a:pt x="23943" y="122994"/>
                </a:cubicBezTo>
                <a:lnTo>
                  <a:pt x="14455" y="165027"/>
                </a:lnTo>
                <a:lnTo>
                  <a:pt x="0" y="165027"/>
                </a:lnTo>
                <a:lnTo>
                  <a:pt x="26248" y="47797"/>
                </a:lnTo>
                <a:cubicBezTo>
                  <a:pt x="28613" y="37274"/>
                  <a:pt x="31806" y="28553"/>
                  <a:pt x="35826" y="21637"/>
                </a:cubicBezTo>
                <a:cubicBezTo>
                  <a:pt x="39845" y="14720"/>
                  <a:pt x="44871" y="9385"/>
                  <a:pt x="50901" y="5631"/>
                </a:cubicBezTo>
                <a:cubicBezTo>
                  <a:pt x="56930" y="1877"/>
                  <a:pt x="64025" y="0"/>
                  <a:pt x="72183" y="0"/>
                </a:cubicBezTo>
                <a:cubicBezTo>
                  <a:pt x="81287" y="0"/>
                  <a:pt x="88322" y="2024"/>
                  <a:pt x="93288" y="6074"/>
                </a:cubicBezTo>
                <a:cubicBezTo>
                  <a:pt x="98254" y="10124"/>
                  <a:pt x="100737" y="15873"/>
                  <a:pt x="100737" y="23322"/>
                </a:cubicBezTo>
                <a:cubicBezTo>
                  <a:pt x="100737" y="26336"/>
                  <a:pt x="100308" y="29603"/>
                  <a:pt x="99451" y="33120"/>
                </a:cubicBezTo>
                <a:cubicBezTo>
                  <a:pt x="98594" y="36638"/>
                  <a:pt x="96894" y="40096"/>
                  <a:pt x="94352" y="43496"/>
                </a:cubicBezTo>
                <a:cubicBezTo>
                  <a:pt x="91810" y="46895"/>
                  <a:pt x="88277" y="50043"/>
                  <a:pt x="83755" y="52940"/>
                </a:cubicBezTo>
                <a:cubicBezTo>
                  <a:pt x="79233" y="55837"/>
                  <a:pt x="73691" y="58319"/>
                  <a:pt x="67129" y="60389"/>
                </a:cubicBezTo>
                <a:lnTo>
                  <a:pt x="66951" y="61098"/>
                </a:lnTo>
                <a:moveTo>
                  <a:pt x="52142" y="57196"/>
                </a:moveTo>
                <a:cubicBezTo>
                  <a:pt x="58527" y="56723"/>
                  <a:pt x="64291" y="54891"/>
                  <a:pt x="69434" y="51698"/>
                </a:cubicBezTo>
                <a:cubicBezTo>
                  <a:pt x="74577" y="48505"/>
                  <a:pt x="78612" y="44323"/>
                  <a:pt x="81538" y="39150"/>
                </a:cubicBezTo>
                <a:cubicBezTo>
                  <a:pt x="84465" y="33977"/>
                  <a:pt x="85928" y="28317"/>
                  <a:pt x="85928" y="22169"/>
                </a:cubicBezTo>
                <a:cubicBezTo>
                  <a:pt x="85928" y="17262"/>
                  <a:pt x="84701" y="13508"/>
                  <a:pt x="82248" y="10907"/>
                </a:cubicBezTo>
                <a:cubicBezTo>
                  <a:pt x="79794" y="8305"/>
                  <a:pt x="76144" y="7005"/>
                  <a:pt x="71296" y="7005"/>
                </a:cubicBezTo>
                <a:cubicBezTo>
                  <a:pt x="63788" y="7005"/>
                  <a:pt x="57521" y="10626"/>
                  <a:pt x="52497" y="17868"/>
                </a:cubicBezTo>
                <a:cubicBezTo>
                  <a:pt x="47472" y="25110"/>
                  <a:pt x="43363" y="36091"/>
                  <a:pt x="40171" y="50811"/>
                </a:cubicBezTo>
                <a:lnTo>
                  <a:pt x="28199" y="106412"/>
                </a:lnTo>
                <a:cubicBezTo>
                  <a:pt x="27904" y="107771"/>
                  <a:pt x="27756" y="108924"/>
                  <a:pt x="27756" y="109870"/>
                </a:cubicBezTo>
                <a:cubicBezTo>
                  <a:pt x="27756" y="111466"/>
                  <a:pt x="28126" y="112825"/>
                  <a:pt x="28865" y="113949"/>
                </a:cubicBezTo>
                <a:cubicBezTo>
                  <a:pt x="29603" y="115073"/>
                  <a:pt x="30698" y="116181"/>
                  <a:pt x="32145" y="117275"/>
                </a:cubicBezTo>
                <a:cubicBezTo>
                  <a:pt x="33594" y="118368"/>
                  <a:pt x="35471" y="119314"/>
                  <a:pt x="37777" y="120112"/>
                </a:cubicBezTo>
                <a:cubicBezTo>
                  <a:pt x="40082" y="120910"/>
                  <a:pt x="43008" y="121309"/>
                  <a:pt x="46556" y="121309"/>
                </a:cubicBezTo>
                <a:cubicBezTo>
                  <a:pt x="51344" y="121309"/>
                  <a:pt x="55704" y="119831"/>
                  <a:pt x="59635" y="116875"/>
                </a:cubicBezTo>
                <a:cubicBezTo>
                  <a:pt x="63566" y="113920"/>
                  <a:pt x="66655" y="109722"/>
                  <a:pt x="68902" y="104283"/>
                </a:cubicBezTo>
                <a:cubicBezTo>
                  <a:pt x="71148" y="98845"/>
                  <a:pt x="72272" y="92637"/>
                  <a:pt x="72272" y="85661"/>
                </a:cubicBezTo>
                <a:cubicBezTo>
                  <a:pt x="72272" y="78981"/>
                  <a:pt x="70424" y="73749"/>
                  <a:pt x="66729" y="69965"/>
                </a:cubicBezTo>
                <a:cubicBezTo>
                  <a:pt x="63035" y="66182"/>
                  <a:pt x="57759" y="64024"/>
                  <a:pt x="50901" y="63492"/>
                </a:cubicBezTo>
                <a:lnTo>
                  <a:pt x="52142" y="57196"/>
                </a:lnTo>
              </a:path>
            </a:pathLst>
          </a:custGeom>
          <a:solidFill xmlns:a="http://schemas.openxmlformats.org/drawingml/2006/main">
            <a:srgbClr val="7F7F7F"/>
          </a:solidFill>
          <a:ln xmlns:a="http://schemas.openxmlformats.org/drawingml/2006/main" w="0">
            <a:noFill/>
            <a:prstDash val="solid"/>
          </a:ln>
        </p:spPr>
      </p:sp>
      <p:sp>
        <p:nvSpPr>
          <p:cNvPr id="382" name="pdf-path-100239">
            <a:extLst xmlns:a="http://schemas.openxmlformats.org/drawingml/2006/main">
              <a:ext uri="{FF2B5EF4-FFF2-40B4-BE49-F238E27FC236}">
                <a16:creationId xmlns:a16="http://schemas.microsoft.com/office/drawing/2014/main" id="{29FC8CA8-C604-45D7-9427-26507B3923B3}"/>
              </a:ext>
            </a:extLst>
          </p:cNvPr>
          <p:cNvSpPr>
            <a:spLocks xmlns:a="http://schemas.openxmlformats.org/drawingml/2006/main" noGrp="1"/>
          </p:cNvSpPr>
          <p:nvPr/>
        </p:nvSpPr>
        <p:spPr>
          <a:xfrm xmlns:a="http://schemas.openxmlformats.org/drawingml/2006/main">
            <a:off x="9178612" y="7169914"/>
            <a:ext cx="48351" cy="84597"/>
          </a:xfrm>
          <a:custGeom xmlns:a="http://schemas.openxmlformats.org/drawingml/2006/main">
            <a:pathLst>
              <a:path w="48351" h="84597">
                <a:moveTo>
                  <a:pt x="41900" y="70565"/>
                </a:moveTo>
                <a:cubicBezTo>
                  <a:pt x="39639" y="73092"/>
                  <a:pt x="37488" y="75242"/>
                  <a:pt x="35448" y="77015"/>
                </a:cubicBezTo>
                <a:cubicBezTo>
                  <a:pt x="33409" y="78789"/>
                  <a:pt x="31413" y="80241"/>
                  <a:pt x="29463" y="81372"/>
                </a:cubicBezTo>
                <a:cubicBezTo>
                  <a:pt x="27512" y="82502"/>
                  <a:pt x="25583" y="83323"/>
                  <a:pt x="23677" y="83833"/>
                </a:cubicBezTo>
                <a:cubicBezTo>
                  <a:pt x="21770" y="84342"/>
                  <a:pt x="19819" y="84597"/>
                  <a:pt x="17824" y="84597"/>
                </a:cubicBezTo>
                <a:cubicBezTo>
                  <a:pt x="12548" y="84597"/>
                  <a:pt x="8612" y="83356"/>
                  <a:pt x="6019" y="80873"/>
                </a:cubicBezTo>
                <a:cubicBezTo>
                  <a:pt x="3425" y="78390"/>
                  <a:pt x="2128" y="74732"/>
                  <a:pt x="2128" y="69899"/>
                </a:cubicBezTo>
                <a:cubicBezTo>
                  <a:pt x="2128" y="68259"/>
                  <a:pt x="2250" y="66452"/>
                  <a:pt x="2494" y="64479"/>
                </a:cubicBezTo>
                <a:cubicBezTo>
                  <a:pt x="2737" y="62506"/>
                  <a:pt x="3082" y="60588"/>
                  <a:pt x="3525" y="58726"/>
                </a:cubicBezTo>
                <a:lnTo>
                  <a:pt x="11439" y="24275"/>
                </a:lnTo>
                <a:lnTo>
                  <a:pt x="0" y="24275"/>
                </a:lnTo>
                <a:lnTo>
                  <a:pt x="1330" y="19154"/>
                </a:lnTo>
                <a:cubicBezTo>
                  <a:pt x="3990" y="19154"/>
                  <a:pt x="6063" y="18899"/>
                  <a:pt x="7548" y="18390"/>
                </a:cubicBezTo>
                <a:cubicBezTo>
                  <a:pt x="9033" y="17879"/>
                  <a:pt x="10287" y="17181"/>
                  <a:pt x="11306" y="16294"/>
                </a:cubicBezTo>
                <a:cubicBezTo>
                  <a:pt x="11971" y="15673"/>
                  <a:pt x="12614" y="14908"/>
                  <a:pt x="13235" y="14000"/>
                </a:cubicBezTo>
                <a:cubicBezTo>
                  <a:pt x="13856" y="13091"/>
                  <a:pt x="14477" y="11993"/>
                  <a:pt x="15097" y="10708"/>
                </a:cubicBezTo>
                <a:cubicBezTo>
                  <a:pt x="15718" y="9422"/>
                  <a:pt x="16350" y="7903"/>
                  <a:pt x="16993" y="6152"/>
                </a:cubicBezTo>
                <a:cubicBezTo>
                  <a:pt x="17635" y="4400"/>
                  <a:pt x="18356" y="2350"/>
                  <a:pt x="19154" y="0"/>
                </a:cubicBezTo>
                <a:lnTo>
                  <a:pt x="29529" y="0"/>
                </a:lnTo>
                <a:lnTo>
                  <a:pt x="25738" y="16893"/>
                </a:lnTo>
                <a:lnTo>
                  <a:pt x="48351" y="16893"/>
                </a:lnTo>
                <a:lnTo>
                  <a:pt x="46821" y="24275"/>
                </a:lnTo>
                <a:lnTo>
                  <a:pt x="24275" y="24275"/>
                </a:lnTo>
                <a:lnTo>
                  <a:pt x="17491" y="52142"/>
                </a:lnTo>
                <a:cubicBezTo>
                  <a:pt x="17048" y="54004"/>
                  <a:pt x="16682" y="55678"/>
                  <a:pt x="16394" y="57163"/>
                </a:cubicBezTo>
                <a:cubicBezTo>
                  <a:pt x="16106" y="58648"/>
                  <a:pt x="15873" y="59989"/>
                  <a:pt x="15696" y="61187"/>
                </a:cubicBezTo>
                <a:cubicBezTo>
                  <a:pt x="15518" y="62384"/>
                  <a:pt x="15397" y="63470"/>
                  <a:pt x="15330" y="64445"/>
                </a:cubicBezTo>
                <a:cubicBezTo>
                  <a:pt x="15263" y="65421"/>
                  <a:pt x="15230" y="66330"/>
                  <a:pt x="15230" y="67172"/>
                </a:cubicBezTo>
                <a:cubicBezTo>
                  <a:pt x="15230" y="69833"/>
                  <a:pt x="15784" y="71916"/>
                  <a:pt x="16893" y="73424"/>
                </a:cubicBezTo>
                <a:cubicBezTo>
                  <a:pt x="18002" y="74932"/>
                  <a:pt x="19819" y="75685"/>
                  <a:pt x="22346" y="75685"/>
                </a:cubicBezTo>
                <a:cubicBezTo>
                  <a:pt x="24475" y="75685"/>
                  <a:pt x="26736" y="74899"/>
                  <a:pt x="29130" y="73325"/>
                </a:cubicBezTo>
                <a:cubicBezTo>
                  <a:pt x="31524" y="71751"/>
                  <a:pt x="34251" y="69278"/>
                  <a:pt x="37310" y="65909"/>
                </a:cubicBezTo>
                <a:lnTo>
                  <a:pt x="41900" y="70565"/>
                </a:lnTo>
              </a:path>
            </a:pathLst>
          </a:custGeom>
          <a:solidFill xmlns:a="http://schemas.openxmlformats.org/drawingml/2006/main">
            <a:srgbClr val="7F7F7F"/>
          </a:solidFill>
          <a:ln xmlns:a="http://schemas.openxmlformats.org/drawingml/2006/main" w="0">
            <a:noFill/>
            <a:prstDash val="solid"/>
          </a:ln>
        </p:spPr>
      </p:sp>
      <p:sp>
        <p:nvSpPr>
          <p:cNvPr id="383" name="pdf-path-100240">
            <a:extLst xmlns:a="http://schemas.openxmlformats.org/drawingml/2006/main">
              <a:ext uri="{FF2B5EF4-FFF2-40B4-BE49-F238E27FC236}">
                <a16:creationId xmlns:a16="http://schemas.microsoft.com/office/drawing/2014/main" id="{A8263B3F-B9B2-42AC-8AAC-3B92240F9A35}"/>
              </a:ext>
            </a:extLst>
          </p:cNvPr>
          <p:cNvSpPr>
            <a:spLocks xmlns:a="http://schemas.openxmlformats.org/drawingml/2006/main" noGrp="1"/>
          </p:cNvSpPr>
          <p:nvPr/>
        </p:nvSpPr>
        <p:spPr>
          <a:xfrm xmlns:a="http://schemas.openxmlformats.org/drawingml/2006/main">
            <a:off x="9242156" y="7174303"/>
            <a:ext cx="76617" cy="80142"/>
          </a:xfrm>
          <a:custGeom xmlns:a="http://schemas.openxmlformats.org/drawingml/2006/main">
            <a:pathLst>
              <a:path w="76617" h="80142">
                <a:moveTo>
                  <a:pt x="43695" y="45159"/>
                </a:moveTo>
                <a:lnTo>
                  <a:pt x="43695" y="80142"/>
                </a:lnTo>
                <a:lnTo>
                  <a:pt x="32921" y="80142"/>
                </a:lnTo>
                <a:lnTo>
                  <a:pt x="32921" y="45159"/>
                </a:lnTo>
                <a:lnTo>
                  <a:pt x="0" y="45159"/>
                </a:lnTo>
                <a:lnTo>
                  <a:pt x="0" y="34984"/>
                </a:lnTo>
                <a:lnTo>
                  <a:pt x="32921" y="34984"/>
                </a:lnTo>
                <a:lnTo>
                  <a:pt x="32921" y="0"/>
                </a:lnTo>
                <a:lnTo>
                  <a:pt x="43695" y="0"/>
                </a:lnTo>
                <a:lnTo>
                  <a:pt x="43695" y="34984"/>
                </a:lnTo>
                <a:lnTo>
                  <a:pt x="76617" y="34984"/>
                </a:lnTo>
                <a:lnTo>
                  <a:pt x="76617" y="45159"/>
                </a:lnTo>
                <a:lnTo>
                  <a:pt x="43695" y="45159"/>
                </a:lnTo>
              </a:path>
            </a:pathLst>
          </a:custGeom>
          <a:solidFill xmlns:a="http://schemas.openxmlformats.org/drawingml/2006/main">
            <a:srgbClr val="7F7F7F"/>
          </a:solidFill>
          <a:ln xmlns:a="http://schemas.openxmlformats.org/drawingml/2006/main" w="0">
            <a:noFill/>
            <a:prstDash val="solid"/>
          </a:ln>
        </p:spPr>
      </p:sp>
      <p:sp>
        <p:nvSpPr>
          <p:cNvPr id="384" name="pdf-path-100241">
            <a:extLst xmlns:a="http://schemas.openxmlformats.org/drawingml/2006/main">
              <a:ext uri="{FF2B5EF4-FFF2-40B4-BE49-F238E27FC236}">
                <a16:creationId xmlns:a16="http://schemas.microsoft.com/office/drawing/2014/main" id="{5D8887F2-7FB6-44AB-861A-EB442460859E}"/>
              </a:ext>
            </a:extLst>
          </p:cNvPr>
          <p:cNvSpPr>
            <a:spLocks xmlns:a="http://schemas.openxmlformats.org/drawingml/2006/main" noGrp="1"/>
          </p:cNvSpPr>
          <p:nvPr/>
        </p:nvSpPr>
        <p:spPr>
          <a:xfrm xmlns:a="http://schemas.openxmlformats.org/drawingml/2006/main">
            <a:off x="9335112" y="7162531"/>
            <a:ext cx="70565" cy="91980"/>
          </a:xfrm>
          <a:custGeom xmlns:a="http://schemas.openxmlformats.org/drawingml/2006/main">
            <a:pathLst>
              <a:path w="70565" h="91980">
                <a:moveTo>
                  <a:pt x="20085" y="57396"/>
                </a:moveTo>
                <a:lnTo>
                  <a:pt x="12769" y="90783"/>
                </a:lnTo>
                <a:lnTo>
                  <a:pt x="0" y="90783"/>
                </a:lnTo>
                <a:lnTo>
                  <a:pt x="16094" y="19354"/>
                </a:lnTo>
                <a:cubicBezTo>
                  <a:pt x="16627" y="17004"/>
                  <a:pt x="17004" y="15153"/>
                  <a:pt x="17225" y="13801"/>
                </a:cubicBezTo>
                <a:cubicBezTo>
                  <a:pt x="17447" y="12448"/>
                  <a:pt x="17558" y="11240"/>
                  <a:pt x="17558" y="10176"/>
                </a:cubicBezTo>
                <a:cubicBezTo>
                  <a:pt x="17558" y="9333"/>
                  <a:pt x="17414" y="8602"/>
                  <a:pt x="17126" y="7981"/>
                </a:cubicBezTo>
                <a:cubicBezTo>
                  <a:pt x="16837" y="7360"/>
                  <a:pt x="16360" y="6861"/>
                  <a:pt x="15696" y="6484"/>
                </a:cubicBezTo>
                <a:cubicBezTo>
                  <a:pt x="15030" y="6108"/>
                  <a:pt x="14144" y="5830"/>
                  <a:pt x="13035" y="5653"/>
                </a:cubicBezTo>
                <a:cubicBezTo>
                  <a:pt x="11927" y="5476"/>
                  <a:pt x="10553" y="5365"/>
                  <a:pt x="8912" y="5321"/>
                </a:cubicBezTo>
                <a:lnTo>
                  <a:pt x="9910" y="798"/>
                </a:lnTo>
                <a:lnTo>
                  <a:pt x="28199" y="0"/>
                </a:lnTo>
                <a:lnTo>
                  <a:pt x="32988" y="0"/>
                </a:lnTo>
                <a:lnTo>
                  <a:pt x="21282" y="51743"/>
                </a:lnTo>
                <a:lnTo>
                  <a:pt x="23145" y="51743"/>
                </a:lnTo>
                <a:cubicBezTo>
                  <a:pt x="24830" y="51743"/>
                  <a:pt x="26647" y="51388"/>
                  <a:pt x="28598" y="50679"/>
                </a:cubicBezTo>
                <a:cubicBezTo>
                  <a:pt x="30549" y="49970"/>
                  <a:pt x="32489" y="49050"/>
                  <a:pt x="34418" y="47919"/>
                </a:cubicBezTo>
                <a:cubicBezTo>
                  <a:pt x="36347" y="46788"/>
                  <a:pt x="38197" y="45514"/>
                  <a:pt x="39971" y="44095"/>
                </a:cubicBezTo>
                <a:cubicBezTo>
                  <a:pt x="41745" y="42676"/>
                  <a:pt x="43307" y="41246"/>
                  <a:pt x="44660" y="39805"/>
                </a:cubicBezTo>
                <a:cubicBezTo>
                  <a:pt x="46012" y="38364"/>
                  <a:pt x="47088" y="37001"/>
                  <a:pt x="47885" y="35714"/>
                </a:cubicBezTo>
                <a:cubicBezTo>
                  <a:pt x="48683" y="34429"/>
                  <a:pt x="49083" y="33342"/>
                  <a:pt x="49083" y="32456"/>
                </a:cubicBezTo>
                <a:cubicBezTo>
                  <a:pt x="49083" y="31392"/>
                  <a:pt x="48728" y="30527"/>
                  <a:pt x="48018" y="29862"/>
                </a:cubicBezTo>
                <a:cubicBezTo>
                  <a:pt x="47309" y="29197"/>
                  <a:pt x="46023" y="28754"/>
                  <a:pt x="44161" y="28532"/>
                </a:cubicBezTo>
                <a:lnTo>
                  <a:pt x="44959" y="24276"/>
                </a:lnTo>
                <a:lnTo>
                  <a:pt x="68902" y="24276"/>
                </a:lnTo>
                <a:lnTo>
                  <a:pt x="70565" y="28399"/>
                </a:lnTo>
                <a:cubicBezTo>
                  <a:pt x="67771" y="30793"/>
                  <a:pt x="65088" y="33010"/>
                  <a:pt x="62517" y="35050"/>
                </a:cubicBezTo>
                <a:cubicBezTo>
                  <a:pt x="59945" y="37090"/>
                  <a:pt x="57429" y="39051"/>
                  <a:pt x="54968" y="40935"/>
                </a:cubicBezTo>
                <a:cubicBezTo>
                  <a:pt x="52507" y="42820"/>
                  <a:pt x="50046" y="44671"/>
                  <a:pt x="47586" y="46489"/>
                </a:cubicBezTo>
                <a:cubicBezTo>
                  <a:pt x="45125" y="48307"/>
                  <a:pt x="42609" y="50191"/>
                  <a:pt x="40037" y="52142"/>
                </a:cubicBezTo>
                <a:cubicBezTo>
                  <a:pt x="41102" y="55511"/>
                  <a:pt x="42188" y="58937"/>
                  <a:pt x="43296" y="62417"/>
                </a:cubicBezTo>
                <a:cubicBezTo>
                  <a:pt x="44404" y="65898"/>
                  <a:pt x="45514" y="69345"/>
                  <a:pt x="46622" y="72760"/>
                </a:cubicBezTo>
                <a:cubicBezTo>
                  <a:pt x="47154" y="74577"/>
                  <a:pt x="47653" y="76140"/>
                  <a:pt x="48118" y="77448"/>
                </a:cubicBezTo>
                <a:cubicBezTo>
                  <a:pt x="48584" y="78756"/>
                  <a:pt x="49083" y="79820"/>
                  <a:pt x="49615" y="80640"/>
                </a:cubicBezTo>
                <a:cubicBezTo>
                  <a:pt x="50147" y="81461"/>
                  <a:pt x="50723" y="82070"/>
                  <a:pt x="51344" y="82470"/>
                </a:cubicBezTo>
                <a:cubicBezTo>
                  <a:pt x="51964" y="82868"/>
                  <a:pt x="52718" y="83068"/>
                  <a:pt x="53605" y="83068"/>
                </a:cubicBezTo>
                <a:cubicBezTo>
                  <a:pt x="54226" y="83068"/>
                  <a:pt x="54869" y="82957"/>
                  <a:pt x="55533" y="82736"/>
                </a:cubicBezTo>
                <a:cubicBezTo>
                  <a:pt x="56199" y="82514"/>
                  <a:pt x="56942" y="82115"/>
                  <a:pt x="57761" y="81538"/>
                </a:cubicBezTo>
                <a:cubicBezTo>
                  <a:pt x="58582" y="80962"/>
                  <a:pt x="59513" y="80174"/>
                  <a:pt x="60555" y="79178"/>
                </a:cubicBezTo>
                <a:cubicBezTo>
                  <a:pt x="61597" y="78180"/>
                  <a:pt x="62783" y="76927"/>
                  <a:pt x="64113" y="75419"/>
                </a:cubicBezTo>
                <a:lnTo>
                  <a:pt x="68636" y="79743"/>
                </a:lnTo>
                <a:cubicBezTo>
                  <a:pt x="66551" y="81871"/>
                  <a:pt x="64612" y="83711"/>
                  <a:pt x="62817" y="85263"/>
                </a:cubicBezTo>
                <a:cubicBezTo>
                  <a:pt x="61020" y="86814"/>
                  <a:pt x="59314" y="88089"/>
                  <a:pt x="57695" y="89087"/>
                </a:cubicBezTo>
                <a:cubicBezTo>
                  <a:pt x="56077" y="90084"/>
                  <a:pt x="54514" y="90816"/>
                  <a:pt x="53006" y="91282"/>
                </a:cubicBezTo>
                <a:cubicBezTo>
                  <a:pt x="51499" y="91747"/>
                  <a:pt x="49969" y="91980"/>
                  <a:pt x="48417" y="91980"/>
                </a:cubicBezTo>
                <a:cubicBezTo>
                  <a:pt x="45624" y="91980"/>
                  <a:pt x="43374" y="91282"/>
                  <a:pt x="41667" y="89885"/>
                </a:cubicBezTo>
                <a:cubicBezTo>
                  <a:pt x="39959" y="88488"/>
                  <a:pt x="38508" y="86493"/>
                  <a:pt x="37310" y="83899"/>
                </a:cubicBezTo>
                <a:cubicBezTo>
                  <a:pt x="36114" y="81306"/>
                  <a:pt x="35016" y="78169"/>
                  <a:pt x="34018" y="74489"/>
                </a:cubicBezTo>
                <a:cubicBezTo>
                  <a:pt x="33021" y="70809"/>
                  <a:pt x="31857" y="66708"/>
                  <a:pt x="30527" y="62184"/>
                </a:cubicBezTo>
                <a:cubicBezTo>
                  <a:pt x="30216" y="61120"/>
                  <a:pt x="29917" y="60267"/>
                  <a:pt x="29629" y="59624"/>
                </a:cubicBezTo>
                <a:cubicBezTo>
                  <a:pt x="29341" y="58981"/>
                  <a:pt x="28975" y="58494"/>
                  <a:pt x="28531" y="58161"/>
                </a:cubicBezTo>
                <a:cubicBezTo>
                  <a:pt x="28088" y="57828"/>
                  <a:pt x="27534" y="57617"/>
                  <a:pt x="26869" y="57529"/>
                </a:cubicBezTo>
                <a:cubicBezTo>
                  <a:pt x="26204" y="57440"/>
                  <a:pt x="25362" y="57396"/>
                  <a:pt x="24341" y="57396"/>
                </a:cubicBezTo>
                <a:lnTo>
                  <a:pt x="20085" y="57396"/>
                </a:lnTo>
              </a:path>
            </a:pathLst>
          </a:custGeom>
          <a:solidFill xmlns:a="http://schemas.openxmlformats.org/drawingml/2006/main">
            <a:srgbClr val="7F7F7F"/>
          </a:solidFill>
          <a:ln xmlns:a="http://schemas.openxmlformats.org/drawingml/2006/main" w="0">
            <a:noFill/>
            <a:prstDash val="solid"/>
          </a:ln>
        </p:spPr>
      </p:sp>
      <p:sp>
        <p:nvSpPr>
          <p:cNvPr id="385" name="pdf-path-100242">
            <a:extLst xmlns:a="http://schemas.openxmlformats.org/drawingml/2006/main">
              <a:ext uri="{FF2B5EF4-FFF2-40B4-BE49-F238E27FC236}">
                <a16:creationId xmlns:a16="http://schemas.microsoft.com/office/drawing/2014/main" id="{B629084C-D72E-499B-B1DC-930CA79F7936}"/>
              </a:ext>
            </a:extLst>
          </p:cNvPr>
          <p:cNvSpPr>
            <a:spLocks xmlns:a="http://schemas.openxmlformats.org/drawingml/2006/main" noGrp="1"/>
          </p:cNvSpPr>
          <p:nvPr/>
        </p:nvSpPr>
        <p:spPr>
          <a:xfrm xmlns:a="http://schemas.openxmlformats.org/drawingml/2006/main">
            <a:off x="9423367" y="7174303"/>
            <a:ext cx="76617" cy="80142"/>
          </a:xfrm>
          <a:custGeom xmlns:a="http://schemas.openxmlformats.org/drawingml/2006/main">
            <a:pathLst>
              <a:path w="76617" h="80142">
                <a:moveTo>
                  <a:pt x="43695" y="45159"/>
                </a:moveTo>
                <a:lnTo>
                  <a:pt x="43695" y="80142"/>
                </a:lnTo>
                <a:lnTo>
                  <a:pt x="32921" y="80142"/>
                </a:lnTo>
                <a:lnTo>
                  <a:pt x="32921" y="45159"/>
                </a:lnTo>
                <a:lnTo>
                  <a:pt x="0" y="45159"/>
                </a:lnTo>
                <a:lnTo>
                  <a:pt x="0" y="34984"/>
                </a:lnTo>
                <a:lnTo>
                  <a:pt x="32921" y="34984"/>
                </a:lnTo>
                <a:lnTo>
                  <a:pt x="32921" y="0"/>
                </a:lnTo>
                <a:lnTo>
                  <a:pt x="43695" y="0"/>
                </a:lnTo>
                <a:lnTo>
                  <a:pt x="43695" y="34984"/>
                </a:lnTo>
                <a:lnTo>
                  <a:pt x="76617" y="34984"/>
                </a:lnTo>
                <a:lnTo>
                  <a:pt x="76617" y="45159"/>
                </a:lnTo>
                <a:lnTo>
                  <a:pt x="43695" y="45159"/>
                </a:lnTo>
              </a:path>
            </a:pathLst>
          </a:custGeom>
          <a:solidFill xmlns:a="http://schemas.openxmlformats.org/drawingml/2006/main">
            <a:srgbClr val="7F7F7F"/>
          </a:solidFill>
          <a:ln xmlns:a="http://schemas.openxmlformats.org/drawingml/2006/main" w="0">
            <a:noFill/>
            <a:prstDash val="solid"/>
          </a:ln>
        </p:spPr>
      </p:sp>
      <p:sp>
        <p:nvSpPr>
          <p:cNvPr id="386" name="pdf-path-100243">
            <a:extLst xmlns:a="http://schemas.openxmlformats.org/drawingml/2006/main">
              <a:ext uri="{FF2B5EF4-FFF2-40B4-BE49-F238E27FC236}">
                <a16:creationId xmlns:a16="http://schemas.microsoft.com/office/drawing/2014/main" id="{36BA6357-AFE7-411F-9E19-0EFFEE174F09}"/>
              </a:ext>
            </a:extLst>
          </p:cNvPr>
          <p:cNvSpPr>
            <a:spLocks xmlns:a="http://schemas.openxmlformats.org/drawingml/2006/main" noGrp="1"/>
          </p:cNvSpPr>
          <p:nvPr/>
        </p:nvSpPr>
        <p:spPr>
          <a:xfrm xmlns:a="http://schemas.openxmlformats.org/drawingml/2006/main">
            <a:off x="9520779" y="7167653"/>
            <a:ext cx="56398" cy="85661"/>
          </a:xfrm>
          <a:custGeom xmlns:a="http://schemas.openxmlformats.org/drawingml/2006/main">
            <a:pathLst>
              <a:path w="56398" h="85661">
                <a:moveTo>
                  <a:pt x="36446" y="68104"/>
                </a:moveTo>
                <a:cubicBezTo>
                  <a:pt x="36446" y="69478"/>
                  <a:pt x="36491" y="70664"/>
                  <a:pt x="36579" y="71662"/>
                </a:cubicBezTo>
                <a:cubicBezTo>
                  <a:pt x="36668" y="72659"/>
                  <a:pt x="36811" y="73502"/>
                  <a:pt x="37011" y="74189"/>
                </a:cubicBezTo>
                <a:cubicBezTo>
                  <a:pt x="37211" y="74876"/>
                  <a:pt x="37477" y="75464"/>
                  <a:pt x="37809" y="75951"/>
                </a:cubicBezTo>
                <a:cubicBezTo>
                  <a:pt x="38142" y="76439"/>
                  <a:pt x="38529" y="76860"/>
                  <a:pt x="38973" y="77215"/>
                </a:cubicBezTo>
                <a:cubicBezTo>
                  <a:pt x="39505" y="77747"/>
                  <a:pt x="40215" y="78157"/>
                  <a:pt x="41101" y="78445"/>
                </a:cubicBezTo>
                <a:cubicBezTo>
                  <a:pt x="41988" y="78734"/>
                  <a:pt x="43119" y="78977"/>
                  <a:pt x="44493" y="79177"/>
                </a:cubicBezTo>
                <a:cubicBezTo>
                  <a:pt x="45868" y="79377"/>
                  <a:pt x="47519" y="79532"/>
                  <a:pt x="49448" y="79643"/>
                </a:cubicBezTo>
                <a:cubicBezTo>
                  <a:pt x="51377" y="79753"/>
                  <a:pt x="53693" y="79831"/>
                  <a:pt x="56398" y="79875"/>
                </a:cubicBezTo>
                <a:lnTo>
                  <a:pt x="56398" y="85661"/>
                </a:lnTo>
                <a:lnTo>
                  <a:pt x="3657" y="85661"/>
                </a:lnTo>
                <a:lnTo>
                  <a:pt x="3657" y="79875"/>
                </a:lnTo>
                <a:cubicBezTo>
                  <a:pt x="6273" y="79786"/>
                  <a:pt x="8490" y="79687"/>
                  <a:pt x="10308" y="79576"/>
                </a:cubicBezTo>
                <a:cubicBezTo>
                  <a:pt x="12127" y="79465"/>
                  <a:pt x="13678" y="79310"/>
                  <a:pt x="14964" y="79111"/>
                </a:cubicBezTo>
                <a:cubicBezTo>
                  <a:pt x="16250" y="78911"/>
                  <a:pt x="17280" y="78689"/>
                  <a:pt x="18056" y="78445"/>
                </a:cubicBezTo>
                <a:cubicBezTo>
                  <a:pt x="18833" y="78201"/>
                  <a:pt x="19508" y="77902"/>
                  <a:pt x="20085" y="77547"/>
                </a:cubicBezTo>
                <a:cubicBezTo>
                  <a:pt x="20706" y="77148"/>
                  <a:pt x="21238" y="76716"/>
                  <a:pt x="21682" y="76250"/>
                </a:cubicBezTo>
                <a:cubicBezTo>
                  <a:pt x="22125" y="75785"/>
                  <a:pt x="22479" y="75198"/>
                  <a:pt x="22745" y="74488"/>
                </a:cubicBezTo>
                <a:cubicBezTo>
                  <a:pt x="23011" y="73779"/>
                  <a:pt x="23222" y="72914"/>
                  <a:pt x="23377" y="71894"/>
                </a:cubicBezTo>
                <a:cubicBezTo>
                  <a:pt x="23532" y="70874"/>
                  <a:pt x="23610" y="69611"/>
                  <a:pt x="23610" y="68104"/>
                </a:cubicBezTo>
                <a:lnTo>
                  <a:pt x="23610" y="20418"/>
                </a:lnTo>
                <a:cubicBezTo>
                  <a:pt x="23610" y="18689"/>
                  <a:pt x="23277" y="17469"/>
                  <a:pt x="22612" y="16760"/>
                </a:cubicBezTo>
                <a:cubicBezTo>
                  <a:pt x="21947" y="16050"/>
                  <a:pt x="20994" y="15696"/>
                  <a:pt x="19753" y="15696"/>
                </a:cubicBezTo>
                <a:cubicBezTo>
                  <a:pt x="18378" y="15696"/>
                  <a:pt x="16339" y="16405"/>
                  <a:pt x="13633" y="17824"/>
                </a:cubicBezTo>
                <a:cubicBezTo>
                  <a:pt x="10929" y="19242"/>
                  <a:pt x="7426" y="21348"/>
                  <a:pt x="3125" y="24142"/>
                </a:cubicBezTo>
                <a:cubicBezTo>
                  <a:pt x="2549" y="23122"/>
                  <a:pt x="2017" y="22103"/>
                  <a:pt x="1530" y="21082"/>
                </a:cubicBezTo>
                <a:cubicBezTo>
                  <a:pt x="1042" y="20063"/>
                  <a:pt x="532" y="19021"/>
                  <a:pt x="0" y="17957"/>
                </a:cubicBezTo>
                <a:cubicBezTo>
                  <a:pt x="5497" y="14942"/>
                  <a:pt x="10941" y="11938"/>
                  <a:pt x="16327" y="8945"/>
                </a:cubicBezTo>
                <a:cubicBezTo>
                  <a:pt x="21715" y="5953"/>
                  <a:pt x="27179" y="2970"/>
                  <a:pt x="32722" y="0"/>
                </a:cubicBezTo>
                <a:lnTo>
                  <a:pt x="36778" y="0"/>
                </a:lnTo>
                <a:cubicBezTo>
                  <a:pt x="36689" y="2438"/>
                  <a:pt x="36623" y="4622"/>
                  <a:pt x="36579" y="6551"/>
                </a:cubicBezTo>
                <a:cubicBezTo>
                  <a:pt x="36534" y="8480"/>
                  <a:pt x="36501" y="10353"/>
                  <a:pt x="36479" y="12171"/>
                </a:cubicBezTo>
                <a:cubicBezTo>
                  <a:pt x="36456" y="13988"/>
                  <a:pt x="36446" y="15784"/>
                  <a:pt x="36446" y="17558"/>
                </a:cubicBezTo>
                <a:lnTo>
                  <a:pt x="36446" y="68104"/>
                </a:lnTo>
              </a:path>
            </a:pathLst>
          </a:custGeom>
          <a:solidFill xmlns:a="http://schemas.openxmlformats.org/drawingml/2006/main">
            <a:srgbClr val="7F7F7F"/>
          </a:solidFill>
          <a:ln xmlns:a="http://schemas.openxmlformats.org/drawingml/2006/main" w="0">
            <a:noFill/>
            <a:prstDash val="solid"/>
          </a:ln>
        </p:spPr>
      </p:sp>
      <p:sp>
        <p:nvSpPr>
          <p:cNvPr id="387" name="pdf-path-100244">
            <a:extLst xmlns:a="http://schemas.openxmlformats.org/drawingml/2006/main">
              <a:ext uri="{FF2B5EF4-FFF2-40B4-BE49-F238E27FC236}">
                <a16:creationId xmlns:a16="http://schemas.microsoft.com/office/drawing/2014/main" id="{818FF181-6E18-4AEA-9A51-B5D52B2EE37C}"/>
              </a:ext>
            </a:extLst>
          </p:cNvPr>
          <p:cNvSpPr>
            <a:spLocks xmlns:a="http://schemas.openxmlformats.org/drawingml/2006/main" noGrp="1"/>
          </p:cNvSpPr>
          <p:nvPr/>
        </p:nvSpPr>
        <p:spPr>
          <a:xfrm xmlns:a="http://schemas.openxmlformats.org/drawingml/2006/main">
            <a:off x="7201498" y="1313060"/>
            <a:ext cx="82802" cy="98664"/>
          </a:xfrm>
          <a:custGeom xmlns:a="http://schemas.openxmlformats.org/drawingml/2006/main">
            <a:pathLst>
              <a:path w="82802" h="98664">
                <a:moveTo>
                  <a:pt x="70231" y="25838"/>
                </a:moveTo>
                <a:cubicBezTo>
                  <a:pt x="69500" y="19919"/>
                  <a:pt x="67555" y="15430"/>
                  <a:pt x="64396" y="12370"/>
                </a:cubicBezTo>
                <a:cubicBezTo>
                  <a:pt x="61236" y="9311"/>
                  <a:pt x="56265" y="7781"/>
                  <a:pt x="49481" y="7781"/>
                </a:cubicBezTo>
                <a:cubicBezTo>
                  <a:pt x="44227" y="7781"/>
                  <a:pt x="39971" y="9128"/>
                  <a:pt x="36712" y="11822"/>
                </a:cubicBezTo>
                <a:cubicBezTo>
                  <a:pt x="33453" y="14515"/>
                  <a:pt x="31823" y="18057"/>
                  <a:pt x="31823" y="22446"/>
                </a:cubicBezTo>
                <a:cubicBezTo>
                  <a:pt x="31823" y="24840"/>
                  <a:pt x="32239" y="26952"/>
                  <a:pt x="33070" y="28781"/>
                </a:cubicBezTo>
                <a:cubicBezTo>
                  <a:pt x="33902" y="30610"/>
                  <a:pt x="35582" y="32622"/>
                  <a:pt x="38109" y="34817"/>
                </a:cubicBezTo>
                <a:cubicBezTo>
                  <a:pt x="40636" y="37012"/>
                  <a:pt x="44560" y="39705"/>
                  <a:pt x="49881" y="42897"/>
                </a:cubicBezTo>
                <a:cubicBezTo>
                  <a:pt x="54071" y="45425"/>
                  <a:pt x="57429" y="47735"/>
                  <a:pt x="59956" y="49831"/>
                </a:cubicBezTo>
                <a:cubicBezTo>
                  <a:pt x="62483" y="51926"/>
                  <a:pt x="64479" y="54004"/>
                  <a:pt x="65942" y="56066"/>
                </a:cubicBezTo>
                <a:cubicBezTo>
                  <a:pt x="67405" y="58128"/>
                  <a:pt x="68469" y="60305"/>
                  <a:pt x="69134" y="62600"/>
                </a:cubicBezTo>
                <a:cubicBezTo>
                  <a:pt x="69800" y="64895"/>
                  <a:pt x="70132" y="67671"/>
                  <a:pt x="70132" y="70930"/>
                </a:cubicBezTo>
                <a:cubicBezTo>
                  <a:pt x="70132" y="76849"/>
                  <a:pt x="68553" y="81920"/>
                  <a:pt x="65393" y="86144"/>
                </a:cubicBezTo>
                <a:cubicBezTo>
                  <a:pt x="62234" y="90367"/>
                  <a:pt x="57944" y="93509"/>
                  <a:pt x="52524" y="95571"/>
                </a:cubicBezTo>
                <a:cubicBezTo>
                  <a:pt x="47104" y="97633"/>
                  <a:pt x="40935" y="98664"/>
                  <a:pt x="34018" y="98664"/>
                </a:cubicBezTo>
                <a:cubicBezTo>
                  <a:pt x="28498" y="98664"/>
                  <a:pt x="23078" y="98248"/>
                  <a:pt x="17757" y="97417"/>
                </a:cubicBezTo>
                <a:cubicBezTo>
                  <a:pt x="12437" y="96585"/>
                  <a:pt x="6518" y="95172"/>
                  <a:pt x="0" y="93177"/>
                </a:cubicBezTo>
                <a:lnTo>
                  <a:pt x="4788" y="71429"/>
                </a:lnTo>
                <a:lnTo>
                  <a:pt x="12570" y="71429"/>
                </a:lnTo>
                <a:cubicBezTo>
                  <a:pt x="12836" y="77814"/>
                  <a:pt x="14632" y="82635"/>
                  <a:pt x="17957" y="85894"/>
                </a:cubicBezTo>
                <a:cubicBezTo>
                  <a:pt x="21282" y="89153"/>
                  <a:pt x="26569" y="90782"/>
                  <a:pt x="33819" y="90782"/>
                </a:cubicBezTo>
                <a:cubicBezTo>
                  <a:pt x="40137" y="90782"/>
                  <a:pt x="45076" y="89369"/>
                  <a:pt x="48634" y="86543"/>
                </a:cubicBezTo>
                <a:cubicBezTo>
                  <a:pt x="52192" y="83716"/>
                  <a:pt x="53971" y="79709"/>
                  <a:pt x="53971" y="74521"/>
                </a:cubicBezTo>
                <a:cubicBezTo>
                  <a:pt x="53971" y="71529"/>
                  <a:pt x="53472" y="68951"/>
                  <a:pt x="52474" y="66790"/>
                </a:cubicBezTo>
                <a:cubicBezTo>
                  <a:pt x="51477" y="64629"/>
                  <a:pt x="49848" y="62550"/>
                  <a:pt x="47586" y="60555"/>
                </a:cubicBezTo>
                <a:cubicBezTo>
                  <a:pt x="45325" y="58560"/>
                  <a:pt x="41733" y="56066"/>
                  <a:pt x="36811" y="53073"/>
                </a:cubicBezTo>
                <a:cubicBezTo>
                  <a:pt x="31625" y="49947"/>
                  <a:pt x="27584" y="47121"/>
                  <a:pt x="24691" y="44593"/>
                </a:cubicBezTo>
                <a:cubicBezTo>
                  <a:pt x="21798" y="42066"/>
                  <a:pt x="19620" y="39322"/>
                  <a:pt x="18157" y="36363"/>
                </a:cubicBezTo>
                <a:cubicBezTo>
                  <a:pt x="16693" y="33403"/>
                  <a:pt x="15962" y="29995"/>
                  <a:pt x="15962" y="26137"/>
                </a:cubicBezTo>
                <a:cubicBezTo>
                  <a:pt x="15962" y="20883"/>
                  <a:pt x="17375" y="16277"/>
                  <a:pt x="20202" y="12321"/>
                </a:cubicBezTo>
                <a:cubicBezTo>
                  <a:pt x="23028" y="8363"/>
                  <a:pt x="27068" y="5321"/>
                  <a:pt x="32322" y="3193"/>
                </a:cubicBezTo>
                <a:cubicBezTo>
                  <a:pt x="37577" y="1064"/>
                  <a:pt x="43695" y="0"/>
                  <a:pt x="50679" y="0"/>
                </a:cubicBezTo>
                <a:cubicBezTo>
                  <a:pt x="56864" y="0"/>
                  <a:pt x="62500" y="366"/>
                  <a:pt x="67588" y="1097"/>
                </a:cubicBezTo>
                <a:cubicBezTo>
                  <a:pt x="72676" y="1829"/>
                  <a:pt x="77747" y="3093"/>
                  <a:pt x="82802" y="4888"/>
                </a:cubicBezTo>
                <a:lnTo>
                  <a:pt x="78313" y="25838"/>
                </a:lnTo>
                <a:lnTo>
                  <a:pt x="70231" y="25838"/>
                </a:lnTo>
              </a:path>
            </a:pathLst>
          </a:custGeom>
          <a:solidFill xmlns:a="http://schemas.openxmlformats.org/drawingml/2006/main">
            <a:srgbClr val="000000"/>
          </a:solidFill>
          <a:ln xmlns:a="http://schemas.openxmlformats.org/drawingml/2006/main" w="0">
            <a:noFill/>
            <a:prstDash val="solid"/>
          </a:ln>
        </p:spPr>
      </p:sp>
      <p:sp>
        <p:nvSpPr>
          <p:cNvPr id="388" name="pdf-path-100245">
            <a:extLst xmlns:a="http://schemas.openxmlformats.org/drawingml/2006/main">
              <a:ext uri="{FF2B5EF4-FFF2-40B4-BE49-F238E27FC236}">
                <a16:creationId xmlns:a16="http://schemas.microsoft.com/office/drawing/2014/main" id="{B0702E6A-7CA2-4E18-A6D7-D88BAD2AEB81}"/>
              </a:ext>
            </a:extLst>
          </p:cNvPr>
          <p:cNvSpPr>
            <a:spLocks xmlns:a="http://schemas.openxmlformats.org/drawingml/2006/main" noGrp="1"/>
          </p:cNvSpPr>
          <p:nvPr/>
        </p:nvSpPr>
        <p:spPr>
          <a:xfrm xmlns:a="http://schemas.openxmlformats.org/drawingml/2006/main">
            <a:off x="7298166" y="1386883"/>
            <a:ext cx="29828" cy="50679"/>
          </a:xfrm>
          <a:custGeom xmlns:a="http://schemas.openxmlformats.org/drawingml/2006/main">
            <a:pathLst>
              <a:path w="29828" h="50679">
                <a:moveTo>
                  <a:pt x="28432" y="0"/>
                </a:moveTo>
                <a:cubicBezTo>
                  <a:pt x="29362" y="4655"/>
                  <a:pt x="29828" y="9244"/>
                  <a:pt x="29828" y="13767"/>
                </a:cubicBezTo>
                <a:cubicBezTo>
                  <a:pt x="29828" y="18422"/>
                  <a:pt x="29030" y="22679"/>
                  <a:pt x="27434" y="26536"/>
                </a:cubicBezTo>
                <a:cubicBezTo>
                  <a:pt x="25838" y="30394"/>
                  <a:pt x="23294" y="34235"/>
                  <a:pt x="19802" y="38059"/>
                </a:cubicBezTo>
                <a:cubicBezTo>
                  <a:pt x="16311" y="41883"/>
                  <a:pt x="11506" y="46089"/>
                  <a:pt x="5387" y="50679"/>
                </a:cubicBezTo>
                <a:lnTo>
                  <a:pt x="0" y="44593"/>
                </a:lnTo>
                <a:cubicBezTo>
                  <a:pt x="3391" y="41401"/>
                  <a:pt x="5852" y="38524"/>
                  <a:pt x="7382" y="35964"/>
                </a:cubicBezTo>
                <a:cubicBezTo>
                  <a:pt x="8911" y="33403"/>
                  <a:pt x="10009" y="30493"/>
                  <a:pt x="10674" y="27235"/>
                </a:cubicBezTo>
                <a:cubicBezTo>
                  <a:pt x="11339" y="23976"/>
                  <a:pt x="11671" y="19886"/>
                  <a:pt x="11671" y="14964"/>
                </a:cubicBezTo>
                <a:cubicBezTo>
                  <a:pt x="11671" y="9909"/>
                  <a:pt x="11439" y="4921"/>
                  <a:pt x="10974" y="0"/>
                </a:cubicBezTo>
                <a:lnTo>
                  <a:pt x="28432" y="0"/>
                </a:lnTo>
              </a:path>
            </a:pathLst>
          </a:custGeom>
          <a:solidFill xmlns:a="http://schemas.openxmlformats.org/drawingml/2006/main">
            <a:srgbClr val="000000"/>
          </a:solidFill>
          <a:ln xmlns:a="http://schemas.openxmlformats.org/drawingml/2006/main" w="0">
            <a:noFill/>
            <a:prstDash val="solid"/>
          </a:ln>
        </p:spPr>
      </p:sp>
      <p:sp>
        <p:nvSpPr>
          <p:cNvPr id="389" name="pdf-path-100246">
            <a:extLst xmlns:a="http://schemas.openxmlformats.org/drawingml/2006/main">
              <a:ext uri="{FF2B5EF4-FFF2-40B4-BE49-F238E27FC236}">
                <a16:creationId xmlns:a16="http://schemas.microsoft.com/office/drawing/2014/main" id="{839E5072-5492-4B0B-9DC7-935CDF430885}"/>
              </a:ext>
            </a:extLst>
          </p:cNvPr>
          <p:cNvSpPr>
            <a:spLocks xmlns:a="http://schemas.openxmlformats.org/drawingml/2006/main" noGrp="1"/>
          </p:cNvSpPr>
          <p:nvPr/>
        </p:nvSpPr>
        <p:spPr>
          <a:xfrm xmlns:a="http://schemas.openxmlformats.org/drawingml/2006/main">
            <a:off x="7382863" y="1312960"/>
            <a:ext cx="100958" cy="98664"/>
          </a:xfrm>
          <a:custGeom xmlns:a="http://schemas.openxmlformats.org/drawingml/2006/main">
            <a:pathLst>
              <a:path w="100958" h="98664">
                <a:moveTo>
                  <a:pt x="75220" y="6584"/>
                </a:moveTo>
                <a:lnTo>
                  <a:pt x="84398" y="0"/>
                </a:lnTo>
                <a:lnTo>
                  <a:pt x="90783" y="1596"/>
                </a:lnTo>
                <a:lnTo>
                  <a:pt x="76118" y="64845"/>
                </a:lnTo>
                <a:cubicBezTo>
                  <a:pt x="74654" y="71163"/>
                  <a:pt x="73923" y="76085"/>
                  <a:pt x="73923" y="79609"/>
                </a:cubicBezTo>
                <a:cubicBezTo>
                  <a:pt x="73923" y="82270"/>
                  <a:pt x="74355" y="84198"/>
                  <a:pt x="75220" y="85395"/>
                </a:cubicBezTo>
                <a:cubicBezTo>
                  <a:pt x="76085" y="86593"/>
                  <a:pt x="77448" y="87191"/>
                  <a:pt x="79310" y="87191"/>
                </a:cubicBezTo>
                <a:cubicBezTo>
                  <a:pt x="81306" y="87191"/>
                  <a:pt x="83433" y="86376"/>
                  <a:pt x="85694" y="84747"/>
                </a:cubicBezTo>
                <a:cubicBezTo>
                  <a:pt x="87956" y="83118"/>
                  <a:pt x="91148" y="80008"/>
                  <a:pt x="95272" y="75420"/>
                </a:cubicBezTo>
                <a:lnTo>
                  <a:pt x="100958" y="81006"/>
                </a:lnTo>
                <a:cubicBezTo>
                  <a:pt x="94972" y="87391"/>
                  <a:pt x="89868" y="91930"/>
                  <a:pt x="85645" y="94623"/>
                </a:cubicBezTo>
                <a:cubicBezTo>
                  <a:pt x="81421" y="97317"/>
                  <a:pt x="76849" y="98664"/>
                  <a:pt x="71928" y="98664"/>
                </a:cubicBezTo>
                <a:cubicBezTo>
                  <a:pt x="67805" y="98664"/>
                  <a:pt x="64512" y="97300"/>
                  <a:pt x="62052" y="94574"/>
                </a:cubicBezTo>
                <a:cubicBezTo>
                  <a:pt x="59591" y="91847"/>
                  <a:pt x="58360" y="88222"/>
                  <a:pt x="58360" y="83700"/>
                </a:cubicBezTo>
                <a:cubicBezTo>
                  <a:pt x="58360" y="80042"/>
                  <a:pt x="59125" y="76151"/>
                  <a:pt x="60655" y="72027"/>
                </a:cubicBezTo>
                <a:lnTo>
                  <a:pt x="59358" y="71628"/>
                </a:lnTo>
                <a:cubicBezTo>
                  <a:pt x="52973" y="80940"/>
                  <a:pt x="46921" y="87756"/>
                  <a:pt x="41201" y="92080"/>
                </a:cubicBezTo>
                <a:cubicBezTo>
                  <a:pt x="35482" y="96403"/>
                  <a:pt x="29430" y="98564"/>
                  <a:pt x="23045" y="98564"/>
                </a:cubicBezTo>
                <a:cubicBezTo>
                  <a:pt x="15729" y="98564"/>
                  <a:pt x="10059" y="95804"/>
                  <a:pt x="6035" y="90284"/>
                </a:cubicBezTo>
                <a:cubicBezTo>
                  <a:pt x="2012" y="84764"/>
                  <a:pt x="0" y="77016"/>
                  <a:pt x="0" y="67039"/>
                </a:cubicBezTo>
                <a:cubicBezTo>
                  <a:pt x="0" y="55600"/>
                  <a:pt x="2245" y="44610"/>
                  <a:pt x="6734" y="34068"/>
                </a:cubicBezTo>
                <a:cubicBezTo>
                  <a:pt x="11223" y="23527"/>
                  <a:pt x="17392" y="15214"/>
                  <a:pt x="25239" y="9128"/>
                </a:cubicBezTo>
                <a:cubicBezTo>
                  <a:pt x="33088" y="3043"/>
                  <a:pt x="41833" y="0"/>
                  <a:pt x="51477" y="0"/>
                </a:cubicBezTo>
                <a:cubicBezTo>
                  <a:pt x="55800" y="0"/>
                  <a:pt x="59840" y="482"/>
                  <a:pt x="63598" y="1447"/>
                </a:cubicBezTo>
                <a:cubicBezTo>
                  <a:pt x="67355" y="2411"/>
                  <a:pt x="71229" y="4123"/>
                  <a:pt x="75220" y="6584"/>
                </a:cubicBezTo>
                <a:moveTo>
                  <a:pt x="66441" y="36313"/>
                </a:moveTo>
                <a:cubicBezTo>
                  <a:pt x="67040" y="33586"/>
                  <a:pt x="67438" y="31225"/>
                  <a:pt x="67638" y="29230"/>
                </a:cubicBezTo>
                <a:cubicBezTo>
                  <a:pt x="67838" y="27235"/>
                  <a:pt x="67937" y="25073"/>
                  <a:pt x="67937" y="22745"/>
                </a:cubicBezTo>
                <a:cubicBezTo>
                  <a:pt x="67937" y="17624"/>
                  <a:pt x="66840" y="13867"/>
                  <a:pt x="64645" y="11473"/>
                </a:cubicBezTo>
                <a:cubicBezTo>
                  <a:pt x="62450" y="9078"/>
                  <a:pt x="58726" y="7881"/>
                  <a:pt x="53472" y="7881"/>
                </a:cubicBezTo>
                <a:cubicBezTo>
                  <a:pt x="46622" y="7881"/>
                  <a:pt x="40470" y="10641"/>
                  <a:pt x="35016" y="16162"/>
                </a:cubicBezTo>
                <a:cubicBezTo>
                  <a:pt x="29562" y="21682"/>
                  <a:pt x="25306" y="29080"/>
                  <a:pt x="22247" y="38358"/>
                </a:cubicBezTo>
                <a:cubicBezTo>
                  <a:pt x="19187" y="47636"/>
                  <a:pt x="17658" y="56897"/>
                  <a:pt x="17658" y="66142"/>
                </a:cubicBezTo>
                <a:cubicBezTo>
                  <a:pt x="17658" y="73059"/>
                  <a:pt x="18606" y="78229"/>
                  <a:pt x="20501" y="81654"/>
                </a:cubicBezTo>
                <a:cubicBezTo>
                  <a:pt x="22397" y="85080"/>
                  <a:pt x="25572" y="86792"/>
                  <a:pt x="30028" y="86792"/>
                </a:cubicBezTo>
                <a:cubicBezTo>
                  <a:pt x="34418" y="86792"/>
                  <a:pt x="38724" y="84897"/>
                  <a:pt x="42947" y="81106"/>
                </a:cubicBezTo>
                <a:cubicBezTo>
                  <a:pt x="47170" y="77315"/>
                  <a:pt x="51526" y="71911"/>
                  <a:pt x="56015" y="64895"/>
                </a:cubicBezTo>
                <a:cubicBezTo>
                  <a:pt x="60505" y="57878"/>
                  <a:pt x="63681" y="49781"/>
                  <a:pt x="65543" y="40603"/>
                </a:cubicBezTo>
                <a:lnTo>
                  <a:pt x="66441" y="36313"/>
                </a:lnTo>
              </a:path>
            </a:pathLst>
          </a:custGeom>
          <a:solidFill xmlns:a="http://schemas.openxmlformats.org/drawingml/2006/main">
            <a:srgbClr val="000000"/>
          </a:solidFill>
          <a:ln xmlns:a="http://schemas.openxmlformats.org/drawingml/2006/main" w="0">
            <a:noFill/>
            <a:prstDash val="solid"/>
          </a:ln>
        </p:spPr>
      </p:sp>
      <p:sp>
        <p:nvSpPr>
          <p:cNvPr id="390" name="pdf-path-100247">
            <a:extLst xmlns:a="http://schemas.openxmlformats.org/drawingml/2006/main">
              <a:ext uri="{FF2B5EF4-FFF2-40B4-BE49-F238E27FC236}">
                <a16:creationId xmlns:a16="http://schemas.microsoft.com/office/drawing/2014/main" id="{E267A7A4-5516-4925-8B39-90937026821C}"/>
              </a:ext>
            </a:extLst>
          </p:cNvPr>
          <p:cNvSpPr>
            <a:spLocks xmlns:a="http://schemas.openxmlformats.org/drawingml/2006/main" noGrp="1"/>
          </p:cNvSpPr>
          <p:nvPr/>
        </p:nvSpPr>
        <p:spPr>
          <a:xfrm xmlns:a="http://schemas.openxmlformats.org/drawingml/2006/main">
            <a:off x="10508680" y="1561079"/>
            <a:ext cx="135342" cy="151193"/>
          </a:xfrm>
          <a:custGeom xmlns:a="http://schemas.openxmlformats.org/drawingml/2006/main">
            <a:pathLst>
              <a:path w="135342" h="151193">
                <a:moveTo>
                  <a:pt x="41124" y="121930"/>
                </a:moveTo>
                <a:cubicBezTo>
                  <a:pt x="34030" y="132054"/>
                  <a:pt x="28044" y="141328"/>
                  <a:pt x="23167" y="149752"/>
                </a:cubicBezTo>
                <a:lnTo>
                  <a:pt x="0" y="149752"/>
                </a:lnTo>
                <a:lnTo>
                  <a:pt x="1108" y="144432"/>
                </a:lnTo>
                <a:cubicBezTo>
                  <a:pt x="7168" y="138372"/>
                  <a:pt x="15518" y="128729"/>
                  <a:pt x="26159" y="115501"/>
                </a:cubicBezTo>
                <a:lnTo>
                  <a:pt x="63847" y="68391"/>
                </a:lnTo>
                <a:cubicBezTo>
                  <a:pt x="62369" y="54203"/>
                  <a:pt x="61058" y="43507"/>
                  <a:pt x="59912" y="36302"/>
                </a:cubicBezTo>
                <a:cubicBezTo>
                  <a:pt x="58767" y="29097"/>
                  <a:pt x="57584" y="23850"/>
                  <a:pt x="56365" y="20562"/>
                </a:cubicBezTo>
                <a:cubicBezTo>
                  <a:pt x="55146" y="17273"/>
                  <a:pt x="53871" y="15149"/>
                  <a:pt x="52540" y="14188"/>
                </a:cubicBezTo>
                <a:cubicBezTo>
                  <a:pt x="51211" y="13228"/>
                  <a:pt x="49585" y="12747"/>
                  <a:pt x="47664" y="12747"/>
                </a:cubicBezTo>
                <a:cubicBezTo>
                  <a:pt x="46038" y="12747"/>
                  <a:pt x="44024" y="13504"/>
                  <a:pt x="41622" y="15020"/>
                </a:cubicBezTo>
                <a:cubicBezTo>
                  <a:pt x="39221" y="16534"/>
                  <a:pt x="36763" y="18770"/>
                  <a:pt x="34251" y="21726"/>
                </a:cubicBezTo>
                <a:lnTo>
                  <a:pt x="28044" y="15518"/>
                </a:lnTo>
                <a:cubicBezTo>
                  <a:pt x="33660" y="9976"/>
                  <a:pt x="38555" y="6004"/>
                  <a:pt x="42731" y="3602"/>
                </a:cubicBezTo>
                <a:cubicBezTo>
                  <a:pt x="46906" y="1201"/>
                  <a:pt x="51470" y="0"/>
                  <a:pt x="56420" y="0"/>
                </a:cubicBezTo>
                <a:cubicBezTo>
                  <a:pt x="60115" y="0"/>
                  <a:pt x="63035" y="813"/>
                  <a:pt x="65177" y="2439"/>
                </a:cubicBezTo>
                <a:cubicBezTo>
                  <a:pt x="67321" y="4064"/>
                  <a:pt x="69039" y="6854"/>
                  <a:pt x="70332" y="10807"/>
                </a:cubicBezTo>
                <a:cubicBezTo>
                  <a:pt x="71625" y="14761"/>
                  <a:pt x="72567" y="20155"/>
                  <a:pt x="73158" y="26991"/>
                </a:cubicBezTo>
                <a:cubicBezTo>
                  <a:pt x="73749" y="33826"/>
                  <a:pt x="74303" y="44301"/>
                  <a:pt x="74821" y="58415"/>
                </a:cubicBezTo>
                <a:lnTo>
                  <a:pt x="112508" y="1773"/>
                </a:lnTo>
                <a:lnTo>
                  <a:pt x="135342" y="1773"/>
                </a:lnTo>
                <a:lnTo>
                  <a:pt x="134123" y="7094"/>
                </a:lnTo>
                <a:cubicBezTo>
                  <a:pt x="132128" y="9089"/>
                  <a:pt x="129855" y="11509"/>
                  <a:pt x="127306" y="14354"/>
                </a:cubicBezTo>
                <a:cubicBezTo>
                  <a:pt x="124757" y="17199"/>
                  <a:pt x="122558" y="19712"/>
                  <a:pt x="120711" y="21892"/>
                </a:cubicBezTo>
                <a:cubicBezTo>
                  <a:pt x="118863" y="24072"/>
                  <a:pt x="115169" y="28598"/>
                  <a:pt x="109626" y="35471"/>
                </a:cubicBezTo>
                <a:lnTo>
                  <a:pt x="76594" y="76816"/>
                </a:lnTo>
                <a:cubicBezTo>
                  <a:pt x="77555" y="89748"/>
                  <a:pt x="78516" y="100112"/>
                  <a:pt x="79476" y="107908"/>
                </a:cubicBezTo>
                <a:cubicBezTo>
                  <a:pt x="80437" y="115704"/>
                  <a:pt x="81398" y="121486"/>
                  <a:pt x="82358" y="125255"/>
                </a:cubicBezTo>
                <a:cubicBezTo>
                  <a:pt x="83319" y="129024"/>
                  <a:pt x="84317" y="131869"/>
                  <a:pt x="85351" y="133791"/>
                </a:cubicBezTo>
                <a:cubicBezTo>
                  <a:pt x="86386" y="135712"/>
                  <a:pt x="87494" y="136968"/>
                  <a:pt x="88677" y="137559"/>
                </a:cubicBezTo>
                <a:cubicBezTo>
                  <a:pt x="89858" y="138150"/>
                  <a:pt x="91189" y="138446"/>
                  <a:pt x="92667" y="138446"/>
                </a:cubicBezTo>
                <a:cubicBezTo>
                  <a:pt x="94440" y="138446"/>
                  <a:pt x="96473" y="137689"/>
                  <a:pt x="98764" y="136174"/>
                </a:cubicBezTo>
                <a:cubicBezTo>
                  <a:pt x="101055" y="134659"/>
                  <a:pt x="103493" y="132424"/>
                  <a:pt x="106079" y="129467"/>
                </a:cubicBezTo>
                <a:lnTo>
                  <a:pt x="112286" y="135675"/>
                </a:lnTo>
                <a:cubicBezTo>
                  <a:pt x="107409" y="140774"/>
                  <a:pt x="102698" y="144635"/>
                  <a:pt x="98153" y="147258"/>
                </a:cubicBezTo>
                <a:cubicBezTo>
                  <a:pt x="93609" y="149882"/>
                  <a:pt x="89046" y="151193"/>
                  <a:pt x="84464" y="151193"/>
                </a:cubicBezTo>
                <a:cubicBezTo>
                  <a:pt x="80769" y="151193"/>
                  <a:pt x="77887" y="150528"/>
                  <a:pt x="75819" y="149198"/>
                </a:cubicBezTo>
                <a:cubicBezTo>
                  <a:pt x="73749" y="147868"/>
                  <a:pt x="72086" y="145762"/>
                  <a:pt x="70831" y="142880"/>
                </a:cubicBezTo>
                <a:cubicBezTo>
                  <a:pt x="69131" y="138742"/>
                  <a:pt x="67874" y="132054"/>
                  <a:pt x="67062" y="122817"/>
                </a:cubicBezTo>
                <a:cubicBezTo>
                  <a:pt x="66470" y="115723"/>
                  <a:pt x="65990" y="103751"/>
                  <a:pt x="65620" y="86903"/>
                </a:cubicBezTo>
                <a:lnTo>
                  <a:pt x="41124" y="121930"/>
                </a:lnTo>
              </a:path>
            </a:pathLst>
          </a:custGeom>
          <a:solidFill xmlns:a="http://schemas.openxmlformats.org/drawingml/2006/main">
            <a:srgbClr val="000000"/>
          </a:solidFill>
          <a:ln xmlns:a="http://schemas.openxmlformats.org/drawingml/2006/main" w="0">
            <a:noFill/>
            <a:prstDash val="solid"/>
          </a:ln>
        </p:spPr>
      </p:sp>
      <p:sp>
        <p:nvSpPr>
          <p:cNvPr id="391" name="pdf-path-100248">
            <a:extLst xmlns:a="http://schemas.openxmlformats.org/drawingml/2006/main">
              <a:ext uri="{FF2B5EF4-FFF2-40B4-BE49-F238E27FC236}">
                <a16:creationId xmlns:a16="http://schemas.microsoft.com/office/drawing/2014/main" id="{C815FB01-E8CC-4736-B35A-BE050F02B97D}"/>
              </a:ext>
            </a:extLst>
          </p:cNvPr>
          <p:cNvSpPr>
            <a:spLocks xmlns:a="http://schemas.openxmlformats.org/drawingml/2006/main" noGrp="1"/>
          </p:cNvSpPr>
          <p:nvPr/>
        </p:nvSpPr>
        <p:spPr>
          <a:xfrm xmlns:a="http://schemas.openxmlformats.org/drawingml/2006/main">
            <a:off x="10667896" y="1508649"/>
            <a:ext cx="70054" cy="210274"/>
          </a:xfrm>
          <a:custGeom xmlns:a="http://schemas.openxmlformats.org/drawingml/2006/main">
            <a:pathLst>
              <a:path w="70054" h="210274">
                <a:moveTo>
                  <a:pt x="19176" y="104084"/>
                </a:moveTo>
                <a:cubicBezTo>
                  <a:pt x="19176" y="129948"/>
                  <a:pt x="23333" y="151268"/>
                  <a:pt x="31646" y="168042"/>
                </a:cubicBezTo>
                <a:cubicBezTo>
                  <a:pt x="39959" y="184817"/>
                  <a:pt x="52652" y="196049"/>
                  <a:pt x="69722" y="201739"/>
                </a:cubicBezTo>
                <a:lnTo>
                  <a:pt x="67062" y="210274"/>
                </a:lnTo>
                <a:cubicBezTo>
                  <a:pt x="45410" y="204584"/>
                  <a:pt x="28820" y="192336"/>
                  <a:pt x="17292" y="173529"/>
                </a:cubicBezTo>
                <a:cubicBezTo>
                  <a:pt x="5764" y="154722"/>
                  <a:pt x="0" y="131943"/>
                  <a:pt x="0" y="105192"/>
                </a:cubicBezTo>
                <a:cubicBezTo>
                  <a:pt x="0" y="78515"/>
                  <a:pt x="5782" y="55737"/>
                  <a:pt x="17347" y="36856"/>
                </a:cubicBezTo>
                <a:cubicBezTo>
                  <a:pt x="28912" y="17975"/>
                  <a:pt x="45484" y="5690"/>
                  <a:pt x="67062" y="0"/>
                </a:cubicBezTo>
                <a:lnTo>
                  <a:pt x="70054" y="8535"/>
                </a:lnTo>
                <a:cubicBezTo>
                  <a:pt x="52763" y="14225"/>
                  <a:pt x="39959" y="25328"/>
                  <a:pt x="31646" y="41844"/>
                </a:cubicBezTo>
                <a:cubicBezTo>
                  <a:pt x="23333" y="58360"/>
                  <a:pt x="19176" y="79107"/>
                  <a:pt x="19176" y="104084"/>
                </a:cubicBezTo>
              </a:path>
            </a:pathLst>
          </a:custGeom>
          <a:solidFill xmlns:a="http://schemas.openxmlformats.org/drawingml/2006/main">
            <a:srgbClr val="000000"/>
          </a:solidFill>
          <a:ln xmlns:a="http://schemas.openxmlformats.org/drawingml/2006/main" w="0">
            <a:noFill/>
            <a:prstDash val="solid"/>
          </a:ln>
        </p:spPr>
      </p:sp>
      <p:sp>
        <p:nvSpPr>
          <p:cNvPr id="392" name="pdf-path-100249">
            <a:extLst xmlns:a="http://schemas.openxmlformats.org/drawingml/2006/main">
              <a:ext uri="{FF2B5EF4-FFF2-40B4-BE49-F238E27FC236}">
                <a16:creationId xmlns:a16="http://schemas.microsoft.com/office/drawing/2014/main" id="{C3087FBF-B54D-46A0-A945-7D749C506D55}"/>
              </a:ext>
            </a:extLst>
          </p:cNvPr>
          <p:cNvSpPr>
            <a:spLocks xmlns:a="http://schemas.openxmlformats.org/drawingml/2006/main" noGrp="1"/>
          </p:cNvSpPr>
          <p:nvPr/>
        </p:nvSpPr>
        <p:spPr>
          <a:xfrm xmlns:a="http://schemas.openxmlformats.org/drawingml/2006/main">
            <a:off x="10747129" y="1561079"/>
            <a:ext cx="92001" cy="109626"/>
          </a:xfrm>
          <a:custGeom xmlns:a="http://schemas.openxmlformats.org/drawingml/2006/main">
            <a:pathLst>
              <a:path w="92001" h="109626">
                <a:moveTo>
                  <a:pt x="78035" y="28709"/>
                </a:moveTo>
                <a:cubicBezTo>
                  <a:pt x="77222" y="22132"/>
                  <a:pt x="75061" y="17144"/>
                  <a:pt x="71551" y="13745"/>
                </a:cubicBezTo>
                <a:cubicBezTo>
                  <a:pt x="68040" y="10345"/>
                  <a:pt x="62517" y="8646"/>
                  <a:pt x="54979" y="8646"/>
                </a:cubicBezTo>
                <a:cubicBezTo>
                  <a:pt x="49141" y="8646"/>
                  <a:pt x="44412" y="10142"/>
                  <a:pt x="40791" y="13135"/>
                </a:cubicBezTo>
                <a:cubicBezTo>
                  <a:pt x="37170" y="16128"/>
                  <a:pt x="35359" y="20063"/>
                  <a:pt x="35359" y="24940"/>
                </a:cubicBezTo>
                <a:cubicBezTo>
                  <a:pt x="35359" y="27600"/>
                  <a:pt x="35821" y="29947"/>
                  <a:pt x="36745" y="31979"/>
                </a:cubicBezTo>
                <a:cubicBezTo>
                  <a:pt x="37669" y="34011"/>
                  <a:pt x="39535" y="36246"/>
                  <a:pt x="42343" y="38685"/>
                </a:cubicBezTo>
                <a:cubicBezTo>
                  <a:pt x="45151" y="41124"/>
                  <a:pt x="49511" y="44116"/>
                  <a:pt x="55422" y="47664"/>
                </a:cubicBezTo>
                <a:cubicBezTo>
                  <a:pt x="60078" y="50471"/>
                  <a:pt x="63810" y="53040"/>
                  <a:pt x="66618" y="55367"/>
                </a:cubicBezTo>
                <a:cubicBezTo>
                  <a:pt x="69426" y="57695"/>
                  <a:pt x="71642" y="60004"/>
                  <a:pt x="73269" y="62295"/>
                </a:cubicBezTo>
                <a:cubicBezTo>
                  <a:pt x="74894" y="64586"/>
                  <a:pt x="76077" y="67006"/>
                  <a:pt x="76815" y="69556"/>
                </a:cubicBezTo>
                <a:cubicBezTo>
                  <a:pt x="77555" y="72105"/>
                  <a:pt x="77924" y="75190"/>
                  <a:pt x="77924" y="78811"/>
                </a:cubicBezTo>
                <a:cubicBezTo>
                  <a:pt x="77924" y="85388"/>
                  <a:pt x="76169" y="91023"/>
                  <a:pt x="72659" y="95715"/>
                </a:cubicBezTo>
                <a:cubicBezTo>
                  <a:pt x="69148" y="100408"/>
                  <a:pt x="64383" y="103899"/>
                  <a:pt x="58360" y="106190"/>
                </a:cubicBezTo>
                <a:cubicBezTo>
                  <a:pt x="52337" y="108481"/>
                  <a:pt x="45483" y="109626"/>
                  <a:pt x="37798" y="109626"/>
                </a:cubicBezTo>
                <a:cubicBezTo>
                  <a:pt x="31665" y="109626"/>
                  <a:pt x="25642" y="109165"/>
                  <a:pt x="19730" y="108241"/>
                </a:cubicBezTo>
                <a:cubicBezTo>
                  <a:pt x="13818" y="107317"/>
                  <a:pt x="7241" y="105747"/>
                  <a:pt x="0" y="103530"/>
                </a:cubicBezTo>
                <a:lnTo>
                  <a:pt x="5320" y="79365"/>
                </a:lnTo>
                <a:lnTo>
                  <a:pt x="13966" y="79365"/>
                </a:lnTo>
                <a:cubicBezTo>
                  <a:pt x="14261" y="86459"/>
                  <a:pt x="16257" y="91817"/>
                  <a:pt x="19951" y="95438"/>
                </a:cubicBezTo>
                <a:cubicBezTo>
                  <a:pt x="23647" y="99059"/>
                  <a:pt x="29521" y="100869"/>
                  <a:pt x="37576" y="100869"/>
                </a:cubicBezTo>
                <a:cubicBezTo>
                  <a:pt x="44596" y="100869"/>
                  <a:pt x="50083" y="99299"/>
                  <a:pt x="54037" y="96159"/>
                </a:cubicBezTo>
                <a:cubicBezTo>
                  <a:pt x="57991" y="93018"/>
                  <a:pt x="59967" y="88566"/>
                  <a:pt x="59967" y="82801"/>
                </a:cubicBezTo>
                <a:cubicBezTo>
                  <a:pt x="59967" y="79476"/>
                  <a:pt x="59413" y="76613"/>
                  <a:pt x="58305" y="74211"/>
                </a:cubicBezTo>
                <a:cubicBezTo>
                  <a:pt x="57196" y="71809"/>
                  <a:pt x="55386" y="69500"/>
                  <a:pt x="52873" y="67283"/>
                </a:cubicBezTo>
                <a:cubicBezTo>
                  <a:pt x="50360" y="65066"/>
                  <a:pt x="46370" y="62295"/>
                  <a:pt x="40901" y="58970"/>
                </a:cubicBezTo>
                <a:cubicBezTo>
                  <a:pt x="35138" y="55497"/>
                  <a:pt x="30649" y="52356"/>
                  <a:pt x="27433" y="49548"/>
                </a:cubicBezTo>
                <a:cubicBezTo>
                  <a:pt x="24219" y="46740"/>
                  <a:pt x="21799" y="43691"/>
                  <a:pt x="20174" y="40403"/>
                </a:cubicBezTo>
                <a:cubicBezTo>
                  <a:pt x="18547" y="37114"/>
                  <a:pt x="17735" y="33328"/>
                  <a:pt x="17735" y="29042"/>
                </a:cubicBezTo>
                <a:cubicBezTo>
                  <a:pt x="17735" y="23204"/>
                  <a:pt x="19305" y="18086"/>
                  <a:pt x="22445" y="13689"/>
                </a:cubicBezTo>
                <a:cubicBezTo>
                  <a:pt x="25587" y="9292"/>
                  <a:pt x="30076" y="5912"/>
                  <a:pt x="35913" y="3547"/>
                </a:cubicBezTo>
                <a:cubicBezTo>
                  <a:pt x="41752" y="1182"/>
                  <a:pt x="48550" y="0"/>
                  <a:pt x="56309" y="0"/>
                </a:cubicBezTo>
                <a:cubicBezTo>
                  <a:pt x="63182" y="0"/>
                  <a:pt x="69444" y="406"/>
                  <a:pt x="75097" y="1219"/>
                </a:cubicBezTo>
                <a:cubicBezTo>
                  <a:pt x="80751" y="2032"/>
                  <a:pt x="86385" y="3436"/>
                  <a:pt x="92001" y="5431"/>
                </a:cubicBezTo>
                <a:lnTo>
                  <a:pt x="87013" y="28709"/>
                </a:lnTo>
                <a:lnTo>
                  <a:pt x="78035" y="28709"/>
                </a:lnTo>
              </a:path>
            </a:pathLst>
          </a:custGeom>
          <a:solidFill xmlns:a="http://schemas.openxmlformats.org/drawingml/2006/main">
            <a:srgbClr val="000000"/>
          </a:solidFill>
          <a:ln xmlns:a="http://schemas.openxmlformats.org/drawingml/2006/main" w="0">
            <a:noFill/>
            <a:prstDash val="solid"/>
          </a:ln>
        </p:spPr>
      </p:sp>
      <p:sp>
        <p:nvSpPr>
          <p:cNvPr id="393" name="pdf-path-100250">
            <a:extLst xmlns:a="http://schemas.openxmlformats.org/drawingml/2006/main">
              <a:ext uri="{FF2B5EF4-FFF2-40B4-BE49-F238E27FC236}">
                <a16:creationId xmlns:a16="http://schemas.microsoft.com/office/drawing/2014/main" id="{17F71C5A-A192-454A-BEA5-BDBD34F1AEA1}"/>
              </a:ext>
            </a:extLst>
          </p:cNvPr>
          <p:cNvSpPr>
            <a:spLocks xmlns:a="http://schemas.openxmlformats.org/drawingml/2006/main" noGrp="1"/>
          </p:cNvSpPr>
          <p:nvPr/>
        </p:nvSpPr>
        <p:spPr>
          <a:xfrm xmlns:a="http://schemas.openxmlformats.org/drawingml/2006/main">
            <a:off x="10853894" y="1643105"/>
            <a:ext cx="33143" cy="56309"/>
          </a:xfrm>
          <a:custGeom xmlns:a="http://schemas.openxmlformats.org/drawingml/2006/main">
            <a:pathLst>
              <a:path w="33143" h="56309">
                <a:moveTo>
                  <a:pt x="31591" y="0"/>
                </a:moveTo>
                <a:cubicBezTo>
                  <a:pt x="32626" y="5173"/>
                  <a:pt x="33143" y="10271"/>
                  <a:pt x="33143" y="15296"/>
                </a:cubicBezTo>
                <a:cubicBezTo>
                  <a:pt x="33143" y="20469"/>
                  <a:pt x="32256" y="25199"/>
                  <a:pt x="30482" y="29485"/>
                </a:cubicBezTo>
                <a:cubicBezTo>
                  <a:pt x="28708" y="33771"/>
                  <a:pt x="25882" y="38038"/>
                  <a:pt x="22002" y="42287"/>
                </a:cubicBezTo>
                <a:cubicBezTo>
                  <a:pt x="18123" y="46536"/>
                  <a:pt x="12784" y="51211"/>
                  <a:pt x="5986" y="56309"/>
                </a:cubicBezTo>
                <a:lnTo>
                  <a:pt x="0" y="49548"/>
                </a:lnTo>
                <a:cubicBezTo>
                  <a:pt x="3768" y="46001"/>
                  <a:pt x="6503" y="42805"/>
                  <a:pt x="8202" y="39959"/>
                </a:cubicBezTo>
                <a:cubicBezTo>
                  <a:pt x="9902" y="37114"/>
                  <a:pt x="11121" y="33882"/>
                  <a:pt x="11861" y="30261"/>
                </a:cubicBezTo>
                <a:cubicBezTo>
                  <a:pt x="12599" y="26640"/>
                  <a:pt x="12969" y="22095"/>
                  <a:pt x="12969" y="16627"/>
                </a:cubicBezTo>
                <a:cubicBezTo>
                  <a:pt x="12969" y="11010"/>
                  <a:pt x="12710" y="5468"/>
                  <a:pt x="12193" y="0"/>
                </a:cubicBezTo>
                <a:lnTo>
                  <a:pt x="31591" y="0"/>
                </a:lnTo>
              </a:path>
            </a:pathLst>
          </a:custGeom>
          <a:solidFill xmlns:a="http://schemas.openxmlformats.org/drawingml/2006/main">
            <a:srgbClr val="000000"/>
          </a:solidFill>
          <a:ln xmlns:a="http://schemas.openxmlformats.org/drawingml/2006/main" w="0">
            <a:noFill/>
            <a:prstDash val="solid"/>
          </a:ln>
        </p:spPr>
      </p:sp>
      <p:sp>
        <p:nvSpPr>
          <p:cNvPr id="394" name="pdf-path-100251">
            <a:extLst xmlns:a="http://schemas.openxmlformats.org/drawingml/2006/main">
              <a:ext uri="{FF2B5EF4-FFF2-40B4-BE49-F238E27FC236}">
                <a16:creationId xmlns:a16="http://schemas.microsoft.com/office/drawing/2014/main" id="{18284195-A4A8-45E5-9D87-286085FE71B9}"/>
              </a:ext>
            </a:extLst>
          </p:cNvPr>
          <p:cNvSpPr>
            <a:spLocks xmlns:a="http://schemas.openxmlformats.org/drawingml/2006/main" noGrp="1"/>
          </p:cNvSpPr>
          <p:nvPr/>
        </p:nvSpPr>
        <p:spPr>
          <a:xfrm xmlns:a="http://schemas.openxmlformats.org/drawingml/2006/main">
            <a:off x="10947547" y="1560968"/>
            <a:ext cx="112176" cy="109627"/>
          </a:xfrm>
          <a:custGeom xmlns:a="http://schemas.openxmlformats.org/drawingml/2006/main">
            <a:pathLst>
              <a:path w="112176" h="109627">
                <a:moveTo>
                  <a:pt x="83577" y="7316"/>
                </a:moveTo>
                <a:lnTo>
                  <a:pt x="93775" y="0"/>
                </a:lnTo>
                <a:lnTo>
                  <a:pt x="100869" y="1774"/>
                </a:lnTo>
                <a:lnTo>
                  <a:pt x="84575" y="72050"/>
                </a:lnTo>
                <a:cubicBezTo>
                  <a:pt x="82949" y="79070"/>
                  <a:pt x="82137" y="84539"/>
                  <a:pt x="82137" y="88455"/>
                </a:cubicBezTo>
                <a:cubicBezTo>
                  <a:pt x="82137" y="91411"/>
                  <a:pt x="82617" y="93554"/>
                  <a:pt x="83577" y="94884"/>
                </a:cubicBezTo>
                <a:cubicBezTo>
                  <a:pt x="84538" y="96214"/>
                  <a:pt x="86053" y="96879"/>
                  <a:pt x="88122" y="96879"/>
                </a:cubicBezTo>
                <a:cubicBezTo>
                  <a:pt x="90339" y="96879"/>
                  <a:pt x="92704" y="95974"/>
                  <a:pt x="95216" y="94164"/>
                </a:cubicBezTo>
                <a:cubicBezTo>
                  <a:pt x="97729" y="92353"/>
                  <a:pt x="101276" y="88898"/>
                  <a:pt x="105857" y="83800"/>
                </a:cubicBezTo>
                <a:lnTo>
                  <a:pt x="112176" y="90007"/>
                </a:lnTo>
                <a:cubicBezTo>
                  <a:pt x="105525" y="97101"/>
                  <a:pt x="99853" y="102145"/>
                  <a:pt x="95160" y="105137"/>
                </a:cubicBezTo>
                <a:cubicBezTo>
                  <a:pt x="90468" y="108130"/>
                  <a:pt x="85388" y="109627"/>
                  <a:pt x="79919" y="109627"/>
                </a:cubicBezTo>
                <a:cubicBezTo>
                  <a:pt x="75338" y="109627"/>
                  <a:pt x="71680" y="108112"/>
                  <a:pt x="68946" y="105082"/>
                </a:cubicBezTo>
                <a:cubicBezTo>
                  <a:pt x="66211" y="102052"/>
                  <a:pt x="64844" y="98025"/>
                  <a:pt x="64844" y="93000"/>
                </a:cubicBezTo>
                <a:cubicBezTo>
                  <a:pt x="64844" y="88935"/>
                  <a:pt x="65694" y="84612"/>
                  <a:pt x="67394" y="80031"/>
                </a:cubicBezTo>
                <a:lnTo>
                  <a:pt x="65953" y="79588"/>
                </a:lnTo>
                <a:cubicBezTo>
                  <a:pt x="58858" y="89933"/>
                  <a:pt x="52134" y="97508"/>
                  <a:pt x="45779" y="102311"/>
                </a:cubicBezTo>
                <a:cubicBezTo>
                  <a:pt x="39424" y="107114"/>
                  <a:pt x="32699" y="109516"/>
                  <a:pt x="25605" y="109516"/>
                </a:cubicBezTo>
                <a:cubicBezTo>
                  <a:pt x="17477" y="109516"/>
                  <a:pt x="11177" y="106449"/>
                  <a:pt x="6706" y="100316"/>
                </a:cubicBezTo>
                <a:cubicBezTo>
                  <a:pt x="2235" y="94182"/>
                  <a:pt x="0" y="85573"/>
                  <a:pt x="0" y="74488"/>
                </a:cubicBezTo>
                <a:cubicBezTo>
                  <a:pt x="0" y="61778"/>
                  <a:pt x="2494" y="49567"/>
                  <a:pt x="7482" y="37854"/>
                </a:cubicBezTo>
                <a:cubicBezTo>
                  <a:pt x="12470" y="26141"/>
                  <a:pt x="19324" y="16904"/>
                  <a:pt x="28044" y="10143"/>
                </a:cubicBezTo>
                <a:cubicBezTo>
                  <a:pt x="36763" y="3381"/>
                  <a:pt x="46481" y="0"/>
                  <a:pt x="57196" y="0"/>
                </a:cubicBezTo>
                <a:cubicBezTo>
                  <a:pt x="61999" y="0"/>
                  <a:pt x="66489" y="536"/>
                  <a:pt x="70664" y="1608"/>
                </a:cubicBezTo>
                <a:cubicBezTo>
                  <a:pt x="74839" y="2679"/>
                  <a:pt x="79144" y="4582"/>
                  <a:pt x="83577" y="7316"/>
                </a:cubicBezTo>
                <a:moveTo>
                  <a:pt x="73823" y="40348"/>
                </a:moveTo>
                <a:cubicBezTo>
                  <a:pt x="74488" y="37318"/>
                  <a:pt x="74932" y="34695"/>
                  <a:pt x="75153" y="32478"/>
                </a:cubicBezTo>
                <a:cubicBezTo>
                  <a:pt x="75375" y="30261"/>
                  <a:pt x="75486" y="27859"/>
                  <a:pt x="75486" y="25273"/>
                </a:cubicBezTo>
                <a:cubicBezTo>
                  <a:pt x="75486" y="19583"/>
                  <a:pt x="74266" y="15408"/>
                  <a:pt x="71827" y="12747"/>
                </a:cubicBezTo>
                <a:cubicBezTo>
                  <a:pt x="69389" y="10087"/>
                  <a:pt x="65251" y="8757"/>
                  <a:pt x="59413" y="8757"/>
                </a:cubicBezTo>
                <a:cubicBezTo>
                  <a:pt x="51802" y="8757"/>
                  <a:pt x="44966" y="11824"/>
                  <a:pt x="38907" y="17957"/>
                </a:cubicBezTo>
                <a:cubicBezTo>
                  <a:pt x="32847" y="24091"/>
                  <a:pt x="28117" y="32312"/>
                  <a:pt x="24718" y="42621"/>
                </a:cubicBezTo>
                <a:cubicBezTo>
                  <a:pt x="21319" y="52929"/>
                  <a:pt x="19619" y="63219"/>
                  <a:pt x="19619" y="73491"/>
                </a:cubicBezTo>
                <a:cubicBezTo>
                  <a:pt x="19619" y="81176"/>
                  <a:pt x="20673" y="86921"/>
                  <a:pt x="22779" y="90727"/>
                </a:cubicBezTo>
                <a:cubicBezTo>
                  <a:pt x="24885" y="94533"/>
                  <a:pt x="28413" y="96436"/>
                  <a:pt x="33364" y="96436"/>
                </a:cubicBezTo>
                <a:cubicBezTo>
                  <a:pt x="38242" y="96436"/>
                  <a:pt x="43026" y="94330"/>
                  <a:pt x="47719" y="90118"/>
                </a:cubicBezTo>
                <a:cubicBezTo>
                  <a:pt x="52411" y="85906"/>
                  <a:pt x="57251" y="79902"/>
                  <a:pt x="62239" y="72105"/>
                </a:cubicBezTo>
                <a:cubicBezTo>
                  <a:pt x="67227" y="64309"/>
                  <a:pt x="70756" y="55312"/>
                  <a:pt x="72825" y="45115"/>
                </a:cubicBezTo>
                <a:lnTo>
                  <a:pt x="73823" y="40348"/>
                </a:lnTo>
              </a:path>
            </a:pathLst>
          </a:custGeom>
          <a:solidFill xmlns:a="http://schemas.openxmlformats.org/drawingml/2006/main">
            <a:srgbClr val="000000"/>
          </a:solidFill>
          <a:ln xmlns:a="http://schemas.openxmlformats.org/drawingml/2006/main" w="0">
            <a:noFill/>
            <a:prstDash val="solid"/>
          </a:ln>
        </p:spPr>
      </p:sp>
      <p:sp>
        <p:nvSpPr>
          <p:cNvPr id="395" name="pdf-path-100252">
            <a:extLst xmlns:a="http://schemas.openxmlformats.org/drawingml/2006/main">
              <a:ext uri="{FF2B5EF4-FFF2-40B4-BE49-F238E27FC236}">
                <a16:creationId xmlns:a16="http://schemas.microsoft.com/office/drawing/2014/main" id="{6F6835DF-96F1-410D-B9A8-1416D2EF9DCC}"/>
              </a:ext>
            </a:extLst>
          </p:cNvPr>
          <p:cNvSpPr>
            <a:spLocks xmlns:a="http://schemas.openxmlformats.org/drawingml/2006/main" noGrp="1"/>
          </p:cNvSpPr>
          <p:nvPr/>
        </p:nvSpPr>
        <p:spPr>
          <a:xfrm xmlns:a="http://schemas.openxmlformats.org/drawingml/2006/main">
            <a:off x="11071957" y="1508649"/>
            <a:ext cx="70054" cy="210274"/>
          </a:xfrm>
          <a:custGeom xmlns:a="http://schemas.openxmlformats.org/drawingml/2006/main">
            <a:pathLst>
              <a:path w="70054" h="210274">
                <a:moveTo>
                  <a:pt x="50878" y="104084"/>
                </a:moveTo>
                <a:cubicBezTo>
                  <a:pt x="50878" y="79107"/>
                  <a:pt x="46740" y="58360"/>
                  <a:pt x="38464" y="41844"/>
                </a:cubicBezTo>
                <a:cubicBezTo>
                  <a:pt x="30187" y="25328"/>
                  <a:pt x="17366" y="14225"/>
                  <a:pt x="0" y="8535"/>
                </a:cubicBezTo>
                <a:lnTo>
                  <a:pt x="2993" y="0"/>
                </a:lnTo>
                <a:cubicBezTo>
                  <a:pt x="24571" y="5690"/>
                  <a:pt x="41142" y="17975"/>
                  <a:pt x="52707" y="36856"/>
                </a:cubicBezTo>
                <a:cubicBezTo>
                  <a:pt x="64272" y="55737"/>
                  <a:pt x="70054" y="78515"/>
                  <a:pt x="70054" y="105192"/>
                </a:cubicBezTo>
                <a:cubicBezTo>
                  <a:pt x="70054" y="131943"/>
                  <a:pt x="64290" y="154722"/>
                  <a:pt x="52763" y="173529"/>
                </a:cubicBezTo>
                <a:cubicBezTo>
                  <a:pt x="41234" y="192336"/>
                  <a:pt x="24645" y="204584"/>
                  <a:pt x="2993" y="210274"/>
                </a:cubicBezTo>
                <a:lnTo>
                  <a:pt x="333" y="201739"/>
                </a:lnTo>
                <a:cubicBezTo>
                  <a:pt x="17403" y="196049"/>
                  <a:pt x="30095" y="184817"/>
                  <a:pt x="38408" y="168042"/>
                </a:cubicBezTo>
                <a:cubicBezTo>
                  <a:pt x="46721" y="151268"/>
                  <a:pt x="50878" y="129948"/>
                  <a:pt x="50878" y="104084"/>
                </a:cubicBezTo>
              </a:path>
            </a:pathLst>
          </a:custGeom>
          <a:solidFill xmlns:a="http://schemas.openxmlformats.org/drawingml/2006/main">
            <a:srgbClr val="000000"/>
          </a:solidFill>
          <a:ln xmlns:a="http://schemas.openxmlformats.org/drawingml/2006/main" w="0">
            <a:noFill/>
            <a:prstDash val="solid"/>
          </a:ln>
        </p:spPr>
      </p:sp>
      <p:sp>
        <p:nvSpPr>
          <p:cNvPr id="396" name="pdf-path-100253">
            <a:extLst xmlns:a="http://schemas.openxmlformats.org/drawingml/2006/main">
              <a:ext uri="{FF2B5EF4-FFF2-40B4-BE49-F238E27FC236}">
                <a16:creationId xmlns:a16="http://schemas.microsoft.com/office/drawing/2014/main" id="{E6A9D953-DBA5-4F9B-A0C9-E961E5FBA04E}"/>
              </a:ext>
            </a:extLst>
          </p:cNvPr>
          <p:cNvSpPr>
            <a:spLocks xmlns:a="http://schemas.openxmlformats.org/drawingml/2006/main" noGrp="1"/>
          </p:cNvSpPr>
          <p:nvPr/>
        </p:nvSpPr>
        <p:spPr>
          <a:xfrm xmlns:a="http://schemas.openxmlformats.org/drawingml/2006/main">
            <a:off x="2493948" y="2037682"/>
            <a:ext cx="121808" cy="136074"/>
          </a:xfrm>
          <a:custGeom xmlns:a="http://schemas.openxmlformats.org/drawingml/2006/main">
            <a:pathLst>
              <a:path w="121808" h="136074">
                <a:moveTo>
                  <a:pt x="37012" y="109737"/>
                </a:moveTo>
                <a:cubicBezTo>
                  <a:pt x="30627" y="118849"/>
                  <a:pt x="25239" y="127195"/>
                  <a:pt x="20850" y="134777"/>
                </a:cubicBezTo>
                <a:lnTo>
                  <a:pt x="0" y="134777"/>
                </a:lnTo>
                <a:lnTo>
                  <a:pt x="998" y="129989"/>
                </a:lnTo>
                <a:cubicBezTo>
                  <a:pt x="6451" y="124535"/>
                  <a:pt x="13967" y="115856"/>
                  <a:pt x="23544" y="103951"/>
                </a:cubicBezTo>
                <a:lnTo>
                  <a:pt x="57463" y="61552"/>
                </a:lnTo>
                <a:cubicBezTo>
                  <a:pt x="56132" y="48783"/>
                  <a:pt x="54952" y="39156"/>
                  <a:pt x="53921" y="32672"/>
                </a:cubicBezTo>
                <a:cubicBezTo>
                  <a:pt x="52890" y="26187"/>
                  <a:pt x="51826" y="21465"/>
                  <a:pt x="50729" y="18506"/>
                </a:cubicBezTo>
                <a:cubicBezTo>
                  <a:pt x="49631" y="15546"/>
                  <a:pt x="48484" y="13634"/>
                  <a:pt x="47287" y="12769"/>
                </a:cubicBezTo>
                <a:cubicBezTo>
                  <a:pt x="46090" y="11905"/>
                  <a:pt x="44627" y="11473"/>
                  <a:pt x="42897" y="11473"/>
                </a:cubicBezTo>
                <a:cubicBezTo>
                  <a:pt x="41434" y="11473"/>
                  <a:pt x="39622" y="12154"/>
                  <a:pt x="37460" y="13517"/>
                </a:cubicBezTo>
                <a:cubicBezTo>
                  <a:pt x="35299" y="14881"/>
                  <a:pt x="33087" y="16893"/>
                  <a:pt x="30826" y="19553"/>
                </a:cubicBezTo>
                <a:lnTo>
                  <a:pt x="25239" y="13967"/>
                </a:lnTo>
                <a:cubicBezTo>
                  <a:pt x="30294" y="8979"/>
                  <a:pt x="34700" y="5404"/>
                  <a:pt x="38458" y="3242"/>
                </a:cubicBezTo>
                <a:cubicBezTo>
                  <a:pt x="42216" y="1081"/>
                  <a:pt x="46322" y="0"/>
                  <a:pt x="50778" y="0"/>
                </a:cubicBezTo>
                <a:cubicBezTo>
                  <a:pt x="54104" y="0"/>
                  <a:pt x="56731" y="732"/>
                  <a:pt x="58660" y="2195"/>
                </a:cubicBezTo>
                <a:cubicBezTo>
                  <a:pt x="60588" y="3658"/>
                  <a:pt x="62135" y="6168"/>
                  <a:pt x="63298" y="9727"/>
                </a:cubicBezTo>
                <a:cubicBezTo>
                  <a:pt x="64462" y="13285"/>
                  <a:pt x="65311" y="18140"/>
                  <a:pt x="65842" y="24292"/>
                </a:cubicBezTo>
                <a:cubicBezTo>
                  <a:pt x="66374" y="30444"/>
                  <a:pt x="66873" y="39871"/>
                  <a:pt x="67339" y="52574"/>
                </a:cubicBezTo>
                <a:lnTo>
                  <a:pt x="101258" y="1596"/>
                </a:lnTo>
                <a:lnTo>
                  <a:pt x="121808" y="1596"/>
                </a:lnTo>
                <a:lnTo>
                  <a:pt x="120711" y="6385"/>
                </a:lnTo>
                <a:cubicBezTo>
                  <a:pt x="118915" y="8181"/>
                  <a:pt x="116870" y="10359"/>
                  <a:pt x="114576" y="12919"/>
                </a:cubicBezTo>
                <a:cubicBezTo>
                  <a:pt x="112281" y="15480"/>
                  <a:pt x="110303" y="17741"/>
                  <a:pt x="108640" y="19703"/>
                </a:cubicBezTo>
                <a:cubicBezTo>
                  <a:pt x="106977" y="21665"/>
                  <a:pt x="103652" y="25738"/>
                  <a:pt x="98664" y="31924"/>
                </a:cubicBezTo>
                <a:lnTo>
                  <a:pt x="68935" y="69134"/>
                </a:lnTo>
                <a:cubicBezTo>
                  <a:pt x="69800" y="80773"/>
                  <a:pt x="70664" y="90101"/>
                  <a:pt x="71529" y="97117"/>
                </a:cubicBezTo>
                <a:cubicBezTo>
                  <a:pt x="72393" y="104134"/>
                  <a:pt x="73258" y="109338"/>
                  <a:pt x="74123" y="112730"/>
                </a:cubicBezTo>
                <a:cubicBezTo>
                  <a:pt x="74987" y="116122"/>
                  <a:pt x="75885" y="118682"/>
                  <a:pt x="76816" y="120412"/>
                </a:cubicBezTo>
                <a:cubicBezTo>
                  <a:pt x="77747" y="122141"/>
                  <a:pt x="78745" y="123272"/>
                  <a:pt x="79809" y="123803"/>
                </a:cubicBezTo>
                <a:cubicBezTo>
                  <a:pt x="80873" y="124335"/>
                  <a:pt x="82070" y="124601"/>
                  <a:pt x="83401" y="124601"/>
                </a:cubicBezTo>
                <a:cubicBezTo>
                  <a:pt x="84996" y="124601"/>
                  <a:pt x="86826" y="123920"/>
                  <a:pt x="88887" y="122556"/>
                </a:cubicBezTo>
                <a:cubicBezTo>
                  <a:pt x="90949" y="121193"/>
                  <a:pt x="93144" y="119181"/>
                  <a:pt x="95471" y="116521"/>
                </a:cubicBezTo>
                <a:lnTo>
                  <a:pt x="101058" y="122107"/>
                </a:lnTo>
                <a:cubicBezTo>
                  <a:pt x="96669" y="126696"/>
                  <a:pt x="92429" y="130172"/>
                  <a:pt x="88339" y="132533"/>
                </a:cubicBezTo>
                <a:cubicBezTo>
                  <a:pt x="84248" y="134894"/>
                  <a:pt x="80141" y="136074"/>
                  <a:pt x="76018" y="136074"/>
                </a:cubicBezTo>
                <a:cubicBezTo>
                  <a:pt x="72693" y="136074"/>
                  <a:pt x="70099" y="135476"/>
                  <a:pt x="68237" y="134278"/>
                </a:cubicBezTo>
                <a:cubicBezTo>
                  <a:pt x="66374" y="133081"/>
                  <a:pt x="64878" y="131186"/>
                  <a:pt x="63747" y="128592"/>
                </a:cubicBezTo>
                <a:cubicBezTo>
                  <a:pt x="62218" y="124868"/>
                  <a:pt x="61087" y="118849"/>
                  <a:pt x="60356" y="110535"/>
                </a:cubicBezTo>
                <a:cubicBezTo>
                  <a:pt x="59824" y="104151"/>
                  <a:pt x="59391" y="93376"/>
                  <a:pt x="59058" y="78213"/>
                </a:cubicBezTo>
                <a:lnTo>
                  <a:pt x="37012" y="109737"/>
                </a:lnTo>
              </a:path>
            </a:pathLst>
          </a:custGeom>
          <a:solidFill xmlns:a="http://schemas.openxmlformats.org/drawingml/2006/main">
            <a:srgbClr val="000000"/>
          </a:solidFill>
          <a:ln xmlns:a="http://schemas.openxmlformats.org/drawingml/2006/main" w="0">
            <a:noFill/>
            <a:prstDash val="solid"/>
          </a:ln>
        </p:spPr>
      </p:sp>
      <p:sp>
        <p:nvSpPr>
          <p:cNvPr id="397" name="pdf-path-100254">
            <a:extLst xmlns:a="http://schemas.openxmlformats.org/drawingml/2006/main">
              <a:ext uri="{FF2B5EF4-FFF2-40B4-BE49-F238E27FC236}">
                <a16:creationId xmlns:a16="http://schemas.microsoft.com/office/drawing/2014/main" id="{E8D8611B-CBE0-45AF-ACBB-F6CD7283841D}"/>
              </a:ext>
            </a:extLst>
          </p:cNvPr>
          <p:cNvSpPr>
            <a:spLocks xmlns:a="http://schemas.openxmlformats.org/drawingml/2006/main" noGrp="1"/>
          </p:cNvSpPr>
          <p:nvPr/>
        </p:nvSpPr>
        <p:spPr>
          <a:xfrm xmlns:a="http://schemas.openxmlformats.org/drawingml/2006/main">
            <a:off x="2637662" y="1990495"/>
            <a:ext cx="63049" cy="189247"/>
          </a:xfrm>
          <a:custGeom xmlns:a="http://schemas.openxmlformats.org/drawingml/2006/main">
            <a:pathLst>
              <a:path w="63049" h="189247">
                <a:moveTo>
                  <a:pt x="17259" y="93676"/>
                </a:moveTo>
                <a:cubicBezTo>
                  <a:pt x="17259" y="116953"/>
                  <a:pt x="21000" y="136141"/>
                  <a:pt x="28482" y="151238"/>
                </a:cubicBezTo>
                <a:cubicBezTo>
                  <a:pt x="35964" y="166335"/>
                  <a:pt x="47387" y="176444"/>
                  <a:pt x="62750" y="181565"/>
                </a:cubicBezTo>
                <a:lnTo>
                  <a:pt x="60356" y="189247"/>
                </a:lnTo>
                <a:cubicBezTo>
                  <a:pt x="40869" y="184126"/>
                  <a:pt x="25938" y="173102"/>
                  <a:pt x="15563" y="156176"/>
                </a:cubicBezTo>
                <a:cubicBezTo>
                  <a:pt x="5187" y="139250"/>
                  <a:pt x="0" y="118749"/>
                  <a:pt x="0" y="94673"/>
                </a:cubicBezTo>
                <a:cubicBezTo>
                  <a:pt x="0" y="70664"/>
                  <a:pt x="5204" y="50163"/>
                  <a:pt x="15613" y="33171"/>
                </a:cubicBezTo>
                <a:cubicBezTo>
                  <a:pt x="26021" y="16178"/>
                  <a:pt x="40935" y="5121"/>
                  <a:pt x="60356" y="0"/>
                </a:cubicBezTo>
                <a:lnTo>
                  <a:pt x="63049" y="7681"/>
                </a:lnTo>
                <a:cubicBezTo>
                  <a:pt x="47486" y="12802"/>
                  <a:pt x="35964" y="22796"/>
                  <a:pt x="28482" y="37660"/>
                </a:cubicBezTo>
                <a:cubicBezTo>
                  <a:pt x="21000" y="52524"/>
                  <a:pt x="17259" y="71196"/>
                  <a:pt x="17259" y="93676"/>
                </a:cubicBezTo>
              </a:path>
            </a:pathLst>
          </a:custGeom>
          <a:solidFill xmlns:a="http://schemas.openxmlformats.org/drawingml/2006/main">
            <a:srgbClr val="000000"/>
          </a:solidFill>
          <a:ln xmlns:a="http://schemas.openxmlformats.org/drawingml/2006/main" w="0">
            <a:noFill/>
            <a:prstDash val="solid"/>
          </a:ln>
        </p:spPr>
      </p:sp>
      <p:sp>
        <p:nvSpPr>
          <p:cNvPr id="398" name="pdf-path-100255">
            <a:extLst xmlns:a="http://schemas.openxmlformats.org/drawingml/2006/main">
              <a:ext uri="{FF2B5EF4-FFF2-40B4-BE49-F238E27FC236}">
                <a16:creationId xmlns:a16="http://schemas.microsoft.com/office/drawing/2014/main" id="{72839256-04F5-4B86-A202-44EA98903823}"/>
              </a:ext>
            </a:extLst>
          </p:cNvPr>
          <p:cNvSpPr>
            <a:spLocks xmlns:a="http://schemas.openxmlformats.org/drawingml/2006/main" noGrp="1"/>
          </p:cNvSpPr>
          <p:nvPr/>
        </p:nvSpPr>
        <p:spPr>
          <a:xfrm xmlns:a="http://schemas.openxmlformats.org/drawingml/2006/main">
            <a:off x="2709822" y="2037682"/>
            <a:ext cx="82801" cy="98664"/>
          </a:xfrm>
          <a:custGeom xmlns:a="http://schemas.openxmlformats.org/drawingml/2006/main">
            <a:pathLst>
              <a:path w="82801" h="98664">
                <a:moveTo>
                  <a:pt x="70232" y="25838"/>
                </a:moveTo>
                <a:cubicBezTo>
                  <a:pt x="69500" y="19919"/>
                  <a:pt x="67555" y="15430"/>
                  <a:pt x="64396" y="12370"/>
                </a:cubicBezTo>
                <a:cubicBezTo>
                  <a:pt x="61237" y="9311"/>
                  <a:pt x="56265" y="7781"/>
                  <a:pt x="49481" y="7781"/>
                </a:cubicBezTo>
                <a:cubicBezTo>
                  <a:pt x="44227" y="7781"/>
                  <a:pt x="39971" y="9128"/>
                  <a:pt x="36712" y="11822"/>
                </a:cubicBezTo>
                <a:cubicBezTo>
                  <a:pt x="33453" y="14515"/>
                  <a:pt x="31824" y="18057"/>
                  <a:pt x="31824" y="22446"/>
                </a:cubicBezTo>
                <a:cubicBezTo>
                  <a:pt x="31824" y="24840"/>
                  <a:pt x="32239" y="26952"/>
                  <a:pt x="33071" y="28781"/>
                </a:cubicBezTo>
                <a:cubicBezTo>
                  <a:pt x="33902" y="30610"/>
                  <a:pt x="35581" y="32622"/>
                  <a:pt x="38109" y="34817"/>
                </a:cubicBezTo>
                <a:cubicBezTo>
                  <a:pt x="40636" y="37012"/>
                  <a:pt x="44560" y="39705"/>
                  <a:pt x="49881" y="42897"/>
                </a:cubicBezTo>
                <a:cubicBezTo>
                  <a:pt x="54070" y="45425"/>
                  <a:pt x="57429" y="47735"/>
                  <a:pt x="59956" y="49831"/>
                </a:cubicBezTo>
                <a:cubicBezTo>
                  <a:pt x="62484" y="51926"/>
                  <a:pt x="64479" y="54004"/>
                  <a:pt x="65942" y="56066"/>
                </a:cubicBezTo>
                <a:cubicBezTo>
                  <a:pt x="67405" y="58128"/>
                  <a:pt x="68470" y="60305"/>
                  <a:pt x="69134" y="62600"/>
                </a:cubicBezTo>
                <a:cubicBezTo>
                  <a:pt x="69799" y="64895"/>
                  <a:pt x="70132" y="67671"/>
                  <a:pt x="70132" y="70930"/>
                </a:cubicBezTo>
                <a:cubicBezTo>
                  <a:pt x="70132" y="76849"/>
                  <a:pt x="68552" y="81920"/>
                  <a:pt x="65393" y="86144"/>
                </a:cubicBezTo>
                <a:cubicBezTo>
                  <a:pt x="62234" y="90367"/>
                  <a:pt x="57944" y="93509"/>
                  <a:pt x="52524" y="95571"/>
                </a:cubicBezTo>
                <a:cubicBezTo>
                  <a:pt x="47104" y="97633"/>
                  <a:pt x="40935" y="98664"/>
                  <a:pt x="34019" y="98664"/>
                </a:cubicBezTo>
                <a:cubicBezTo>
                  <a:pt x="28498" y="98664"/>
                  <a:pt x="23078" y="98248"/>
                  <a:pt x="17757" y="97417"/>
                </a:cubicBezTo>
                <a:cubicBezTo>
                  <a:pt x="12437" y="96585"/>
                  <a:pt x="6518" y="95172"/>
                  <a:pt x="0" y="93177"/>
                </a:cubicBezTo>
                <a:lnTo>
                  <a:pt x="4788" y="71429"/>
                </a:lnTo>
                <a:lnTo>
                  <a:pt x="12570" y="71429"/>
                </a:lnTo>
                <a:cubicBezTo>
                  <a:pt x="12836" y="77814"/>
                  <a:pt x="14632" y="82635"/>
                  <a:pt x="17957" y="85894"/>
                </a:cubicBezTo>
                <a:cubicBezTo>
                  <a:pt x="21283" y="89153"/>
                  <a:pt x="26570" y="90782"/>
                  <a:pt x="33819" y="90782"/>
                </a:cubicBezTo>
                <a:cubicBezTo>
                  <a:pt x="40137" y="90782"/>
                  <a:pt x="45075" y="89369"/>
                  <a:pt x="48634" y="86543"/>
                </a:cubicBezTo>
                <a:cubicBezTo>
                  <a:pt x="52192" y="83716"/>
                  <a:pt x="53971" y="79709"/>
                  <a:pt x="53971" y="74521"/>
                </a:cubicBezTo>
                <a:cubicBezTo>
                  <a:pt x="53971" y="71529"/>
                  <a:pt x="53472" y="68951"/>
                  <a:pt x="52474" y="66790"/>
                </a:cubicBezTo>
                <a:cubicBezTo>
                  <a:pt x="51477" y="64629"/>
                  <a:pt x="49847" y="62550"/>
                  <a:pt x="47586" y="60555"/>
                </a:cubicBezTo>
                <a:cubicBezTo>
                  <a:pt x="45325" y="58560"/>
                  <a:pt x="41733" y="56066"/>
                  <a:pt x="36812" y="53073"/>
                </a:cubicBezTo>
                <a:cubicBezTo>
                  <a:pt x="31624" y="49947"/>
                  <a:pt x="27584" y="47121"/>
                  <a:pt x="24691" y="44593"/>
                </a:cubicBezTo>
                <a:cubicBezTo>
                  <a:pt x="21798" y="42066"/>
                  <a:pt x="19620" y="39322"/>
                  <a:pt x="18156" y="36363"/>
                </a:cubicBezTo>
                <a:cubicBezTo>
                  <a:pt x="16693" y="33403"/>
                  <a:pt x="15962" y="29995"/>
                  <a:pt x="15962" y="26137"/>
                </a:cubicBezTo>
                <a:cubicBezTo>
                  <a:pt x="15962" y="20883"/>
                  <a:pt x="17375" y="16277"/>
                  <a:pt x="20202" y="12321"/>
                </a:cubicBezTo>
                <a:cubicBezTo>
                  <a:pt x="23028" y="8363"/>
                  <a:pt x="27069" y="5321"/>
                  <a:pt x="32323" y="3193"/>
                </a:cubicBezTo>
                <a:cubicBezTo>
                  <a:pt x="37577" y="1064"/>
                  <a:pt x="43695" y="0"/>
                  <a:pt x="50679" y="0"/>
                </a:cubicBezTo>
                <a:cubicBezTo>
                  <a:pt x="56864" y="0"/>
                  <a:pt x="62500" y="366"/>
                  <a:pt x="67588" y="1097"/>
                </a:cubicBezTo>
                <a:cubicBezTo>
                  <a:pt x="72676" y="1829"/>
                  <a:pt x="77747" y="3093"/>
                  <a:pt x="82801" y="4888"/>
                </a:cubicBezTo>
                <a:lnTo>
                  <a:pt x="78312" y="25838"/>
                </a:lnTo>
                <a:lnTo>
                  <a:pt x="70232" y="25838"/>
                </a:lnTo>
              </a:path>
            </a:pathLst>
          </a:custGeom>
          <a:solidFill xmlns:a="http://schemas.openxmlformats.org/drawingml/2006/main">
            <a:srgbClr val="000000"/>
          </a:solidFill>
          <a:ln xmlns:a="http://schemas.openxmlformats.org/drawingml/2006/main" w="0">
            <a:noFill/>
            <a:prstDash val="solid"/>
          </a:ln>
        </p:spPr>
      </p:sp>
      <p:sp>
        <p:nvSpPr>
          <p:cNvPr id="399" name="pdf-path-100256">
            <a:extLst xmlns:a="http://schemas.openxmlformats.org/drawingml/2006/main">
              <a:ext uri="{FF2B5EF4-FFF2-40B4-BE49-F238E27FC236}">
                <a16:creationId xmlns:a16="http://schemas.microsoft.com/office/drawing/2014/main" id="{0C6D9776-CA16-4A04-AC4E-C4A33259F0E7}"/>
              </a:ext>
            </a:extLst>
          </p:cNvPr>
          <p:cNvSpPr>
            <a:spLocks xmlns:a="http://schemas.openxmlformats.org/drawingml/2006/main" noGrp="1"/>
          </p:cNvSpPr>
          <p:nvPr/>
        </p:nvSpPr>
        <p:spPr>
          <a:xfrm xmlns:a="http://schemas.openxmlformats.org/drawingml/2006/main">
            <a:off x="2806490" y="2111505"/>
            <a:ext cx="29829" cy="50679"/>
          </a:xfrm>
          <a:custGeom xmlns:a="http://schemas.openxmlformats.org/drawingml/2006/main">
            <a:pathLst>
              <a:path w="29829" h="50679">
                <a:moveTo>
                  <a:pt x="28432" y="0"/>
                </a:moveTo>
                <a:cubicBezTo>
                  <a:pt x="29363" y="4655"/>
                  <a:pt x="29829" y="9244"/>
                  <a:pt x="29829" y="13767"/>
                </a:cubicBezTo>
                <a:cubicBezTo>
                  <a:pt x="29829" y="18422"/>
                  <a:pt x="29031" y="22679"/>
                  <a:pt x="27434" y="26536"/>
                </a:cubicBezTo>
                <a:cubicBezTo>
                  <a:pt x="25838" y="30394"/>
                  <a:pt x="23294" y="34235"/>
                  <a:pt x="19803" y="38059"/>
                </a:cubicBezTo>
                <a:cubicBezTo>
                  <a:pt x="16311" y="41883"/>
                  <a:pt x="11506" y="46089"/>
                  <a:pt x="5387" y="50679"/>
                </a:cubicBezTo>
                <a:lnTo>
                  <a:pt x="0" y="44593"/>
                </a:lnTo>
                <a:cubicBezTo>
                  <a:pt x="3392" y="41401"/>
                  <a:pt x="5853" y="38524"/>
                  <a:pt x="7382" y="35964"/>
                </a:cubicBezTo>
                <a:cubicBezTo>
                  <a:pt x="8912" y="33403"/>
                  <a:pt x="10009" y="30493"/>
                  <a:pt x="10675" y="27235"/>
                </a:cubicBezTo>
                <a:cubicBezTo>
                  <a:pt x="11340" y="23976"/>
                  <a:pt x="11672" y="19886"/>
                  <a:pt x="11672" y="14964"/>
                </a:cubicBezTo>
                <a:cubicBezTo>
                  <a:pt x="11672" y="9909"/>
                  <a:pt x="11439" y="4921"/>
                  <a:pt x="10974" y="0"/>
                </a:cubicBezTo>
                <a:lnTo>
                  <a:pt x="28432" y="0"/>
                </a:lnTo>
              </a:path>
            </a:pathLst>
          </a:custGeom>
          <a:solidFill xmlns:a="http://schemas.openxmlformats.org/drawingml/2006/main">
            <a:srgbClr val="000000"/>
          </a:solidFill>
          <a:ln xmlns:a="http://schemas.openxmlformats.org/drawingml/2006/main" w="0">
            <a:noFill/>
            <a:prstDash val="solid"/>
          </a:ln>
        </p:spPr>
      </p:sp>
      <p:sp>
        <p:nvSpPr>
          <p:cNvPr id="400" name="pdf-path-100257">
            <a:extLst xmlns:a="http://schemas.openxmlformats.org/drawingml/2006/main">
              <a:ext uri="{FF2B5EF4-FFF2-40B4-BE49-F238E27FC236}">
                <a16:creationId xmlns:a16="http://schemas.microsoft.com/office/drawing/2014/main" id="{769A0975-997E-4FA9-BA4A-A087B90596C8}"/>
              </a:ext>
            </a:extLst>
          </p:cNvPr>
          <p:cNvSpPr>
            <a:spLocks xmlns:a="http://schemas.openxmlformats.org/drawingml/2006/main" noGrp="1"/>
          </p:cNvSpPr>
          <p:nvPr/>
        </p:nvSpPr>
        <p:spPr>
          <a:xfrm xmlns:a="http://schemas.openxmlformats.org/drawingml/2006/main">
            <a:off x="2891187" y="2037582"/>
            <a:ext cx="100958" cy="98664"/>
          </a:xfrm>
          <a:custGeom xmlns:a="http://schemas.openxmlformats.org/drawingml/2006/main">
            <a:pathLst>
              <a:path w="100958" h="98664">
                <a:moveTo>
                  <a:pt x="75220" y="6584"/>
                </a:moveTo>
                <a:lnTo>
                  <a:pt x="84398" y="0"/>
                </a:lnTo>
                <a:lnTo>
                  <a:pt x="90782" y="1596"/>
                </a:lnTo>
                <a:lnTo>
                  <a:pt x="76118" y="64845"/>
                </a:lnTo>
                <a:cubicBezTo>
                  <a:pt x="74654" y="71163"/>
                  <a:pt x="73923" y="76085"/>
                  <a:pt x="73923" y="79609"/>
                </a:cubicBezTo>
                <a:cubicBezTo>
                  <a:pt x="73923" y="82270"/>
                  <a:pt x="74355" y="84198"/>
                  <a:pt x="75220" y="85395"/>
                </a:cubicBezTo>
                <a:cubicBezTo>
                  <a:pt x="76085" y="86593"/>
                  <a:pt x="77448" y="87191"/>
                  <a:pt x="79310" y="87191"/>
                </a:cubicBezTo>
                <a:cubicBezTo>
                  <a:pt x="81305" y="87191"/>
                  <a:pt x="83434" y="86376"/>
                  <a:pt x="85695" y="84747"/>
                </a:cubicBezTo>
                <a:cubicBezTo>
                  <a:pt x="87956" y="83118"/>
                  <a:pt x="91148" y="80008"/>
                  <a:pt x="95272" y="75420"/>
                </a:cubicBezTo>
                <a:lnTo>
                  <a:pt x="100958" y="81006"/>
                </a:lnTo>
                <a:cubicBezTo>
                  <a:pt x="94973" y="87391"/>
                  <a:pt x="89868" y="91930"/>
                  <a:pt x="85645" y="94623"/>
                </a:cubicBezTo>
                <a:cubicBezTo>
                  <a:pt x="81421" y="97317"/>
                  <a:pt x="76849" y="98664"/>
                  <a:pt x="71928" y="98664"/>
                </a:cubicBezTo>
                <a:cubicBezTo>
                  <a:pt x="67804" y="98664"/>
                  <a:pt x="64512" y="97300"/>
                  <a:pt x="62051" y="94574"/>
                </a:cubicBezTo>
                <a:cubicBezTo>
                  <a:pt x="59590" y="91847"/>
                  <a:pt x="58360" y="88222"/>
                  <a:pt x="58360" y="83700"/>
                </a:cubicBezTo>
                <a:cubicBezTo>
                  <a:pt x="58360" y="80042"/>
                  <a:pt x="59125" y="76151"/>
                  <a:pt x="60655" y="72027"/>
                </a:cubicBezTo>
                <a:lnTo>
                  <a:pt x="59358" y="71628"/>
                </a:lnTo>
                <a:cubicBezTo>
                  <a:pt x="52973" y="80940"/>
                  <a:pt x="46921" y="87756"/>
                  <a:pt x="41201" y="92080"/>
                </a:cubicBezTo>
                <a:cubicBezTo>
                  <a:pt x="35482" y="96403"/>
                  <a:pt x="29430" y="98564"/>
                  <a:pt x="23045" y="98564"/>
                </a:cubicBezTo>
                <a:cubicBezTo>
                  <a:pt x="15729" y="98564"/>
                  <a:pt x="10059" y="95804"/>
                  <a:pt x="6035" y="90284"/>
                </a:cubicBezTo>
                <a:cubicBezTo>
                  <a:pt x="2012" y="84764"/>
                  <a:pt x="0" y="77016"/>
                  <a:pt x="0" y="67039"/>
                </a:cubicBezTo>
                <a:cubicBezTo>
                  <a:pt x="0" y="55600"/>
                  <a:pt x="2245" y="44610"/>
                  <a:pt x="6734" y="34068"/>
                </a:cubicBezTo>
                <a:cubicBezTo>
                  <a:pt x="11223" y="23527"/>
                  <a:pt x="17392" y="15214"/>
                  <a:pt x="25239" y="9128"/>
                </a:cubicBezTo>
                <a:cubicBezTo>
                  <a:pt x="33087" y="3043"/>
                  <a:pt x="41833" y="0"/>
                  <a:pt x="51477" y="0"/>
                </a:cubicBezTo>
                <a:cubicBezTo>
                  <a:pt x="55800" y="0"/>
                  <a:pt x="59840" y="482"/>
                  <a:pt x="63598" y="1447"/>
                </a:cubicBezTo>
                <a:cubicBezTo>
                  <a:pt x="67355" y="2411"/>
                  <a:pt x="71230" y="4123"/>
                  <a:pt x="75220" y="6584"/>
                </a:cubicBezTo>
                <a:moveTo>
                  <a:pt x="66441" y="36313"/>
                </a:moveTo>
                <a:cubicBezTo>
                  <a:pt x="67039" y="33586"/>
                  <a:pt x="67438" y="31225"/>
                  <a:pt x="67638" y="29230"/>
                </a:cubicBezTo>
                <a:cubicBezTo>
                  <a:pt x="67838" y="27235"/>
                  <a:pt x="67937" y="25073"/>
                  <a:pt x="67937" y="22745"/>
                </a:cubicBezTo>
                <a:cubicBezTo>
                  <a:pt x="67937" y="17624"/>
                  <a:pt x="66840" y="13867"/>
                  <a:pt x="64645" y="11473"/>
                </a:cubicBezTo>
                <a:cubicBezTo>
                  <a:pt x="62450" y="9078"/>
                  <a:pt x="58726" y="7881"/>
                  <a:pt x="53472" y="7881"/>
                </a:cubicBezTo>
                <a:cubicBezTo>
                  <a:pt x="46622" y="7881"/>
                  <a:pt x="40470" y="10641"/>
                  <a:pt x="35016" y="16162"/>
                </a:cubicBezTo>
                <a:cubicBezTo>
                  <a:pt x="29563" y="21682"/>
                  <a:pt x="25306" y="29080"/>
                  <a:pt x="22247" y="38358"/>
                </a:cubicBezTo>
                <a:cubicBezTo>
                  <a:pt x="19187" y="47636"/>
                  <a:pt x="17657" y="56897"/>
                  <a:pt x="17657" y="66142"/>
                </a:cubicBezTo>
                <a:cubicBezTo>
                  <a:pt x="17657" y="73059"/>
                  <a:pt x="18605" y="78229"/>
                  <a:pt x="20501" y="81654"/>
                </a:cubicBezTo>
                <a:cubicBezTo>
                  <a:pt x="22396" y="85080"/>
                  <a:pt x="25572" y="86792"/>
                  <a:pt x="30028" y="86792"/>
                </a:cubicBezTo>
                <a:cubicBezTo>
                  <a:pt x="34418" y="86792"/>
                  <a:pt x="38724" y="84897"/>
                  <a:pt x="42947" y="81106"/>
                </a:cubicBezTo>
                <a:cubicBezTo>
                  <a:pt x="47170" y="77315"/>
                  <a:pt x="51527" y="71911"/>
                  <a:pt x="56016" y="64895"/>
                </a:cubicBezTo>
                <a:cubicBezTo>
                  <a:pt x="60505" y="57878"/>
                  <a:pt x="63681" y="49781"/>
                  <a:pt x="65543" y="40603"/>
                </a:cubicBezTo>
                <a:lnTo>
                  <a:pt x="66441" y="36313"/>
                </a:lnTo>
              </a:path>
            </a:pathLst>
          </a:custGeom>
          <a:solidFill xmlns:a="http://schemas.openxmlformats.org/drawingml/2006/main">
            <a:srgbClr val="000000"/>
          </a:solidFill>
          <a:ln xmlns:a="http://schemas.openxmlformats.org/drawingml/2006/main" w="0">
            <a:noFill/>
            <a:prstDash val="solid"/>
          </a:ln>
        </p:spPr>
      </p:sp>
      <p:sp>
        <p:nvSpPr>
          <p:cNvPr id="401" name="pdf-path-100258">
            <a:extLst xmlns:a="http://schemas.openxmlformats.org/drawingml/2006/main">
              <a:ext uri="{FF2B5EF4-FFF2-40B4-BE49-F238E27FC236}">
                <a16:creationId xmlns:a16="http://schemas.microsoft.com/office/drawing/2014/main" id="{FFA64186-5304-46D1-B5A0-4F5F037DDC36}"/>
              </a:ext>
            </a:extLst>
          </p:cNvPr>
          <p:cNvSpPr>
            <a:spLocks xmlns:a="http://schemas.openxmlformats.org/drawingml/2006/main" noGrp="1"/>
          </p:cNvSpPr>
          <p:nvPr/>
        </p:nvSpPr>
        <p:spPr>
          <a:xfrm xmlns:a="http://schemas.openxmlformats.org/drawingml/2006/main">
            <a:off x="3003002" y="1990495"/>
            <a:ext cx="63049" cy="189247"/>
          </a:xfrm>
          <a:custGeom xmlns:a="http://schemas.openxmlformats.org/drawingml/2006/main">
            <a:pathLst>
              <a:path w="63049" h="189247">
                <a:moveTo>
                  <a:pt x="45790" y="93676"/>
                </a:moveTo>
                <a:cubicBezTo>
                  <a:pt x="45790" y="71196"/>
                  <a:pt x="42066" y="52524"/>
                  <a:pt x="34617" y="37660"/>
                </a:cubicBezTo>
                <a:cubicBezTo>
                  <a:pt x="27168" y="22796"/>
                  <a:pt x="15630" y="12802"/>
                  <a:pt x="0" y="7681"/>
                </a:cubicBezTo>
                <a:lnTo>
                  <a:pt x="2694" y="0"/>
                </a:lnTo>
                <a:cubicBezTo>
                  <a:pt x="22114" y="5121"/>
                  <a:pt x="37028" y="16178"/>
                  <a:pt x="47436" y="33171"/>
                </a:cubicBezTo>
                <a:cubicBezTo>
                  <a:pt x="57845" y="50163"/>
                  <a:pt x="63049" y="70664"/>
                  <a:pt x="63049" y="94673"/>
                </a:cubicBezTo>
                <a:cubicBezTo>
                  <a:pt x="63049" y="118749"/>
                  <a:pt x="57862" y="139250"/>
                  <a:pt x="47486" y="156176"/>
                </a:cubicBezTo>
                <a:cubicBezTo>
                  <a:pt x="37111" y="173102"/>
                  <a:pt x="22180" y="184126"/>
                  <a:pt x="2694" y="189247"/>
                </a:cubicBezTo>
                <a:lnTo>
                  <a:pt x="300" y="181565"/>
                </a:lnTo>
                <a:cubicBezTo>
                  <a:pt x="15663" y="176444"/>
                  <a:pt x="27085" y="166335"/>
                  <a:pt x="34567" y="151238"/>
                </a:cubicBezTo>
                <a:cubicBezTo>
                  <a:pt x="42049" y="136141"/>
                  <a:pt x="45790" y="116953"/>
                  <a:pt x="45790" y="93676"/>
                </a:cubicBezTo>
              </a:path>
            </a:pathLst>
          </a:custGeom>
          <a:solidFill xmlns:a="http://schemas.openxmlformats.org/drawingml/2006/main">
            <a:srgbClr val="000000"/>
          </a:solidFill>
          <a:ln xmlns:a="http://schemas.openxmlformats.org/drawingml/2006/main" w="0">
            <a:noFill/>
            <a:prstDash val="solid"/>
          </a:ln>
        </p:spPr>
      </p:sp>
      <p:sp>
        <p:nvSpPr>
          <p:cNvPr id="402" name="pdf-path-100259">
            <a:extLst xmlns:a="http://schemas.openxmlformats.org/drawingml/2006/main">
              <a:ext uri="{FF2B5EF4-FFF2-40B4-BE49-F238E27FC236}">
                <a16:creationId xmlns:a16="http://schemas.microsoft.com/office/drawing/2014/main" id="{71669435-6BE2-4507-A6A0-3FB8022630C4}"/>
              </a:ext>
            </a:extLst>
          </p:cNvPr>
          <p:cNvSpPr>
            <a:spLocks xmlns:a="http://schemas.openxmlformats.org/drawingml/2006/main" noGrp="1"/>
          </p:cNvSpPr>
          <p:nvPr/>
        </p:nvSpPr>
        <p:spPr>
          <a:xfrm xmlns:a="http://schemas.openxmlformats.org/drawingml/2006/main">
            <a:off x="6999433" y="7057388"/>
            <a:ext cx="73690" cy="27489"/>
          </a:xfrm>
          <a:custGeom xmlns:a="http://schemas.openxmlformats.org/drawingml/2006/main">
            <a:pathLst>
              <a:path w="73690" h="27489">
                <a:moveTo>
                  <a:pt x="42653" y="0"/>
                </a:moveTo>
                <a:lnTo>
                  <a:pt x="73690" y="22435"/>
                </a:lnTo>
                <a:lnTo>
                  <a:pt x="70231" y="27489"/>
                </a:lnTo>
                <a:lnTo>
                  <a:pt x="37688" y="11439"/>
                </a:lnTo>
                <a:lnTo>
                  <a:pt x="36712" y="11439"/>
                </a:lnTo>
                <a:lnTo>
                  <a:pt x="3459" y="27489"/>
                </a:lnTo>
                <a:lnTo>
                  <a:pt x="0" y="22435"/>
                </a:lnTo>
                <a:lnTo>
                  <a:pt x="30771" y="0"/>
                </a:lnTo>
                <a:lnTo>
                  <a:pt x="42653" y="0"/>
                </a:lnTo>
              </a:path>
            </a:pathLst>
          </a:custGeom>
          <a:solidFill xmlns:a="http://schemas.openxmlformats.org/drawingml/2006/main">
            <a:srgbClr val="000000"/>
          </a:solidFill>
          <a:ln xmlns:a="http://schemas.openxmlformats.org/drawingml/2006/main" w="0">
            <a:noFill/>
            <a:prstDash val="solid"/>
          </a:ln>
        </p:spPr>
      </p:sp>
      <p:sp>
        <p:nvSpPr>
          <p:cNvPr id="403" name="pdf-path-100260">
            <a:extLst xmlns:a="http://schemas.openxmlformats.org/drawingml/2006/main">
              <a:ext uri="{FF2B5EF4-FFF2-40B4-BE49-F238E27FC236}">
                <a16:creationId xmlns:a16="http://schemas.microsoft.com/office/drawing/2014/main" id="{DED9C61B-1AD3-45FA-BD0C-3F20B05A966C}"/>
              </a:ext>
            </a:extLst>
          </p:cNvPr>
          <p:cNvSpPr>
            <a:spLocks xmlns:a="http://schemas.openxmlformats.org/drawingml/2006/main" noGrp="1"/>
          </p:cNvSpPr>
          <p:nvPr/>
        </p:nvSpPr>
        <p:spPr>
          <a:xfrm xmlns:a="http://schemas.openxmlformats.org/drawingml/2006/main">
            <a:off x="6963816" y="7093728"/>
            <a:ext cx="100737" cy="165027"/>
          </a:xfrm>
          <a:custGeom xmlns:a="http://schemas.openxmlformats.org/drawingml/2006/main">
            <a:pathLst>
              <a:path w="100737" h="165027">
                <a:moveTo>
                  <a:pt x="66951" y="61098"/>
                </a:moveTo>
                <a:cubicBezTo>
                  <a:pt x="81021" y="66064"/>
                  <a:pt x="88056" y="75315"/>
                  <a:pt x="88056" y="88854"/>
                </a:cubicBezTo>
                <a:cubicBezTo>
                  <a:pt x="88056" y="95829"/>
                  <a:pt x="86505" y="102362"/>
                  <a:pt x="83400" y="108451"/>
                </a:cubicBezTo>
                <a:cubicBezTo>
                  <a:pt x="80297" y="114540"/>
                  <a:pt x="75745" y="119373"/>
                  <a:pt x="69744" y="122950"/>
                </a:cubicBezTo>
                <a:cubicBezTo>
                  <a:pt x="63743" y="126526"/>
                  <a:pt x="56842" y="128315"/>
                  <a:pt x="49038" y="128315"/>
                </a:cubicBezTo>
                <a:cubicBezTo>
                  <a:pt x="44014" y="128315"/>
                  <a:pt x="39594" y="127915"/>
                  <a:pt x="35782" y="127117"/>
                </a:cubicBezTo>
                <a:cubicBezTo>
                  <a:pt x="31968" y="126319"/>
                  <a:pt x="28022" y="124945"/>
                  <a:pt x="23943" y="122994"/>
                </a:cubicBezTo>
                <a:lnTo>
                  <a:pt x="14455" y="165027"/>
                </a:lnTo>
                <a:lnTo>
                  <a:pt x="0" y="165027"/>
                </a:lnTo>
                <a:lnTo>
                  <a:pt x="26248" y="47797"/>
                </a:lnTo>
                <a:cubicBezTo>
                  <a:pt x="28613" y="37274"/>
                  <a:pt x="31806" y="28553"/>
                  <a:pt x="35826" y="21637"/>
                </a:cubicBezTo>
                <a:cubicBezTo>
                  <a:pt x="39845" y="14720"/>
                  <a:pt x="44871" y="9385"/>
                  <a:pt x="50901" y="5631"/>
                </a:cubicBezTo>
                <a:cubicBezTo>
                  <a:pt x="56930" y="1877"/>
                  <a:pt x="64025" y="0"/>
                  <a:pt x="72183" y="0"/>
                </a:cubicBezTo>
                <a:cubicBezTo>
                  <a:pt x="81287" y="0"/>
                  <a:pt x="88322" y="2024"/>
                  <a:pt x="93288" y="6074"/>
                </a:cubicBezTo>
                <a:cubicBezTo>
                  <a:pt x="98254" y="10124"/>
                  <a:pt x="100737" y="15873"/>
                  <a:pt x="100737" y="23322"/>
                </a:cubicBezTo>
                <a:cubicBezTo>
                  <a:pt x="100737" y="26336"/>
                  <a:pt x="100308" y="29603"/>
                  <a:pt x="99451" y="33120"/>
                </a:cubicBezTo>
                <a:cubicBezTo>
                  <a:pt x="98594" y="36638"/>
                  <a:pt x="96894" y="40096"/>
                  <a:pt x="94352" y="43496"/>
                </a:cubicBezTo>
                <a:cubicBezTo>
                  <a:pt x="91810" y="46895"/>
                  <a:pt x="88277" y="50043"/>
                  <a:pt x="83755" y="52940"/>
                </a:cubicBezTo>
                <a:cubicBezTo>
                  <a:pt x="79233" y="55837"/>
                  <a:pt x="73691" y="58319"/>
                  <a:pt x="67129" y="60389"/>
                </a:cubicBezTo>
                <a:lnTo>
                  <a:pt x="66951" y="61098"/>
                </a:lnTo>
                <a:moveTo>
                  <a:pt x="52142" y="57196"/>
                </a:moveTo>
                <a:cubicBezTo>
                  <a:pt x="58527" y="56723"/>
                  <a:pt x="64291" y="54891"/>
                  <a:pt x="69434" y="51698"/>
                </a:cubicBezTo>
                <a:cubicBezTo>
                  <a:pt x="74577" y="48505"/>
                  <a:pt x="78612" y="44323"/>
                  <a:pt x="81538" y="39150"/>
                </a:cubicBezTo>
                <a:cubicBezTo>
                  <a:pt x="84465" y="33977"/>
                  <a:pt x="85928" y="28317"/>
                  <a:pt x="85928" y="22169"/>
                </a:cubicBezTo>
                <a:cubicBezTo>
                  <a:pt x="85928" y="17262"/>
                  <a:pt x="84701" y="13508"/>
                  <a:pt x="82248" y="10907"/>
                </a:cubicBezTo>
                <a:cubicBezTo>
                  <a:pt x="79794" y="8305"/>
                  <a:pt x="76144" y="7005"/>
                  <a:pt x="71296" y="7005"/>
                </a:cubicBezTo>
                <a:cubicBezTo>
                  <a:pt x="63788" y="7005"/>
                  <a:pt x="57521" y="10626"/>
                  <a:pt x="52497" y="17868"/>
                </a:cubicBezTo>
                <a:cubicBezTo>
                  <a:pt x="47472" y="25110"/>
                  <a:pt x="43363" y="36091"/>
                  <a:pt x="40171" y="50811"/>
                </a:cubicBezTo>
                <a:lnTo>
                  <a:pt x="28199" y="106412"/>
                </a:lnTo>
                <a:cubicBezTo>
                  <a:pt x="27904" y="107771"/>
                  <a:pt x="27756" y="108924"/>
                  <a:pt x="27756" y="109870"/>
                </a:cubicBezTo>
                <a:cubicBezTo>
                  <a:pt x="27756" y="111466"/>
                  <a:pt x="28126" y="112825"/>
                  <a:pt x="28865" y="113949"/>
                </a:cubicBezTo>
                <a:cubicBezTo>
                  <a:pt x="29603" y="115073"/>
                  <a:pt x="30698" y="116181"/>
                  <a:pt x="32145" y="117275"/>
                </a:cubicBezTo>
                <a:cubicBezTo>
                  <a:pt x="33594" y="118368"/>
                  <a:pt x="35471" y="119314"/>
                  <a:pt x="37777" y="120112"/>
                </a:cubicBezTo>
                <a:cubicBezTo>
                  <a:pt x="40082" y="120910"/>
                  <a:pt x="43008" y="121309"/>
                  <a:pt x="46556" y="121309"/>
                </a:cubicBezTo>
                <a:cubicBezTo>
                  <a:pt x="51344" y="121309"/>
                  <a:pt x="55704" y="119831"/>
                  <a:pt x="59635" y="116875"/>
                </a:cubicBezTo>
                <a:cubicBezTo>
                  <a:pt x="63566" y="113920"/>
                  <a:pt x="66655" y="109722"/>
                  <a:pt x="68902" y="104283"/>
                </a:cubicBezTo>
                <a:cubicBezTo>
                  <a:pt x="71148" y="98844"/>
                  <a:pt x="72272" y="92637"/>
                  <a:pt x="72272" y="85661"/>
                </a:cubicBezTo>
                <a:cubicBezTo>
                  <a:pt x="72272" y="78981"/>
                  <a:pt x="70424" y="73749"/>
                  <a:pt x="66729" y="69965"/>
                </a:cubicBezTo>
                <a:cubicBezTo>
                  <a:pt x="63035" y="66182"/>
                  <a:pt x="57759" y="64024"/>
                  <a:pt x="50901" y="63492"/>
                </a:cubicBezTo>
                <a:lnTo>
                  <a:pt x="52142" y="57196"/>
                </a:lnTo>
              </a:path>
            </a:pathLst>
          </a:custGeom>
          <a:solidFill xmlns:a="http://schemas.openxmlformats.org/drawingml/2006/main">
            <a:srgbClr val="000000"/>
          </a:solidFill>
          <a:ln xmlns:a="http://schemas.openxmlformats.org/drawingml/2006/main" w="0">
            <a:noFill/>
            <a:prstDash val="solid"/>
          </a:ln>
        </p:spPr>
      </p:sp>
      <p:sp>
        <p:nvSpPr>
          <p:cNvPr id="404" name="pdf-path-100261">
            <a:extLst xmlns:a="http://schemas.openxmlformats.org/drawingml/2006/main">
              <a:ext uri="{FF2B5EF4-FFF2-40B4-BE49-F238E27FC236}">
                <a16:creationId xmlns:a16="http://schemas.microsoft.com/office/drawing/2014/main" id="{17571AB1-F9C2-4719-A49B-E687F5252054}"/>
              </a:ext>
            </a:extLst>
          </p:cNvPr>
          <p:cNvSpPr>
            <a:spLocks xmlns:a="http://schemas.openxmlformats.org/drawingml/2006/main" noGrp="1"/>
          </p:cNvSpPr>
          <p:nvPr/>
        </p:nvSpPr>
        <p:spPr>
          <a:xfrm xmlns:a="http://schemas.openxmlformats.org/drawingml/2006/main">
            <a:off x="7071079" y="7172637"/>
            <a:ext cx="48351" cy="84597"/>
          </a:xfrm>
          <a:custGeom xmlns:a="http://schemas.openxmlformats.org/drawingml/2006/main">
            <a:pathLst>
              <a:path w="48351" h="84597">
                <a:moveTo>
                  <a:pt x="41900" y="70565"/>
                </a:moveTo>
                <a:cubicBezTo>
                  <a:pt x="39639" y="73092"/>
                  <a:pt x="37488" y="75242"/>
                  <a:pt x="35448" y="77015"/>
                </a:cubicBezTo>
                <a:cubicBezTo>
                  <a:pt x="33409" y="78789"/>
                  <a:pt x="31413" y="80241"/>
                  <a:pt x="29463" y="81372"/>
                </a:cubicBezTo>
                <a:cubicBezTo>
                  <a:pt x="27512" y="82502"/>
                  <a:pt x="25583" y="83323"/>
                  <a:pt x="23677" y="83833"/>
                </a:cubicBezTo>
                <a:cubicBezTo>
                  <a:pt x="21770" y="84342"/>
                  <a:pt x="19819" y="84597"/>
                  <a:pt x="17824" y="84597"/>
                </a:cubicBezTo>
                <a:cubicBezTo>
                  <a:pt x="12548" y="84597"/>
                  <a:pt x="8612" y="83356"/>
                  <a:pt x="6019" y="80873"/>
                </a:cubicBezTo>
                <a:cubicBezTo>
                  <a:pt x="3425" y="78390"/>
                  <a:pt x="2128" y="74732"/>
                  <a:pt x="2128" y="69899"/>
                </a:cubicBezTo>
                <a:cubicBezTo>
                  <a:pt x="2128" y="68259"/>
                  <a:pt x="2250" y="66452"/>
                  <a:pt x="2494" y="64479"/>
                </a:cubicBezTo>
                <a:cubicBezTo>
                  <a:pt x="2737" y="62506"/>
                  <a:pt x="3082" y="60588"/>
                  <a:pt x="3525" y="58726"/>
                </a:cubicBezTo>
                <a:lnTo>
                  <a:pt x="11439" y="24275"/>
                </a:lnTo>
                <a:lnTo>
                  <a:pt x="0" y="24275"/>
                </a:lnTo>
                <a:lnTo>
                  <a:pt x="1330" y="19154"/>
                </a:lnTo>
                <a:cubicBezTo>
                  <a:pt x="3990" y="19154"/>
                  <a:pt x="6063" y="18899"/>
                  <a:pt x="7548" y="18390"/>
                </a:cubicBezTo>
                <a:cubicBezTo>
                  <a:pt x="9033" y="17879"/>
                  <a:pt x="10287" y="17181"/>
                  <a:pt x="11306" y="16294"/>
                </a:cubicBezTo>
                <a:cubicBezTo>
                  <a:pt x="11971" y="15673"/>
                  <a:pt x="12614" y="14908"/>
                  <a:pt x="13235" y="14000"/>
                </a:cubicBezTo>
                <a:cubicBezTo>
                  <a:pt x="13856" y="13091"/>
                  <a:pt x="14477" y="11993"/>
                  <a:pt x="15097" y="10708"/>
                </a:cubicBezTo>
                <a:cubicBezTo>
                  <a:pt x="15718" y="9422"/>
                  <a:pt x="16350" y="7903"/>
                  <a:pt x="16993" y="6151"/>
                </a:cubicBezTo>
                <a:cubicBezTo>
                  <a:pt x="17635" y="4400"/>
                  <a:pt x="18356" y="2350"/>
                  <a:pt x="19154" y="0"/>
                </a:cubicBezTo>
                <a:lnTo>
                  <a:pt x="29529" y="0"/>
                </a:lnTo>
                <a:lnTo>
                  <a:pt x="25738" y="16893"/>
                </a:lnTo>
                <a:lnTo>
                  <a:pt x="48351" y="16893"/>
                </a:lnTo>
                <a:lnTo>
                  <a:pt x="46821" y="24275"/>
                </a:lnTo>
                <a:lnTo>
                  <a:pt x="24275" y="24275"/>
                </a:lnTo>
                <a:lnTo>
                  <a:pt x="17491" y="52142"/>
                </a:lnTo>
                <a:cubicBezTo>
                  <a:pt x="17048" y="54004"/>
                  <a:pt x="16682" y="55678"/>
                  <a:pt x="16394" y="57163"/>
                </a:cubicBezTo>
                <a:cubicBezTo>
                  <a:pt x="16106" y="58648"/>
                  <a:pt x="15873" y="59989"/>
                  <a:pt x="15696" y="61187"/>
                </a:cubicBezTo>
                <a:cubicBezTo>
                  <a:pt x="15518" y="62384"/>
                  <a:pt x="15397" y="63470"/>
                  <a:pt x="15330" y="64445"/>
                </a:cubicBezTo>
                <a:cubicBezTo>
                  <a:pt x="15263" y="65421"/>
                  <a:pt x="15230" y="66330"/>
                  <a:pt x="15230" y="67172"/>
                </a:cubicBezTo>
                <a:cubicBezTo>
                  <a:pt x="15230" y="69833"/>
                  <a:pt x="15784" y="71916"/>
                  <a:pt x="16893" y="73424"/>
                </a:cubicBezTo>
                <a:cubicBezTo>
                  <a:pt x="18002" y="74932"/>
                  <a:pt x="19819" y="75685"/>
                  <a:pt x="22346" y="75685"/>
                </a:cubicBezTo>
                <a:cubicBezTo>
                  <a:pt x="24475" y="75685"/>
                  <a:pt x="26736" y="74899"/>
                  <a:pt x="29130" y="73325"/>
                </a:cubicBezTo>
                <a:cubicBezTo>
                  <a:pt x="31524" y="71751"/>
                  <a:pt x="34251" y="69278"/>
                  <a:pt x="37310" y="65909"/>
                </a:cubicBezTo>
                <a:lnTo>
                  <a:pt x="41900" y="70565"/>
                </a:lnTo>
              </a:path>
            </a:pathLst>
          </a:custGeom>
          <a:solidFill xmlns:a="http://schemas.openxmlformats.org/drawingml/2006/main">
            <a:srgbClr val="000000"/>
          </a:solidFill>
          <a:ln xmlns:a="http://schemas.openxmlformats.org/drawingml/2006/main" w="0">
            <a:noFill/>
            <a:prstDash val="solid"/>
          </a:ln>
        </p:spPr>
      </p:sp>
    </p:spTree>
    <p:extLst>
      <p:ext uri="{BB962C8B-B14F-4D97-AF65-F5344CB8AC3E}">
        <p14:creationId xmlns:p14="http://schemas.microsoft.com/office/powerpoint/2010/main" val="20216843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2026-10-09T20:25:10.1240000Z</dcterms:created>
  <dcterms:modified xsi:type="dcterms:W3CDTF">2026-10-09T20:25:10.1240000Z</dcterms:modified>
</coreProperties>
</file>