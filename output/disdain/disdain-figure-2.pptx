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f8b28b664d43b9" /><Relationship Type="http://schemas.openxmlformats.org/officeDocument/2006/relationships/extended-properties" Target="/docProps/app.xml" Id="Rbfd0af128e6e49f9" /><Relationship Type="http://schemas.openxmlformats.org/officeDocument/2006/relationships/officeDocument" Target="/ppt/presentation.xml" Id="R1b92517df0284c13" /></Relationships>
</file>

<file path=ppt/presentation.xml><?xml version="1.0" encoding="utf-8"?>
<p:presentation xmlns:p="http://schemas.openxmlformats.org/presentationml/2006/main">
  <p:sldMasterIdLst>
    <p:sldMasterId xmlns:r="http://schemas.openxmlformats.org/officeDocument/2006/relationships" id="2147483648" r:id="Rdaad8779ee9843b7"/>
  </p:sldMasterIdLst>
  <p:notesMasterIdLst>
    <p:notesMasterId xmlns:r="http://schemas.openxmlformats.org/officeDocument/2006/relationships" r:id="R2030805cb16040a3"/>
  </p:notesMasterIdLst>
  <p:sldIdLst>
    <p:sldId xmlns:r="http://schemas.openxmlformats.org/officeDocument/2006/relationships" id="256" r:id="R8ea94c6ea47a46c8"/>
  </p:sldIdLst>
  <p:sldSz cx="11201400" cy="3429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1f8907bd1a4d58" /><Relationship Type="http://schemas.openxmlformats.org/officeDocument/2006/relationships/slideMaster" Target="/ppt/slideMasters/slideMaster1.xml" Id="Rdaad8779ee9843b7" /><Relationship Type="http://schemas.openxmlformats.org/officeDocument/2006/relationships/notesMaster" Target="/ppt/notesMasters/notesMaster1.xml" Id="R2030805cb16040a3" /><Relationship Type="http://schemas.openxmlformats.org/officeDocument/2006/relationships/presProps" Target="/ppt/presProps.xml" Id="R97ff20ec0ff344a3" /><Relationship Type="http://schemas.openxmlformats.org/officeDocument/2006/relationships/tableStyles" Target="/ppt/tableStyles.xml" Id="R9ee8d3de4d5143d0" /><Relationship Type="http://schemas.openxmlformats.org/officeDocument/2006/relationships/slide" Target="/ppt/slides/slide1.xml" Id="R8ea94c6ea47a46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5230f629a748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f7b863bfc14675" /><Relationship Type="http://schemas.openxmlformats.org/officeDocument/2006/relationships/notesMaster" Target="/ppt/notesMasters/notesMaster1.xml" Id="R01bbda41d28c4e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"Learning More Skills through Optimistic Exploration",</a:t>
            </a:r>
          </a:p>
          <a:p xmlns:a="http://schemas.openxmlformats.org/drawingml/2006/main">
            <a:r>
              <a:t>  "paper_url": "https://arxiv.org/abs/2107.14226v6",</a:t>
            </a:r>
          </a:p>
          <a:p xmlns:a="http://schemas.openxmlformats.org/drawingml/2006/main">
            <a:r>
              <a:t>  "figure": "Figure 2",</a:t>
            </a:r>
          </a:p>
          <a:p xmlns:a="http://schemas.openxmlformats.org/drawingml/2006/main">
            <a:r>
              <a:t>  "license": "No reuse license found in inspected source landing page; retain attribution and review reuse terms",</a:t>
            </a:r>
          </a:p>
          <a:p xmlns:a="http://schemas.openxmlformats.org/drawingml/2006/main">
            <a:r>
              <a:t>  "notes": "Source-faithful native extraction of the vector left panel. Ordinary labels and panel captions remain typeable text. Source math fonts are glyph outlines. The source right panel is one bitmap: its network is restored as smooth measured native paths and equation glyphs as editable contours. Only the Atari screen remains a separate raster image. Paths remain freeforms, not semantically attached connectors.",</a:t>
            </a:r>
          </a:p>
          <a:p xmlns:a="http://schemas.openxmlformats.org/drawingml/2006/main">
            <a:r>
              <a:t>  "page": 5,</a:t>
            </a:r>
          </a:p>
          <a:p xmlns:a="http://schemas.openxmlformats.org/drawingml/2006/main">
            <a:r>
              <a:t>  "status": "figure_recreation",</a:t>
            </a:r>
          </a:p>
          <a:p xmlns:a="http://schemas.openxmlformats.org/drawingml/2006/main">
            <a:r>
              <a:t>  "source_sha256": "b3b7cfe5027d3ed275105d1238a403d70c56a3a246866a7ba806db059615e14e",</a:t>
            </a:r>
          </a:p>
          <a:p xmlns:a="http://schemas.openxmlformats.org/drawingml/2006/main">
            <a:r>
              <a:t>  "source_crop_pdf_points": [</a:t>
            </a:r>
          </a:p>
          <a:p xmlns:a="http://schemas.openxmlformats.org/drawingml/2006/main">
            <a:r>
              <a:t>    110,</a:t>
            </a:r>
          </a:p>
          <a:p xmlns:a="http://schemas.openxmlformats.org/drawingml/2006/main">
            <a:r>
              <a:t>    79,</a:t>
            </a:r>
          </a:p>
          <a:p xmlns:a="http://schemas.openxmlformats.org/drawingml/2006/main">
            <a:r>
              <a:t>    502,</a:t>
            </a:r>
          </a:p>
          <a:p xmlns:a="http://schemas.openxmlformats.org/drawingml/2006/main">
            <a:r>
              <a:t>    199</a:t>
            </a:r>
          </a:p>
          <a:p xmlns:a="http://schemas.openxmlformats.org/drawingml/2006/main">
            <a:r>
              <a:t>  ],</a:t>
            </a:r>
          </a:p>
          <a:p xmlns:a="http://schemas.openxmlformats.org/drawingml/2006/main">
            <a:r>
              <a:t>  "extraction_review": "pending; native geometry extraction is not visual fidelity approval",</a:t>
            </a:r>
          </a:p>
          <a:p xmlns:a="http://schemas.openxmlformats.org/drawingml/2006/main">
            <a:r>
              <a:t>  "font_substitutions": "Ordinary labels/prose use Arial or Times New Roman, with explicit source-baseline adjustment. Source mathematical fonts and raster formulas use native glyph outlines.",</a:t>
            </a:r>
          </a:p>
          <a:p xmlns:a="http://schemas.openxmlformats.org/drawingml/2006/main">
            <a:r>
              <a:t>  "outlined_font_families": [</a:t>
            </a:r>
          </a:p>
          <a:p xmlns:a="http://schemas.openxmlformats.org/drawingml/2006/main">
            <a:r>
              <a:t>    "Arial-ItalicMT",</a:t>
            </a:r>
          </a:p>
          <a:p xmlns:a="http://schemas.openxmlformats.org/drawingml/2006/main">
            <a:r>
              <a:t>    "FreeSerif",</a:t>
            </a:r>
          </a:p>
          <a:p xmlns:a="http://schemas.openxmlformats.org/drawingml/2006/main">
            <a:r>
              <a:t>    "DMSans"</a:t>
            </a:r>
          </a:p>
          <a:p xmlns:a="http://schemas.openxmlformats.org/drawingml/2006/main">
            <a:r>
              <a:t>  ],</a:t>
            </a:r>
          </a:p>
          <a:p xmlns:a="http://schemas.openxmlformats.org/drawingml/2006/main">
            <a:r>
              <a:t>  "outlined_math_limit": "Selected source mathematical fonts preserved as editable glyph outlines, not live equation/text objects.",</a:t>
            </a:r>
          </a:p>
          <a:p xmlns:a="http://schemas.openxmlformats.org/drawingml/2006/main">
            <a:r>
              <a:t>  "dash_fidelity": "PPTX uses the closest supported native preset, not exact PDF dash lengths. Draw.io retains interval lengths; PDF phase/caps are not preserved; zero intervals become 0.001 scene units.",</a:t>
            </a:r>
          </a:p>
          <a:p xmlns:a="http://schemas.openxmlformats.org/drawingml/2006/main">
            <a:r>
              <a:t>  "extraction_warnings": [</a:t>
            </a:r>
          </a:p>
          <a:p xmlns:a="http://schemas.openxmlformats.org/drawingml/2006/main">
            <a:r>
              <a:t>    "5 source clipping groups intersect crop; extracted paths require explicit clipping review",</a:t>
            </a:r>
          </a:p>
          <a:p xmlns:a="http://schemas.openxmlformats.org/drawingml/2006/main">
            <a:r>
              <a:t>    "path crosses crop boundary: 2",</a:t>
            </a:r>
          </a:p>
          <a:p xmlns:a="http://schemas.openxmlformats.org/drawingml/2006/main">
            <a:r>
              <a:t>    "unhandled image/shading at seq 122: [323.3110046386719, 81.86217498779297, 501.5146484375, 182.54400634765625]; requires reviewed raster region"</a:t>
            </a:r>
          </a:p>
          <a:p xmlns:a="http://schemas.openxmlformats.org/drawingml/2006/main">
            <a:r>
              <a:t>  ],</a:t>
            </a:r>
          </a:p>
          <a:p xmlns:a="http://schemas.openxmlformats.org/drawingml/2006/main">
            <a:r>
              <a:t>  "raster_source_reconstruction": "Right panel original bitmap is not embedded. The Atari screen is isolated; the formula is exactly transcribed into smooth STIX glyph outlines fitted to the original glyph bounds, and the network uses smooth native paths measured from source pixels. Mathematical glyph design is a documented font approximation to the source bitmap.",</a:t>
            </a:r>
          </a:p>
          <a:p xmlns:a="http://schemas.openxmlformats.org/drawingml/2006/main">
            <a:r>
              <a:t>  "extraction_warnings_reviewed": [</a:t>
            </a:r>
          </a:p>
          <a:p xmlns:a="http://schemas.openxmlformats.org/drawingml/2006/main">
            <a:r>
              <a:t>    "The one image warning is resolved by isolated Atari inset and separately traced native network/equation components. Source clipping only bounds the left vector artwork; inspected preview shows no missing geometry."</a:t>
            </a:r>
          </a:p>
          <a:p xmlns:a="http://schemas.openxmlformats.org/drawingml/2006/main">
            <a:r>
              <a:t>  ],</a:t>
            </a:r>
          </a:p>
          <a:p xmlns:a="http://schemas.openxmlformats.org/drawingml/2006/main">
            <a:r>
              <a:t>  "text_editability": "Ordinary labels and prose remain native typeable text. Mathematical expressions are editable glyph-outline paths, not live equations."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66760bd6c044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90379ecfdb44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78b7cfd03a49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b93397192147b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1f05b1e8c44a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495f1b1c4b48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08C98C-52ED-4E9D-9341-41C5656753F0}"/>
              </a:ext>
            </a:extLst>
          </p:cNvPr>
          <p:cNvSpPr>
            <a:spLocks xmlns:a="http://schemas.openxmlformats.org/drawingml/2006/main" noGrp="1"/>
          </p:cNvSpPr>
          <p:nvPr>
            <p:ph type="title" idx="0"/>
          </p:nvPr>
        </p:nvSpPr>
        <p:spPr>
          <a:xfrm xmlns:a="http://schemas.openxmlformats.org/drawingml/2006/main">
            <a:off x="1120140" y="1295400"/>
            <a:ext cx="8961120" cy="495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4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4F236C-7795-433A-A870-3382023F4490}"/>
              </a:ext>
            </a:extLst>
          </p:cNvPr>
          <p:cNvSpPr>
            <a:spLocks xmlns:a="http://schemas.openxmlformats.org/drawingml/2006/main" noGrp="1"/>
          </p:cNvSpPr>
          <p:nvPr>
            <p:ph type="subTitle" idx="1"/>
          </p:nvPr>
        </p:nvSpPr>
        <p:spPr>
          <a:xfrm xmlns:a="http://schemas.openxmlformats.org/drawingml/2006/main">
            <a:off x="1680210" y="1885950"/>
            <a:ext cx="7840980" cy="38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0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688557-5AC9-4B55-A75E-BCEBFA392B0A}"/>
              </a:ext>
            </a:extLst>
          </p:cNvPr>
          <p:cNvSpPr>
            <a:spLocks xmlns:a="http://schemas.openxmlformats.org/drawingml/2006/main" noGrp="1"/>
          </p:cNvSpPr>
          <p:nvPr>
            <p:ph type="title" idx="0"/>
          </p:nvPr>
        </p:nvSpPr>
        <p:spPr>
          <a:xfrm xmlns:a="http://schemas.openxmlformats.org/drawingml/2006/main">
            <a:off x="1120140" y="1428750"/>
            <a:ext cx="896112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187ACD-DB62-425D-9F8A-F21F6FAB89E1}"/>
              </a:ext>
            </a:extLst>
          </p:cNvPr>
          <p:cNvSpPr>
            <a:spLocks xmlns:a="http://schemas.openxmlformats.org/drawingml/2006/main" noGrp="1"/>
          </p:cNvSpPr>
          <p:nvPr>
            <p:ph type="title" idx="0"/>
          </p:nvPr>
        </p:nvSpPr>
        <p:spPr>
          <a:xfrm xmlns:a="http://schemas.openxmlformats.org/drawingml/2006/main">
            <a:off x="630079" y="266700"/>
            <a:ext cx="9941243" cy="4191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8ABD20-0504-4F93-86E8-BD063E5885FE}"/>
              </a:ext>
            </a:extLst>
          </p:cNvPr>
          <p:cNvSpPr>
            <a:spLocks xmlns:a="http://schemas.openxmlformats.org/drawingml/2006/main" noGrp="1"/>
          </p:cNvSpPr>
          <p:nvPr>
            <p:ph type="body" idx="1"/>
          </p:nvPr>
        </p:nvSpPr>
        <p:spPr>
          <a:xfrm xmlns:a="http://schemas.openxmlformats.org/drawingml/2006/main">
            <a:off x="630079" y="952500"/>
            <a:ext cx="9941243" cy="2133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125" b="0">
                <a:solidFill>
                  <a:schemeClr val="tx1"/>
                </a:solidFill>
                <a:latin typeface="+mn-lt"/>
                <a:ea typeface="+mn-lt"/>
                <a:cs typeface="+mn-lt"/>
              </a:defRPr>
            </a:defPPr>
            <a:lvl1pPr marL="114300" indent="-114300">
              <a:lnSpc>
                <a:spcPct val="110000"/>
              </a:lnSpc>
              <a:spcBef>
                <a:spcPts val="0"/>
              </a:spcBef>
              <a:spcAft>
                <a:spcPts val="600"/>
              </a:spcAft>
              <a:buChar char="•"/>
            </a:lvl1pPr>
            <a:lvl2pPr marL="266700" indent="-114300">
              <a:lnSpc>
                <a:spcPct val="110000"/>
              </a:lnSpc>
              <a:spcBef>
                <a:spcPts val="0"/>
              </a:spcBef>
              <a:spcAft>
                <a:spcPts val="600"/>
              </a:spcAft>
              <a:buChar char="•"/>
            </a:lvl2pPr>
            <a:lvl3pPr marL="419100" indent="-114300">
              <a:lnSpc>
                <a:spcPct val="110000"/>
              </a:lnSpc>
              <a:spcBef>
                <a:spcPts val="0"/>
              </a:spcBef>
              <a:spcAft>
                <a:spcPts val="600"/>
              </a:spcAft>
              <a:buChar char="•"/>
            </a:lvl3pPr>
            <a:lvl4pPr marL="571500" indent="-114300">
              <a:lnSpc>
                <a:spcPct val="110000"/>
              </a:lnSpc>
              <a:spcBef>
                <a:spcPts val="0"/>
              </a:spcBef>
              <a:spcAft>
                <a:spcPts val="600"/>
              </a:spcAft>
              <a:buChar char="•"/>
            </a:lvl4pPr>
            <a:lvl5pPr marL="723900" indent="-114300">
              <a:lnSpc>
                <a:spcPct val="110000"/>
              </a:lnSpc>
              <a:spcBef>
                <a:spcPts val="0"/>
              </a:spcBef>
              <a:spcAft>
                <a:spcPts val="600"/>
              </a:spcAft>
              <a:buChar char="•"/>
            </a:lvl5pPr>
            <a:lvl6pPr marL="876300" indent="-114300">
              <a:lnSpc>
                <a:spcPct val="110000"/>
              </a:lnSpc>
              <a:spcBef>
                <a:spcPts val="0"/>
              </a:spcBef>
              <a:spcAft>
                <a:spcPts val="600"/>
              </a:spcAft>
              <a:buChar char="•"/>
            </a:lvl6pPr>
            <a:lvl7pPr marL="1028700" indent="-114300">
              <a:lnSpc>
                <a:spcPct val="110000"/>
              </a:lnSpc>
              <a:spcBef>
                <a:spcPts val="0"/>
              </a:spcBef>
              <a:spcAft>
                <a:spcPts val="600"/>
              </a:spcAft>
              <a:buChar char="•"/>
            </a:lvl7pPr>
            <a:lvl8pPr marL="1181100" indent="-114300">
              <a:lnSpc>
                <a:spcPct val="110000"/>
              </a:lnSpc>
              <a:spcBef>
                <a:spcPts val="0"/>
              </a:spcBef>
              <a:spcAft>
                <a:spcPts val="600"/>
              </a:spcAft>
              <a:buChar char="•"/>
            </a:lvl8pPr>
            <a:lvl9pPr marL="1333500" indent="-114300">
              <a:lnSpc>
                <a:spcPct val="110000"/>
              </a:lnSpc>
              <a:spcBef>
                <a:spcPts val="0"/>
              </a:spcBef>
              <a:spcAft>
                <a:spcPts val="6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79A688-5AD0-47B2-A4A4-73947846B52B}"/>
              </a:ext>
            </a:extLst>
          </p:cNvPr>
          <p:cNvSpPr>
            <a:spLocks xmlns:a="http://schemas.openxmlformats.org/drawingml/2006/main" noGrp="1"/>
          </p:cNvSpPr>
          <p:nvPr>
            <p:ph type="title" idx="0"/>
          </p:nvPr>
        </p:nvSpPr>
        <p:spPr>
          <a:xfrm xmlns:a="http://schemas.openxmlformats.org/drawingml/2006/main">
            <a:off x="630079" y="266700"/>
            <a:ext cx="9941243" cy="4191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E65CA9-1A9F-4807-B189-F39AF55DB7B9}"/>
              </a:ext>
            </a:extLst>
          </p:cNvPr>
          <p:cNvSpPr>
            <a:spLocks xmlns:a="http://schemas.openxmlformats.org/drawingml/2006/main" noGrp="1"/>
          </p:cNvSpPr>
          <p:nvPr>
            <p:ph type="body" idx="1"/>
          </p:nvPr>
        </p:nvSpPr>
        <p:spPr>
          <a:xfrm xmlns:a="http://schemas.openxmlformats.org/drawingml/2006/main">
            <a:off x="630079" y="952500"/>
            <a:ext cx="4620578" cy="2133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50" b="0">
                <a:solidFill>
                  <a:schemeClr val="tx1"/>
                </a:solidFill>
                <a:latin typeface="+mn-lt"/>
                <a:ea typeface="+mn-lt"/>
                <a:cs typeface="+mn-lt"/>
              </a:defRPr>
            </a:defPPr>
            <a:lvl1pPr marL="114300" indent="-114300">
              <a:lnSpc>
                <a:spcPct val="110000"/>
              </a:lnSpc>
              <a:spcBef>
                <a:spcPts val="0"/>
              </a:spcBef>
              <a:spcAft>
                <a:spcPts val="600"/>
              </a:spcAft>
              <a:buChar char="•"/>
            </a:lvl1pPr>
            <a:lvl2pPr marL="266700" indent="-114300">
              <a:lnSpc>
                <a:spcPct val="110000"/>
              </a:lnSpc>
              <a:spcBef>
                <a:spcPts val="0"/>
              </a:spcBef>
              <a:spcAft>
                <a:spcPts val="600"/>
              </a:spcAft>
              <a:buChar char="•"/>
            </a:lvl2pPr>
            <a:lvl3pPr marL="419100" indent="-114300">
              <a:lnSpc>
                <a:spcPct val="110000"/>
              </a:lnSpc>
              <a:spcBef>
                <a:spcPts val="0"/>
              </a:spcBef>
              <a:spcAft>
                <a:spcPts val="600"/>
              </a:spcAft>
              <a:buChar char="•"/>
            </a:lvl3pPr>
            <a:lvl4pPr marL="571500" indent="-114300">
              <a:lnSpc>
                <a:spcPct val="110000"/>
              </a:lnSpc>
              <a:spcBef>
                <a:spcPts val="0"/>
              </a:spcBef>
              <a:spcAft>
                <a:spcPts val="600"/>
              </a:spcAft>
              <a:buChar char="•"/>
            </a:lvl4pPr>
            <a:lvl5pPr marL="723900" indent="-114300">
              <a:lnSpc>
                <a:spcPct val="110000"/>
              </a:lnSpc>
              <a:spcBef>
                <a:spcPts val="0"/>
              </a:spcBef>
              <a:spcAft>
                <a:spcPts val="600"/>
              </a:spcAft>
              <a:buChar char="•"/>
            </a:lvl5pPr>
            <a:lvl6pPr marL="876300" indent="-114300">
              <a:lnSpc>
                <a:spcPct val="110000"/>
              </a:lnSpc>
              <a:spcBef>
                <a:spcPts val="0"/>
              </a:spcBef>
              <a:spcAft>
                <a:spcPts val="600"/>
              </a:spcAft>
              <a:buChar char="•"/>
            </a:lvl6pPr>
            <a:lvl7pPr marL="1028700" indent="-114300">
              <a:lnSpc>
                <a:spcPct val="110000"/>
              </a:lnSpc>
              <a:spcBef>
                <a:spcPts val="0"/>
              </a:spcBef>
              <a:spcAft>
                <a:spcPts val="600"/>
              </a:spcAft>
              <a:buChar char="•"/>
            </a:lvl7pPr>
            <a:lvl8pPr marL="1181100" indent="-114300">
              <a:lnSpc>
                <a:spcPct val="110000"/>
              </a:lnSpc>
              <a:spcBef>
                <a:spcPts val="0"/>
              </a:spcBef>
              <a:spcAft>
                <a:spcPts val="600"/>
              </a:spcAft>
              <a:buChar char="•"/>
            </a:lvl8pPr>
            <a:lvl9pPr marL="1333500" indent="-114300">
              <a:lnSpc>
                <a:spcPct val="110000"/>
              </a:lnSpc>
              <a:spcBef>
                <a:spcPts val="0"/>
              </a:spcBef>
              <a:spcAft>
                <a:spcPts val="6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881549-EE48-4A4B-A3C3-7997925E10B3}"/>
              </a:ext>
            </a:extLst>
          </p:cNvPr>
          <p:cNvSpPr>
            <a:spLocks xmlns:a="http://schemas.openxmlformats.org/drawingml/2006/main" noGrp="1"/>
          </p:cNvSpPr>
          <p:nvPr>
            <p:ph type="body" idx="2"/>
          </p:nvPr>
        </p:nvSpPr>
        <p:spPr>
          <a:xfrm xmlns:a="http://schemas.openxmlformats.org/drawingml/2006/main">
            <a:off x="5950744" y="952500"/>
            <a:ext cx="4620578" cy="2133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50" b="0">
                <a:solidFill>
                  <a:schemeClr val="tx1"/>
                </a:solidFill>
                <a:latin typeface="+mn-lt"/>
                <a:ea typeface="+mn-lt"/>
                <a:cs typeface="+mn-lt"/>
              </a:defRPr>
            </a:defPPr>
            <a:lvl1pPr marL="114300" indent="-114300">
              <a:lnSpc>
                <a:spcPct val="110000"/>
              </a:lnSpc>
              <a:spcBef>
                <a:spcPts val="0"/>
              </a:spcBef>
              <a:spcAft>
                <a:spcPts val="600"/>
              </a:spcAft>
              <a:buChar char="•"/>
            </a:lvl1pPr>
            <a:lvl2pPr marL="266700" indent="-114300">
              <a:lnSpc>
                <a:spcPct val="110000"/>
              </a:lnSpc>
              <a:spcBef>
                <a:spcPts val="0"/>
              </a:spcBef>
              <a:spcAft>
                <a:spcPts val="600"/>
              </a:spcAft>
              <a:buChar char="•"/>
            </a:lvl2pPr>
            <a:lvl3pPr marL="419100" indent="-114300">
              <a:lnSpc>
                <a:spcPct val="110000"/>
              </a:lnSpc>
              <a:spcBef>
                <a:spcPts val="0"/>
              </a:spcBef>
              <a:spcAft>
                <a:spcPts val="600"/>
              </a:spcAft>
              <a:buChar char="•"/>
            </a:lvl3pPr>
            <a:lvl4pPr marL="571500" indent="-114300">
              <a:lnSpc>
                <a:spcPct val="110000"/>
              </a:lnSpc>
              <a:spcBef>
                <a:spcPts val="0"/>
              </a:spcBef>
              <a:spcAft>
                <a:spcPts val="600"/>
              </a:spcAft>
              <a:buChar char="•"/>
            </a:lvl4pPr>
            <a:lvl5pPr marL="723900" indent="-114300">
              <a:lnSpc>
                <a:spcPct val="110000"/>
              </a:lnSpc>
              <a:spcBef>
                <a:spcPts val="0"/>
              </a:spcBef>
              <a:spcAft>
                <a:spcPts val="600"/>
              </a:spcAft>
              <a:buChar char="•"/>
            </a:lvl5pPr>
            <a:lvl6pPr marL="876300" indent="-114300">
              <a:lnSpc>
                <a:spcPct val="110000"/>
              </a:lnSpc>
              <a:spcBef>
                <a:spcPts val="0"/>
              </a:spcBef>
              <a:spcAft>
                <a:spcPts val="600"/>
              </a:spcAft>
              <a:buChar char="•"/>
            </a:lvl6pPr>
            <a:lvl7pPr marL="1028700" indent="-114300">
              <a:lnSpc>
                <a:spcPct val="110000"/>
              </a:lnSpc>
              <a:spcBef>
                <a:spcPts val="0"/>
              </a:spcBef>
              <a:spcAft>
                <a:spcPts val="600"/>
              </a:spcAft>
              <a:buChar char="•"/>
            </a:lvl7pPr>
            <a:lvl8pPr marL="1181100" indent="-114300">
              <a:lnSpc>
                <a:spcPct val="110000"/>
              </a:lnSpc>
              <a:spcBef>
                <a:spcPts val="0"/>
              </a:spcBef>
              <a:spcAft>
                <a:spcPts val="600"/>
              </a:spcAft>
              <a:buChar char="•"/>
            </a:lvl8pPr>
            <a:lvl9pPr marL="1333500" indent="-114300">
              <a:lnSpc>
                <a:spcPct val="110000"/>
              </a:lnSpc>
              <a:spcBef>
                <a:spcPts val="0"/>
              </a:spcBef>
              <a:spcAft>
                <a:spcPts val="6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1599F4-C283-4D76-BE56-FC1BD37EDDA6}"/>
              </a:ext>
            </a:extLst>
          </p:cNvPr>
          <p:cNvSpPr>
            <a:spLocks xmlns:a="http://schemas.openxmlformats.org/drawingml/2006/main" noGrp="1"/>
          </p:cNvSpPr>
          <p:nvPr>
            <p:ph type="title" idx="0"/>
          </p:nvPr>
        </p:nvSpPr>
        <p:spPr>
          <a:xfrm xmlns:a="http://schemas.openxmlformats.org/drawingml/2006/main">
            <a:off x="630079" y="266700"/>
            <a:ext cx="9941243" cy="4191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AB2A8B-45FF-45E0-BF17-A2BF3DA4C9AF}"/>
              </a:ext>
            </a:extLst>
          </p:cNvPr>
          <p:cNvSpPr>
            <a:spLocks xmlns:a="http://schemas.openxmlformats.org/drawingml/2006/main" noGrp="1"/>
          </p:cNvSpPr>
          <p:nvPr>
            <p:ph type="body" idx="1"/>
          </p:nvPr>
        </p:nvSpPr>
        <p:spPr>
          <a:xfrm xmlns:a="http://schemas.openxmlformats.org/drawingml/2006/main">
            <a:off x="630079" y="952500"/>
            <a:ext cx="4620578" cy="2133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125" b="0">
                <a:solidFill>
                  <a:schemeClr val="tx1"/>
                </a:solidFill>
                <a:latin typeface="+mn-lt"/>
                <a:ea typeface="+mn-lt"/>
                <a:cs typeface="+mn-lt"/>
              </a:defRPr>
            </a:defPPr>
            <a:lvl1pPr marL="114300" indent="-114300">
              <a:lnSpc>
                <a:spcPct val="110000"/>
              </a:lnSpc>
              <a:spcBef>
                <a:spcPts val="0"/>
              </a:spcBef>
              <a:spcAft>
                <a:spcPts val="600"/>
              </a:spcAft>
              <a:buChar char="•"/>
            </a:lvl1pPr>
            <a:lvl2pPr marL="266700" indent="-114300">
              <a:lnSpc>
                <a:spcPct val="110000"/>
              </a:lnSpc>
              <a:spcBef>
                <a:spcPts val="0"/>
              </a:spcBef>
              <a:spcAft>
                <a:spcPts val="600"/>
              </a:spcAft>
              <a:buChar char="•"/>
            </a:lvl2pPr>
            <a:lvl3pPr marL="419100" indent="-114300">
              <a:lnSpc>
                <a:spcPct val="110000"/>
              </a:lnSpc>
              <a:spcBef>
                <a:spcPts val="0"/>
              </a:spcBef>
              <a:spcAft>
                <a:spcPts val="600"/>
              </a:spcAft>
              <a:buChar char="•"/>
            </a:lvl3pPr>
            <a:lvl4pPr marL="571500" indent="-114300">
              <a:lnSpc>
                <a:spcPct val="110000"/>
              </a:lnSpc>
              <a:spcBef>
                <a:spcPts val="0"/>
              </a:spcBef>
              <a:spcAft>
                <a:spcPts val="600"/>
              </a:spcAft>
              <a:buChar char="•"/>
            </a:lvl4pPr>
            <a:lvl5pPr marL="723900" indent="-114300">
              <a:lnSpc>
                <a:spcPct val="110000"/>
              </a:lnSpc>
              <a:spcBef>
                <a:spcPts val="0"/>
              </a:spcBef>
              <a:spcAft>
                <a:spcPts val="600"/>
              </a:spcAft>
              <a:buChar char="•"/>
            </a:lvl5pPr>
            <a:lvl6pPr marL="876300" indent="-114300">
              <a:lnSpc>
                <a:spcPct val="110000"/>
              </a:lnSpc>
              <a:spcBef>
                <a:spcPts val="0"/>
              </a:spcBef>
              <a:spcAft>
                <a:spcPts val="600"/>
              </a:spcAft>
              <a:buChar char="•"/>
            </a:lvl6pPr>
            <a:lvl7pPr marL="1028700" indent="-114300">
              <a:lnSpc>
                <a:spcPct val="110000"/>
              </a:lnSpc>
              <a:spcBef>
                <a:spcPts val="0"/>
              </a:spcBef>
              <a:spcAft>
                <a:spcPts val="600"/>
              </a:spcAft>
              <a:buChar char="•"/>
            </a:lvl7pPr>
            <a:lvl8pPr marL="1181100" indent="-114300">
              <a:lnSpc>
                <a:spcPct val="110000"/>
              </a:lnSpc>
              <a:spcBef>
                <a:spcPts val="0"/>
              </a:spcBef>
              <a:spcAft>
                <a:spcPts val="600"/>
              </a:spcAft>
              <a:buChar char="•"/>
            </a:lvl8pPr>
            <a:lvl9pPr marL="1333500" indent="-114300">
              <a:lnSpc>
                <a:spcPct val="110000"/>
              </a:lnSpc>
              <a:spcBef>
                <a:spcPts val="0"/>
              </a:spcBef>
              <a:spcAft>
                <a:spcPts val="6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c7d635f1e44f36" /><Relationship Type="http://schemas.openxmlformats.org/officeDocument/2006/relationships/slideLayout" Target="/ppt/slideLayouts/slideLayout1.xml" Id="Rdfa18e29a2f94c4f" /><Relationship Type="http://schemas.openxmlformats.org/officeDocument/2006/relationships/slideLayout" Target="/ppt/slideLayouts/slideLayout2.xml" Id="Rbbea2be9c36a49f9" /><Relationship Type="http://schemas.openxmlformats.org/officeDocument/2006/relationships/slideLayout" Target="/ppt/slideLayouts/slideLayout3.xml" Id="R7f43b2489a6d4570" /><Relationship Type="http://schemas.openxmlformats.org/officeDocument/2006/relationships/slideLayout" Target="/ppt/slideLayouts/slideLayout4.xml" Id="R84c5f03967fb4073" /><Relationship Type="http://schemas.openxmlformats.org/officeDocument/2006/relationships/slideLayout" Target="/ppt/slideLayouts/slideLayout5.xml" Id="R827bc3815b944785" /><Relationship Type="http://schemas.openxmlformats.org/officeDocument/2006/relationships/slideLayout" Target="/ppt/slideLayouts/slideLayout6.xml" Id="Rc6bcdc7a457643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a18e29a2f94c4f"/>
    <p:sldLayoutId xmlns:r="http://schemas.openxmlformats.org/officeDocument/2006/relationships" id="2147483650" r:id="Rbbea2be9c36a49f9"/>
    <p:sldLayoutId xmlns:r="http://schemas.openxmlformats.org/officeDocument/2006/relationships" id="2147483651" r:id="R7f43b2489a6d4570"/>
    <p:sldLayoutId xmlns:r="http://schemas.openxmlformats.org/officeDocument/2006/relationships" id="2147483652" r:id="R84c5f03967fb4073"/>
    <p:sldLayoutId xmlns:r="http://schemas.openxmlformats.org/officeDocument/2006/relationships" id="2147483653" r:id="R827bc3815b944785"/>
    <p:sldLayoutId xmlns:r="http://schemas.openxmlformats.org/officeDocument/2006/relationships" id="2147483654" r:id="Rc6bcdc7a457643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bc127955f444a1" /><Relationship Type="http://schemas.openxmlformats.org/officeDocument/2006/relationships/image" Target="/ppt/media/image.png" Id="R0a8b8ae077254cfc" /><Relationship Type="http://schemas.openxmlformats.org/officeDocument/2006/relationships/notesSlide" Target="/ppt/notesSlides/notesSlide1.xml" Id="R7afcc1557718436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pdf-path-3">
            <a:extLst xmlns:a="http://schemas.openxmlformats.org/drawingml/2006/main">
              <a:ext uri="{FF2B5EF4-FFF2-40B4-BE49-F238E27FC236}">
                <a16:creationId xmlns:a16="http://schemas.microsoft.com/office/drawing/2014/main" id="{C74F2DE9-584B-4869-BFA5-A19671AED85C}"/>
              </a:ext>
            </a:extLst>
          </p:cNvPr>
          <p:cNvSpPr>
            <a:spLocks xmlns:a="http://schemas.openxmlformats.org/drawingml/2006/main" noGrp="1"/>
          </p:cNvSpPr>
          <p:nvPr/>
        </p:nvSpPr>
        <p:spPr>
          <a:xfrm xmlns:a="http://schemas.openxmlformats.org/drawingml/2006/main">
            <a:off x="92120" y="133750"/>
            <a:ext cx="4793524" cy="1773703"/>
          </a:xfrm>
          <a:custGeom xmlns:a="http://schemas.openxmlformats.org/drawingml/2006/main">
            <a:pathLst>
              <a:path w="4793524" h="1773703">
                <a:moveTo>
                  <a:pt x="0" y="37532"/>
                </a:moveTo>
                <a:lnTo>
                  <a:pt x="0" y="37532"/>
                </a:lnTo>
                <a:cubicBezTo>
                  <a:pt x="0" y="16804"/>
                  <a:pt x="16804" y="0"/>
                  <a:pt x="37532" y="0"/>
                </a:cubicBezTo>
                <a:lnTo>
                  <a:pt x="4755993" y="0"/>
                </a:lnTo>
                <a:cubicBezTo>
                  <a:pt x="4765947" y="0"/>
                  <a:pt x="4775492" y="3954"/>
                  <a:pt x="4782532" y="10993"/>
                </a:cubicBezTo>
                <a:cubicBezTo>
                  <a:pt x="4789571" y="18031"/>
                  <a:pt x="4793524" y="27578"/>
                  <a:pt x="4793524" y="37532"/>
                </a:cubicBezTo>
                <a:lnTo>
                  <a:pt x="4793524" y="1736171"/>
                </a:lnTo>
                <a:cubicBezTo>
                  <a:pt x="4793524" y="1756899"/>
                  <a:pt x="4776721" y="1773703"/>
                  <a:pt x="4755993" y="1773703"/>
                </a:cubicBezTo>
                <a:lnTo>
                  <a:pt x="37532" y="1773703"/>
                </a:lnTo>
                <a:cubicBezTo>
                  <a:pt x="16804" y="1773703"/>
                  <a:pt x="0" y="1756899"/>
                  <a:pt x="0" y="1736171"/>
                </a:cubicBezTo>
                <a:lnTo>
                  <a:pt x="0" y="37532"/>
                </a:lnTo>
              </a:path>
            </a:pathLst>
          </a:custGeom>
          <a:solidFill xmlns:a="http://schemas.openxmlformats.org/drawingml/2006/main">
            <a:srgbClr val="EEEEEE"/>
          </a:solidFill>
          <a:ln xmlns:a="http://schemas.openxmlformats.org/drawingml/2006/main" w="21217">
            <a:solidFill>
              <a:srgbClr val="595959"/>
            </a:solidFill>
            <a:prstDash val="dash"/>
          </a:ln>
        </p:spPr>
      </p:sp>
      <p:sp>
        <p:nvSpPr>
          <p:cNvPr id="2" name="pdf-text-1-0">
            <a:extLst xmlns:a="http://schemas.openxmlformats.org/drawingml/2006/main">
              <a:ext uri="{FF2B5EF4-FFF2-40B4-BE49-F238E27FC236}">
                <a16:creationId xmlns:a16="http://schemas.microsoft.com/office/drawing/2014/main" id="{C12CC93B-CA1C-43B0-B7E7-ECF65D191E7E}"/>
              </a:ext>
            </a:extLst>
          </p:cNvPr>
          <p:cNvSpPr>
            <a:spLocks xmlns:a="http://schemas.openxmlformats.org/drawingml/2006/main" noGrp="1"/>
          </p:cNvSpPr>
          <p:nvPr/>
        </p:nvSpPr>
        <p:spPr>
          <a:xfrm xmlns:a="http://schemas.openxmlformats.org/drawingml/2006/main">
            <a:off x="150851" y="824791"/>
            <a:ext cx="547199" cy="169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Arial"/>
                <a:ea typeface="Arial"/>
                <a:cs typeface="Arial"/>
              </a:defRPr>
            </a:defPPr>
          </a:lstStyle>
          <a:p xmlns:a="http://schemas.openxmlformats.org/drawingml/2006/main">
            <a:pPr algn="l">
              <a:defRPr sz="1337" b="0" i="0">
                <a:solidFill>
                  <a:srgbClr val="000000"/>
                </a:solidFill>
                <a:latin typeface="Arial"/>
                <a:ea typeface="Arial"/>
                <a:cs typeface="Arial"/>
              </a:defRPr>
            </a:pPr>
            <a:r>
              <a:rPr sz="1337" b="0" i="0">
                <a:solidFill>
                  <a:srgbClr val="000000"/>
                </a:solidFill>
                <a:latin typeface="Arial"/>
                <a:ea typeface="Arial"/>
                <a:cs typeface="Arial"/>
              </a:rPr>
              <a:t>Repeat</a:t>
            </a:r>
          </a:p>
        </p:txBody>
      </p:sp>
      <p:sp>
        <p:nvSpPr>
          <p:cNvPr id="3" name="pdf-text-2-0">
            <a:extLst xmlns:a="http://schemas.openxmlformats.org/drawingml/2006/main">
              <a:ext uri="{FF2B5EF4-FFF2-40B4-BE49-F238E27FC236}">
                <a16:creationId xmlns:a16="http://schemas.microsoft.com/office/drawing/2014/main" id="{70BC3E81-099A-4818-9470-BDC549182FBD}"/>
              </a:ext>
            </a:extLst>
          </p:cNvPr>
          <p:cNvSpPr>
            <a:spLocks xmlns:a="http://schemas.openxmlformats.org/drawingml/2006/main" noGrp="1"/>
          </p:cNvSpPr>
          <p:nvPr/>
        </p:nvSpPr>
        <p:spPr>
          <a:xfrm xmlns:a="http://schemas.openxmlformats.org/drawingml/2006/main">
            <a:off x="150851" y="1026352"/>
            <a:ext cx="1011963" cy="169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Arial"/>
                <a:ea typeface="Arial"/>
                <a:cs typeface="Arial"/>
              </a:defRPr>
            </a:defPPr>
          </a:lstStyle>
          <a:p xmlns:a="http://schemas.openxmlformats.org/drawingml/2006/main">
            <a:pPr algn="l">
              <a:defRPr sz="1337" b="0" i="0">
                <a:solidFill>
                  <a:srgbClr val="000000"/>
                </a:solidFill>
                <a:latin typeface="Arial"/>
                <a:ea typeface="Arial"/>
                <a:cs typeface="Arial"/>
              </a:defRPr>
            </a:pPr>
            <a:r>
              <a:rPr sz="1337" b="0" i="0">
                <a:solidFill>
                  <a:srgbClr val="000000"/>
                </a:solidFill>
                <a:latin typeface="Arial"/>
                <a:ea typeface="Arial"/>
                <a:cs typeface="Arial"/>
              </a:rPr>
              <a:t>every T steps</a:t>
            </a:r>
          </a:p>
        </p:txBody>
      </p:sp>
      <p:sp>
        <p:nvSpPr>
          <p:cNvPr id="4" name="pdf-path-7">
            <a:extLst xmlns:a="http://schemas.openxmlformats.org/drawingml/2006/main">
              <a:ext uri="{FF2B5EF4-FFF2-40B4-BE49-F238E27FC236}">
                <a16:creationId xmlns:a16="http://schemas.microsoft.com/office/drawing/2014/main" id="{AAB221F8-C5EA-4A32-B8C3-67068DEDF75A}"/>
              </a:ext>
            </a:extLst>
          </p:cNvPr>
          <p:cNvSpPr>
            <a:spLocks xmlns:a="http://schemas.openxmlformats.org/drawingml/2006/main" noGrp="1"/>
          </p:cNvSpPr>
          <p:nvPr/>
        </p:nvSpPr>
        <p:spPr>
          <a:xfrm xmlns:a="http://schemas.openxmlformats.org/drawingml/2006/main">
            <a:off x="1321725" y="2720743"/>
            <a:ext cx="254770" cy="2673"/>
          </a:xfrm>
          <a:custGeom xmlns:a="http://schemas.openxmlformats.org/drawingml/2006/main">
            <a:pathLst>
              <a:path w="254770" h="2673">
                <a:moveTo>
                  <a:pt x="254770" y="0"/>
                </a:moveTo>
                <a:lnTo>
                  <a:pt x="0" y="2673"/>
                </a:lnTo>
              </a:path>
            </a:pathLst>
          </a:custGeom>
          <a:solidFill xmlns:a="http://schemas.openxmlformats.org/drawingml/2006/main">
            <a:srgbClr val="000000">
              <a:alpha val="0"/>
            </a:srgbClr>
          </a:solidFill>
          <a:ln xmlns:a="http://schemas.openxmlformats.org/drawingml/2006/main" w="0">
            <a:noFill/>
            <a:prstDash val="solid"/>
          </a:ln>
        </p:spPr>
      </p:sp>
      <p:sp>
        <p:nvSpPr>
          <p:cNvPr id="5" name="pdf-path-8">
            <a:extLst xmlns:a="http://schemas.openxmlformats.org/drawingml/2006/main">
              <a:ext uri="{FF2B5EF4-FFF2-40B4-BE49-F238E27FC236}">
                <a16:creationId xmlns:a16="http://schemas.microsoft.com/office/drawing/2014/main" id="{E726B8D4-A44E-4EA1-A887-BC273C31007B}"/>
              </a:ext>
            </a:extLst>
          </p:cNvPr>
          <p:cNvSpPr>
            <a:spLocks xmlns:a="http://schemas.openxmlformats.org/drawingml/2006/main" noGrp="1"/>
          </p:cNvSpPr>
          <p:nvPr/>
        </p:nvSpPr>
        <p:spPr>
          <a:xfrm xmlns:a="http://schemas.openxmlformats.org/drawingml/2006/main">
            <a:off x="1376257" y="2720743"/>
            <a:ext cx="200239" cy="2101"/>
          </a:xfrm>
          <a:custGeom xmlns:a="http://schemas.openxmlformats.org/drawingml/2006/main">
            <a:pathLst>
              <a:path w="200239" h="2101">
                <a:moveTo>
                  <a:pt x="200239" y="0"/>
                </a:moveTo>
                <a:lnTo>
                  <a:pt x="0" y="2101"/>
                </a:lnTo>
              </a:path>
            </a:pathLst>
          </a:custGeom>
          <a:noFill xmlns:a="http://schemas.openxmlformats.org/drawingml/2006/main"/>
          <a:ln xmlns:a="http://schemas.openxmlformats.org/drawingml/2006/main" w="15913">
            <a:solidFill>
              <a:srgbClr val="666666"/>
            </a:solidFill>
            <a:prstDash val="solid"/>
          </a:ln>
        </p:spPr>
      </p:sp>
      <p:sp>
        <p:nvSpPr>
          <p:cNvPr id="6" name="pdf-path-9">
            <a:extLst xmlns:a="http://schemas.openxmlformats.org/drawingml/2006/main">
              <a:ext uri="{FF2B5EF4-FFF2-40B4-BE49-F238E27FC236}">
                <a16:creationId xmlns:a16="http://schemas.microsoft.com/office/drawing/2014/main" id="{64908CE9-AD06-4BA1-B178-674242686FC8}"/>
              </a:ext>
            </a:extLst>
          </p:cNvPr>
          <p:cNvSpPr>
            <a:spLocks xmlns:a="http://schemas.openxmlformats.org/drawingml/2006/main" noGrp="1"/>
          </p:cNvSpPr>
          <p:nvPr/>
        </p:nvSpPr>
        <p:spPr>
          <a:xfrm xmlns:a="http://schemas.openxmlformats.org/drawingml/2006/main">
            <a:off x="1344987" y="2704762"/>
            <a:ext cx="49352" cy="35788"/>
          </a:xfrm>
          <a:custGeom xmlns:a="http://schemas.openxmlformats.org/drawingml/2006/main">
            <a:pathLst>
              <a:path w="49352" h="35788">
                <a:moveTo>
                  <a:pt x="31270" y="18082"/>
                </a:moveTo>
                <a:lnTo>
                  <a:pt x="48976" y="0"/>
                </a:lnTo>
                <a:lnTo>
                  <a:pt x="0" y="18410"/>
                </a:lnTo>
                <a:lnTo>
                  <a:pt x="49352" y="35788"/>
                </a:lnTo>
                <a:lnTo>
                  <a:pt x="31270" y="18082"/>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7" name="pdf-path-11">
            <a:extLst xmlns:a="http://schemas.openxmlformats.org/drawingml/2006/main">
              <a:ext uri="{FF2B5EF4-FFF2-40B4-BE49-F238E27FC236}">
                <a16:creationId xmlns:a16="http://schemas.microsoft.com/office/drawing/2014/main" id="{199AE2A3-A52C-4EB6-82EC-7F5912D107E2}"/>
              </a:ext>
            </a:extLst>
          </p:cNvPr>
          <p:cNvSpPr>
            <a:spLocks xmlns:a="http://schemas.openxmlformats.org/drawingml/2006/main" noGrp="1"/>
          </p:cNvSpPr>
          <p:nvPr/>
        </p:nvSpPr>
        <p:spPr>
          <a:xfrm xmlns:a="http://schemas.openxmlformats.org/drawingml/2006/main">
            <a:off x="2198803" y="2060298"/>
            <a:ext cx="2686699" cy="859202"/>
          </a:xfrm>
          <a:custGeom xmlns:a="http://schemas.openxmlformats.org/drawingml/2006/main">
            <a:pathLst>
              <a:path w="2686699" h="859202">
                <a:moveTo>
                  <a:pt x="0" y="0"/>
                </a:moveTo>
                <a:lnTo>
                  <a:pt x="2686699" y="0"/>
                </a:lnTo>
                <a:lnTo>
                  <a:pt x="2686699" y="859202"/>
                </a:lnTo>
                <a:lnTo>
                  <a:pt x="0" y="859202"/>
                </a:lnTo>
                <a:close/>
              </a:path>
            </a:pathLst>
          </a:custGeom>
          <a:solidFill xmlns:a="http://schemas.openxmlformats.org/drawingml/2006/main">
            <a:srgbClr val="BB8FB5"/>
          </a:solidFill>
          <a:ln xmlns:a="http://schemas.openxmlformats.org/drawingml/2006/main" w="0">
            <a:noFill/>
            <a:prstDash val="solid"/>
          </a:ln>
        </p:spPr>
      </p:sp>
      <p:sp>
        <p:nvSpPr>
          <p:cNvPr id="8" name="pdf-path-12">
            <a:extLst xmlns:a="http://schemas.openxmlformats.org/drawingml/2006/main">
              <a:ext uri="{FF2B5EF4-FFF2-40B4-BE49-F238E27FC236}">
                <a16:creationId xmlns:a16="http://schemas.microsoft.com/office/drawing/2014/main" id="{9ABC6E57-11B3-4723-A54F-5E1B9858AA34}"/>
              </a:ext>
            </a:extLst>
          </p:cNvPr>
          <p:cNvSpPr>
            <a:spLocks xmlns:a="http://schemas.openxmlformats.org/drawingml/2006/main" noGrp="1"/>
          </p:cNvSpPr>
          <p:nvPr/>
        </p:nvSpPr>
        <p:spPr>
          <a:xfrm xmlns:a="http://schemas.openxmlformats.org/drawingml/2006/main">
            <a:off x="2177586" y="2039081"/>
            <a:ext cx="2729133" cy="901636"/>
          </a:xfrm>
          <a:custGeom xmlns:a="http://schemas.openxmlformats.org/drawingml/2006/main">
            <a:pathLst>
              <a:path w="2729133" h="901636">
                <a:moveTo>
                  <a:pt x="0" y="21217"/>
                </a:moveTo>
                <a:cubicBezTo>
                  <a:pt x="0" y="9499"/>
                  <a:pt x="9499" y="0"/>
                  <a:pt x="21217" y="0"/>
                </a:cubicBezTo>
                <a:lnTo>
                  <a:pt x="2707916" y="0"/>
                </a:lnTo>
                <a:cubicBezTo>
                  <a:pt x="2719634" y="0"/>
                  <a:pt x="2729133" y="9499"/>
                  <a:pt x="2729133" y="21217"/>
                </a:cubicBezTo>
                <a:lnTo>
                  <a:pt x="2729133" y="880420"/>
                </a:lnTo>
                <a:cubicBezTo>
                  <a:pt x="2729133" y="892137"/>
                  <a:pt x="2719634" y="901636"/>
                  <a:pt x="2707916" y="901636"/>
                </a:cubicBezTo>
                <a:lnTo>
                  <a:pt x="21217" y="901636"/>
                </a:lnTo>
                <a:cubicBezTo>
                  <a:pt x="9499" y="901636"/>
                  <a:pt x="0" y="892137"/>
                  <a:pt x="0" y="880420"/>
                </a:cubicBezTo>
                <a:lnTo>
                  <a:pt x="0" y="21217"/>
                </a:lnTo>
              </a:path>
            </a:pathLst>
          </a:custGeom>
          <a:noFill xmlns:a="http://schemas.openxmlformats.org/drawingml/2006/main"/>
          <a:ln xmlns:a="http://schemas.openxmlformats.org/drawingml/2006/main" w="21217">
            <a:solidFill>
              <a:srgbClr val="666666"/>
            </a:solidFill>
            <a:prstDash val="solid"/>
          </a:ln>
        </p:spPr>
      </p:sp>
      <p:sp>
        <p:nvSpPr>
          <p:cNvPr id="9" name="pdf-path-13">
            <a:extLst xmlns:a="http://schemas.openxmlformats.org/drawingml/2006/main">
              <a:ext uri="{FF2B5EF4-FFF2-40B4-BE49-F238E27FC236}">
                <a16:creationId xmlns:a16="http://schemas.microsoft.com/office/drawing/2014/main" id="{86B0DF27-1733-4C2D-8F38-764FE8788E24}"/>
              </a:ext>
            </a:extLst>
          </p:cNvPr>
          <p:cNvSpPr>
            <a:spLocks xmlns:a="http://schemas.openxmlformats.org/drawingml/2006/main" noGrp="1"/>
          </p:cNvSpPr>
          <p:nvPr/>
        </p:nvSpPr>
        <p:spPr>
          <a:xfrm xmlns:a="http://schemas.openxmlformats.org/drawingml/2006/main">
            <a:off x="2220020" y="2081515"/>
            <a:ext cx="2644265" cy="816769"/>
          </a:xfrm>
          <a:custGeom xmlns:a="http://schemas.openxmlformats.org/drawingml/2006/main">
            <a:pathLst>
              <a:path w="2644265" h="816769">
                <a:moveTo>
                  <a:pt x="0" y="0"/>
                </a:moveTo>
                <a:lnTo>
                  <a:pt x="2644265" y="0"/>
                </a:lnTo>
                <a:lnTo>
                  <a:pt x="2644265" y="816769"/>
                </a:lnTo>
                <a:lnTo>
                  <a:pt x="0" y="816769"/>
                </a:lnTo>
                <a:close/>
              </a:path>
            </a:pathLst>
          </a:custGeom>
          <a:noFill xmlns:a="http://schemas.openxmlformats.org/drawingml/2006/main"/>
          <a:ln xmlns:a="http://schemas.openxmlformats.org/drawingml/2006/main" w="21217">
            <a:solidFill>
              <a:srgbClr val="666666"/>
            </a:solidFill>
            <a:prstDash val="solid"/>
          </a:ln>
        </p:spPr>
      </p:sp>
      <p:sp>
        <p:nvSpPr>
          <p:cNvPr id="10" name="pdf-text-3-0">
            <a:extLst xmlns:a="http://schemas.openxmlformats.org/drawingml/2006/main">
              <a:ext uri="{FF2B5EF4-FFF2-40B4-BE49-F238E27FC236}">
                <a16:creationId xmlns:a16="http://schemas.microsoft.com/office/drawing/2014/main" id="{39BCC923-65A9-414C-9D71-1427C370A26B}"/>
              </a:ext>
            </a:extLst>
          </p:cNvPr>
          <p:cNvSpPr>
            <a:spLocks xmlns:a="http://schemas.openxmlformats.org/drawingml/2006/main" noGrp="1"/>
          </p:cNvSpPr>
          <p:nvPr/>
        </p:nvSpPr>
        <p:spPr>
          <a:xfrm xmlns:a="http://schemas.openxmlformats.org/drawingml/2006/main">
            <a:off x="2655351" y="2294088"/>
            <a:ext cx="1772548" cy="1697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Arial"/>
                <a:ea typeface="Arial"/>
                <a:cs typeface="Arial"/>
              </a:defRPr>
            </a:defPPr>
          </a:lstStyle>
          <a:p xmlns:a="http://schemas.openxmlformats.org/drawingml/2006/main">
            <a:pPr algn="l">
              <a:defRPr sz="1337" b="0" i="0">
                <a:solidFill>
                  <a:srgbClr val="000000"/>
                </a:solidFill>
                <a:latin typeface="Arial"/>
                <a:ea typeface="Arial"/>
                <a:cs typeface="Arial"/>
              </a:defRPr>
            </a:pPr>
            <a:r>
              <a:rPr sz="1337" b="0" i="0">
                <a:solidFill>
                  <a:srgbClr val="000000"/>
                </a:solidFill>
                <a:latin typeface="Arial"/>
                <a:ea typeface="Arial"/>
                <a:cs typeface="Arial"/>
              </a:rPr>
              <a:t>Skill-Conditioned Policy</a:t>
            </a:r>
          </a:p>
        </p:txBody>
      </p:sp>
      <p:sp>
        <p:nvSpPr>
          <p:cNvPr id="11" name="pdf-path-21">
            <a:extLst xmlns:a="http://schemas.openxmlformats.org/drawingml/2006/main">
              <a:ext uri="{FF2B5EF4-FFF2-40B4-BE49-F238E27FC236}">
                <a16:creationId xmlns:a16="http://schemas.microsoft.com/office/drawing/2014/main" id="{BA12BE55-D916-4A55-9622-FAE91DA46E54}"/>
              </a:ext>
            </a:extLst>
          </p:cNvPr>
          <p:cNvSpPr>
            <a:spLocks xmlns:a="http://schemas.openxmlformats.org/drawingml/2006/main" noGrp="1"/>
          </p:cNvSpPr>
          <p:nvPr/>
        </p:nvSpPr>
        <p:spPr>
          <a:xfrm xmlns:a="http://schemas.openxmlformats.org/drawingml/2006/main">
            <a:off x="92120" y="2060298"/>
            <a:ext cx="1205356" cy="859202"/>
          </a:xfrm>
          <a:custGeom xmlns:a="http://schemas.openxmlformats.org/drawingml/2006/main">
            <a:pathLst>
              <a:path w="1205356" h="859202">
                <a:moveTo>
                  <a:pt x="0" y="0"/>
                </a:moveTo>
                <a:lnTo>
                  <a:pt x="1205356" y="0"/>
                </a:lnTo>
                <a:lnTo>
                  <a:pt x="1205356" y="859202"/>
                </a:lnTo>
                <a:lnTo>
                  <a:pt x="0" y="859202"/>
                </a:lnTo>
                <a:close/>
              </a:path>
            </a:pathLst>
          </a:custGeom>
          <a:solidFill xmlns:a="http://schemas.openxmlformats.org/drawingml/2006/main">
            <a:srgbClr val="FFDC6A"/>
          </a:solidFill>
          <a:ln xmlns:a="http://schemas.openxmlformats.org/drawingml/2006/main" w="0">
            <a:noFill/>
            <a:prstDash val="solid"/>
          </a:ln>
        </p:spPr>
      </p:sp>
      <p:sp>
        <p:nvSpPr>
          <p:cNvPr id="12" name="pdf-path-22">
            <a:extLst xmlns:a="http://schemas.openxmlformats.org/drawingml/2006/main">
              <a:ext uri="{FF2B5EF4-FFF2-40B4-BE49-F238E27FC236}">
                <a16:creationId xmlns:a16="http://schemas.microsoft.com/office/drawing/2014/main" id="{AB9DF66F-AB6B-4708-B86A-9ED8EFAAD33C}"/>
              </a:ext>
            </a:extLst>
          </p:cNvPr>
          <p:cNvSpPr>
            <a:spLocks xmlns:a="http://schemas.openxmlformats.org/drawingml/2006/main" noGrp="1"/>
          </p:cNvSpPr>
          <p:nvPr/>
        </p:nvSpPr>
        <p:spPr>
          <a:xfrm xmlns:a="http://schemas.openxmlformats.org/drawingml/2006/main">
            <a:off x="70903" y="2039081"/>
            <a:ext cx="1247790" cy="901636"/>
          </a:xfrm>
          <a:custGeom xmlns:a="http://schemas.openxmlformats.org/drawingml/2006/main">
            <a:pathLst>
              <a:path w="1247790" h="901636">
                <a:moveTo>
                  <a:pt x="0" y="21217"/>
                </a:moveTo>
                <a:cubicBezTo>
                  <a:pt x="0" y="9499"/>
                  <a:pt x="9499" y="0"/>
                  <a:pt x="21217" y="0"/>
                </a:cubicBezTo>
                <a:lnTo>
                  <a:pt x="1226573" y="0"/>
                </a:lnTo>
                <a:cubicBezTo>
                  <a:pt x="1238291" y="0"/>
                  <a:pt x="1247790" y="9499"/>
                  <a:pt x="1247790" y="21217"/>
                </a:cubicBezTo>
                <a:lnTo>
                  <a:pt x="1247790" y="880420"/>
                </a:lnTo>
                <a:cubicBezTo>
                  <a:pt x="1247790" y="892137"/>
                  <a:pt x="1238291" y="901636"/>
                  <a:pt x="1226573" y="901636"/>
                </a:cubicBezTo>
                <a:lnTo>
                  <a:pt x="21217" y="901636"/>
                </a:lnTo>
                <a:cubicBezTo>
                  <a:pt x="9499" y="901636"/>
                  <a:pt x="0" y="892137"/>
                  <a:pt x="0" y="880420"/>
                </a:cubicBezTo>
                <a:lnTo>
                  <a:pt x="0" y="21217"/>
                </a:lnTo>
              </a:path>
            </a:pathLst>
          </a:custGeom>
          <a:noFill xmlns:a="http://schemas.openxmlformats.org/drawingml/2006/main"/>
          <a:ln xmlns:a="http://schemas.openxmlformats.org/drawingml/2006/main" w="21217">
            <a:solidFill>
              <a:srgbClr val="666666"/>
            </a:solidFill>
            <a:prstDash val="solid"/>
          </a:ln>
        </p:spPr>
      </p:sp>
      <p:sp>
        <p:nvSpPr>
          <p:cNvPr id="13" name="pdf-path-23">
            <a:extLst xmlns:a="http://schemas.openxmlformats.org/drawingml/2006/main">
              <a:ext uri="{FF2B5EF4-FFF2-40B4-BE49-F238E27FC236}">
                <a16:creationId xmlns:a16="http://schemas.microsoft.com/office/drawing/2014/main" id="{82C07DD9-FBF5-4866-86C1-7C9E89FCA9BA}"/>
              </a:ext>
            </a:extLst>
          </p:cNvPr>
          <p:cNvSpPr>
            <a:spLocks xmlns:a="http://schemas.openxmlformats.org/drawingml/2006/main" noGrp="1"/>
          </p:cNvSpPr>
          <p:nvPr/>
        </p:nvSpPr>
        <p:spPr>
          <a:xfrm xmlns:a="http://schemas.openxmlformats.org/drawingml/2006/main">
            <a:off x="113337" y="2081515"/>
            <a:ext cx="1162922" cy="816769"/>
          </a:xfrm>
          <a:custGeom xmlns:a="http://schemas.openxmlformats.org/drawingml/2006/main">
            <a:pathLst>
              <a:path w="1162922" h="816769">
                <a:moveTo>
                  <a:pt x="0" y="0"/>
                </a:moveTo>
                <a:lnTo>
                  <a:pt x="1162922" y="0"/>
                </a:lnTo>
                <a:lnTo>
                  <a:pt x="1162922" y="816769"/>
                </a:lnTo>
                <a:lnTo>
                  <a:pt x="0" y="816769"/>
                </a:lnTo>
                <a:close/>
              </a:path>
            </a:pathLst>
          </a:custGeom>
          <a:noFill xmlns:a="http://schemas.openxmlformats.org/drawingml/2006/main"/>
          <a:ln xmlns:a="http://schemas.openxmlformats.org/drawingml/2006/main" w="21217">
            <a:solidFill>
              <a:srgbClr val="666666"/>
            </a:solidFill>
            <a:prstDash val="solid"/>
          </a:ln>
        </p:spPr>
      </p:sp>
      <p:sp>
        <p:nvSpPr>
          <p:cNvPr id="14" name="pdf-text-10-0">
            <a:extLst xmlns:a="http://schemas.openxmlformats.org/drawingml/2006/main">
              <a:ext uri="{FF2B5EF4-FFF2-40B4-BE49-F238E27FC236}">
                <a16:creationId xmlns:a16="http://schemas.microsoft.com/office/drawing/2014/main" id="{BD30FD76-5A73-4805-9295-1D408D45048C}"/>
              </a:ext>
            </a:extLst>
          </p:cNvPr>
          <p:cNvSpPr>
            <a:spLocks xmlns:a="http://schemas.openxmlformats.org/drawingml/2006/main" noGrp="1"/>
          </p:cNvSpPr>
          <p:nvPr/>
        </p:nvSpPr>
        <p:spPr>
          <a:xfrm xmlns:a="http://schemas.openxmlformats.org/drawingml/2006/main">
            <a:off x="218370" y="2294088"/>
            <a:ext cx="952528" cy="1697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Arial"/>
                <a:ea typeface="Arial"/>
                <a:cs typeface="Arial"/>
              </a:defRPr>
            </a:defPPr>
          </a:lstStyle>
          <a:p xmlns:a="http://schemas.openxmlformats.org/drawingml/2006/main">
            <a:pPr algn="l">
              <a:defRPr sz="1337" b="0" i="0">
                <a:solidFill>
                  <a:srgbClr val="000000"/>
                </a:solidFill>
                <a:latin typeface="Arial"/>
                <a:ea typeface="Arial"/>
                <a:cs typeface="Arial"/>
              </a:defRPr>
            </a:pPr>
            <a:r>
              <a:rPr sz="1337" b="0" i="0">
                <a:solidFill>
                  <a:srgbClr val="000000"/>
                </a:solidFill>
                <a:latin typeface="Arial"/>
                <a:ea typeface="Arial"/>
                <a:cs typeface="Arial"/>
              </a:rPr>
              <a:t>Environment</a:t>
            </a:r>
          </a:p>
        </p:txBody>
      </p:sp>
      <p:sp>
        <p:nvSpPr>
          <p:cNvPr id="15" name="pdf-path-34">
            <a:extLst xmlns:a="http://schemas.openxmlformats.org/drawingml/2006/main">
              <a:ext uri="{FF2B5EF4-FFF2-40B4-BE49-F238E27FC236}">
                <a16:creationId xmlns:a16="http://schemas.microsoft.com/office/drawing/2014/main" id="{AAA09561-9DD1-4555-AB19-40942C505195}"/>
              </a:ext>
            </a:extLst>
          </p:cNvPr>
          <p:cNvSpPr>
            <a:spLocks xmlns:a="http://schemas.openxmlformats.org/drawingml/2006/main" noGrp="1"/>
          </p:cNvSpPr>
          <p:nvPr/>
        </p:nvSpPr>
        <p:spPr>
          <a:xfrm xmlns:a="http://schemas.openxmlformats.org/drawingml/2006/main">
            <a:off x="1314730" y="2280177"/>
            <a:ext cx="244413" cy="668"/>
          </a:xfrm>
          <a:custGeom xmlns:a="http://schemas.openxmlformats.org/drawingml/2006/main">
            <a:pathLst>
              <a:path w="244413" h="668">
                <a:moveTo>
                  <a:pt x="0" y="668"/>
                </a:moveTo>
                <a:lnTo>
                  <a:pt x="244413" y="0"/>
                </a:lnTo>
              </a:path>
            </a:pathLst>
          </a:custGeom>
          <a:solidFill xmlns:a="http://schemas.openxmlformats.org/drawingml/2006/main">
            <a:srgbClr val="000000">
              <a:alpha val="0"/>
            </a:srgbClr>
          </a:solidFill>
          <a:ln xmlns:a="http://schemas.openxmlformats.org/drawingml/2006/main" w="0">
            <a:noFill/>
            <a:prstDash val="solid"/>
          </a:ln>
        </p:spPr>
      </p:sp>
      <p:sp>
        <p:nvSpPr>
          <p:cNvPr id="16" name="pdf-path-35">
            <a:extLst xmlns:a="http://schemas.openxmlformats.org/drawingml/2006/main">
              <a:ext uri="{FF2B5EF4-FFF2-40B4-BE49-F238E27FC236}">
                <a16:creationId xmlns:a16="http://schemas.microsoft.com/office/drawing/2014/main" id="{40E67617-0268-4A9A-81E1-735A39EA671B}"/>
              </a:ext>
            </a:extLst>
          </p:cNvPr>
          <p:cNvSpPr>
            <a:spLocks xmlns:a="http://schemas.openxmlformats.org/drawingml/2006/main" noGrp="1"/>
          </p:cNvSpPr>
          <p:nvPr/>
        </p:nvSpPr>
        <p:spPr>
          <a:xfrm xmlns:a="http://schemas.openxmlformats.org/drawingml/2006/main">
            <a:off x="1314730" y="2280326"/>
            <a:ext cx="189879" cy="519"/>
          </a:xfrm>
          <a:custGeom xmlns:a="http://schemas.openxmlformats.org/drawingml/2006/main">
            <a:pathLst>
              <a:path w="189879" h="519">
                <a:moveTo>
                  <a:pt x="0" y="519"/>
                </a:moveTo>
                <a:lnTo>
                  <a:pt x="189879" y="0"/>
                </a:lnTo>
              </a:path>
            </a:pathLst>
          </a:custGeom>
          <a:noFill xmlns:a="http://schemas.openxmlformats.org/drawingml/2006/main"/>
          <a:ln xmlns:a="http://schemas.openxmlformats.org/drawingml/2006/main" w="15913">
            <a:solidFill>
              <a:srgbClr val="666666"/>
            </a:solidFill>
            <a:prstDash val="solid"/>
          </a:ln>
        </p:spPr>
      </p:sp>
      <p:sp>
        <p:nvSpPr>
          <p:cNvPr id="17" name="pdf-path-36">
            <a:extLst xmlns:a="http://schemas.openxmlformats.org/drawingml/2006/main">
              <a:ext uri="{FF2B5EF4-FFF2-40B4-BE49-F238E27FC236}">
                <a16:creationId xmlns:a16="http://schemas.microsoft.com/office/drawing/2014/main" id="{B45310E3-BD8E-4556-9F6B-B6E7CD251505}"/>
              </a:ext>
            </a:extLst>
          </p:cNvPr>
          <p:cNvSpPr>
            <a:spLocks xmlns:a="http://schemas.openxmlformats.org/drawingml/2006/main" noGrp="1"/>
          </p:cNvSpPr>
          <p:nvPr/>
        </p:nvSpPr>
        <p:spPr>
          <a:xfrm xmlns:a="http://schemas.openxmlformats.org/drawingml/2006/main">
            <a:off x="1486665" y="2262479"/>
            <a:ext cx="49215" cy="35790"/>
          </a:xfrm>
          <a:custGeom xmlns:a="http://schemas.openxmlformats.org/drawingml/2006/main">
            <a:pathLst>
              <a:path w="49215" h="35790">
                <a:moveTo>
                  <a:pt x="17944" y="17846"/>
                </a:moveTo>
                <a:lnTo>
                  <a:pt x="98" y="35790"/>
                </a:lnTo>
                <a:lnTo>
                  <a:pt x="49215" y="17761"/>
                </a:lnTo>
                <a:lnTo>
                  <a:pt x="0" y="0"/>
                </a:lnTo>
                <a:lnTo>
                  <a:pt x="17944" y="17846"/>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18" name="pdf-path-38">
            <a:extLst xmlns:a="http://schemas.openxmlformats.org/drawingml/2006/main">
              <a:ext uri="{FF2B5EF4-FFF2-40B4-BE49-F238E27FC236}">
                <a16:creationId xmlns:a16="http://schemas.microsoft.com/office/drawing/2014/main" id="{229AAAD8-6C96-47AF-8BAA-3F87953E9556}"/>
              </a:ext>
            </a:extLst>
          </p:cNvPr>
          <p:cNvSpPr>
            <a:spLocks xmlns:a="http://schemas.openxmlformats.org/drawingml/2006/main" noGrp="1"/>
          </p:cNvSpPr>
          <p:nvPr/>
        </p:nvSpPr>
        <p:spPr>
          <a:xfrm xmlns:a="http://schemas.openxmlformats.org/drawingml/2006/main">
            <a:off x="1576496" y="2060298"/>
            <a:ext cx="335796" cy="397107"/>
          </a:xfrm>
          <a:custGeom xmlns:a="http://schemas.openxmlformats.org/drawingml/2006/main">
            <a:pathLst>
              <a:path w="335796" h="397107">
                <a:moveTo>
                  <a:pt x="0" y="0"/>
                </a:moveTo>
                <a:lnTo>
                  <a:pt x="335796" y="0"/>
                </a:lnTo>
                <a:lnTo>
                  <a:pt x="335796" y="397107"/>
                </a:lnTo>
                <a:lnTo>
                  <a:pt x="0" y="397107"/>
                </a:lnTo>
                <a:close/>
              </a:path>
            </a:pathLst>
          </a:custGeom>
          <a:solidFill xmlns:a="http://schemas.openxmlformats.org/drawingml/2006/main">
            <a:srgbClr val="68BEE7"/>
          </a:solidFill>
          <a:ln xmlns:a="http://schemas.openxmlformats.org/drawingml/2006/main" w="0">
            <a:noFill/>
            <a:prstDash val="solid"/>
          </a:ln>
        </p:spPr>
      </p:sp>
      <p:sp>
        <p:nvSpPr>
          <p:cNvPr id="19" name="pdf-path-39">
            <a:extLst xmlns:a="http://schemas.openxmlformats.org/drawingml/2006/main">
              <a:ext uri="{FF2B5EF4-FFF2-40B4-BE49-F238E27FC236}">
                <a16:creationId xmlns:a16="http://schemas.microsoft.com/office/drawing/2014/main" id="{52AF8E92-64E1-409B-B560-0883902549BC}"/>
              </a:ext>
            </a:extLst>
          </p:cNvPr>
          <p:cNvSpPr>
            <a:spLocks xmlns:a="http://schemas.openxmlformats.org/drawingml/2006/main" noGrp="1"/>
          </p:cNvSpPr>
          <p:nvPr/>
        </p:nvSpPr>
        <p:spPr>
          <a:xfrm xmlns:a="http://schemas.openxmlformats.org/drawingml/2006/main">
            <a:off x="1555279" y="2039081"/>
            <a:ext cx="378229" cy="439542"/>
          </a:xfrm>
          <a:custGeom xmlns:a="http://schemas.openxmlformats.org/drawingml/2006/main">
            <a:pathLst>
              <a:path w="378229" h="439542">
                <a:moveTo>
                  <a:pt x="0" y="21217"/>
                </a:moveTo>
                <a:cubicBezTo>
                  <a:pt x="0" y="9499"/>
                  <a:pt x="9499" y="0"/>
                  <a:pt x="21217" y="0"/>
                </a:cubicBezTo>
                <a:lnTo>
                  <a:pt x="357013" y="0"/>
                </a:lnTo>
                <a:cubicBezTo>
                  <a:pt x="368730" y="0"/>
                  <a:pt x="378229" y="9499"/>
                  <a:pt x="378229" y="21217"/>
                </a:cubicBezTo>
                <a:lnTo>
                  <a:pt x="378229" y="418324"/>
                </a:lnTo>
                <a:cubicBezTo>
                  <a:pt x="378229" y="430043"/>
                  <a:pt x="368730" y="439542"/>
                  <a:pt x="357013" y="439542"/>
                </a:cubicBezTo>
                <a:lnTo>
                  <a:pt x="21217" y="439542"/>
                </a:lnTo>
                <a:cubicBezTo>
                  <a:pt x="9499" y="439542"/>
                  <a:pt x="0" y="430043"/>
                  <a:pt x="0" y="418324"/>
                </a:cubicBezTo>
                <a:lnTo>
                  <a:pt x="0" y="21217"/>
                </a:lnTo>
              </a:path>
            </a:pathLst>
          </a:custGeom>
          <a:noFill xmlns:a="http://schemas.openxmlformats.org/drawingml/2006/main"/>
          <a:ln xmlns:a="http://schemas.openxmlformats.org/drawingml/2006/main" w="21217">
            <a:solidFill>
              <a:srgbClr val="666666"/>
            </a:solidFill>
            <a:prstDash val="solid"/>
          </a:ln>
        </p:spPr>
      </p:sp>
      <p:sp>
        <p:nvSpPr>
          <p:cNvPr id="20" name="pdf-path-40">
            <a:extLst xmlns:a="http://schemas.openxmlformats.org/drawingml/2006/main">
              <a:ext uri="{FF2B5EF4-FFF2-40B4-BE49-F238E27FC236}">
                <a16:creationId xmlns:a16="http://schemas.microsoft.com/office/drawing/2014/main" id="{BB101B38-6844-4B4A-B080-FD17C516CE33}"/>
              </a:ext>
            </a:extLst>
          </p:cNvPr>
          <p:cNvSpPr>
            <a:spLocks xmlns:a="http://schemas.openxmlformats.org/drawingml/2006/main" noGrp="1"/>
          </p:cNvSpPr>
          <p:nvPr/>
        </p:nvSpPr>
        <p:spPr>
          <a:xfrm xmlns:a="http://schemas.openxmlformats.org/drawingml/2006/main">
            <a:off x="1597713" y="2081515"/>
            <a:ext cx="293362" cy="354673"/>
          </a:xfrm>
          <a:custGeom xmlns:a="http://schemas.openxmlformats.org/drawingml/2006/main">
            <a:pathLst>
              <a:path w="293362" h="354673">
                <a:moveTo>
                  <a:pt x="0" y="0"/>
                </a:moveTo>
                <a:lnTo>
                  <a:pt x="293362" y="0"/>
                </a:lnTo>
                <a:lnTo>
                  <a:pt x="293362" y="354673"/>
                </a:lnTo>
                <a:lnTo>
                  <a:pt x="0" y="354673"/>
                </a:lnTo>
                <a:close/>
              </a:path>
            </a:pathLst>
          </a:custGeom>
          <a:noFill xmlns:a="http://schemas.openxmlformats.org/drawingml/2006/main"/>
          <a:ln xmlns:a="http://schemas.openxmlformats.org/drawingml/2006/main" w="21217">
            <a:solidFill>
              <a:srgbClr val="666666"/>
            </a:solidFill>
            <a:prstDash val="solid"/>
          </a:ln>
        </p:spPr>
      </p:sp>
      <p:sp>
        <p:nvSpPr>
          <p:cNvPr id="21" name="pdf-path-43">
            <a:extLst xmlns:a="http://schemas.openxmlformats.org/drawingml/2006/main">
              <a:ext uri="{FF2B5EF4-FFF2-40B4-BE49-F238E27FC236}">
                <a16:creationId xmlns:a16="http://schemas.microsoft.com/office/drawing/2014/main" id="{54997F1F-CDF8-41FD-9AB7-B64A27BBFAE5}"/>
              </a:ext>
            </a:extLst>
          </p:cNvPr>
          <p:cNvSpPr>
            <a:spLocks xmlns:a="http://schemas.openxmlformats.org/drawingml/2006/main" noGrp="1"/>
          </p:cNvSpPr>
          <p:nvPr/>
        </p:nvSpPr>
        <p:spPr>
          <a:xfrm xmlns:a="http://schemas.openxmlformats.org/drawingml/2006/main">
            <a:off x="1576496" y="2522189"/>
            <a:ext cx="335796" cy="397107"/>
          </a:xfrm>
          <a:custGeom xmlns:a="http://schemas.openxmlformats.org/drawingml/2006/main">
            <a:pathLst>
              <a:path w="335796" h="397107">
                <a:moveTo>
                  <a:pt x="0" y="0"/>
                </a:moveTo>
                <a:lnTo>
                  <a:pt x="335796" y="0"/>
                </a:lnTo>
                <a:lnTo>
                  <a:pt x="335796" y="397107"/>
                </a:lnTo>
                <a:lnTo>
                  <a:pt x="0" y="397107"/>
                </a:lnTo>
                <a:close/>
              </a:path>
            </a:pathLst>
          </a:custGeom>
          <a:solidFill xmlns:a="http://schemas.openxmlformats.org/drawingml/2006/main">
            <a:srgbClr val="68BEE7"/>
          </a:solidFill>
          <a:ln xmlns:a="http://schemas.openxmlformats.org/drawingml/2006/main" w="0">
            <a:noFill/>
            <a:prstDash val="solid"/>
          </a:ln>
        </p:spPr>
      </p:sp>
      <p:sp>
        <p:nvSpPr>
          <p:cNvPr id="22" name="pdf-path-44">
            <a:extLst xmlns:a="http://schemas.openxmlformats.org/drawingml/2006/main">
              <a:ext uri="{FF2B5EF4-FFF2-40B4-BE49-F238E27FC236}">
                <a16:creationId xmlns:a16="http://schemas.microsoft.com/office/drawing/2014/main" id="{965C6FD6-58AA-4A5E-A695-B8F9FCC818C6}"/>
              </a:ext>
            </a:extLst>
          </p:cNvPr>
          <p:cNvSpPr>
            <a:spLocks xmlns:a="http://schemas.openxmlformats.org/drawingml/2006/main" noGrp="1"/>
          </p:cNvSpPr>
          <p:nvPr/>
        </p:nvSpPr>
        <p:spPr>
          <a:xfrm xmlns:a="http://schemas.openxmlformats.org/drawingml/2006/main">
            <a:off x="1555279" y="2500972"/>
            <a:ext cx="378229" cy="439542"/>
          </a:xfrm>
          <a:custGeom xmlns:a="http://schemas.openxmlformats.org/drawingml/2006/main">
            <a:pathLst>
              <a:path w="378229" h="439542">
                <a:moveTo>
                  <a:pt x="0" y="21217"/>
                </a:moveTo>
                <a:cubicBezTo>
                  <a:pt x="0" y="9499"/>
                  <a:pt x="9499" y="0"/>
                  <a:pt x="21217" y="0"/>
                </a:cubicBezTo>
                <a:lnTo>
                  <a:pt x="357013" y="0"/>
                </a:lnTo>
                <a:cubicBezTo>
                  <a:pt x="368730" y="0"/>
                  <a:pt x="378229" y="9499"/>
                  <a:pt x="378229" y="21217"/>
                </a:cubicBezTo>
                <a:lnTo>
                  <a:pt x="378229" y="418324"/>
                </a:lnTo>
                <a:cubicBezTo>
                  <a:pt x="378229" y="430043"/>
                  <a:pt x="368730" y="439542"/>
                  <a:pt x="357013" y="439542"/>
                </a:cubicBezTo>
                <a:lnTo>
                  <a:pt x="21217" y="439542"/>
                </a:lnTo>
                <a:cubicBezTo>
                  <a:pt x="9499" y="439542"/>
                  <a:pt x="0" y="430043"/>
                  <a:pt x="0" y="418324"/>
                </a:cubicBezTo>
                <a:lnTo>
                  <a:pt x="0" y="21217"/>
                </a:lnTo>
              </a:path>
            </a:pathLst>
          </a:custGeom>
          <a:noFill xmlns:a="http://schemas.openxmlformats.org/drawingml/2006/main"/>
          <a:ln xmlns:a="http://schemas.openxmlformats.org/drawingml/2006/main" w="21217">
            <a:solidFill>
              <a:srgbClr val="666666"/>
            </a:solidFill>
            <a:prstDash val="solid"/>
          </a:ln>
        </p:spPr>
      </p:sp>
      <p:sp>
        <p:nvSpPr>
          <p:cNvPr id="23" name="pdf-path-45">
            <a:extLst xmlns:a="http://schemas.openxmlformats.org/drawingml/2006/main">
              <a:ext uri="{FF2B5EF4-FFF2-40B4-BE49-F238E27FC236}">
                <a16:creationId xmlns:a16="http://schemas.microsoft.com/office/drawing/2014/main" id="{C9D81FFA-5BCA-49CB-ABCC-5C84C6523EA3}"/>
              </a:ext>
            </a:extLst>
          </p:cNvPr>
          <p:cNvSpPr>
            <a:spLocks xmlns:a="http://schemas.openxmlformats.org/drawingml/2006/main" noGrp="1"/>
          </p:cNvSpPr>
          <p:nvPr/>
        </p:nvSpPr>
        <p:spPr>
          <a:xfrm xmlns:a="http://schemas.openxmlformats.org/drawingml/2006/main">
            <a:off x="1597713" y="2543406"/>
            <a:ext cx="293362" cy="354673"/>
          </a:xfrm>
          <a:custGeom xmlns:a="http://schemas.openxmlformats.org/drawingml/2006/main">
            <a:pathLst>
              <a:path w="293362" h="354673">
                <a:moveTo>
                  <a:pt x="0" y="0"/>
                </a:moveTo>
                <a:lnTo>
                  <a:pt x="293362" y="0"/>
                </a:lnTo>
                <a:lnTo>
                  <a:pt x="293362" y="354673"/>
                </a:lnTo>
                <a:lnTo>
                  <a:pt x="0" y="354673"/>
                </a:lnTo>
                <a:close/>
              </a:path>
            </a:pathLst>
          </a:custGeom>
          <a:noFill xmlns:a="http://schemas.openxmlformats.org/drawingml/2006/main"/>
          <a:ln xmlns:a="http://schemas.openxmlformats.org/drawingml/2006/main" w="21217">
            <a:solidFill>
              <a:srgbClr val="666666"/>
            </a:solidFill>
            <a:prstDash val="solid"/>
          </a:ln>
        </p:spPr>
      </p:sp>
      <p:sp>
        <p:nvSpPr>
          <p:cNvPr id="24" name="pdf-path-48">
            <a:extLst xmlns:a="http://schemas.openxmlformats.org/drawingml/2006/main">
              <a:ext uri="{FF2B5EF4-FFF2-40B4-BE49-F238E27FC236}">
                <a16:creationId xmlns:a16="http://schemas.microsoft.com/office/drawing/2014/main" id="{EB9F970D-D435-4770-8CDC-759CB2ED6F73}"/>
              </a:ext>
            </a:extLst>
          </p:cNvPr>
          <p:cNvSpPr>
            <a:spLocks xmlns:a="http://schemas.openxmlformats.org/drawingml/2006/main" noGrp="1"/>
          </p:cNvSpPr>
          <p:nvPr/>
        </p:nvSpPr>
        <p:spPr>
          <a:xfrm xmlns:a="http://schemas.openxmlformats.org/drawingml/2006/main">
            <a:off x="1300672" y="1382498"/>
            <a:ext cx="898128" cy="397108"/>
          </a:xfrm>
          <a:custGeom xmlns:a="http://schemas.openxmlformats.org/drawingml/2006/main">
            <a:pathLst>
              <a:path w="898128" h="397108">
                <a:moveTo>
                  <a:pt x="0" y="0"/>
                </a:moveTo>
                <a:lnTo>
                  <a:pt x="898128" y="0"/>
                </a:lnTo>
                <a:lnTo>
                  <a:pt x="898128" y="397108"/>
                </a:lnTo>
                <a:lnTo>
                  <a:pt x="0" y="397108"/>
                </a:lnTo>
                <a:close/>
              </a:path>
            </a:pathLst>
          </a:custGeom>
          <a:solidFill xmlns:a="http://schemas.openxmlformats.org/drawingml/2006/main">
            <a:srgbClr val="00BEA8"/>
          </a:solidFill>
          <a:ln xmlns:a="http://schemas.openxmlformats.org/drawingml/2006/main" w="0">
            <a:noFill/>
            <a:prstDash val="solid"/>
          </a:ln>
        </p:spPr>
      </p:sp>
      <p:sp>
        <p:nvSpPr>
          <p:cNvPr id="25" name="pdf-path-49">
            <a:extLst xmlns:a="http://schemas.openxmlformats.org/drawingml/2006/main">
              <a:ext uri="{FF2B5EF4-FFF2-40B4-BE49-F238E27FC236}">
                <a16:creationId xmlns:a16="http://schemas.microsoft.com/office/drawing/2014/main" id="{F9C956DF-BFA5-470A-A706-77842FFA19DA}"/>
              </a:ext>
            </a:extLst>
          </p:cNvPr>
          <p:cNvSpPr>
            <a:spLocks xmlns:a="http://schemas.openxmlformats.org/drawingml/2006/main" noGrp="1"/>
          </p:cNvSpPr>
          <p:nvPr/>
        </p:nvSpPr>
        <p:spPr>
          <a:xfrm xmlns:a="http://schemas.openxmlformats.org/drawingml/2006/main">
            <a:off x="1279455" y="1361281"/>
            <a:ext cx="940562" cy="439541"/>
          </a:xfrm>
          <a:custGeom xmlns:a="http://schemas.openxmlformats.org/drawingml/2006/main">
            <a:pathLst>
              <a:path w="940562" h="439541">
                <a:moveTo>
                  <a:pt x="0" y="21217"/>
                </a:moveTo>
                <a:cubicBezTo>
                  <a:pt x="0" y="9499"/>
                  <a:pt x="9500" y="0"/>
                  <a:pt x="21217" y="0"/>
                </a:cubicBezTo>
                <a:lnTo>
                  <a:pt x="919345" y="0"/>
                </a:lnTo>
                <a:cubicBezTo>
                  <a:pt x="931063" y="0"/>
                  <a:pt x="940562" y="9499"/>
                  <a:pt x="940562" y="21217"/>
                </a:cubicBezTo>
                <a:lnTo>
                  <a:pt x="940562" y="418325"/>
                </a:lnTo>
                <a:cubicBezTo>
                  <a:pt x="940562" y="430042"/>
                  <a:pt x="931063" y="439541"/>
                  <a:pt x="919345" y="439541"/>
                </a:cubicBezTo>
                <a:lnTo>
                  <a:pt x="21217" y="439541"/>
                </a:lnTo>
                <a:cubicBezTo>
                  <a:pt x="9500" y="439541"/>
                  <a:pt x="0" y="430042"/>
                  <a:pt x="0" y="418325"/>
                </a:cubicBezTo>
                <a:lnTo>
                  <a:pt x="0" y="21217"/>
                </a:lnTo>
              </a:path>
            </a:pathLst>
          </a:custGeom>
          <a:noFill xmlns:a="http://schemas.openxmlformats.org/drawingml/2006/main"/>
          <a:ln xmlns:a="http://schemas.openxmlformats.org/drawingml/2006/main" w="21217">
            <a:solidFill>
              <a:srgbClr val="666666"/>
            </a:solidFill>
            <a:prstDash val="solid"/>
          </a:ln>
        </p:spPr>
      </p:sp>
      <p:sp>
        <p:nvSpPr>
          <p:cNvPr id="26" name="pdf-path-50">
            <a:extLst xmlns:a="http://schemas.openxmlformats.org/drawingml/2006/main">
              <a:ext uri="{FF2B5EF4-FFF2-40B4-BE49-F238E27FC236}">
                <a16:creationId xmlns:a16="http://schemas.microsoft.com/office/drawing/2014/main" id="{0FBFB304-E47C-4977-AB60-0652DFB1187C}"/>
              </a:ext>
            </a:extLst>
          </p:cNvPr>
          <p:cNvSpPr>
            <a:spLocks xmlns:a="http://schemas.openxmlformats.org/drawingml/2006/main" noGrp="1"/>
          </p:cNvSpPr>
          <p:nvPr/>
        </p:nvSpPr>
        <p:spPr>
          <a:xfrm xmlns:a="http://schemas.openxmlformats.org/drawingml/2006/main">
            <a:off x="1321888" y="1403715"/>
            <a:ext cx="855694" cy="354673"/>
          </a:xfrm>
          <a:custGeom xmlns:a="http://schemas.openxmlformats.org/drawingml/2006/main">
            <a:pathLst>
              <a:path w="855694" h="354673">
                <a:moveTo>
                  <a:pt x="0" y="0"/>
                </a:moveTo>
                <a:lnTo>
                  <a:pt x="855694" y="0"/>
                </a:lnTo>
                <a:lnTo>
                  <a:pt x="855694" y="354673"/>
                </a:lnTo>
                <a:lnTo>
                  <a:pt x="0" y="354673"/>
                </a:lnTo>
                <a:close/>
              </a:path>
            </a:pathLst>
          </a:custGeom>
          <a:noFill xmlns:a="http://schemas.openxmlformats.org/drawingml/2006/main"/>
          <a:ln xmlns:a="http://schemas.openxmlformats.org/drawingml/2006/main" w="21217">
            <a:solidFill>
              <a:srgbClr val="666666"/>
            </a:solidFill>
            <a:prstDash val="solid"/>
          </a:ln>
        </p:spPr>
      </p:sp>
      <p:sp>
        <p:nvSpPr>
          <p:cNvPr id="27" name="pdf-path-57">
            <a:extLst xmlns:a="http://schemas.openxmlformats.org/drawingml/2006/main">
              <a:ext uri="{FF2B5EF4-FFF2-40B4-BE49-F238E27FC236}">
                <a16:creationId xmlns:a16="http://schemas.microsoft.com/office/drawing/2014/main" id="{9B03AE7C-93B4-4B23-9560-07F2940E152C}"/>
              </a:ext>
            </a:extLst>
          </p:cNvPr>
          <p:cNvSpPr>
            <a:spLocks xmlns:a="http://schemas.openxmlformats.org/drawingml/2006/main" noGrp="1"/>
          </p:cNvSpPr>
          <p:nvPr/>
        </p:nvSpPr>
        <p:spPr>
          <a:xfrm xmlns:a="http://schemas.openxmlformats.org/drawingml/2006/main">
            <a:off x="1297574" y="269662"/>
            <a:ext cx="1619504" cy="859202"/>
          </a:xfrm>
          <a:custGeom xmlns:a="http://schemas.openxmlformats.org/drawingml/2006/main">
            <a:pathLst>
              <a:path w="1619504" h="859202">
                <a:moveTo>
                  <a:pt x="0" y="0"/>
                </a:moveTo>
                <a:lnTo>
                  <a:pt x="1619504" y="0"/>
                </a:lnTo>
                <a:lnTo>
                  <a:pt x="1619504" y="859202"/>
                </a:lnTo>
                <a:lnTo>
                  <a:pt x="0" y="859202"/>
                </a:lnTo>
                <a:close/>
              </a:path>
            </a:pathLst>
          </a:custGeom>
          <a:solidFill xmlns:a="http://schemas.openxmlformats.org/drawingml/2006/main">
            <a:srgbClr val="BB8FB5"/>
          </a:solidFill>
          <a:ln xmlns:a="http://schemas.openxmlformats.org/drawingml/2006/main" w="0">
            <a:noFill/>
            <a:prstDash val="solid"/>
          </a:ln>
        </p:spPr>
      </p:sp>
      <p:sp>
        <p:nvSpPr>
          <p:cNvPr id="28" name="pdf-path-58">
            <a:extLst xmlns:a="http://schemas.openxmlformats.org/drawingml/2006/main">
              <a:ext uri="{FF2B5EF4-FFF2-40B4-BE49-F238E27FC236}">
                <a16:creationId xmlns:a16="http://schemas.microsoft.com/office/drawing/2014/main" id="{678D5900-1F88-4225-AB5C-B58EFA84A0B9}"/>
              </a:ext>
            </a:extLst>
          </p:cNvPr>
          <p:cNvSpPr>
            <a:spLocks xmlns:a="http://schemas.openxmlformats.org/drawingml/2006/main" noGrp="1"/>
          </p:cNvSpPr>
          <p:nvPr/>
        </p:nvSpPr>
        <p:spPr>
          <a:xfrm xmlns:a="http://schemas.openxmlformats.org/drawingml/2006/main">
            <a:off x="1276357" y="248445"/>
            <a:ext cx="1661937" cy="901636"/>
          </a:xfrm>
          <a:custGeom xmlns:a="http://schemas.openxmlformats.org/drawingml/2006/main">
            <a:pathLst>
              <a:path w="1661937" h="901636">
                <a:moveTo>
                  <a:pt x="0" y="21217"/>
                </a:moveTo>
                <a:cubicBezTo>
                  <a:pt x="0" y="9499"/>
                  <a:pt x="9499" y="0"/>
                  <a:pt x="21217" y="0"/>
                </a:cubicBezTo>
                <a:lnTo>
                  <a:pt x="1640721" y="0"/>
                </a:lnTo>
                <a:cubicBezTo>
                  <a:pt x="1652439" y="0"/>
                  <a:pt x="1661937" y="9499"/>
                  <a:pt x="1661937" y="21217"/>
                </a:cubicBezTo>
                <a:lnTo>
                  <a:pt x="1661937" y="880419"/>
                </a:lnTo>
                <a:cubicBezTo>
                  <a:pt x="1661937" y="892137"/>
                  <a:pt x="1652439" y="901636"/>
                  <a:pt x="1640721" y="901636"/>
                </a:cubicBezTo>
                <a:lnTo>
                  <a:pt x="21217" y="901636"/>
                </a:lnTo>
                <a:cubicBezTo>
                  <a:pt x="9499" y="901636"/>
                  <a:pt x="0" y="892137"/>
                  <a:pt x="0" y="880419"/>
                </a:cubicBezTo>
                <a:lnTo>
                  <a:pt x="0" y="21217"/>
                </a:lnTo>
              </a:path>
            </a:pathLst>
          </a:custGeom>
          <a:noFill xmlns:a="http://schemas.openxmlformats.org/drawingml/2006/main"/>
          <a:ln xmlns:a="http://schemas.openxmlformats.org/drawingml/2006/main" w="21217">
            <a:solidFill>
              <a:srgbClr val="666666"/>
            </a:solidFill>
            <a:prstDash val="solid"/>
          </a:ln>
        </p:spPr>
      </p:sp>
      <p:sp>
        <p:nvSpPr>
          <p:cNvPr id="29" name="pdf-path-59">
            <a:extLst xmlns:a="http://schemas.openxmlformats.org/drawingml/2006/main">
              <a:ext uri="{FF2B5EF4-FFF2-40B4-BE49-F238E27FC236}">
                <a16:creationId xmlns:a16="http://schemas.microsoft.com/office/drawing/2014/main" id="{977CD487-A82A-4884-8840-2CB950BCB231}"/>
              </a:ext>
            </a:extLst>
          </p:cNvPr>
          <p:cNvSpPr>
            <a:spLocks xmlns:a="http://schemas.openxmlformats.org/drawingml/2006/main" noGrp="1"/>
          </p:cNvSpPr>
          <p:nvPr/>
        </p:nvSpPr>
        <p:spPr>
          <a:xfrm xmlns:a="http://schemas.openxmlformats.org/drawingml/2006/main">
            <a:off x="1318791" y="290879"/>
            <a:ext cx="1577070" cy="816769"/>
          </a:xfrm>
          <a:custGeom xmlns:a="http://schemas.openxmlformats.org/drawingml/2006/main">
            <a:pathLst>
              <a:path w="1577070" h="816769">
                <a:moveTo>
                  <a:pt x="0" y="0"/>
                </a:moveTo>
                <a:lnTo>
                  <a:pt x="1577070" y="0"/>
                </a:lnTo>
                <a:lnTo>
                  <a:pt x="1577070" y="816769"/>
                </a:lnTo>
                <a:lnTo>
                  <a:pt x="0" y="816769"/>
                </a:lnTo>
                <a:close/>
              </a:path>
            </a:pathLst>
          </a:custGeom>
          <a:noFill xmlns:a="http://schemas.openxmlformats.org/drawingml/2006/main"/>
          <a:ln xmlns:a="http://schemas.openxmlformats.org/drawingml/2006/main" w="21217">
            <a:solidFill>
              <a:srgbClr val="666666"/>
            </a:solidFill>
            <a:prstDash val="solid"/>
          </a:ln>
        </p:spPr>
      </p:sp>
      <p:sp>
        <p:nvSpPr>
          <p:cNvPr id="30" name="pdf-text-30-0">
            <a:extLst xmlns:a="http://schemas.openxmlformats.org/drawingml/2006/main">
              <a:ext uri="{FF2B5EF4-FFF2-40B4-BE49-F238E27FC236}">
                <a16:creationId xmlns:a16="http://schemas.microsoft.com/office/drawing/2014/main" id="{CE8FC7D0-C32D-483D-BE47-2BF4209703EE}"/>
              </a:ext>
            </a:extLst>
          </p:cNvPr>
          <p:cNvSpPr>
            <a:spLocks xmlns:a="http://schemas.openxmlformats.org/drawingml/2006/main" noGrp="1"/>
          </p:cNvSpPr>
          <p:nvPr/>
        </p:nvSpPr>
        <p:spPr>
          <a:xfrm xmlns:a="http://schemas.openxmlformats.org/drawingml/2006/main">
            <a:off x="1433025" y="503453"/>
            <a:ext cx="1347871" cy="169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Arial"/>
                <a:ea typeface="Arial"/>
                <a:cs typeface="Arial"/>
              </a:defRPr>
            </a:defPPr>
          </a:lstStyle>
          <a:p xmlns:a="http://schemas.openxmlformats.org/drawingml/2006/main">
            <a:pPr algn="l">
              <a:defRPr sz="1337" b="0" i="0">
                <a:solidFill>
                  <a:srgbClr val="000000"/>
                </a:solidFill>
                <a:latin typeface="Arial"/>
                <a:ea typeface="Arial"/>
                <a:cs typeface="Arial"/>
              </a:defRPr>
            </a:pPr>
            <a:r>
              <a:rPr sz="1337" b="0" i="0">
                <a:solidFill>
                  <a:srgbClr val="000000"/>
                </a:solidFill>
                <a:latin typeface="Arial"/>
                <a:ea typeface="Arial"/>
                <a:cs typeface="Arial"/>
              </a:rPr>
              <a:t>Skill Discriminator</a:t>
            </a:r>
          </a:p>
        </p:txBody>
      </p:sp>
      <p:sp>
        <p:nvSpPr>
          <p:cNvPr id="31" name="pdf-path-67">
            <a:extLst xmlns:a="http://schemas.openxmlformats.org/drawingml/2006/main">
              <a:ext uri="{FF2B5EF4-FFF2-40B4-BE49-F238E27FC236}">
                <a16:creationId xmlns:a16="http://schemas.microsoft.com/office/drawing/2014/main" id="{43530BBA-83D2-4B11-A5BF-34692BD0AC8F}"/>
              </a:ext>
            </a:extLst>
          </p:cNvPr>
          <p:cNvSpPr>
            <a:spLocks xmlns:a="http://schemas.openxmlformats.org/drawingml/2006/main" noGrp="1"/>
          </p:cNvSpPr>
          <p:nvPr/>
        </p:nvSpPr>
        <p:spPr>
          <a:xfrm xmlns:a="http://schemas.openxmlformats.org/drawingml/2006/main">
            <a:off x="3293468" y="242808"/>
            <a:ext cx="1493204" cy="859202"/>
          </a:xfrm>
          <a:custGeom xmlns:a="http://schemas.openxmlformats.org/drawingml/2006/main">
            <a:pathLst>
              <a:path w="1493204" h="859202">
                <a:moveTo>
                  <a:pt x="0" y="0"/>
                </a:moveTo>
                <a:lnTo>
                  <a:pt x="1493204" y="0"/>
                </a:lnTo>
                <a:lnTo>
                  <a:pt x="1493204" y="859202"/>
                </a:lnTo>
                <a:lnTo>
                  <a:pt x="0" y="859202"/>
                </a:lnTo>
                <a:close/>
              </a:path>
            </a:pathLst>
          </a:custGeom>
          <a:solidFill xmlns:a="http://schemas.openxmlformats.org/drawingml/2006/main">
            <a:srgbClr val="FFDC6A"/>
          </a:solidFill>
          <a:ln xmlns:a="http://schemas.openxmlformats.org/drawingml/2006/main" w="0">
            <a:noFill/>
            <a:prstDash val="solid"/>
          </a:ln>
        </p:spPr>
      </p:sp>
      <p:sp>
        <p:nvSpPr>
          <p:cNvPr id="32" name="pdf-path-68">
            <a:extLst xmlns:a="http://schemas.openxmlformats.org/drawingml/2006/main">
              <a:ext uri="{FF2B5EF4-FFF2-40B4-BE49-F238E27FC236}">
                <a16:creationId xmlns:a16="http://schemas.microsoft.com/office/drawing/2014/main" id="{5965E696-BEB2-42D8-AEEC-466C6E1BFEC3}"/>
              </a:ext>
            </a:extLst>
          </p:cNvPr>
          <p:cNvSpPr>
            <a:spLocks xmlns:a="http://schemas.openxmlformats.org/drawingml/2006/main" noGrp="1"/>
          </p:cNvSpPr>
          <p:nvPr/>
        </p:nvSpPr>
        <p:spPr>
          <a:xfrm xmlns:a="http://schemas.openxmlformats.org/drawingml/2006/main">
            <a:off x="3272251" y="221591"/>
            <a:ext cx="1535639" cy="901636"/>
          </a:xfrm>
          <a:custGeom xmlns:a="http://schemas.openxmlformats.org/drawingml/2006/main">
            <a:pathLst>
              <a:path w="1535639" h="901636">
                <a:moveTo>
                  <a:pt x="0" y="21217"/>
                </a:moveTo>
                <a:cubicBezTo>
                  <a:pt x="0" y="9499"/>
                  <a:pt x="9499" y="0"/>
                  <a:pt x="21217" y="0"/>
                </a:cubicBezTo>
                <a:lnTo>
                  <a:pt x="1514421" y="0"/>
                </a:lnTo>
                <a:cubicBezTo>
                  <a:pt x="1526139" y="0"/>
                  <a:pt x="1535639" y="9499"/>
                  <a:pt x="1535639" y="21217"/>
                </a:cubicBezTo>
                <a:lnTo>
                  <a:pt x="1535639" y="880419"/>
                </a:lnTo>
                <a:cubicBezTo>
                  <a:pt x="1535639" y="892137"/>
                  <a:pt x="1526139" y="901636"/>
                  <a:pt x="1514421" y="901636"/>
                </a:cubicBezTo>
                <a:lnTo>
                  <a:pt x="21217" y="901636"/>
                </a:lnTo>
                <a:cubicBezTo>
                  <a:pt x="9499" y="901636"/>
                  <a:pt x="0" y="892137"/>
                  <a:pt x="0" y="880419"/>
                </a:cubicBezTo>
                <a:lnTo>
                  <a:pt x="0" y="21217"/>
                </a:lnTo>
              </a:path>
            </a:pathLst>
          </a:custGeom>
          <a:noFill xmlns:a="http://schemas.openxmlformats.org/drawingml/2006/main"/>
          <a:ln xmlns:a="http://schemas.openxmlformats.org/drawingml/2006/main" w="21217">
            <a:solidFill>
              <a:srgbClr val="666666"/>
            </a:solidFill>
            <a:prstDash val="solid"/>
          </a:ln>
        </p:spPr>
      </p:sp>
      <p:sp>
        <p:nvSpPr>
          <p:cNvPr id="33" name="pdf-path-69">
            <a:extLst xmlns:a="http://schemas.openxmlformats.org/drawingml/2006/main">
              <a:ext uri="{FF2B5EF4-FFF2-40B4-BE49-F238E27FC236}">
                <a16:creationId xmlns:a16="http://schemas.microsoft.com/office/drawing/2014/main" id="{25BE046F-3088-4A6E-BA64-128A9EFB1B1F}"/>
              </a:ext>
            </a:extLst>
          </p:cNvPr>
          <p:cNvSpPr>
            <a:spLocks xmlns:a="http://schemas.openxmlformats.org/drawingml/2006/main" noGrp="1"/>
          </p:cNvSpPr>
          <p:nvPr/>
        </p:nvSpPr>
        <p:spPr>
          <a:xfrm xmlns:a="http://schemas.openxmlformats.org/drawingml/2006/main">
            <a:off x="3314685" y="264025"/>
            <a:ext cx="1450770" cy="816769"/>
          </a:xfrm>
          <a:custGeom xmlns:a="http://schemas.openxmlformats.org/drawingml/2006/main">
            <a:pathLst>
              <a:path w="1450770" h="816769">
                <a:moveTo>
                  <a:pt x="0" y="0"/>
                </a:moveTo>
                <a:lnTo>
                  <a:pt x="1450770" y="0"/>
                </a:lnTo>
                <a:lnTo>
                  <a:pt x="1450770" y="816769"/>
                </a:lnTo>
                <a:lnTo>
                  <a:pt x="0" y="816769"/>
                </a:lnTo>
                <a:close/>
              </a:path>
            </a:pathLst>
          </a:custGeom>
          <a:noFill xmlns:a="http://schemas.openxmlformats.org/drawingml/2006/main"/>
          <a:ln xmlns:a="http://schemas.openxmlformats.org/drawingml/2006/main" w="21217">
            <a:solidFill>
              <a:srgbClr val="666666"/>
            </a:solidFill>
            <a:prstDash val="solid"/>
          </a:ln>
        </p:spPr>
      </p:sp>
      <p:sp>
        <p:nvSpPr>
          <p:cNvPr id="34" name="pdf-text-37-0">
            <a:extLst xmlns:a="http://schemas.openxmlformats.org/drawingml/2006/main">
              <a:ext uri="{FF2B5EF4-FFF2-40B4-BE49-F238E27FC236}">
                <a16:creationId xmlns:a16="http://schemas.microsoft.com/office/drawing/2014/main" id="{71E6946C-6FEB-4421-B865-8B2DE20E095D}"/>
              </a:ext>
            </a:extLst>
          </p:cNvPr>
          <p:cNvSpPr>
            <a:spLocks xmlns:a="http://schemas.openxmlformats.org/drawingml/2006/main" noGrp="1"/>
          </p:cNvSpPr>
          <p:nvPr/>
        </p:nvSpPr>
        <p:spPr>
          <a:xfrm xmlns:a="http://schemas.openxmlformats.org/drawingml/2006/main">
            <a:off x="3681703" y="476599"/>
            <a:ext cx="716115" cy="169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Arial"/>
                <a:ea typeface="Arial"/>
                <a:cs typeface="Arial"/>
              </a:defRPr>
            </a:defPPr>
          </a:lstStyle>
          <a:p xmlns:a="http://schemas.openxmlformats.org/drawingml/2006/main">
            <a:pPr algn="l">
              <a:defRPr sz="1337" b="0" i="0">
                <a:solidFill>
                  <a:srgbClr val="000000"/>
                </a:solidFill>
                <a:latin typeface="Arial"/>
                <a:ea typeface="Arial"/>
                <a:cs typeface="Arial"/>
              </a:defRPr>
            </a:pPr>
            <a:r>
              <a:rPr sz="1337" b="0" i="0">
                <a:solidFill>
                  <a:srgbClr val="000000"/>
                </a:solidFill>
                <a:latin typeface="Arial"/>
                <a:ea typeface="Arial"/>
                <a:cs typeface="Arial"/>
              </a:rPr>
              <a:t>Skill Prior</a:t>
            </a:r>
          </a:p>
        </p:txBody>
      </p:sp>
      <p:sp>
        <p:nvSpPr>
          <p:cNvPr id="35" name="pdf-path-72">
            <a:extLst xmlns:a="http://schemas.openxmlformats.org/drawingml/2006/main">
              <a:ext uri="{FF2B5EF4-FFF2-40B4-BE49-F238E27FC236}">
                <a16:creationId xmlns:a16="http://schemas.microsoft.com/office/drawing/2014/main" id="{EB7DCE1B-D137-486B-B1F7-06249E338912}"/>
              </a:ext>
            </a:extLst>
          </p:cNvPr>
          <p:cNvSpPr>
            <a:spLocks xmlns:a="http://schemas.openxmlformats.org/drawingml/2006/main" noGrp="1"/>
          </p:cNvSpPr>
          <p:nvPr/>
        </p:nvSpPr>
        <p:spPr>
          <a:xfrm xmlns:a="http://schemas.openxmlformats.org/drawingml/2006/main">
            <a:off x="1942310" y="2280177"/>
            <a:ext cx="244412" cy="668"/>
          </a:xfrm>
          <a:custGeom xmlns:a="http://schemas.openxmlformats.org/drawingml/2006/main">
            <a:pathLst>
              <a:path w="244412" h="668">
                <a:moveTo>
                  <a:pt x="0" y="668"/>
                </a:moveTo>
                <a:lnTo>
                  <a:pt x="244412" y="0"/>
                </a:lnTo>
              </a:path>
            </a:pathLst>
          </a:custGeom>
          <a:solidFill xmlns:a="http://schemas.openxmlformats.org/drawingml/2006/main">
            <a:srgbClr val="000000">
              <a:alpha val="0"/>
            </a:srgbClr>
          </a:solidFill>
          <a:ln xmlns:a="http://schemas.openxmlformats.org/drawingml/2006/main" w="0">
            <a:noFill/>
            <a:prstDash val="solid"/>
          </a:ln>
        </p:spPr>
      </p:sp>
      <p:sp>
        <p:nvSpPr>
          <p:cNvPr id="36" name="pdf-path-73">
            <a:extLst xmlns:a="http://schemas.openxmlformats.org/drawingml/2006/main">
              <a:ext uri="{FF2B5EF4-FFF2-40B4-BE49-F238E27FC236}">
                <a16:creationId xmlns:a16="http://schemas.microsoft.com/office/drawing/2014/main" id="{880EDC86-2177-4953-B379-EF2A303DBEE2}"/>
              </a:ext>
            </a:extLst>
          </p:cNvPr>
          <p:cNvSpPr>
            <a:spLocks xmlns:a="http://schemas.openxmlformats.org/drawingml/2006/main" noGrp="1"/>
          </p:cNvSpPr>
          <p:nvPr/>
        </p:nvSpPr>
        <p:spPr>
          <a:xfrm xmlns:a="http://schemas.openxmlformats.org/drawingml/2006/main">
            <a:off x="1942310" y="2280326"/>
            <a:ext cx="189878" cy="519"/>
          </a:xfrm>
          <a:custGeom xmlns:a="http://schemas.openxmlformats.org/drawingml/2006/main">
            <a:pathLst>
              <a:path w="189878" h="519">
                <a:moveTo>
                  <a:pt x="0" y="519"/>
                </a:moveTo>
                <a:lnTo>
                  <a:pt x="189878" y="0"/>
                </a:lnTo>
              </a:path>
            </a:pathLst>
          </a:custGeom>
          <a:noFill xmlns:a="http://schemas.openxmlformats.org/drawingml/2006/main"/>
          <a:ln xmlns:a="http://schemas.openxmlformats.org/drawingml/2006/main" w="15913">
            <a:solidFill>
              <a:srgbClr val="666666"/>
            </a:solidFill>
            <a:prstDash val="solid"/>
          </a:ln>
        </p:spPr>
      </p:sp>
      <p:sp>
        <p:nvSpPr>
          <p:cNvPr id="37" name="pdf-path-74">
            <a:extLst xmlns:a="http://schemas.openxmlformats.org/drawingml/2006/main">
              <a:ext uri="{FF2B5EF4-FFF2-40B4-BE49-F238E27FC236}">
                <a16:creationId xmlns:a16="http://schemas.microsoft.com/office/drawing/2014/main" id="{7E1D4BD2-7939-49F5-AF44-8965AF6B79D3}"/>
              </a:ext>
            </a:extLst>
          </p:cNvPr>
          <p:cNvSpPr>
            <a:spLocks xmlns:a="http://schemas.openxmlformats.org/drawingml/2006/main" noGrp="1"/>
          </p:cNvSpPr>
          <p:nvPr/>
        </p:nvSpPr>
        <p:spPr>
          <a:xfrm xmlns:a="http://schemas.openxmlformats.org/drawingml/2006/main">
            <a:off x="2114245" y="2262479"/>
            <a:ext cx="49215" cy="35790"/>
          </a:xfrm>
          <a:custGeom xmlns:a="http://schemas.openxmlformats.org/drawingml/2006/main">
            <a:pathLst>
              <a:path w="49215" h="35790">
                <a:moveTo>
                  <a:pt x="17944" y="17846"/>
                </a:moveTo>
                <a:lnTo>
                  <a:pt x="98" y="35790"/>
                </a:lnTo>
                <a:lnTo>
                  <a:pt x="49215" y="17761"/>
                </a:lnTo>
                <a:lnTo>
                  <a:pt x="0" y="0"/>
                </a:lnTo>
                <a:lnTo>
                  <a:pt x="17944" y="17846"/>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38" name="pdf-path-76">
            <a:extLst xmlns:a="http://schemas.openxmlformats.org/drawingml/2006/main">
              <a:ext uri="{FF2B5EF4-FFF2-40B4-BE49-F238E27FC236}">
                <a16:creationId xmlns:a16="http://schemas.microsoft.com/office/drawing/2014/main" id="{AD97CF6E-96F0-4C5B-A98B-FC760CCC9902}"/>
              </a:ext>
            </a:extLst>
          </p:cNvPr>
          <p:cNvSpPr>
            <a:spLocks xmlns:a="http://schemas.openxmlformats.org/drawingml/2006/main" noGrp="1"/>
          </p:cNvSpPr>
          <p:nvPr/>
        </p:nvSpPr>
        <p:spPr>
          <a:xfrm xmlns:a="http://schemas.openxmlformats.org/drawingml/2006/main">
            <a:off x="1912292" y="2720743"/>
            <a:ext cx="268636" cy="95"/>
          </a:xfrm>
          <a:custGeom xmlns:a="http://schemas.openxmlformats.org/drawingml/2006/main">
            <a:pathLst>
              <a:path w="268636" h="95">
                <a:moveTo>
                  <a:pt x="268636" y="0"/>
                </a:moveTo>
                <a:lnTo>
                  <a:pt x="0" y="0"/>
                </a:lnTo>
              </a:path>
            </a:pathLst>
          </a:custGeom>
          <a:solidFill xmlns:a="http://schemas.openxmlformats.org/drawingml/2006/main">
            <a:srgbClr val="000000">
              <a:alpha val="0"/>
            </a:srgbClr>
          </a:solidFill>
          <a:ln xmlns:a="http://schemas.openxmlformats.org/drawingml/2006/main" w="0">
            <a:noFill/>
            <a:prstDash val="solid"/>
          </a:ln>
        </p:spPr>
      </p:sp>
      <p:sp>
        <p:nvSpPr>
          <p:cNvPr id="39" name="pdf-path-77">
            <a:extLst xmlns:a="http://schemas.openxmlformats.org/drawingml/2006/main">
              <a:ext uri="{FF2B5EF4-FFF2-40B4-BE49-F238E27FC236}">
                <a16:creationId xmlns:a16="http://schemas.microsoft.com/office/drawing/2014/main" id="{FBE39CA3-4745-442B-88F7-4DE0AED1182B}"/>
              </a:ext>
            </a:extLst>
          </p:cNvPr>
          <p:cNvSpPr>
            <a:spLocks xmlns:a="http://schemas.openxmlformats.org/drawingml/2006/main" noGrp="1"/>
          </p:cNvSpPr>
          <p:nvPr/>
        </p:nvSpPr>
        <p:spPr>
          <a:xfrm xmlns:a="http://schemas.openxmlformats.org/drawingml/2006/main">
            <a:off x="1966826" y="2720743"/>
            <a:ext cx="214102" cy="95"/>
          </a:xfrm>
          <a:custGeom xmlns:a="http://schemas.openxmlformats.org/drawingml/2006/main">
            <a:pathLst>
              <a:path w="214102" h="95">
                <a:moveTo>
                  <a:pt x="214102" y="0"/>
                </a:moveTo>
                <a:lnTo>
                  <a:pt x="0" y="0"/>
                </a:lnTo>
              </a:path>
            </a:pathLst>
          </a:custGeom>
          <a:noFill xmlns:a="http://schemas.openxmlformats.org/drawingml/2006/main"/>
          <a:ln xmlns:a="http://schemas.openxmlformats.org/drawingml/2006/main" w="15913">
            <a:solidFill>
              <a:srgbClr val="666666"/>
            </a:solidFill>
            <a:prstDash val="solid"/>
          </a:ln>
        </p:spPr>
      </p:sp>
      <p:sp>
        <p:nvSpPr>
          <p:cNvPr id="40" name="pdf-path-78">
            <a:extLst xmlns:a="http://schemas.openxmlformats.org/drawingml/2006/main">
              <a:ext uri="{FF2B5EF4-FFF2-40B4-BE49-F238E27FC236}">
                <a16:creationId xmlns:a16="http://schemas.microsoft.com/office/drawing/2014/main" id="{D1CC996F-F5D1-4E8C-A26F-192A50880A0A}"/>
              </a:ext>
            </a:extLst>
          </p:cNvPr>
          <p:cNvSpPr>
            <a:spLocks xmlns:a="http://schemas.openxmlformats.org/drawingml/2006/main" noGrp="1"/>
          </p:cNvSpPr>
          <p:nvPr/>
        </p:nvSpPr>
        <p:spPr>
          <a:xfrm xmlns:a="http://schemas.openxmlformats.org/drawingml/2006/main">
            <a:off x="1935554" y="2702848"/>
            <a:ext cx="49166" cy="35791"/>
          </a:xfrm>
          <a:custGeom xmlns:a="http://schemas.openxmlformats.org/drawingml/2006/main">
            <a:pathLst>
              <a:path w="49166" h="35791">
                <a:moveTo>
                  <a:pt x="31271" y="17895"/>
                </a:moveTo>
                <a:lnTo>
                  <a:pt x="49166" y="0"/>
                </a:lnTo>
                <a:lnTo>
                  <a:pt x="0" y="17895"/>
                </a:lnTo>
                <a:lnTo>
                  <a:pt x="49166" y="35791"/>
                </a:lnTo>
                <a:lnTo>
                  <a:pt x="31271" y="17895"/>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41" name="pdf-path-80">
            <a:extLst xmlns:a="http://schemas.openxmlformats.org/drawingml/2006/main">
              <a:ext uri="{FF2B5EF4-FFF2-40B4-BE49-F238E27FC236}">
                <a16:creationId xmlns:a16="http://schemas.microsoft.com/office/drawing/2014/main" id="{EE04A4C4-4A2D-4487-8C6E-71570EF8311F}"/>
              </a:ext>
            </a:extLst>
          </p:cNvPr>
          <p:cNvSpPr>
            <a:spLocks xmlns:a="http://schemas.openxmlformats.org/drawingml/2006/main" noGrp="1"/>
          </p:cNvSpPr>
          <p:nvPr/>
        </p:nvSpPr>
        <p:spPr>
          <a:xfrm xmlns:a="http://schemas.openxmlformats.org/drawingml/2006/main">
            <a:off x="1744394" y="1779633"/>
            <a:ext cx="5346" cy="280665"/>
          </a:xfrm>
          <a:custGeom xmlns:a="http://schemas.openxmlformats.org/drawingml/2006/main">
            <a:pathLst>
              <a:path w="5346" h="280665">
                <a:moveTo>
                  <a:pt x="0" y="280665"/>
                </a:moveTo>
                <a:lnTo>
                  <a:pt x="5346" y="0"/>
                </a:lnTo>
              </a:path>
            </a:pathLst>
          </a:custGeom>
          <a:solidFill xmlns:a="http://schemas.openxmlformats.org/drawingml/2006/main">
            <a:srgbClr val="000000">
              <a:alpha val="0"/>
            </a:srgbClr>
          </a:solidFill>
          <a:ln xmlns:a="http://schemas.openxmlformats.org/drawingml/2006/main" w="0">
            <a:noFill/>
            <a:prstDash val="solid"/>
          </a:ln>
        </p:spPr>
      </p:sp>
      <p:sp>
        <p:nvSpPr>
          <p:cNvPr id="42" name="pdf-path-81">
            <a:extLst xmlns:a="http://schemas.openxmlformats.org/drawingml/2006/main">
              <a:ext uri="{FF2B5EF4-FFF2-40B4-BE49-F238E27FC236}">
                <a16:creationId xmlns:a16="http://schemas.microsoft.com/office/drawing/2014/main" id="{46B79300-BF04-4B13-BF98-05FFBF96679C}"/>
              </a:ext>
            </a:extLst>
          </p:cNvPr>
          <p:cNvSpPr>
            <a:spLocks xmlns:a="http://schemas.openxmlformats.org/drawingml/2006/main" noGrp="1"/>
          </p:cNvSpPr>
          <p:nvPr/>
        </p:nvSpPr>
        <p:spPr>
          <a:xfrm xmlns:a="http://schemas.openxmlformats.org/drawingml/2006/main">
            <a:off x="1744394" y="1834157"/>
            <a:ext cx="4307" cy="226141"/>
          </a:xfrm>
          <a:custGeom xmlns:a="http://schemas.openxmlformats.org/drawingml/2006/main">
            <a:pathLst>
              <a:path w="4307" h="226141">
                <a:moveTo>
                  <a:pt x="0" y="226141"/>
                </a:moveTo>
                <a:lnTo>
                  <a:pt x="4307" y="0"/>
                </a:lnTo>
              </a:path>
            </a:pathLst>
          </a:custGeom>
          <a:noFill xmlns:a="http://schemas.openxmlformats.org/drawingml/2006/main"/>
          <a:ln xmlns:a="http://schemas.openxmlformats.org/drawingml/2006/main" w="15913">
            <a:solidFill>
              <a:srgbClr val="666666"/>
            </a:solidFill>
            <a:prstDash val="solid"/>
          </a:ln>
        </p:spPr>
      </p:sp>
      <p:sp>
        <p:nvSpPr>
          <p:cNvPr id="43" name="pdf-path-82">
            <a:extLst xmlns:a="http://schemas.openxmlformats.org/drawingml/2006/main">
              <a:ext uri="{FF2B5EF4-FFF2-40B4-BE49-F238E27FC236}">
                <a16:creationId xmlns:a16="http://schemas.microsoft.com/office/drawing/2014/main" id="{C630DDDE-69A1-4069-8CB3-4A9327658AAF}"/>
              </a:ext>
            </a:extLst>
          </p:cNvPr>
          <p:cNvSpPr>
            <a:spLocks xmlns:a="http://schemas.openxmlformats.org/drawingml/2006/main" noGrp="1"/>
          </p:cNvSpPr>
          <p:nvPr/>
        </p:nvSpPr>
        <p:spPr>
          <a:xfrm xmlns:a="http://schemas.openxmlformats.org/drawingml/2006/main">
            <a:off x="1730468" y="1802891"/>
            <a:ext cx="35784" cy="49499"/>
          </a:xfrm>
          <a:custGeom xmlns:a="http://schemas.openxmlformats.org/drawingml/2006/main">
            <a:pathLst>
              <a:path w="35784" h="49499">
                <a:moveTo>
                  <a:pt x="18233" y="31266"/>
                </a:moveTo>
                <a:lnTo>
                  <a:pt x="35784" y="49499"/>
                </a:lnTo>
                <a:lnTo>
                  <a:pt x="18828" y="0"/>
                </a:lnTo>
                <a:lnTo>
                  <a:pt x="0" y="48817"/>
                </a:lnTo>
                <a:lnTo>
                  <a:pt x="18233" y="31266"/>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44" name="pdf-path-84">
            <a:extLst xmlns:a="http://schemas.openxmlformats.org/drawingml/2006/main">
              <a:ext uri="{FF2B5EF4-FFF2-40B4-BE49-F238E27FC236}">
                <a16:creationId xmlns:a16="http://schemas.microsoft.com/office/drawing/2014/main" id="{E7BF9745-4974-45F8-980D-7E990776D630}"/>
              </a:ext>
            </a:extLst>
          </p:cNvPr>
          <p:cNvSpPr>
            <a:spLocks xmlns:a="http://schemas.openxmlformats.org/drawingml/2006/main" noGrp="1"/>
          </p:cNvSpPr>
          <p:nvPr/>
        </p:nvSpPr>
        <p:spPr>
          <a:xfrm xmlns:a="http://schemas.openxmlformats.org/drawingml/2006/main">
            <a:off x="2295396" y="1382494"/>
            <a:ext cx="1969499" cy="397108"/>
          </a:xfrm>
          <a:custGeom xmlns:a="http://schemas.openxmlformats.org/drawingml/2006/main">
            <a:pathLst>
              <a:path w="1969499" h="397108">
                <a:moveTo>
                  <a:pt x="0" y="0"/>
                </a:moveTo>
                <a:lnTo>
                  <a:pt x="1969499" y="0"/>
                </a:lnTo>
                <a:lnTo>
                  <a:pt x="1969499" y="397108"/>
                </a:lnTo>
                <a:lnTo>
                  <a:pt x="0" y="397108"/>
                </a:lnTo>
                <a:close/>
              </a:path>
            </a:pathLst>
          </a:custGeom>
          <a:solidFill xmlns:a="http://schemas.openxmlformats.org/drawingml/2006/main">
            <a:srgbClr val="00BEA8"/>
          </a:solidFill>
          <a:ln xmlns:a="http://schemas.openxmlformats.org/drawingml/2006/main" w="0">
            <a:noFill/>
            <a:prstDash val="solid"/>
          </a:ln>
        </p:spPr>
      </p:sp>
      <p:sp>
        <p:nvSpPr>
          <p:cNvPr id="45" name="pdf-path-85">
            <a:extLst xmlns:a="http://schemas.openxmlformats.org/drawingml/2006/main">
              <a:ext uri="{FF2B5EF4-FFF2-40B4-BE49-F238E27FC236}">
                <a16:creationId xmlns:a16="http://schemas.microsoft.com/office/drawing/2014/main" id="{8CBDC8E9-56E3-453C-AC37-6AF631CE2AD1}"/>
              </a:ext>
            </a:extLst>
          </p:cNvPr>
          <p:cNvSpPr>
            <a:spLocks xmlns:a="http://schemas.openxmlformats.org/drawingml/2006/main" noGrp="1"/>
          </p:cNvSpPr>
          <p:nvPr/>
        </p:nvSpPr>
        <p:spPr>
          <a:xfrm xmlns:a="http://schemas.openxmlformats.org/drawingml/2006/main">
            <a:off x="2274180" y="1361276"/>
            <a:ext cx="2011934" cy="439542"/>
          </a:xfrm>
          <a:custGeom xmlns:a="http://schemas.openxmlformats.org/drawingml/2006/main">
            <a:pathLst>
              <a:path w="2011934" h="439542">
                <a:moveTo>
                  <a:pt x="0" y="21217"/>
                </a:moveTo>
                <a:cubicBezTo>
                  <a:pt x="0" y="9499"/>
                  <a:pt x="9499" y="0"/>
                  <a:pt x="21217" y="0"/>
                </a:cubicBezTo>
                <a:lnTo>
                  <a:pt x="1990716" y="0"/>
                </a:lnTo>
                <a:cubicBezTo>
                  <a:pt x="2002434" y="0"/>
                  <a:pt x="2011934" y="9499"/>
                  <a:pt x="2011934" y="21217"/>
                </a:cubicBezTo>
                <a:lnTo>
                  <a:pt x="2011934" y="418325"/>
                </a:lnTo>
                <a:cubicBezTo>
                  <a:pt x="2011934" y="430043"/>
                  <a:pt x="2002434" y="439542"/>
                  <a:pt x="1990716" y="439542"/>
                </a:cubicBezTo>
                <a:lnTo>
                  <a:pt x="21217" y="439542"/>
                </a:lnTo>
                <a:cubicBezTo>
                  <a:pt x="9499" y="439542"/>
                  <a:pt x="0" y="430043"/>
                  <a:pt x="0" y="418325"/>
                </a:cubicBezTo>
                <a:lnTo>
                  <a:pt x="0" y="21217"/>
                </a:lnTo>
              </a:path>
            </a:pathLst>
          </a:custGeom>
          <a:noFill xmlns:a="http://schemas.openxmlformats.org/drawingml/2006/main"/>
          <a:ln xmlns:a="http://schemas.openxmlformats.org/drawingml/2006/main" w="21217">
            <a:solidFill>
              <a:srgbClr val="666666"/>
            </a:solidFill>
            <a:prstDash val="solid"/>
          </a:ln>
        </p:spPr>
      </p:sp>
      <p:sp>
        <p:nvSpPr>
          <p:cNvPr id="46" name="pdf-path-86">
            <a:extLst xmlns:a="http://schemas.openxmlformats.org/drawingml/2006/main">
              <a:ext uri="{FF2B5EF4-FFF2-40B4-BE49-F238E27FC236}">
                <a16:creationId xmlns:a16="http://schemas.microsoft.com/office/drawing/2014/main" id="{DF46F930-A456-41BB-9ABA-85ED7012AE57}"/>
              </a:ext>
            </a:extLst>
          </p:cNvPr>
          <p:cNvSpPr>
            <a:spLocks xmlns:a="http://schemas.openxmlformats.org/drawingml/2006/main" noGrp="1"/>
          </p:cNvSpPr>
          <p:nvPr/>
        </p:nvSpPr>
        <p:spPr>
          <a:xfrm xmlns:a="http://schemas.openxmlformats.org/drawingml/2006/main">
            <a:off x="2316613" y="1403710"/>
            <a:ext cx="1927065" cy="354674"/>
          </a:xfrm>
          <a:custGeom xmlns:a="http://schemas.openxmlformats.org/drawingml/2006/main">
            <a:pathLst>
              <a:path w="1927065" h="354674">
                <a:moveTo>
                  <a:pt x="0" y="0"/>
                </a:moveTo>
                <a:lnTo>
                  <a:pt x="1927065" y="0"/>
                </a:lnTo>
                <a:lnTo>
                  <a:pt x="1927065" y="354674"/>
                </a:lnTo>
                <a:lnTo>
                  <a:pt x="0" y="354674"/>
                </a:lnTo>
                <a:close/>
              </a:path>
            </a:pathLst>
          </a:custGeom>
          <a:noFill xmlns:a="http://schemas.openxmlformats.org/drawingml/2006/main"/>
          <a:ln xmlns:a="http://schemas.openxmlformats.org/drawingml/2006/main" w="21217">
            <a:solidFill>
              <a:srgbClr val="666666"/>
            </a:solidFill>
            <a:prstDash val="solid"/>
          </a:ln>
        </p:spPr>
      </p:sp>
      <p:sp>
        <p:nvSpPr>
          <p:cNvPr id="47" name="pdf-path-92">
            <a:extLst xmlns:a="http://schemas.openxmlformats.org/drawingml/2006/main">
              <a:ext uri="{FF2B5EF4-FFF2-40B4-BE49-F238E27FC236}">
                <a16:creationId xmlns:a16="http://schemas.microsoft.com/office/drawing/2014/main" id="{88C934AB-624F-422B-90BA-5641F65F76D0}"/>
              </a:ext>
            </a:extLst>
          </p:cNvPr>
          <p:cNvSpPr>
            <a:spLocks xmlns:a="http://schemas.openxmlformats.org/drawingml/2006/main" noGrp="1"/>
          </p:cNvSpPr>
          <p:nvPr/>
        </p:nvSpPr>
        <p:spPr>
          <a:xfrm xmlns:a="http://schemas.openxmlformats.org/drawingml/2006/main">
            <a:off x="3279645" y="1779601"/>
            <a:ext cx="501" cy="265796"/>
          </a:xfrm>
          <a:custGeom xmlns:a="http://schemas.openxmlformats.org/drawingml/2006/main">
            <a:pathLst>
              <a:path w="501" h="265796">
                <a:moveTo>
                  <a:pt x="501" y="0"/>
                </a:moveTo>
                <a:lnTo>
                  <a:pt x="0" y="265796"/>
                </a:lnTo>
              </a:path>
            </a:pathLst>
          </a:custGeom>
          <a:solidFill xmlns:a="http://schemas.openxmlformats.org/drawingml/2006/main">
            <a:srgbClr val="000000">
              <a:alpha val="0"/>
            </a:srgbClr>
          </a:solidFill>
          <a:ln xmlns:a="http://schemas.openxmlformats.org/drawingml/2006/main" w="0">
            <a:noFill/>
            <a:prstDash val="solid"/>
          </a:ln>
        </p:spPr>
      </p:sp>
      <p:sp>
        <p:nvSpPr>
          <p:cNvPr id="48" name="pdf-path-93">
            <a:extLst xmlns:a="http://schemas.openxmlformats.org/drawingml/2006/main">
              <a:ext uri="{FF2B5EF4-FFF2-40B4-BE49-F238E27FC236}">
                <a16:creationId xmlns:a16="http://schemas.microsoft.com/office/drawing/2014/main" id="{8B2DF2E0-EB37-4463-9D5B-444C6AE50C1B}"/>
              </a:ext>
            </a:extLst>
          </p:cNvPr>
          <p:cNvSpPr>
            <a:spLocks xmlns:a="http://schemas.openxmlformats.org/drawingml/2006/main" noGrp="1"/>
          </p:cNvSpPr>
          <p:nvPr/>
        </p:nvSpPr>
        <p:spPr>
          <a:xfrm xmlns:a="http://schemas.openxmlformats.org/drawingml/2006/main">
            <a:off x="3279748" y="1779601"/>
            <a:ext cx="398" cy="211262"/>
          </a:xfrm>
          <a:custGeom xmlns:a="http://schemas.openxmlformats.org/drawingml/2006/main">
            <a:pathLst>
              <a:path w="398" h="211262">
                <a:moveTo>
                  <a:pt x="398" y="0"/>
                </a:moveTo>
                <a:lnTo>
                  <a:pt x="0" y="211262"/>
                </a:lnTo>
              </a:path>
            </a:pathLst>
          </a:custGeom>
          <a:noFill xmlns:a="http://schemas.openxmlformats.org/drawingml/2006/main"/>
          <a:ln xmlns:a="http://schemas.openxmlformats.org/drawingml/2006/main" w="15913">
            <a:solidFill>
              <a:srgbClr val="666666"/>
            </a:solidFill>
            <a:prstDash val="solid"/>
          </a:ln>
        </p:spPr>
      </p:sp>
      <p:sp>
        <p:nvSpPr>
          <p:cNvPr id="49" name="pdf-path-94">
            <a:extLst xmlns:a="http://schemas.openxmlformats.org/drawingml/2006/main">
              <a:ext uri="{FF2B5EF4-FFF2-40B4-BE49-F238E27FC236}">
                <a16:creationId xmlns:a16="http://schemas.microsoft.com/office/drawing/2014/main" id="{6FF8B3AF-59F8-4BFA-A6AE-D996FB6DC536}"/>
              </a:ext>
            </a:extLst>
          </p:cNvPr>
          <p:cNvSpPr>
            <a:spLocks xmlns:a="http://schemas.openxmlformats.org/drawingml/2006/main" noGrp="1"/>
          </p:cNvSpPr>
          <p:nvPr/>
        </p:nvSpPr>
        <p:spPr>
          <a:xfrm xmlns:a="http://schemas.openxmlformats.org/drawingml/2006/main">
            <a:off x="3261887" y="1972934"/>
            <a:ext cx="35790" cy="49200"/>
          </a:xfrm>
          <a:custGeom xmlns:a="http://schemas.openxmlformats.org/drawingml/2006/main">
            <a:pathLst>
              <a:path w="35790" h="49200">
                <a:moveTo>
                  <a:pt x="17862" y="17929"/>
                </a:moveTo>
                <a:lnTo>
                  <a:pt x="0" y="0"/>
                </a:lnTo>
                <a:lnTo>
                  <a:pt x="17803" y="49200"/>
                </a:lnTo>
                <a:lnTo>
                  <a:pt x="35790" y="68"/>
                </a:lnTo>
                <a:lnTo>
                  <a:pt x="17862" y="17929"/>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50" name="pdf-path-96">
            <a:extLst xmlns:a="http://schemas.openxmlformats.org/drawingml/2006/main">
              <a:ext uri="{FF2B5EF4-FFF2-40B4-BE49-F238E27FC236}">
                <a16:creationId xmlns:a16="http://schemas.microsoft.com/office/drawing/2014/main" id="{A2EAECAC-1530-4F12-9221-C15C950869FB}"/>
              </a:ext>
            </a:extLst>
          </p:cNvPr>
          <p:cNvSpPr>
            <a:spLocks xmlns:a="http://schemas.openxmlformats.org/drawingml/2006/main" noGrp="1"/>
          </p:cNvSpPr>
          <p:nvPr/>
        </p:nvSpPr>
        <p:spPr>
          <a:xfrm xmlns:a="http://schemas.openxmlformats.org/drawingml/2006/main">
            <a:off x="4618863" y="1779606"/>
            <a:ext cx="3508" cy="284173"/>
          </a:xfrm>
          <a:custGeom xmlns:a="http://schemas.openxmlformats.org/drawingml/2006/main">
            <a:pathLst>
              <a:path w="3508" h="284173">
                <a:moveTo>
                  <a:pt x="0" y="0"/>
                </a:moveTo>
                <a:lnTo>
                  <a:pt x="3508" y="284173"/>
                </a:lnTo>
              </a:path>
            </a:pathLst>
          </a:custGeom>
          <a:solidFill xmlns:a="http://schemas.openxmlformats.org/drawingml/2006/main">
            <a:srgbClr val="000000">
              <a:alpha val="0"/>
            </a:srgbClr>
          </a:solidFill>
          <a:ln xmlns:a="http://schemas.openxmlformats.org/drawingml/2006/main" w="0">
            <a:noFill/>
            <a:prstDash val="solid"/>
          </a:ln>
        </p:spPr>
      </p:sp>
      <p:sp>
        <p:nvSpPr>
          <p:cNvPr id="51" name="pdf-path-97">
            <a:extLst xmlns:a="http://schemas.openxmlformats.org/drawingml/2006/main">
              <a:ext uri="{FF2B5EF4-FFF2-40B4-BE49-F238E27FC236}">
                <a16:creationId xmlns:a16="http://schemas.microsoft.com/office/drawing/2014/main" id="{99F8C714-1EF0-4E12-8B03-234AC086F3E9}"/>
              </a:ext>
            </a:extLst>
          </p:cNvPr>
          <p:cNvSpPr>
            <a:spLocks xmlns:a="http://schemas.openxmlformats.org/drawingml/2006/main" noGrp="1"/>
          </p:cNvSpPr>
          <p:nvPr/>
        </p:nvSpPr>
        <p:spPr>
          <a:xfrm xmlns:a="http://schemas.openxmlformats.org/drawingml/2006/main">
            <a:off x="4618863" y="1779606"/>
            <a:ext cx="2835" cy="229643"/>
          </a:xfrm>
          <a:custGeom xmlns:a="http://schemas.openxmlformats.org/drawingml/2006/main">
            <a:pathLst>
              <a:path w="2835" h="229643">
                <a:moveTo>
                  <a:pt x="0" y="0"/>
                </a:moveTo>
                <a:lnTo>
                  <a:pt x="2835" y="229643"/>
                </a:lnTo>
              </a:path>
            </a:pathLst>
          </a:custGeom>
          <a:noFill xmlns:a="http://schemas.openxmlformats.org/drawingml/2006/main"/>
          <a:ln xmlns:a="http://schemas.openxmlformats.org/drawingml/2006/main" w="15913">
            <a:solidFill>
              <a:srgbClr val="666666"/>
            </a:solidFill>
            <a:prstDash val="solid"/>
          </a:ln>
        </p:spPr>
      </p:sp>
      <p:sp>
        <p:nvSpPr>
          <p:cNvPr id="52" name="pdf-path-98">
            <a:extLst xmlns:a="http://schemas.openxmlformats.org/drawingml/2006/main">
              <a:ext uri="{FF2B5EF4-FFF2-40B4-BE49-F238E27FC236}">
                <a16:creationId xmlns:a16="http://schemas.microsoft.com/office/drawing/2014/main" id="{76D262A0-5EA3-456D-A0DC-49A4EA78C1CC}"/>
              </a:ext>
            </a:extLst>
          </p:cNvPr>
          <p:cNvSpPr>
            <a:spLocks xmlns:a="http://schemas.openxmlformats.org/drawingml/2006/main" noGrp="1"/>
          </p:cNvSpPr>
          <p:nvPr/>
        </p:nvSpPr>
        <p:spPr>
          <a:xfrm xmlns:a="http://schemas.openxmlformats.org/drawingml/2006/main">
            <a:off x="4603583" y="1991135"/>
            <a:ext cx="35788" cy="49384"/>
          </a:xfrm>
          <a:custGeom xmlns:a="http://schemas.openxmlformats.org/drawingml/2006/main">
            <a:pathLst>
              <a:path w="35788" h="49384">
                <a:moveTo>
                  <a:pt x="18115" y="18115"/>
                </a:moveTo>
                <a:lnTo>
                  <a:pt x="0" y="442"/>
                </a:lnTo>
                <a:lnTo>
                  <a:pt x="18500" y="49384"/>
                </a:lnTo>
                <a:lnTo>
                  <a:pt x="35788" y="0"/>
                </a:lnTo>
                <a:lnTo>
                  <a:pt x="18115" y="18115"/>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53" name="pdf-path-100">
            <a:extLst xmlns:a="http://schemas.openxmlformats.org/drawingml/2006/main">
              <a:ext uri="{FF2B5EF4-FFF2-40B4-BE49-F238E27FC236}">
                <a16:creationId xmlns:a16="http://schemas.microsoft.com/office/drawing/2014/main" id="{ADB31462-50F4-4862-A0DC-C2B8DADBCDE3}"/>
              </a:ext>
            </a:extLst>
          </p:cNvPr>
          <p:cNvSpPr>
            <a:spLocks xmlns:a="http://schemas.openxmlformats.org/drawingml/2006/main" noGrp="1"/>
          </p:cNvSpPr>
          <p:nvPr/>
        </p:nvSpPr>
        <p:spPr>
          <a:xfrm xmlns:a="http://schemas.openxmlformats.org/drawingml/2006/main">
            <a:off x="1744629" y="1138129"/>
            <a:ext cx="501" cy="218351"/>
          </a:xfrm>
          <a:custGeom xmlns:a="http://schemas.openxmlformats.org/drawingml/2006/main">
            <a:pathLst>
              <a:path w="501" h="218351">
                <a:moveTo>
                  <a:pt x="0" y="218351"/>
                </a:moveTo>
                <a:lnTo>
                  <a:pt x="501" y="0"/>
                </a:lnTo>
              </a:path>
            </a:pathLst>
          </a:custGeom>
          <a:solidFill xmlns:a="http://schemas.openxmlformats.org/drawingml/2006/main">
            <a:srgbClr val="000000">
              <a:alpha val="0"/>
            </a:srgbClr>
          </a:solidFill>
          <a:ln xmlns:a="http://schemas.openxmlformats.org/drawingml/2006/main" w="0">
            <a:noFill/>
            <a:prstDash val="solid"/>
          </a:ln>
        </p:spPr>
      </p:sp>
      <p:sp>
        <p:nvSpPr>
          <p:cNvPr id="54" name="pdf-path-101">
            <a:extLst xmlns:a="http://schemas.openxmlformats.org/drawingml/2006/main">
              <a:ext uri="{FF2B5EF4-FFF2-40B4-BE49-F238E27FC236}">
                <a16:creationId xmlns:a16="http://schemas.microsoft.com/office/drawing/2014/main" id="{D6BBBFD9-D9EE-4B03-93F4-0C433B8012A6}"/>
              </a:ext>
            </a:extLst>
          </p:cNvPr>
          <p:cNvSpPr>
            <a:spLocks xmlns:a="http://schemas.openxmlformats.org/drawingml/2006/main" noGrp="1"/>
          </p:cNvSpPr>
          <p:nvPr/>
        </p:nvSpPr>
        <p:spPr>
          <a:xfrm xmlns:a="http://schemas.openxmlformats.org/drawingml/2006/main">
            <a:off x="1744629" y="1192663"/>
            <a:ext cx="376" cy="163817"/>
          </a:xfrm>
          <a:custGeom xmlns:a="http://schemas.openxmlformats.org/drawingml/2006/main">
            <a:pathLst>
              <a:path w="376" h="163817">
                <a:moveTo>
                  <a:pt x="0" y="163817"/>
                </a:moveTo>
                <a:lnTo>
                  <a:pt x="376" y="0"/>
                </a:lnTo>
              </a:path>
            </a:pathLst>
          </a:custGeom>
          <a:noFill xmlns:a="http://schemas.openxmlformats.org/drawingml/2006/main"/>
          <a:ln xmlns:a="http://schemas.openxmlformats.org/drawingml/2006/main" w="15913">
            <a:solidFill>
              <a:srgbClr val="666666"/>
            </a:solidFill>
            <a:prstDash val="solid"/>
          </a:ln>
        </p:spPr>
      </p:sp>
      <p:sp>
        <p:nvSpPr>
          <p:cNvPr id="55" name="pdf-path-102">
            <a:extLst xmlns:a="http://schemas.openxmlformats.org/drawingml/2006/main">
              <a:ext uri="{FF2B5EF4-FFF2-40B4-BE49-F238E27FC236}">
                <a16:creationId xmlns:a16="http://schemas.microsoft.com/office/drawing/2014/main" id="{8005E986-BE5C-48B1-A324-5002AC489814}"/>
              </a:ext>
            </a:extLst>
          </p:cNvPr>
          <p:cNvSpPr>
            <a:spLocks xmlns:a="http://schemas.openxmlformats.org/drawingml/2006/main" noGrp="1"/>
          </p:cNvSpPr>
          <p:nvPr/>
        </p:nvSpPr>
        <p:spPr>
          <a:xfrm xmlns:a="http://schemas.openxmlformats.org/drawingml/2006/main">
            <a:off x="1727069" y="1161392"/>
            <a:ext cx="35790" cy="49207"/>
          </a:xfrm>
          <a:custGeom xmlns:a="http://schemas.openxmlformats.org/drawingml/2006/main">
            <a:pathLst>
              <a:path w="35790" h="49207">
                <a:moveTo>
                  <a:pt x="17936" y="31271"/>
                </a:moveTo>
                <a:lnTo>
                  <a:pt x="35790" y="49207"/>
                </a:lnTo>
                <a:lnTo>
                  <a:pt x="18008" y="0"/>
                </a:lnTo>
                <a:lnTo>
                  <a:pt x="0" y="49125"/>
                </a:lnTo>
                <a:lnTo>
                  <a:pt x="17936" y="31271"/>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56" name="pdf-path-104">
            <a:extLst xmlns:a="http://schemas.openxmlformats.org/drawingml/2006/main">
              <a:ext uri="{FF2B5EF4-FFF2-40B4-BE49-F238E27FC236}">
                <a16:creationId xmlns:a16="http://schemas.microsoft.com/office/drawing/2014/main" id="{0926EE0B-BC35-41C4-8BF9-A3C71CDB11C2}"/>
              </a:ext>
            </a:extLst>
          </p:cNvPr>
          <p:cNvSpPr>
            <a:spLocks xmlns:a="http://schemas.openxmlformats.org/drawingml/2006/main" noGrp="1"/>
          </p:cNvSpPr>
          <p:nvPr/>
        </p:nvSpPr>
        <p:spPr>
          <a:xfrm xmlns:a="http://schemas.openxmlformats.org/drawingml/2006/main">
            <a:off x="2516355" y="1138372"/>
            <a:ext cx="1002" cy="243410"/>
          </a:xfrm>
          <a:custGeom xmlns:a="http://schemas.openxmlformats.org/drawingml/2006/main">
            <a:pathLst>
              <a:path w="1002" h="243410">
                <a:moveTo>
                  <a:pt x="1002" y="243410"/>
                </a:moveTo>
                <a:lnTo>
                  <a:pt x="0" y="0"/>
                </a:lnTo>
              </a:path>
            </a:pathLst>
          </a:custGeom>
          <a:solidFill xmlns:a="http://schemas.openxmlformats.org/drawingml/2006/main">
            <a:srgbClr val="000000">
              <a:alpha val="0"/>
            </a:srgbClr>
          </a:solidFill>
          <a:ln xmlns:a="http://schemas.openxmlformats.org/drawingml/2006/main" w="0">
            <a:noFill/>
            <a:prstDash val="solid"/>
          </a:ln>
        </p:spPr>
      </p:sp>
      <p:sp>
        <p:nvSpPr>
          <p:cNvPr id="57" name="pdf-path-105">
            <a:extLst xmlns:a="http://schemas.openxmlformats.org/drawingml/2006/main">
              <a:ext uri="{FF2B5EF4-FFF2-40B4-BE49-F238E27FC236}">
                <a16:creationId xmlns:a16="http://schemas.microsoft.com/office/drawing/2014/main" id="{27513E1A-BBC7-44F1-964A-F4ECE6A38D7D}"/>
              </a:ext>
            </a:extLst>
          </p:cNvPr>
          <p:cNvSpPr>
            <a:spLocks xmlns:a="http://schemas.openxmlformats.org/drawingml/2006/main" noGrp="1"/>
          </p:cNvSpPr>
          <p:nvPr/>
        </p:nvSpPr>
        <p:spPr>
          <a:xfrm xmlns:a="http://schemas.openxmlformats.org/drawingml/2006/main">
            <a:off x="2516355" y="1138372"/>
            <a:ext cx="778" cy="188876"/>
          </a:xfrm>
          <a:custGeom xmlns:a="http://schemas.openxmlformats.org/drawingml/2006/main">
            <a:pathLst>
              <a:path w="778" h="188876">
                <a:moveTo>
                  <a:pt x="778" y="188876"/>
                </a:moveTo>
                <a:lnTo>
                  <a:pt x="0" y="0"/>
                </a:lnTo>
              </a:path>
            </a:pathLst>
          </a:custGeom>
          <a:noFill xmlns:a="http://schemas.openxmlformats.org/drawingml/2006/main"/>
          <a:ln xmlns:a="http://schemas.openxmlformats.org/drawingml/2006/main" w="15913">
            <a:solidFill>
              <a:srgbClr val="666666"/>
            </a:solidFill>
            <a:prstDash val="solid"/>
          </a:ln>
        </p:spPr>
      </p:sp>
      <p:sp>
        <p:nvSpPr>
          <p:cNvPr id="58" name="pdf-path-106">
            <a:extLst xmlns:a="http://schemas.openxmlformats.org/drawingml/2006/main">
              <a:ext uri="{FF2B5EF4-FFF2-40B4-BE49-F238E27FC236}">
                <a16:creationId xmlns:a16="http://schemas.microsoft.com/office/drawing/2014/main" id="{C379E63D-8AA6-41CA-A24D-FB5638C7B0B2}"/>
              </a:ext>
            </a:extLst>
          </p:cNvPr>
          <p:cNvSpPr>
            <a:spLocks xmlns:a="http://schemas.openxmlformats.org/drawingml/2006/main" noGrp="1"/>
          </p:cNvSpPr>
          <p:nvPr/>
        </p:nvSpPr>
        <p:spPr>
          <a:xfrm xmlns:a="http://schemas.openxmlformats.org/drawingml/2006/main">
            <a:off x="2499164" y="1309280"/>
            <a:ext cx="35790" cy="49240"/>
          </a:xfrm>
          <a:custGeom xmlns:a="http://schemas.openxmlformats.org/drawingml/2006/main">
            <a:pathLst>
              <a:path w="35790" h="49240">
                <a:moveTo>
                  <a:pt x="17969" y="17969"/>
                </a:moveTo>
                <a:lnTo>
                  <a:pt x="0" y="147"/>
                </a:lnTo>
                <a:lnTo>
                  <a:pt x="18098" y="49240"/>
                </a:lnTo>
                <a:lnTo>
                  <a:pt x="35790" y="0"/>
                </a:lnTo>
                <a:lnTo>
                  <a:pt x="17969" y="17969"/>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59" name="pdf-path-108">
            <a:extLst xmlns:a="http://schemas.openxmlformats.org/drawingml/2006/main">
              <a:ext uri="{FF2B5EF4-FFF2-40B4-BE49-F238E27FC236}">
                <a16:creationId xmlns:a16="http://schemas.microsoft.com/office/drawing/2014/main" id="{01025912-F340-418A-B189-049509689946}"/>
              </a:ext>
            </a:extLst>
          </p:cNvPr>
          <p:cNvSpPr>
            <a:spLocks xmlns:a="http://schemas.openxmlformats.org/drawingml/2006/main" noGrp="1"/>
          </p:cNvSpPr>
          <p:nvPr/>
        </p:nvSpPr>
        <p:spPr>
          <a:xfrm xmlns:a="http://schemas.openxmlformats.org/drawingml/2006/main">
            <a:off x="4264857" y="1581052"/>
            <a:ext cx="186107" cy="95"/>
          </a:xfrm>
          <a:custGeom xmlns:a="http://schemas.openxmlformats.org/drawingml/2006/main">
            <a:pathLst>
              <a:path w="186107" h="95">
                <a:moveTo>
                  <a:pt x="186107" y="0"/>
                </a:moveTo>
                <a:lnTo>
                  <a:pt x="0" y="0"/>
                </a:lnTo>
              </a:path>
            </a:pathLst>
          </a:custGeom>
          <a:solidFill xmlns:a="http://schemas.openxmlformats.org/drawingml/2006/main">
            <a:srgbClr val="000000">
              <a:alpha val="0"/>
            </a:srgbClr>
          </a:solidFill>
          <a:ln xmlns:a="http://schemas.openxmlformats.org/drawingml/2006/main" w="0">
            <a:noFill/>
            <a:prstDash val="solid"/>
          </a:ln>
        </p:spPr>
      </p:sp>
      <p:sp>
        <p:nvSpPr>
          <p:cNvPr id="60" name="pdf-path-109">
            <a:extLst xmlns:a="http://schemas.openxmlformats.org/drawingml/2006/main">
              <a:ext uri="{FF2B5EF4-FFF2-40B4-BE49-F238E27FC236}">
                <a16:creationId xmlns:a16="http://schemas.microsoft.com/office/drawing/2014/main" id="{BE24DA18-1CED-4790-AA06-DD68054CA883}"/>
              </a:ext>
            </a:extLst>
          </p:cNvPr>
          <p:cNvSpPr>
            <a:spLocks xmlns:a="http://schemas.openxmlformats.org/drawingml/2006/main" noGrp="1"/>
          </p:cNvSpPr>
          <p:nvPr/>
        </p:nvSpPr>
        <p:spPr>
          <a:xfrm xmlns:a="http://schemas.openxmlformats.org/drawingml/2006/main">
            <a:off x="4319391" y="1581052"/>
            <a:ext cx="131573" cy="95"/>
          </a:xfrm>
          <a:custGeom xmlns:a="http://schemas.openxmlformats.org/drawingml/2006/main">
            <a:pathLst>
              <a:path w="131573" h="95">
                <a:moveTo>
                  <a:pt x="131573" y="0"/>
                </a:moveTo>
                <a:lnTo>
                  <a:pt x="0" y="0"/>
                </a:lnTo>
              </a:path>
            </a:pathLst>
          </a:custGeom>
          <a:noFill xmlns:a="http://schemas.openxmlformats.org/drawingml/2006/main"/>
          <a:ln xmlns:a="http://schemas.openxmlformats.org/drawingml/2006/main" w="15913">
            <a:solidFill>
              <a:srgbClr val="666666"/>
            </a:solidFill>
            <a:prstDash val="solid"/>
          </a:ln>
        </p:spPr>
      </p:sp>
      <p:sp>
        <p:nvSpPr>
          <p:cNvPr id="61" name="pdf-path-110">
            <a:extLst xmlns:a="http://schemas.openxmlformats.org/drawingml/2006/main">
              <a:ext uri="{FF2B5EF4-FFF2-40B4-BE49-F238E27FC236}">
                <a16:creationId xmlns:a16="http://schemas.microsoft.com/office/drawing/2014/main" id="{5996D2C7-EE6A-4E70-A3B3-A25771BF07D2}"/>
              </a:ext>
            </a:extLst>
          </p:cNvPr>
          <p:cNvSpPr>
            <a:spLocks xmlns:a="http://schemas.openxmlformats.org/drawingml/2006/main" noGrp="1"/>
          </p:cNvSpPr>
          <p:nvPr/>
        </p:nvSpPr>
        <p:spPr>
          <a:xfrm xmlns:a="http://schemas.openxmlformats.org/drawingml/2006/main">
            <a:off x="4288120" y="1563157"/>
            <a:ext cx="49167" cy="35790"/>
          </a:xfrm>
          <a:custGeom xmlns:a="http://schemas.openxmlformats.org/drawingml/2006/main">
            <a:pathLst>
              <a:path w="49167" h="35790">
                <a:moveTo>
                  <a:pt x="31271" y="17895"/>
                </a:moveTo>
                <a:lnTo>
                  <a:pt x="49167" y="0"/>
                </a:lnTo>
                <a:lnTo>
                  <a:pt x="0" y="17895"/>
                </a:lnTo>
                <a:lnTo>
                  <a:pt x="49167" y="35790"/>
                </a:lnTo>
                <a:lnTo>
                  <a:pt x="31271" y="17895"/>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62" name="pdf-path-112">
            <a:extLst xmlns:a="http://schemas.openxmlformats.org/drawingml/2006/main">
              <a:ext uri="{FF2B5EF4-FFF2-40B4-BE49-F238E27FC236}">
                <a16:creationId xmlns:a16="http://schemas.microsoft.com/office/drawing/2014/main" id="{E97BE5C9-6BC7-4394-B6D5-C85662711987}"/>
              </a:ext>
            </a:extLst>
          </p:cNvPr>
          <p:cNvSpPr>
            <a:spLocks xmlns:a="http://schemas.openxmlformats.org/drawingml/2006/main" noGrp="1"/>
          </p:cNvSpPr>
          <p:nvPr/>
        </p:nvSpPr>
        <p:spPr>
          <a:xfrm xmlns:a="http://schemas.openxmlformats.org/drawingml/2006/main">
            <a:off x="4616356" y="1113862"/>
            <a:ext cx="2506" cy="268636"/>
          </a:xfrm>
          <a:custGeom xmlns:a="http://schemas.openxmlformats.org/drawingml/2006/main">
            <a:pathLst>
              <a:path w="2506" h="268636">
                <a:moveTo>
                  <a:pt x="0" y="0"/>
                </a:moveTo>
                <a:lnTo>
                  <a:pt x="2506" y="268636"/>
                </a:lnTo>
              </a:path>
            </a:pathLst>
          </a:custGeom>
          <a:solidFill xmlns:a="http://schemas.openxmlformats.org/drawingml/2006/main">
            <a:srgbClr val="000000">
              <a:alpha val="0"/>
            </a:srgbClr>
          </a:solidFill>
          <a:ln xmlns:a="http://schemas.openxmlformats.org/drawingml/2006/main" w="0">
            <a:noFill/>
            <a:prstDash val="solid"/>
          </a:ln>
        </p:spPr>
      </p:sp>
      <p:sp>
        <p:nvSpPr>
          <p:cNvPr id="63" name="pdf-path-113">
            <a:extLst xmlns:a="http://schemas.openxmlformats.org/drawingml/2006/main">
              <a:ext uri="{FF2B5EF4-FFF2-40B4-BE49-F238E27FC236}">
                <a16:creationId xmlns:a16="http://schemas.microsoft.com/office/drawing/2014/main" id="{AFA7083D-6DA0-4639-8C10-4E3528141AAC}"/>
              </a:ext>
            </a:extLst>
          </p:cNvPr>
          <p:cNvSpPr>
            <a:spLocks xmlns:a="http://schemas.openxmlformats.org/drawingml/2006/main" noGrp="1"/>
          </p:cNvSpPr>
          <p:nvPr/>
        </p:nvSpPr>
        <p:spPr>
          <a:xfrm xmlns:a="http://schemas.openxmlformats.org/drawingml/2006/main">
            <a:off x="4616356" y="1113862"/>
            <a:ext cx="1998" cy="214105"/>
          </a:xfrm>
          <a:custGeom xmlns:a="http://schemas.openxmlformats.org/drawingml/2006/main">
            <a:pathLst>
              <a:path w="1998" h="214105">
                <a:moveTo>
                  <a:pt x="0" y="0"/>
                </a:moveTo>
                <a:lnTo>
                  <a:pt x="1998" y="214105"/>
                </a:lnTo>
              </a:path>
            </a:pathLst>
          </a:custGeom>
          <a:noFill xmlns:a="http://schemas.openxmlformats.org/drawingml/2006/main"/>
          <a:ln xmlns:a="http://schemas.openxmlformats.org/drawingml/2006/main" w="15913">
            <a:solidFill>
              <a:srgbClr val="666666"/>
            </a:solidFill>
            <a:prstDash val="solid"/>
          </a:ln>
        </p:spPr>
      </p:sp>
      <p:sp>
        <p:nvSpPr>
          <p:cNvPr id="64" name="pdf-path-114">
            <a:extLst xmlns:a="http://schemas.openxmlformats.org/drawingml/2006/main">
              <a:ext uri="{FF2B5EF4-FFF2-40B4-BE49-F238E27FC236}">
                <a16:creationId xmlns:a16="http://schemas.microsoft.com/office/drawing/2014/main" id="{AE19FDB7-13CD-4876-98D4-44AF7CD6A3BF}"/>
              </a:ext>
            </a:extLst>
          </p:cNvPr>
          <p:cNvSpPr>
            <a:spLocks xmlns:a="http://schemas.openxmlformats.org/drawingml/2006/main" noGrp="1"/>
          </p:cNvSpPr>
          <p:nvPr/>
        </p:nvSpPr>
        <p:spPr>
          <a:xfrm xmlns:a="http://schemas.openxmlformats.org/drawingml/2006/main">
            <a:off x="4600292" y="1309905"/>
            <a:ext cx="35789" cy="49331"/>
          </a:xfrm>
          <a:custGeom xmlns:a="http://schemas.openxmlformats.org/drawingml/2006/main">
            <a:pathLst>
              <a:path w="35789" h="49331">
                <a:moveTo>
                  <a:pt x="18062" y="18061"/>
                </a:moveTo>
                <a:lnTo>
                  <a:pt x="0" y="334"/>
                </a:lnTo>
                <a:lnTo>
                  <a:pt x="18353" y="49331"/>
                </a:lnTo>
                <a:lnTo>
                  <a:pt x="35789" y="0"/>
                </a:lnTo>
                <a:lnTo>
                  <a:pt x="18062" y="18061"/>
                </a:lnTo>
              </a:path>
            </a:pathLst>
          </a:custGeom>
          <a:solidFill xmlns:a="http://schemas.openxmlformats.org/drawingml/2006/main">
            <a:srgbClr val="666666"/>
          </a:solidFill>
          <a:ln xmlns:a="http://schemas.openxmlformats.org/drawingml/2006/main" w="15913">
            <a:solidFill>
              <a:srgbClr val="666666"/>
            </a:solidFill>
            <a:prstDash val="solid"/>
          </a:ln>
        </p:spPr>
      </p:sp>
      <p:sp>
        <p:nvSpPr>
          <p:cNvPr id="65" name="pdf-path-116">
            <a:extLst xmlns:a="http://schemas.openxmlformats.org/drawingml/2006/main">
              <a:ext uri="{FF2B5EF4-FFF2-40B4-BE49-F238E27FC236}">
                <a16:creationId xmlns:a16="http://schemas.microsoft.com/office/drawing/2014/main" id="{A19F8692-C686-4EDA-9554-1636C6EB76F1}"/>
              </a:ext>
            </a:extLst>
          </p:cNvPr>
          <p:cNvSpPr>
            <a:spLocks xmlns:a="http://schemas.openxmlformats.org/drawingml/2006/main" noGrp="1"/>
          </p:cNvSpPr>
          <p:nvPr/>
        </p:nvSpPr>
        <p:spPr>
          <a:xfrm xmlns:a="http://schemas.openxmlformats.org/drawingml/2006/main">
            <a:off x="4450964" y="1382498"/>
            <a:ext cx="335796" cy="397108"/>
          </a:xfrm>
          <a:custGeom xmlns:a="http://schemas.openxmlformats.org/drawingml/2006/main">
            <a:pathLst>
              <a:path w="335796" h="397108">
                <a:moveTo>
                  <a:pt x="0" y="0"/>
                </a:moveTo>
                <a:lnTo>
                  <a:pt x="335796" y="0"/>
                </a:lnTo>
                <a:lnTo>
                  <a:pt x="335796" y="397108"/>
                </a:lnTo>
                <a:lnTo>
                  <a:pt x="0" y="397108"/>
                </a:lnTo>
                <a:close/>
              </a:path>
            </a:pathLst>
          </a:custGeom>
          <a:solidFill xmlns:a="http://schemas.openxmlformats.org/drawingml/2006/main">
            <a:srgbClr val="68BEE7"/>
          </a:solidFill>
          <a:ln xmlns:a="http://schemas.openxmlformats.org/drawingml/2006/main" w="0">
            <a:noFill/>
            <a:prstDash val="solid"/>
          </a:ln>
        </p:spPr>
      </p:sp>
      <p:sp>
        <p:nvSpPr>
          <p:cNvPr id="66" name="pdf-path-117">
            <a:extLst xmlns:a="http://schemas.openxmlformats.org/drawingml/2006/main">
              <a:ext uri="{FF2B5EF4-FFF2-40B4-BE49-F238E27FC236}">
                <a16:creationId xmlns:a16="http://schemas.microsoft.com/office/drawing/2014/main" id="{202D55BB-7E03-4A3A-A833-B80C05350D0A}"/>
              </a:ext>
            </a:extLst>
          </p:cNvPr>
          <p:cNvSpPr>
            <a:spLocks xmlns:a="http://schemas.openxmlformats.org/drawingml/2006/main" noGrp="1"/>
          </p:cNvSpPr>
          <p:nvPr/>
        </p:nvSpPr>
        <p:spPr>
          <a:xfrm xmlns:a="http://schemas.openxmlformats.org/drawingml/2006/main">
            <a:off x="4429748" y="1361281"/>
            <a:ext cx="378230" cy="439541"/>
          </a:xfrm>
          <a:custGeom xmlns:a="http://schemas.openxmlformats.org/drawingml/2006/main">
            <a:pathLst>
              <a:path w="378230" h="439541">
                <a:moveTo>
                  <a:pt x="0" y="21217"/>
                </a:moveTo>
                <a:cubicBezTo>
                  <a:pt x="0" y="9499"/>
                  <a:pt x="9499" y="0"/>
                  <a:pt x="21217" y="0"/>
                </a:cubicBezTo>
                <a:lnTo>
                  <a:pt x="357013" y="0"/>
                </a:lnTo>
                <a:cubicBezTo>
                  <a:pt x="368730" y="0"/>
                  <a:pt x="378230" y="9499"/>
                  <a:pt x="378230" y="21217"/>
                </a:cubicBezTo>
                <a:lnTo>
                  <a:pt x="378230" y="418325"/>
                </a:lnTo>
                <a:cubicBezTo>
                  <a:pt x="378230" y="430042"/>
                  <a:pt x="368730" y="439541"/>
                  <a:pt x="357013" y="439541"/>
                </a:cubicBezTo>
                <a:lnTo>
                  <a:pt x="21217" y="439541"/>
                </a:lnTo>
                <a:cubicBezTo>
                  <a:pt x="9499" y="439541"/>
                  <a:pt x="0" y="430042"/>
                  <a:pt x="0" y="418325"/>
                </a:cubicBezTo>
                <a:lnTo>
                  <a:pt x="0" y="21217"/>
                </a:lnTo>
              </a:path>
            </a:pathLst>
          </a:custGeom>
          <a:noFill xmlns:a="http://schemas.openxmlformats.org/drawingml/2006/main"/>
          <a:ln xmlns:a="http://schemas.openxmlformats.org/drawingml/2006/main" w="21217">
            <a:solidFill>
              <a:srgbClr val="666666"/>
            </a:solidFill>
            <a:prstDash val="solid"/>
          </a:ln>
        </p:spPr>
      </p:sp>
      <p:sp>
        <p:nvSpPr>
          <p:cNvPr id="67" name="pdf-path-118">
            <a:extLst xmlns:a="http://schemas.openxmlformats.org/drawingml/2006/main">
              <a:ext uri="{FF2B5EF4-FFF2-40B4-BE49-F238E27FC236}">
                <a16:creationId xmlns:a16="http://schemas.microsoft.com/office/drawing/2014/main" id="{EED53872-4461-4FF0-9956-DDD15CD9D0B3}"/>
              </a:ext>
            </a:extLst>
          </p:cNvPr>
          <p:cNvSpPr>
            <a:spLocks xmlns:a="http://schemas.openxmlformats.org/drawingml/2006/main" noGrp="1"/>
          </p:cNvSpPr>
          <p:nvPr/>
        </p:nvSpPr>
        <p:spPr>
          <a:xfrm xmlns:a="http://schemas.openxmlformats.org/drawingml/2006/main">
            <a:off x="4472181" y="1403715"/>
            <a:ext cx="293362" cy="354673"/>
          </a:xfrm>
          <a:custGeom xmlns:a="http://schemas.openxmlformats.org/drawingml/2006/main">
            <a:pathLst>
              <a:path w="293362" h="354673">
                <a:moveTo>
                  <a:pt x="0" y="0"/>
                </a:moveTo>
                <a:lnTo>
                  <a:pt x="293362" y="0"/>
                </a:lnTo>
                <a:lnTo>
                  <a:pt x="293362" y="354673"/>
                </a:lnTo>
                <a:lnTo>
                  <a:pt x="0" y="354673"/>
                </a:lnTo>
                <a:close/>
              </a:path>
            </a:pathLst>
          </a:custGeom>
          <a:noFill xmlns:a="http://schemas.openxmlformats.org/drawingml/2006/main"/>
          <a:ln xmlns:a="http://schemas.openxmlformats.org/drawingml/2006/main" w="21217">
            <a:solidFill>
              <a:srgbClr val="666666"/>
            </a:solidFill>
            <a:prstDash val="solid"/>
          </a:ln>
        </p:spPr>
      </p:sp>
      <p:sp>
        <p:nvSpPr>
          <p:cNvPr id="68" name="pdf-text-45-0">
            <a:extLst xmlns:a="http://schemas.openxmlformats.org/drawingml/2006/main">
              <a:ext uri="{FF2B5EF4-FFF2-40B4-BE49-F238E27FC236}">
                <a16:creationId xmlns:a16="http://schemas.microsoft.com/office/drawing/2014/main" id="{5796A89D-6CB3-4AE7-8DC8-750C74594C66}"/>
              </a:ext>
            </a:extLst>
          </p:cNvPr>
          <p:cNvSpPr>
            <a:spLocks xmlns:a="http://schemas.openxmlformats.org/drawingml/2006/main" noGrp="1"/>
          </p:cNvSpPr>
          <p:nvPr/>
        </p:nvSpPr>
        <p:spPr>
          <a:xfrm xmlns:a="http://schemas.openxmlformats.org/drawingml/2006/main">
            <a:off x="929945" y="3096102"/>
            <a:ext cx="3109424" cy="2562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17" b="0" i="0">
                <a:solidFill>
                  <a:srgbClr val="000000"/>
                </a:solidFill>
                <a:latin typeface="Times New Roman"/>
                <a:ea typeface="Times New Roman"/>
                <a:cs typeface="Times New Roman"/>
              </a:defRPr>
            </a:defPPr>
          </a:lstStyle>
          <a:p xmlns:a="http://schemas.openxmlformats.org/drawingml/2006/main">
            <a:pPr algn="l">
              <a:defRPr sz="2017" b="0" i="0">
                <a:solidFill>
                  <a:srgbClr val="000000"/>
                </a:solidFill>
                <a:latin typeface="Times New Roman"/>
                <a:ea typeface="Times New Roman"/>
                <a:cs typeface="Times New Roman"/>
              </a:defRPr>
            </a:pPr>
            <a:r>
              <a:rPr sz="2017" b="0" i="0">
                <a:solidFill>
                  <a:srgbClr val="000000"/>
                </a:solidFill>
                <a:latin typeface="Times New Roman"/>
                <a:ea typeface="Times New Roman"/>
                <a:cs typeface="Times New Roman"/>
              </a:rPr>
              <a:t>(a) Skill discovery algorithms.</a:t>
            </a:r>
          </a:p>
        </p:txBody>
      </p:sp>
      <p:sp>
        <p:nvSpPr>
          <p:cNvPr id="69" name="pdf-path-121">
            <a:extLst xmlns:a="http://schemas.openxmlformats.org/drawingml/2006/main">
              <a:ext uri="{FF2B5EF4-FFF2-40B4-BE49-F238E27FC236}">
                <a16:creationId xmlns:a16="http://schemas.microsoft.com/office/drawing/2014/main" id="{45B47424-136D-4034-9B5E-5971570162B9}"/>
              </a:ext>
            </a:extLst>
          </p:cNvPr>
          <p:cNvSpPr>
            <a:spLocks xmlns:a="http://schemas.openxmlformats.org/drawingml/2006/main" noGrp="1"/>
          </p:cNvSpPr>
          <p:nvPr/>
        </p:nvSpPr>
        <p:spPr>
          <a:xfrm xmlns:a="http://schemas.openxmlformats.org/drawingml/2006/main">
            <a:off x="6095362" y="81787"/>
            <a:ext cx="5092156" cy="2876970"/>
          </a:xfrm>
          <a:custGeom xmlns:a="http://schemas.openxmlformats.org/drawingml/2006/main">
            <a:pathLst>
              <a:path w="5092156" h="2876970">
                <a:moveTo>
                  <a:pt x="0" y="0"/>
                </a:moveTo>
                <a:lnTo>
                  <a:pt x="5092156" y="0"/>
                </a:lnTo>
                <a:lnTo>
                  <a:pt x="5092156" y="2876970"/>
                </a:lnTo>
                <a:lnTo>
                  <a:pt x="0" y="2876970"/>
                </a:lnTo>
                <a:close/>
              </a:path>
            </a:pathLst>
          </a:custGeom>
          <a:solidFill xmlns:a="http://schemas.openxmlformats.org/drawingml/2006/main">
            <a:srgbClr val="FFFFFF"/>
          </a:solidFill>
          <a:ln xmlns:a="http://schemas.openxmlformats.org/drawingml/2006/main" w="0">
            <a:noFill/>
            <a:prstDash val="solid"/>
          </a:ln>
        </p:spPr>
      </p:sp>
      <p:sp>
        <p:nvSpPr>
          <p:cNvPr id="70" name="pdf-text-46-0">
            <a:extLst xmlns:a="http://schemas.openxmlformats.org/drawingml/2006/main">
              <a:ext uri="{FF2B5EF4-FFF2-40B4-BE49-F238E27FC236}">
                <a16:creationId xmlns:a16="http://schemas.microsoft.com/office/drawing/2014/main" id="{548E4F7D-EA2A-4512-AC97-214E70CD7AB2}"/>
              </a:ext>
            </a:extLst>
          </p:cNvPr>
          <p:cNvSpPr>
            <a:spLocks xmlns:a="http://schemas.openxmlformats.org/drawingml/2006/main" noGrp="1"/>
          </p:cNvSpPr>
          <p:nvPr/>
        </p:nvSpPr>
        <p:spPr>
          <a:xfrm xmlns:a="http://schemas.openxmlformats.org/drawingml/2006/main">
            <a:off x="7902330" y="3096102"/>
            <a:ext cx="1469650" cy="2562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17" b="0" i="0">
                <a:solidFill>
                  <a:srgbClr val="000000"/>
                </a:solidFill>
                <a:latin typeface="Times New Roman"/>
                <a:ea typeface="Times New Roman"/>
                <a:cs typeface="Times New Roman"/>
              </a:defRPr>
            </a:defPPr>
          </a:lstStyle>
          <a:p xmlns:a="http://schemas.openxmlformats.org/drawingml/2006/main">
            <a:pPr algn="l">
              <a:defRPr sz="2017" b="0" i="0">
                <a:solidFill>
                  <a:srgbClr val="000000"/>
                </a:solidFill>
                <a:latin typeface="Times New Roman"/>
                <a:ea typeface="Times New Roman"/>
                <a:cs typeface="Times New Roman"/>
              </a:defRPr>
            </a:pPr>
            <a:r>
              <a:rPr sz="2017" b="0" i="0">
                <a:solidFill>
                  <a:srgbClr val="000000"/>
                </a:solidFill>
                <a:latin typeface="Times New Roman"/>
                <a:ea typeface="Times New Roman"/>
                <a:cs typeface="Times New Roman"/>
              </a:rPr>
              <a:t>(b) DISDAIN.</a:t>
            </a:r>
          </a:p>
        </p:txBody>
      </p:sp>
      <p:sp>
        <p:nvSpPr>
          <p:cNvPr id="71" name="pdf-path-100000">
            <a:extLst xmlns:a="http://schemas.openxmlformats.org/drawingml/2006/main">
              <a:ext uri="{FF2B5EF4-FFF2-40B4-BE49-F238E27FC236}">
                <a16:creationId xmlns:a16="http://schemas.microsoft.com/office/drawing/2014/main" id="{C36B7694-CED8-4B74-8B50-41CFB9C01713}"/>
              </a:ext>
            </a:extLst>
          </p:cNvPr>
          <p:cNvSpPr>
            <a:spLocks xmlns:a="http://schemas.openxmlformats.org/drawingml/2006/main" noGrp="1"/>
          </p:cNvSpPr>
          <p:nvPr/>
        </p:nvSpPr>
        <p:spPr>
          <a:xfrm xmlns:a="http://schemas.openxmlformats.org/drawingml/2006/main">
            <a:off x="3113142" y="2562838"/>
            <a:ext cx="81884" cy="91995"/>
          </a:xfrm>
          <a:custGeom xmlns:a="http://schemas.openxmlformats.org/drawingml/2006/main">
            <a:pathLst>
              <a:path w="81884" h="91995">
                <a:moveTo>
                  <a:pt x="57518" y="79066"/>
                </a:moveTo>
                <a:cubicBezTo>
                  <a:pt x="52324" y="83542"/>
                  <a:pt x="47324" y="86815"/>
                  <a:pt x="42517" y="88887"/>
                </a:cubicBezTo>
                <a:cubicBezTo>
                  <a:pt x="37710" y="90959"/>
                  <a:pt x="32572" y="91995"/>
                  <a:pt x="27101" y="91995"/>
                </a:cubicBezTo>
                <a:cubicBezTo>
                  <a:pt x="18980" y="91995"/>
                  <a:pt x="12432" y="89606"/>
                  <a:pt x="7459" y="84826"/>
                </a:cubicBezTo>
                <a:cubicBezTo>
                  <a:pt x="2487" y="80047"/>
                  <a:pt x="0" y="73928"/>
                  <a:pt x="0" y="66469"/>
                </a:cubicBezTo>
                <a:cubicBezTo>
                  <a:pt x="0" y="61551"/>
                  <a:pt x="1119" y="57200"/>
                  <a:pt x="3356" y="53415"/>
                </a:cubicBezTo>
                <a:cubicBezTo>
                  <a:pt x="5595" y="49630"/>
                  <a:pt x="8564" y="46592"/>
                  <a:pt x="12266" y="44299"/>
                </a:cubicBezTo>
                <a:cubicBezTo>
                  <a:pt x="15968" y="42006"/>
                  <a:pt x="20499" y="40362"/>
                  <a:pt x="25858" y="39367"/>
                </a:cubicBezTo>
                <a:cubicBezTo>
                  <a:pt x="29229" y="38704"/>
                  <a:pt x="35624" y="38180"/>
                  <a:pt x="45045" y="37793"/>
                </a:cubicBezTo>
                <a:cubicBezTo>
                  <a:pt x="54465" y="37406"/>
                  <a:pt x="61220" y="36412"/>
                  <a:pt x="65308" y="34809"/>
                </a:cubicBezTo>
                <a:cubicBezTo>
                  <a:pt x="66469" y="30720"/>
                  <a:pt x="67049" y="27322"/>
                  <a:pt x="67049" y="24615"/>
                </a:cubicBezTo>
                <a:cubicBezTo>
                  <a:pt x="67049" y="21134"/>
                  <a:pt x="65778" y="18399"/>
                  <a:pt x="63236" y="16410"/>
                </a:cubicBezTo>
                <a:cubicBezTo>
                  <a:pt x="59756" y="13647"/>
                  <a:pt x="54673" y="12266"/>
                  <a:pt x="47987" y="12266"/>
                </a:cubicBezTo>
                <a:cubicBezTo>
                  <a:pt x="41688" y="12266"/>
                  <a:pt x="36536" y="13661"/>
                  <a:pt x="32530" y="16451"/>
                </a:cubicBezTo>
                <a:cubicBezTo>
                  <a:pt x="28524" y="19242"/>
                  <a:pt x="25610" y="23206"/>
                  <a:pt x="23786" y="28344"/>
                </a:cubicBezTo>
                <a:lnTo>
                  <a:pt x="8620" y="27018"/>
                </a:lnTo>
                <a:cubicBezTo>
                  <a:pt x="11714" y="18288"/>
                  <a:pt x="16617" y="11603"/>
                  <a:pt x="23331" y="6962"/>
                </a:cubicBezTo>
                <a:cubicBezTo>
                  <a:pt x="30044" y="2320"/>
                  <a:pt x="38511" y="0"/>
                  <a:pt x="48733" y="0"/>
                </a:cubicBezTo>
                <a:cubicBezTo>
                  <a:pt x="59617" y="0"/>
                  <a:pt x="68237" y="2597"/>
                  <a:pt x="74591" y="7791"/>
                </a:cubicBezTo>
                <a:cubicBezTo>
                  <a:pt x="79453" y="11658"/>
                  <a:pt x="81884" y="16686"/>
                  <a:pt x="81884" y="22874"/>
                </a:cubicBezTo>
                <a:cubicBezTo>
                  <a:pt x="81884" y="27571"/>
                  <a:pt x="81193" y="33013"/>
                  <a:pt x="79812" y="39202"/>
                </a:cubicBezTo>
                <a:lnTo>
                  <a:pt x="74923" y="61082"/>
                </a:lnTo>
                <a:cubicBezTo>
                  <a:pt x="73375" y="68044"/>
                  <a:pt x="72602" y="73707"/>
                  <a:pt x="72602" y="78072"/>
                </a:cubicBezTo>
                <a:cubicBezTo>
                  <a:pt x="72602" y="80834"/>
                  <a:pt x="73209" y="84812"/>
                  <a:pt x="74425" y="90006"/>
                </a:cubicBezTo>
                <a:lnTo>
                  <a:pt x="59258" y="90006"/>
                </a:lnTo>
                <a:cubicBezTo>
                  <a:pt x="58430" y="87133"/>
                  <a:pt x="57849" y="83486"/>
                  <a:pt x="57518" y="79066"/>
                </a:cubicBezTo>
                <a:moveTo>
                  <a:pt x="63071" y="45418"/>
                </a:moveTo>
                <a:cubicBezTo>
                  <a:pt x="60971" y="46246"/>
                  <a:pt x="58720" y="46882"/>
                  <a:pt x="56316" y="47324"/>
                </a:cubicBezTo>
                <a:cubicBezTo>
                  <a:pt x="53913" y="47766"/>
                  <a:pt x="49893" y="48236"/>
                  <a:pt x="44257" y="48733"/>
                </a:cubicBezTo>
                <a:cubicBezTo>
                  <a:pt x="35527" y="49506"/>
                  <a:pt x="29367" y="50487"/>
                  <a:pt x="25775" y="51675"/>
                </a:cubicBezTo>
                <a:cubicBezTo>
                  <a:pt x="22184" y="52863"/>
                  <a:pt x="19477" y="54755"/>
                  <a:pt x="17653" y="57352"/>
                </a:cubicBezTo>
                <a:cubicBezTo>
                  <a:pt x="15830" y="59949"/>
                  <a:pt x="14918" y="62822"/>
                  <a:pt x="14918" y="65972"/>
                </a:cubicBezTo>
                <a:cubicBezTo>
                  <a:pt x="14918" y="70171"/>
                  <a:pt x="16369" y="73624"/>
                  <a:pt x="19269" y="76331"/>
                </a:cubicBezTo>
                <a:cubicBezTo>
                  <a:pt x="22170" y="79039"/>
                  <a:pt x="26300" y="80392"/>
                  <a:pt x="31660" y="80392"/>
                </a:cubicBezTo>
                <a:cubicBezTo>
                  <a:pt x="36633" y="80392"/>
                  <a:pt x="41412" y="79080"/>
                  <a:pt x="45998" y="76456"/>
                </a:cubicBezTo>
                <a:cubicBezTo>
                  <a:pt x="50584" y="73831"/>
                  <a:pt x="54203" y="70171"/>
                  <a:pt x="56855" y="65474"/>
                </a:cubicBezTo>
                <a:cubicBezTo>
                  <a:pt x="59507" y="60778"/>
                  <a:pt x="61579" y="54092"/>
                  <a:pt x="63071" y="45418"/>
                </a:cubicBezTo>
              </a:path>
            </a:pathLst>
          </a:custGeom>
          <a:solidFill xmlns:a="http://schemas.openxmlformats.org/drawingml/2006/main">
            <a:srgbClr val="000000"/>
          </a:solidFill>
          <a:ln xmlns:a="http://schemas.openxmlformats.org/drawingml/2006/main" w="0">
            <a:noFill/>
            <a:prstDash val="solid"/>
          </a:ln>
        </p:spPr>
      </p:sp>
      <p:sp>
        <p:nvSpPr>
          <p:cNvPr id="72" name="pdf-path-100001">
            <a:extLst xmlns:a="http://schemas.openxmlformats.org/drawingml/2006/main">
              <a:ext uri="{FF2B5EF4-FFF2-40B4-BE49-F238E27FC236}">
                <a16:creationId xmlns:a16="http://schemas.microsoft.com/office/drawing/2014/main" id="{1F79D377-C7C5-4BA3-ABBA-0530FDD599D5}"/>
              </a:ext>
            </a:extLst>
          </p:cNvPr>
          <p:cNvSpPr>
            <a:spLocks xmlns:a="http://schemas.openxmlformats.org/drawingml/2006/main" noGrp="1"/>
          </p:cNvSpPr>
          <p:nvPr/>
        </p:nvSpPr>
        <p:spPr>
          <a:xfrm xmlns:a="http://schemas.openxmlformats.org/drawingml/2006/main">
            <a:off x="3206436" y="2636490"/>
            <a:ext cx="30002" cy="81000"/>
          </a:xfrm>
          <a:custGeom xmlns:a="http://schemas.openxmlformats.org/drawingml/2006/main">
            <a:pathLst>
              <a:path w="30002" h="81000">
                <a:moveTo>
                  <a:pt x="20775" y="71877"/>
                </a:moveTo>
                <a:lnTo>
                  <a:pt x="19117" y="80054"/>
                </a:lnTo>
                <a:cubicBezTo>
                  <a:pt x="16723" y="80685"/>
                  <a:pt x="14402" y="81000"/>
                  <a:pt x="12155" y="81000"/>
                </a:cubicBezTo>
                <a:cubicBezTo>
                  <a:pt x="8177" y="81000"/>
                  <a:pt x="5009" y="80024"/>
                  <a:pt x="2652" y="78072"/>
                </a:cubicBezTo>
                <a:cubicBezTo>
                  <a:pt x="884" y="76599"/>
                  <a:pt x="0" y="74591"/>
                  <a:pt x="0" y="72049"/>
                </a:cubicBezTo>
                <a:cubicBezTo>
                  <a:pt x="0" y="70760"/>
                  <a:pt x="479" y="67795"/>
                  <a:pt x="1437" y="63154"/>
                </a:cubicBezTo>
                <a:lnTo>
                  <a:pt x="8564" y="29063"/>
                </a:lnTo>
                <a:lnTo>
                  <a:pt x="663" y="29063"/>
                </a:lnTo>
                <a:lnTo>
                  <a:pt x="2265" y="21327"/>
                </a:lnTo>
                <a:lnTo>
                  <a:pt x="10166" y="21327"/>
                </a:lnTo>
                <a:lnTo>
                  <a:pt x="13205" y="6907"/>
                </a:lnTo>
                <a:lnTo>
                  <a:pt x="24643" y="0"/>
                </a:lnTo>
                <a:lnTo>
                  <a:pt x="20167" y="21327"/>
                </a:lnTo>
                <a:lnTo>
                  <a:pt x="30002" y="21327"/>
                </a:lnTo>
                <a:lnTo>
                  <a:pt x="28344" y="29063"/>
                </a:lnTo>
                <a:lnTo>
                  <a:pt x="18565" y="29063"/>
                </a:lnTo>
                <a:lnTo>
                  <a:pt x="11769" y="61455"/>
                </a:lnTo>
                <a:cubicBezTo>
                  <a:pt x="10921" y="65576"/>
                  <a:pt x="10498" y="68041"/>
                  <a:pt x="10498" y="68850"/>
                </a:cubicBezTo>
                <a:cubicBezTo>
                  <a:pt x="10498" y="70027"/>
                  <a:pt x="10839" y="70928"/>
                  <a:pt x="11520" y="71554"/>
                </a:cubicBezTo>
                <a:cubicBezTo>
                  <a:pt x="12202" y="72179"/>
                  <a:pt x="13316" y="72491"/>
                  <a:pt x="14863" y="72491"/>
                </a:cubicBezTo>
                <a:cubicBezTo>
                  <a:pt x="17073" y="72491"/>
                  <a:pt x="19044" y="72286"/>
                  <a:pt x="20775" y="71877"/>
                </a:cubicBezTo>
              </a:path>
            </a:pathLst>
          </a:custGeom>
          <a:solidFill xmlns:a="http://schemas.openxmlformats.org/drawingml/2006/main">
            <a:srgbClr val="000000"/>
          </a:solidFill>
          <a:ln xmlns:a="http://schemas.openxmlformats.org/drawingml/2006/main" w="0">
            <a:noFill/>
            <a:prstDash val="solid"/>
          </a:ln>
        </p:spPr>
      </p:sp>
      <p:sp>
        <p:nvSpPr>
          <p:cNvPr id="73" name="pdf-path-100002">
            <a:extLst xmlns:a="http://schemas.openxmlformats.org/drawingml/2006/main">
              <a:ext uri="{FF2B5EF4-FFF2-40B4-BE49-F238E27FC236}">
                <a16:creationId xmlns:a16="http://schemas.microsoft.com/office/drawing/2014/main" id="{C724E0B1-891F-46A5-9428-096E7E9B80AE}"/>
              </a:ext>
            </a:extLst>
          </p:cNvPr>
          <p:cNvSpPr>
            <a:spLocks xmlns:a="http://schemas.openxmlformats.org/drawingml/2006/main" noGrp="1"/>
          </p:cNvSpPr>
          <p:nvPr/>
        </p:nvSpPr>
        <p:spPr>
          <a:xfrm xmlns:a="http://schemas.openxmlformats.org/drawingml/2006/main">
            <a:off x="3292122" y="2579414"/>
            <a:ext cx="84785" cy="27184"/>
          </a:xfrm>
          <a:custGeom xmlns:a="http://schemas.openxmlformats.org/drawingml/2006/main">
            <a:pathLst>
              <a:path w="84785" h="27184">
                <a:moveTo>
                  <a:pt x="0" y="27184"/>
                </a:moveTo>
                <a:lnTo>
                  <a:pt x="0" y="10142"/>
                </a:lnTo>
                <a:cubicBezTo>
                  <a:pt x="5857" y="3491"/>
                  <a:pt x="13537" y="166"/>
                  <a:pt x="23040" y="166"/>
                </a:cubicBezTo>
                <a:cubicBezTo>
                  <a:pt x="26356" y="166"/>
                  <a:pt x="29836" y="649"/>
                  <a:pt x="33483" y="1616"/>
                </a:cubicBezTo>
                <a:cubicBezTo>
                  <a:pt x="37130" y="2583"/>
                  <a:pt x="42324" y="4503"/>
                  <a:pt x="49064" y="7376"/>
                </a:cubicBezTo>
                <a:cubicBezTo>
                  <a:pt x="52877" y="8979"/>
                  <a:pt x="55736" y="10028"/>
                  <a:pt x="57642" y="10526"/>
                </a:cubicBezTo>
                <a:cubicBezTo>
                  <a:pt x="59549" y="11023"/>
                  <a:pt x="61468" y="11272"/>
                  <a:pt x="63402" y="11272"/>
                </a:cubicBezTo>
                <a:cubicBezTo>
                  <a:pt x="66994" y="11272"/>
                  <a:pt x="70709" y="10202"/>
                  <a:pt x="74549" y="8062"/>
                </a:cubicBezTo>
                <a:cubicBezTo>
                  <a:pt x="78389" y="5923"/>
                  <a:pt x="81801" y="3236"/>
                  <a:pt x="84785" y="0"/>
                </a:cubicBezTo>
                <a:lnTo>
                  <a:pt x="84785" y="17570"/>
                </a:lnTo>
                <a:cubicBezTo>
                  <a:pt x="81249" y="20885"/>
                  <a:pt x="77671" y="23289"/>
                  <a:pt x="74052" y="24781"/>
                </a:cubicBezTo>
                <a:cubicBezTo>
                  <a:pt x="70433" y="26272"/>
                  <a:pt x="66358" y="27018"/>
                  <a:pt x="61828" y="27018"/>
                </a:cubicBezTo>
                <a:cubicBezTo>
                  <a:pt x="58513" y="27018"/>
                  <a:pt x="55349" y="26632"/>
                  <a:pt x="52338" y="25858"/>
                </a:cubicBezTo>
                <a:cubicBezTo>
                  <a:pt x="49326" y="25085"/>
                  <a:pt x="44547" y="23234"/>
                  <a:pt x="38000" y="20305"/>
                </a:cubicBezTo>
                <a:cubicBezTo>
                  <a:pt x="31452" y="17377"/>
                  <a:pt x="25996" y="15913"/>
                  <a:pt x="21631" y="15913"/>
                </a:cubicBezTo>
                <a:cubicBezTo>
                  <a:pt x="18095" y="15913"/>
                  <a:pt x="14766" y="16673"/>
                  <a:pt x="11644" y="18192"/>
                </a:cubicBezTo>
                <a:cubicBezTo>
                  <a:pt x="8523" y="19711"/>
                  <a:pt x="4641" y="22709"/>
                  <a:pt x="0" y="27184"/>
                </a:cubicBezTo>
              </a:path>
            </a:pathLst>
          </a:custGeom>
          <a:solidFill xmlns:a="http://schemas.openxmlformats.org/drawingml/2006/main">
            <a:srgbClr val="000000"/>
          </a:solidFill>
          <a:ln xmlns:a="http://schemas.openxmlformats.org/drawingml/2006/main" w="0">
            <a:noFill/>
            <a:prstDash val="solid"/>
          </a:ln>
        </p:spPr>
      </p:sp>
      <p:sp>
        <p:nvSpPr>
          <p:cNvPr id="74" name="pdf-path-100003">
            <a:extLst xmlns:a="http://schemas.openxmlformats.org/drawingml/2006/main">
              <a:ext uri="{FF2B5EF4-FFF2-40B4-BE49-F238E27FC236}">
                <a16:creationId xmlns:a16="http://schemas.microsoft.com/office/drawing/2014/main" id="{F2B03469-3B8E-40C1-802E-8DD21E31F12F}"/>
              </a:ext>
            </a:extLst>
          </p:cNvPr>
          <p:cNvSpPr>
            <a:spLocks xmlns:a="http://schemas.openxmlformats.org/drawingml/2006/main" noGrp="1"/>
          </p:cNvSpPr>
          <p:nvPr/>
        </p:nvSpPr>
        <p:spPr>
          <a:xfrm xmlns:a="http://schemas.openxmlformats.org/drawingml/2006/main">
            <a:off x="3438757" y="2564828"/>
            <a:ext cx="106748" cy="88017"/>
          </a:xfrm>
          <a:custGeom xmlns:a="http://schemas.openxmlformats.org/drawingml/2006/main">
            <a:pathLst>
              <a:path w="106748" h="88017">
                <a:moveTo>
                  <a:pt x="2569" y="0"/>
                </a:moveTo>
                <a:lnTo>
                  <a:pt x="106748" y="0"/>
                </a:lnTo>
                <a:lnTo>
                  <a:pt x="104178" y="12597"/>
                </a:lnTo>
                <a:lnTo>
                  <a:pt x="84951" y="12597"/>
                </a:lnTo>
                <a:lnTo>
                  <a:pt x="69038" y="88017"/>
                </a:lnTo>
                <a:lnTo>
                  <a:pt x="54037" y="88017"/>
                </a:lnTo>
                <a:lnTo>
                  <a:pt x="69949" y="12597"/>
                </a:lnTo>
                <a:lnTo>
                  <a:pt x="34229" y="12597"/>
                </a:lnTo>
                <a:lnTo>
                  <a:pt x="18482" y="88017"/>
                </a:lnTo>
                <a:lnTo>
                  <a:pt x="3481" y="88017"/>
                </a:lnTo>
                <a:lnTo>
                  <a:pt x="19228" y="12597"/>
                </a:lnTo>
                <a:lnTo>
                  <a:pt x="0" y="12597"/>
                </a:lnTo>
                <a:lnTo>
                  <a:pt x="2569" y="0"/>
                </a:lnTo>
              </a:path>
            </a:pathLst>
          </a:custGeom>
          <a:solidFill xmlns:a="http://schemas.openxmlformats.org/drawingml/2006/main">
            <a:srgbClr val="000000"/>
          </a:solidFill>
          <a:ln xmlns:a="http://schemas.openxmlformats.org/drawingml/2006/main" w="0">
            <a:noFill/>
            <a:prstDash val="solid"/>
          </a:ln>
        </p:spPr>
      </p:sp>
      <p:sp>
        <p:nvSpPr>
          <p:cNvPr id="75" name="pdf-path-100004">
            <a:extLst xmlns:a="http://schemas.openxmlformats.org/drawingml/2006/main">
              <a:ext uri="{FF2B5EF4-FFF2-40B4-BE49-F238E27FC236}">
                <a16:creationId xmlns:a16="http://schemas.microsoft.com/office/drawing/2014/main" id="{8574E3BE-A645-40E2-AB92-BD30388DFB33}"/>
              </a:ext>
            </a:extLst>
          </p:cNvPr>
          <p:cNvSpPr>
            <a:spLocks xmlns:a="http://schemas.openxmlformats.org/drawingml/2006/main" noGrp="1"/>
          </p:cNvSpPr>
          <p:nvPr/>
        </p:nvSpPr>
        <p:spPr>
          <a:xfrm xmlns:a="http://schemas.openxmlformats.org/drawingml/2006/main">
            <a:off x="3552394" y="2529190"/>
            <a:ext cx="55777" cy="159459"/>
          </a:xfrm>
          <a:custGeom xmlns:a="http://schemas.openxmlformats.org/drawingml/2006/main">
            <a:pathLst>
              <a:path w="55777" h="159459">
                <a:moveTo>
                  <a:pt x="13012" y="159459"/>
                </a:moveTo>
                <a:cubicBezTo>
                  <a:pt x="4337" y="140432"/>
                  <a:pt x="0" y="120880"/>
                  <a:pt x="0" y="100801"/>
                </a:cubicBezTo>
                <a:cubicBezTo>
                  <a:pt x="0" y="87416"/>
                  <a:pt x="1754" y="74958"/>
                  <a:pt x="5263" y="63428"/>
                </a:cubicBezTo>
                <a:cubicBezTo>
                  <a:pt x="8771" y="51896"/>
                  <a:pt x="14117" y="40488"/>
                  <a:pt x="21300" y="29204"/>
                </a:cubicBezTo>
                <a:cubicBezTo>
                  <a:pt x="26051" y="21681"/>
                  <a:pt x="33649" y="11947"/>
                  <a:pt x="44091" y="0"/>
                </a:cubicBezTo>
                <a:lnTo>
                  <a:pt x="55777" y="0"/>
                </a:lnTo>
                <a:cubicBezTo>
                  <a:pt x="49313" y="6913"/>
                  <a:pt x="42475" y="16648"/>
                  <a:pt x="35265" y="29204"/>
                </a:cubicBezTo>
                <a:cubicBezTo>
                  <a:pt x="28054" y="41758"/>
                  <a:pt x="22819" y="54093"/>
                  <a:pt x="19559" y="66207"/>
                </a:cubicBezTo>
                <a:cubicBezTo>
                  <a:pt x="16299" y="78319"/>
                  <a:pt x="14669" y="90487"/>
                  <a:pt x="14669" y="102710"/>
                </a:cubicBezTo>
                <a:cubicBezTo>
                  <a:pt x="14669" y="120962"/>
                  <a:pt x="17846" y="139878"/>
                  <a:pt x="24200" y="159459"/>
                </a:cubicBezTo>
                <a:lnTo>
                  <a:pt x="13012" y="159459"/>
                </a:lnTo>
              </a:path>
            </a:pathLst>
          </a:custGeom>
          <a:solidFill xmlns:a="http://schemas.openxmlformats.org/drawingml/2006/main">
            <a:srgbClr val="000000"/>
          </a:solidFill>
          <a:ln xmlns:a="http://schemas.openxmlformats.org/drawingml/2006/main" w="0">
            <a:noFill/>
            <a:prstDash val="solid"/>
          </a:ln>
        </p:spPr>
      </p:sp>
      <p:sp>
        <p:nvSpPr>
          <p:cNvPr id="76" name="pdf-path-100005">
            <a:extLst xmlns:a="http://schemas.openxmlformats.org/drawingml/2006/main">
              <a:ext uri="{FF2B5EF4-FFF2-40B4-BE49-F238E27FC236}">
                <a16:creationId xmlns:a16="http://schemas.microsoft.com/office/drawing/2014/main" id="{B0266580-9811-498F-A343-1FB39E36CE01}"/>
              </a:ext>
            </a:extLst>
          </p:cNvPr>
          <p:cNvSpPr>
            <a:spLocks xmlns:a="http://schemas.openxmlformats.org/drawingml/2006/main" noGrp="1"/>
          </p:cNvSpPr>
          <p:nvPr/>
        </p:nvSpPr>
        <p:spPr>
          <a:xfrm xmlns:a="http://schemas.openxmlformats.org/drawingml/2006/main">
            <a:off x="3601236" y="2562839"/>
            <a:ext cx="78458" cy="91995"/>
          </a:xfrm>
          <a:custGeom xmlns:a="http://schemas.openxmlformats.org/drawingml/2006/main">
            <a:pathLst>
              <a:path w="78458" h="91995">
                <a:moveTo>
                  <a:pt x="387" y="60004"/>
                </a:moveTo>
                <a:lnTo>
                  <a:pt x="15388" y="59010"/>
                </a:lnTo>
                <a:cubicBezTo>
                  <a:pt x="15388" y="63319"/>
                  <a:pt x="16051" y="66994"/>
                  <a:pt x="17377" y="70033"/>
                </a:cubicBezTo>
                <a:cubicBezTo>
                  <a:pt x="18703" y="73071"/>
                  <a:pt x="21148" y="75558"/>
                  <a:pt x="24711" y="77492"/>
                </a:cubicBezTo>
                <a:cubicBezTo>
                  <a:pt x="28275" y="79425"/>
                  <a:pt x="32433" y="80392"/>
                  <a:pt x="37185" y="80392"/>
                </a:cubicBezTo>
                <a:cubicBezTo>
                  <a:pt x="43815" y="80392"/>
                  <a:pt x="48788" y="79066"/>
                  <a:pt x="52103" y="76414"/>
                </a:cubicBezTo>
                <a:cubicBezTo>
                  <a:pt x="55418" y="73762"/>
                  <a:pt x="57076" y="70640"/>
                  <a:pt x="57076" y="67049"/>
                </a:cubicBezTo>
                <a:cubicBezTo>
                  <a:pt x="57076" y="64452"/>
                  <a:pt x="56081" y="61993"/>
                  <a:pt x="54092" y="59673"/>
                </a:cubicBezTo>
                <a:cubicBezTo>
                  <a:pt x="52048" y="57352"/>
                  <a:pt x="47061" y="54493"/>
                  <a:pt x="39132" y="51095"/>
                </a:cubicBezTo>
                <a:cubicBezTo>
                  <a:pt x="31204" y="47697"/>
                  <a:pt x="26134" y="45307"/>
                  <a:pt x="23924" y="43926"/>
                </a:cubicBezTo>
                <a:cubicBezTo>
                  <a:pt x="20222" y="41660"/>
                  <a:pt x="17432" y="38995"/>
                  <a:pt x="15553" y="35928"/>
                </a:cubicBezTo>
                <a:cubicBezTo>
                  <a:pt x="13675" y="32862"/>
                  <a:pt x="12736" y="29339"/>
                  <a:pt x="12736" y="25361"/>
                </a:cubicBezTo>
                <a:cubicBezTo>
                  <a:pt x="12736" y="18399"/>
                  <a:pt x="15498" y="12432"/>
                  <a:pt x="21024" y="7459"/>
                </a:cubicBezTo>
                <a:cubicBezTo>
                  <a:pt x="26549" y="2487"/>
                  <a:pt x="34284" y="0"/>
                  <a:pt x="44229" y="0"/>
                </a:cubicBezTo>
                <a:cubicBezTo>
                  <a:pt x="55280" y="0"/>
                  <a:pt x="63692" y="2556"/>
                  <a:pt x="69466" y="7667"/>
                </a:cubicBezTo>
                <a:cubicBezTo>
                  <a:pt x="75240" y="12777"/>
                  <a:pt x="78237" y="19504"/>
                  <a:pt x="78458" y="27847"/>
                </a:cubicBezTo>
                <a:lnTo>
                  <a:pt x="63789" y="28842"/>
                </a:lnTo>
                <a:cubicBezTo>
                  <a:pt x="63568" y="23538"/>
                  <a:pt x="61689" y="19338"/>
                  <a:pt x="58153" y="16244"/>
                </a:cubicBezTo>
                <a:cubicBezTo>
                  <a:pt x="54617" y="13150"/>
                  <a:pt x="49616" y="11603"/>
                  <a:pt x="43152" y="11603"/>
                </a:cubicBezTo>
                <a:cubicBezTo>
                  <a:pt x="37958" y="11603"/>
                  <a:pt x="33925" y="12791"/>
                  <a:pt x="31052" y="15167"/>
                </a:cubicBezTo>
                <a:cubicBezTo>
                  <a:pt x="28179" y="17543"/>
                  <a:pt x="26742" y="20112"/>
                  <a:pt x="26742" y="22874"/>
                </a:cubicBezTo>
                <a:cubicBezTo>
                  <a:pt x="26742" y="25637"/>
                  <a:pt x="27985" y="28068"/>
                  <a:pt x="30472" y="30168"/>
                </a:cubicBezTo>
                <a:cubicBezTo>
                  <a:pt x="32129" y="31604"/>
                  <a:pt x="36411" y="33815"/>
                  <a:pt x="43318" y="36798"/>
                </a:cubicBezTo>
                <a:cubicBezTo>
                  <a:pt x="54810" y="41771"/>
                  <a:pt x="62048" y="45694"/>
                  <a:pt x="65032" y="48567"/>
                </a:cubicBezTo>
                <a:cubicBezTo>
                  <a:pt x="69784" y="53153"/>
                  <a:pt x="72160" y="58733"/>
                  <a:pt x="72160" y="65308"/>
                </a:cubicBezTo>
                <a:cubicBezTo>
                  <a:pt x="72160" y="69673"/>
                  <a:pt x="70820" y="73956"/>
                  <a:pt x="68140" y="78155"/>
                </a:cubicBezTo>
                <a:cubicBezTo>
                  <a:pt x="65460" y="82354"/>
                  <a:pt x="61372" y="85711"/>
                  <a:pt x="55874" y="88224"/>
                </a:cubicBezTo>
                <a:cubicBezTo>
                  <a:pt x="50376" y="90738"/>
                  <a:pt x="43898" y="91995"/>
                  <a:pt x="36439" y="91995"/>
                </a:cubicBezTo>
                <a:cubicBezTo>
                  <a:pt x="26272" y="91995"/>
                  <a:pt x="17625" y="89488"/>
                  <a:pt x="10498" y="84474"/>
                </a:cubicBezTo>
                <a:cubicBezTo>
                  <a:pt x="3370" y="79458"/>
                  <a:pt x="0" y="71301"/>
                  <a:pt x="387" y="60004"/>
                </a:cubicBezTo>
              </a:path>
            </a:pathLst>
          </a:custGeom>
          <a:solidFill xmlns:a="http://schemas.openxmlformats.org/drawingml/2006/main">
            <a:srgbClr val="000000"/>
          </a:solidFill>
          <a:ln xmlns:a="http://schemas.openxmlformats.org/drawingml/2006/main" w="0">
            <a:noFill/>
            <a:prstDash val="solid"/>
          </a:ln>
        </p:spPr>
      </p:sp>
      <p:sp>
        <p:nvSpPr>
          <p:cNvPr id="77" name="pdf-path-100006">
            <a:extLst xmlns:a="http://schemas.openxmlformats.org/drawingml/2006/main">
              <a:ext uri="{FF2B5EF4-FFF2-40B4-BE49-F238E27FC236}">
                <a16:creationId xmlns:a16="http://schemas.microsoft.com/office/drawing/2014/main" id="{75EFEFD4-D901-475F-B2EA-2303815294FA}"/>
              </a:ext>
            </a:extLst>
          </p:cNvPr>
          <p:cNvSpPr>
            <a:spLocks xmlns:a="http://schemas.openxmlformats.org/drawingml/2006/main" noGrp="1"/>
          </p:cNvSpPr>
          <p:nvPr/>
        </p:nvSpPr>
        <p:spPr>
          <a:xfrm xmlns:a="http://schemas.openxmlformats.org/drawingml/2006/main">
            <a:off x="3686406" y="2636490"/>
            <a:ext cx="30002" cy="81000"/>
          </a:xfrm>
          <a:custGeom xmlns:a="http://schemas.openxmlformats.org/drawingml/2006/main">
            <a:pathLst>
              <a:path w="30002" h="81000">
                <a:moveTo>
                  <a:pt x="20775" y="71877"/>
                </a:moveTo>
                <a:lnTo>
                  <a:pt x="19117" y="80054"/>
                </a:lnTo>
                <a:cubicBezTo>
                  <a:pt x="16723" y="80685"/>
                  <a:pt x="14402" y="81000"/>
                  <a:pt x="12155" y="81000"/>
                </a:cubicBezTo>
                <a:cubicBezTo>
                  <a:pt x="8177" y="81000"/>
                  <a:pt x="5009" y="80024"/>
                  <a:pt x="2652" y="78072"/>
                </a:cubicBezTo>
                <a:cubicBezTo>
                  <a:pt x="884" y="76599"/>
                  <a:pt x="0" y="74591"/>
                  <a:pt x="0" y="72049"/>
                </a:cubicBezTo>
                <a:cubicBezTo>
                  <a:pt x="0" y="70760"/>
                  <a:pt x="479" y="67795"/>
                  <a:pt x="1437" y="63154"/>
                </a:cubicBezTo>
                <a:lnTo>
                  <a:pt x="8564" y="29063"/>
                </a:lnTo>
                <a:lnTo>
                  <a:pt x="663" y="29063"/>
                </a:lnTo>
                <a:lnTo>
                  <a:pt x="2265" y="21327"/>
                </a:lnTo>
                <a:lnTo>
                  <a:pt x="10166" y="21327"/>
                </a:lnTo>
                <a:lnTo>
                  <a:pt x="13205" y="6907"/>
                </a:lnTo>
                <a:lnTo>
                  <a:pt x="24643" y="0"/>
                </a:lnTo>
                <a:lnTo>
                  <a:pt x="20167" y="21327"/>
                </a:lnTo>
                <a:lnTo>
                  <a:pt x="30002" y="21327"/>
                </a:lnTo>
                <a:lnTo>
                  <a:pt x="28344" y="29063"/>
                </a:lnTo>
                <a:lnTo>
                  <a:pt x="18565" y="29063"/>
                </a:lnTo>
                <a:lnTo>
                  <a:pt x="11769" y="61455"/>
                </a:lnTo>
                <a:cubicBezTo>
                  <a:pt x="10921" y="65576"/>
                  <a:pt x="10498" y="68041"/>
                  <a:pt x="10498" y="68850"/>
                </a:cubicBezTo>
                <a:cubicBezTo>
                  <a:pt x="10498" y="70027"/>
                  <a:pt x="10839" y="70928"/>
                  <a:pt x="11520" y="71554"/>
                </a:cubicBezTo>
                <a:cubicBezTo>
                  <a:pt x="12202" y="72179"/>
                  <a:pt x="13316" y="72491"/>
                  <a:pt x="14863" y="72491"/>
                </a:cubicBezTo>
                <a:cubicBezTo>
                  <a:pt x="17073" y="72491"/>
                  <a:pt x="19044" y="72286"/>
                  <a:pt x="20775" y="71877"/>
                </a:cubicBezTo>
              </a:path>
            </a:pathLst>
          </a:custGeom>
          <a:solidFill xmlns:a="http://schemas.openxmlformats.org/drawingml/2006/main">
            <a:srgbClr val="000000"/>
          </a:solidFill>
          <a:ln xmlns:a="http://schemas.openxmlformats.org/drawingml/2006/main" w="0">
            <a:noFill/>
            <a:prstDash val="solid"/>
          </a:ln>
        </p:spPr>
      </p:sp>
      <p:sp>
        <p:nvSpPr>
          <p:cNvPr id="78" name="pdf-path-100007">
            <a:extLst xmlns:a="http://schemas.openxmlformats.org/drawingml/2006/main">
              <a:ext uri="{FF2B5EF4-FFF2-40B4-BE49-F238E27FC236}">
                <a16:creationId xmlns:a16="http://schemas.microsoft.com/office/drawing/2014/main" id="{83AB84A2-182D-4C0A-8434-69948AED9A2A}"/>
              </a:ext>
            </a:extLst>
          </p:cNvPr>
          <p:cNvSpPr>
            <a:spLocks xmlns:a="http://schemas.openxmlformats.org/drawingml/2006/main" noGrp="1"/>
          </p:cNvSpPr>
          <p:nvPr/>
        </p:nvSpPr>
        <p:spPr>
          <a:xfrm xmlns:a="http://schemas.openxmlformats.org/drawingml/2006/main">
            <a:off x="3746975" y="2635773"/>
            <a:ext cx="25775" cy="41605"/>
          </a:xfrm>
          <a:custGeom xmlns:a="http://schemas.openxmlformats.org/drawingml/2006/main">
            <a:pathLst>
              <a:path w="25775" h="41605">
                <a:moveTo>
                  <a:pt x="5138" y="17073"/>
                </a:moveTo>
                <a:lnTo>
                  <a:pt x="8702" y="0"/>
                </a:lnTo>
                <a:lnTo>
                  <a:pt x="25775" y="0"/>
                </a:lnTo>
                <a:lnTo>
                  <a:pt x="22709" y="14918"/>
                </a:lnTo>
                <a:cubicBezTo>
                  <a:pt x="20830" y="23814"/>
                  <a:pt x="17916" y="30333"/>
                  <a:pt x="13965" y="34477"/>
                </a:cubicBezTo>
                <a:cubicBezTo>
                  <a:pt x="10015" y="38621"/>
                  <a:pt x="5360" y="40997"/>
                  <a:pt x="0" y="41605"/>
                </a:cubicBezTo>
                <a:lnTo>
                  <a:pt x="1409" y="35057"/>
                </a:lnTo>
                <a:cubicBezTo>
                  <a:pt x="7984" y="33234"/>
                  <a:pt x="12321" y="27239"/>
                  <a:pt x="14421" y="17073"/>
                </a:cubicBezTo>
                <a:lnTo>
                  <a:pt x="5138" y="17073"/>
                </a:lnTo>
              </a:path>
            </a:pathLst>
          </a:custGeom>
          <a:solidFill xmlns:a="http://schemas.openxmlformats.org/drawingml/2006/main">
            <a:srgbClr val="000000"/>
          </a:solidFill>
          <a:ln xmlns:a="http://schemas.openxmlformats.org/drawingml/2006/main" w="0">
            <a:noFill/>
            <a:prstDash val="solid"/>
          </a:ln>
        </p:spPr>
      </p:sp>
      <p:sp>
        <p:nvSpPr>
          <p:cNvPr id="79" name="pdf-path-100008">
            <a:extLst xmlns:a="http://schemas.openxmlformats.org/drawingml/2006/main">
              <a:ext uri="{FF2B5EF4-FFF2-40B4-BE49-F238E27FC236}">
                <a16:creationId xmlns:a16="http://schemas.microsoft.com/office/drawing/2014/main" id="{3872A5A5-9BBB-4976-8CE8-67A0AB5F168B}"/>
              </a:ext>
            </a:extLst>
          </p:cNvPr>
          <p:cNvSpPr>
            <a:spLocks xmlns:a="http://schemas.openxmlformats.org/drawingml/2006/main" noGrp="1"/>
          </p:cNvSpPr>
          <p:nvPr/>
        </p:nvSpPr>
        <p:spPr>
          <a:xfrm xmlns:a="http://schemas.openxmlformats.org/drawingml/2006/main">
            <a:off x="3840262" y="2564828"/>
            <a:ext cx="83625" cy="88017"/>
          </a:xfrm>
          <a:custGeom xmlns:a="http://schemas.openxmlformats.org/drawingml/2006/main">
            <a:pathLst>
              <a:path w="83625" h="88017">
                <a:moveTo>
                  <a:pt x="0" y="88017"/>
                </a:moveTo>
                <a:lnTo>
                  <a:pt x="2404" y="76414"/>
                </a:lnTo>
                <a:lnTo>
                  <a:pt x="49727" y="23154"/>
                </a:lnTo>
                <a:cubicBezTo>
                  <a:pt x="53098" y="19406"/>
                  <a:pt x="56855" y="15528"/>
                  <a:pt x="60999" y="11520"/>
                </a:cubicBezTo>
                <a:cubicBezTo>
                  <a:pt x="53871" y="12239"/>
                  <a:pt x="48761" y="12597"/>
                  <a:pt x="45666" y="12597"/>
                </a:cubicBezTo>
                <a:lnTo>
                  <a:pt x="12929" y="12597"/>
                </a:lnTo>
                <a:lnTo>
                  <a:pt x="15581" y="0"/>
                </a:lnTo>
                <a:lnTo>
                  <a:pt x="83625" y="0"/>
                </a:lnTo>
                <a:lnTo>
                  <a:pt x="81636" y="9448"/>
                </a:lnTo>
                <a:lnTo>
                  <a:pt x="33897" y="63016"/>
                </a:lnTo>
                <a:cubicBezTo>
                  <a:pt x="31190" y="66109"/>
                  <a:pt x="27157" y="70271"/>
                  <a:pt x="21797" y="75503"/>
                </a:cubicBezTo>
                <a:cubicBezTo>
                  <a:pt x="30140" y="75005"/>
                  <a:pt x="35859" y="74756"/>
                  <a:pt x="38953" y="74756"/>
                </a:cubicBezTo>
                <a:lnTo>
                  <a:pt x="73596" y="74756"/>
                </a:lnTo>
                <a:lnTo>
                  <a:pt x="70862" y="88017"/>
                </a:lnTo>
                <a:lnTo>
                  <a:pt x="0" y="88017"/>
                </a:lnTo>
              </a:path>
            </a:pathLst>
          </a:custGeom>
          <a:solidFill xmlns:a="http://schemas.openxmlformats.org/drawingml/2006/main">
            <a:srgbClr val="000000"/>
          </a:solidFill>
          <a:ln xmlns:a="http://schemas.openxmlformats.org/drawingml/2006/main" w="0">
            <a:noFill/>
            <a:prstDash val="solid"/>
          </a:ln>
        </p:spPr>
      </p:sp>
      <p:sp>
        <p:nvSpPr>
          <p:cNvPr id="80" name="pdf-path-100009">
            <a:extLst xmlns:a="http://schemas.openxmlformats.org/drawingml/2006/main">
              <a:ext uri="{FF2B5EF4-FFF2-40B4-BE49-F238E27FC236}">
                <a16:creationId xmlns:a16="http://schemas.microsoft.com/office/drawing/2014/main" id="{28BB5299-2C08-442B-AE97-1A5CE2F00D88}"/>
              </a:ext>
            </a:extLst>
          </p:cNvPr>
          <p:cNvSpPr>
            <a:spLocks xmlns:a="http://schemas.openxmlformats.org/drawingml/2006/main" noGrp="1"/>
          </p:cNvSpPr>
          <p:nvPr/>
        </p:nvSpPr>
        <p:spPr>
          <a:xfrm xmlns:a="http://schemas.openxmlformats.org/drawingml/2006/main">
            <a:off x="3912781" y="2529191"/>
            <a:ext cx="55777" cy="159459"/>
          </a:xfrm>
          <a:custGeom xmlns:a="http://schemas.openxmlformats.org/drawingml/2006/main">
            <a:pathLst>
              <a:path w="55777" h="159459">
                <a:moveTo>
                  <a:pt x="42682" y="0"/>
                </a:moveTo>
                <a:cubicBezTo>
                  <a:pt x="51412" y="19026"/>
                  <a:pt x="55777" y="38551"/>
                  <a:pt x="55777" y="58574"/>
                </a:cubicBezTo>
                <a:cubicBezTo>
                  <a:pt x="55777" y="72014"/>
                  <a:pt x="54023" y="84487"/>
                  <a:pt x="50515" y="95992"/>
                </a:cubicBezTo>
                <a:cubicBezTo>
                  <a:pt x="47006" y="107494"/>
                  <a:pt x="41660" y="118915"/>
                  <a:pt x="34478" y="130254"/>
                </a:cubicBezTo>
                <a:cubicBezTo>
                  <a:pt x="29671" y="137777"/>
                  <a:pt x="22074" y="147512"/>
                  <a:pt x="11686" y="159459"/>
                </a:cubicBezTo>
                <a:lnTo>
                  <a:pt x="0" y="159459"/>
                </a:lnTo>
                <a:cubicBezTo>
                  <a:pt x="6409" y="152490"/>
                  <a:pt x="13233" y="142727"/>
                  <a:pt x="20471" y="130171"/>
                </a:cubicBezTo>
                <a:cubicBezTo>
                  <a:pt x="27709" y="117617"/>
                  <a:pt x="32944" y="105297"/>
                  <a:pt x="36177" y="93212"/>
                </a:cubicBezTo>
                <a:cubicBezTo>
                  <a:pt x="39409" y="81126"/>
                  <a:pt x="41025" y="68943"/>
                  <a:pt x="41025" y="56666"/>
                </a:cubicBezTo>
                <a:cubicBezTo>
                  <a:pt x="41025" y="38413"/>
                  <a:pt x="37848" y="19525"/>
                  <a:pt x="31494" y="0"/>
                </a:cubicBezTo>
                <a:lnTo>
                  <a:pt x="42682" y="0"/>
                </a:lnTo>
              </a:path>
            </a:pathLst>
          </a:custGeom>
          <a:solidFill xmlns:a="http://schemas.openxmlformats.org/drawingml/2006/main">
            <a:srgbClr val="000000"/>
          </a:solidFill>
          <a:ln xmlns:a="http://schemas.openxmlformats.org/drawingml/2006/main" w="0">
            <a:noFill/>
            <a:prstDash val="solid"/>
          </a:ln>
        </p:spPr>
      </p:sp>
      <p:sp>
        <p:nvSpPr>
          <p:cNvPr id="81" name="pdf-path-100010">
            <a:extLst xmlns:a="http://schemas.openxmlformats.org/drawingml/2006/main">
              <a:ext uri="{FF2B5EF4-FFF2-40B4-BE49-F238E27FC236}">
                <a16:creationId xmlns:a16="http://schemas.microsoft.com/office/drawing/2014/main" id="{E3E1CA2C-5164-4468-AC59-372AC029FE58}"/>
              </a:ext>
            </a:extLst>
          </p:cNvPr>
          <p:cNvSpPr>
            <a:spLocks xmlns:a="http://schemas.openxmlformats.org/drawingml/2006/main" noGrp="1"/>
          </p:cNvSpPr>
          <p:nvPr/>
        </p:nvSpPr>
        <p:spPr>
          <a:xfrm xmlns:a="http://schemas.openxmlformats.org/drawingml/2006/main">
            <a:off x="205748" y="2562839"/>
            <a:ext cx="92575" cy="123821"/>
          </a:xfrm>
          <a:custGeom xmlns:a="http://schemas.openxmlformats.org/drawingml/2006/main">
            <a:pathLst>
              <a:path w="92575" h="123821">
                <a:moveTo>
                  <a:pt x="0" y="123821"/>
                </a:moveTo>
                <a:lnTo>
                  <a:pt x="25444" y="1989"/>
                </a:lnTo>
                <a:lnTo>
                  <a:pt x="39284" y="1989"/>
                </a:lnTo>
                <a:lnTo>
                  <a:pt x="36715" y="14255"/>
                </a:lnTo>
                <a:cubicBezTo>
                  <a:pt x="41854" y="8896"/>
                  <a:pt x="46453" y="5180"/>
                  <a:pt x="50514" y="3108"/>
                </a:cubicBezTo>
                <a:cubicBezTo>
                  <a:pt x="54576" y="1036"/>
                  <a:pt x="58871" y="0"/>
                  <a:pt x="63402" y="0"/>
                </a:cubicBezTo>
                <a:cubicBezTo>
                  <a:pt x="71800" y="0"/>
                  <a:pt x="78762" y="3053"/>
                  <a:pt x="84287" y="9158"/>
                </a:cubicBezTo>
                <a:cubicBezTo>
                  <a:pt x="89813" y="15264"/>
                  <a:pt x="92575" y="24007"/>
                  <a:pt x="92575" y="35389"/>
                </a:cubicBezTo>
                <a:cubicBezTo>
                  <a:pt x="92575" y="44561"/>
                  <a:pt x="91056" y="52918"/>
                  <a:pt x="88017" y="60460"/>
                </a:cubicBezTo>
                <a:cubicBezTo>
                  <a:pt x="84978" y="68002"/>
                  <a:pt x="81249" y="74066"/>
                  <a:pt x="76828" y="78652"/>
                </a:cubicBezTo>
                <a:cubicBezTo>
                  <a:pt x="72408" y="83238"/>
                  <a:pt x="67933" y="86608"/>
                  <a:pt x="63402" y="88763"/>
                </a:cubicBezTo>
                <a:cubicBezTo>
                  <a:pt x="58871" y="90918"/>
                  <a:pt x="54230" y="91995"/>
                  <a:pt x="49478" y="91995"/>
                </a:cubicBezTo>
                <a:cubicBezTo>
                  <a:pt x="38925" y="91995"/>
                  <a:pt x="30748" y="86636"/>
                  <a:pt x="24946" y="75917"/>
                </a:cubicBezTo>
                <a:lnTo>
                  <a:pt x="15001" y="123821"/>
                </a:lnTo>
                <a:lnTo>
                  <a:pt x="0" y="123821"/>
                </a:lnTo>
                <a:moveTo>
                  <a:pt x="29670" y="54022"/>
                </a:moveTo>
                <a:cubicBezTo>
                  <a:pt x="29670" y="60600"/>
                  <a:pt x="30140" y="65161"/>
                  <a:pt x="31079" y="67704"/>
                </a:cubicBezTo>
                <a:cubicBezTo>
                  <a:pt x="32461" y="71297"/>
                  <a:pt x="34726" y="74200"/>
                  <a:pt x="37876" y="76412"/>
                </a:cubicBezTo>
                <a:cubicBezTo>
                  <a:pt x="41025" y="78624"/>
                  <a:pt x="44672" y="79729"/>
                  <a:pt x="48815" y="79729"/>
                </a:cubicBezTo>
                <a:cubicBezTo>
                  <a:pt x="57435" y="79729"/>
                  <a:pt x="64397" y="74881"/>
                  <a:pt x="69701" y="65184"/>
                </a:cubicBezTo>
                <a:cubicBezTo>
                  <a:pt x="75005" y="55487"/>
                  <a:pt x="77657" y="45583"/>
                  <a:pt x="77657" y="35472"/>
                </a:cubicBezTo>
                <a:cubicBezTo>
                  <a:pt x="77657" y="28013"/>
                  <a:pt x="75875" y="22253"/>
                  <a:pt x="72312" y="18192"/>
                </a:cubicBezTo>
                <a:cubicBezTo>
                  <a:pt x="68748" y="14131"/>
                  <a:pt x="64314" y="12100"/>
                  <a:pt x="59010" y="12100"/>
                </a:cubicBezTo>
                <a:cubicBezTo>
                  <a:pt x="55197" y="12100"/>
                  <a:pt x="51661" y="13109"/>
                  <a:pt x="48401" y="15126"/>
                </a:cubicBezTo>
                <a:cubicBezTo>
                  <a:pt x="45141" y="17140"/>
                  <a:pt x="42116" y="20150"/>
                  <a:pt x="39326" y="24154"/>
                </a:cubicBezTo>
                <a:cubicBezTo>
                  <a:pt x="36536" y="28158"/>
                  <a:pt x="34229" y="33060"/>
                  <a:pt x="32405" y="38860"/>
                </a:cubicBezTo>
                <a:cubicBezTo>
                  <a:pt x="30582" y="44660"/>
                  <a:pt x="29670" y="49713"/>
                  <a:pt x="29670" y="54022"/>
                </a:cubicBezTo>
              </a:path>
            </a:pathLst>
          </a:custGeom>
          <a:solidFill xmlns:a="http://schemas.openxmlformats.org/drawingml/2006/main">
            <a:srgbClr val="000000"/>
          </a:solidFill>
          <a:ln xmlns:a="http://schemas.openxmlformats.org/drawingml/2006/main" w="0">
            <a:noFill/>
            <a:prstDash val="solid"/>
          </a:ln>
        </p:spPr>
      </p:sp>
      <p:sp>
        <p:nvSpPr>
          <p:cNvPr id="82" name="pdf-path-100011">
            <a:extLst xmlns:a="http://schemas.openxmlformats.org/drawingml/2006/main">
              <a:ext uri="{FF2B5EF4-FFF2-40B4-BE49-F238E27FC236}">
                <a16:creationId xmlns:a16="http://schemas.microsoft.com/office/drawing/2014/main" id="{7D7CD94E-E944-4A52-9232-DB9E520521AE}"/>
              </a:ext>
            </a:extLst>
          </p:cNvPr>
          <p:cNvSpPr>
            <a:spLocks xmlns:a="http://schemas.openxmlformats.org/drawingml/2006/main" noGrp="1"/>
          </p:cNvSpPr>
          <p:nvPr/>
        </p:nvSpPr>
        <p:spPr>
          <a:xfrm xmlns:a="http://schemas.openxmlformats.org/drawingml/2006/main">
            <a:off x="306970" y="2635496"/>
            <a:ext cx="75420" cy="81000"/>
          </a:xfrm>
          <a:custGeom xmlns:a="http://schemas.openxmlformats.org/drawingml/2006/main">
            <a:pathLst>
              <a:path w="75420" h="81000">
                <a:moveTo>
                  <a:pt x="0" y="81000"/>
                </a:moveTo>
                <a:lnTo>
                  <a:pt x="16963" y="0"/>
                </a:lnTo>
                <a:lnTo>
                  <a:pt x="75420" y="0"/>
                </a:lnTo>
                <a:lnTo>
                  <a:pt x="73486" y="9172"/>
                </a:lnTo>
                <a:lnTo>
                  <a:pt x="25858" y="9172"/>
                </a:lnTo>
                <a:lnTo>
                  <a:pt x="20554" y="34478"/>
                </a:lnTo>
                <a:lnTo>
                  <a:pt x="66966" y="34478"/>
                </a:lnTo>
                <a:lnTo>
                  <a:pt x="65032" y="43650"/>
                </a:lnTo>
                <a:lnTo>
                  <a:pt x="18620" y="43650"/>
                </a:lnTo>
                <a:lnTo>
                  <a:pt x="12763" y="71828"/>
                </a:lnTo>
                <a:lnTo>
                  <a:pt x="63761" y="71828"/>
                </a:lnTo>
                <a:lnTo>
                  <a:pt x="61828" y="81000"/>
                </a:lnTo>
                <a:lnTo>
                  <a:pt x="0" y="81000"/>
                </a:lnTo>
              </a:path>
            </a:pathLst>
          </a:custGeom>
          <a:solidFill xmlns:a="http://schemas.openxmlformats.org/drawingml/2006/main">
            <a:srgbClr val="000000"/>
          </a:solidFill>
          <a:ln xmlns:a="http://schemas.openxmlformats.org/drawingml/2006/main" w="0">
            <a:noFill/>
            <a:prstDash val="solid"/>
          </a:ln>
        </p:spPr>
      </p:sp>
      <p:sp>
        <p:nvSpPr>
          <p:cNvPr id="83" name="pdf-path-100012">
            <a:extLst xmlns:a="http://schemas.openxmlformats.org/drawingml/2006/main">
              <a:ext uri="{FF2B5EF4-FFF2-40B4-BE49-F238E27FC236}">
                <a16:creationId xmlns:a16="http://schemas.microsoft.com/office/drawing/2014/main" id="{CBB384BE-F216-457E-BAA0-A4673B04BCB2}"/>
              </a:ext>
            </a:extLst>
          </p:cNvPr>
          <p:cNvSpPr>
            <a:spLocks xmlns:a="http://schemas.openxmlformats.org/drawingml/2006/main" noGrp="1"/>
          </p:cNvSpPr>
          <p:nvPr/>
        </p:nvSpPr>
        <p:spPr>
          <a:xfrm xmlns:a="http://schemas.openxmlformats.org/drawingml/2006/main">
            <a:off x="391681" y="2529191"/>
            <a:ext cx="55777" cy="159459"/>
          </a:xfrm>
          <a:custGeom xmlns:a="http://schemas.openxmlformats.org/drawingml/2006/main">
            <a:pathLst>
              <a:path w="55777" h="159459">
                <a:moveTo>
                  <a:pt x="13012" y="159459"/>
                </a:moveTo>
                <a:cubicBezTo>
                  <a:pt x="4337" y="140432"/>
                  <a:pt x="0" y="120880"/>
                  <a:pt x="0" y="100801"/>
                </a:cubicBezTo>
                <a:cubicBezTo>
                  <a:pt x="0" y="87416"/>
                  <a:pt x="1754" y="74958"/>
                  <a:pt x="5263" y="63428"/>
                </a:cubicBezTo>
                <a:cubicBezTo>
                  <a:pt x="8771" y="51896"/>
                  <a:pt x="14117" y="40488"/>
                  <a:pt x="21300" y="29204"/>
                </a:cubicBezTo>
                <a:cubicBezTo>
                  <a:pt x="26052" y="21681"/>
                  <a:pt x="33649" y="11947"/>
                  <a:pt x="44091" y="0"/>
                </a:cubicBezTo>
                <a:lnTo>
                  <a:pt x="55777" y="0"/>
                </a:lnTo>
                <a:cubicBezTo>
                  <a:pt x="49313" y="6914"/>
                  <a:pt x="42475" y="16648"/>
                  <a:pt x="35265" y="29204"/>
                </a:cubicBezTo>
                <a:cubicBezTo>
                  <a:pt x="28054" y="41758"/>
                  <a:pt x="22819" y="54093"/>
                  <a:pt x="19559" y="66207"/>
                </a:cubicBezTo>
                <a:cubicBezTo>
                  <a:pt x="16299" y="78319"/>
                  <a:pt x="14669" y="90487"/>
                  <a:pt x="14669" y="102710"/>
                </a:cubicBezTo>
                <a:cubicBezTo>
                  <a:pt x="14669" y="120962"/>
                  <a:pt x="17847" y="139878"/>
                  <a:pt x="24200" y="159459"/>
                </a:cubicBezTo>
                <a:lnTo>
                  <a:pt x="13012" y="159459"/>
                </a:lnTo>
              </a:path>
            </a:pathLst>
          </a:custGeom>
          <a:solidFill xmlns:a="http://schemas.openxmlformats.org/drawingml/2006/main">
            <a:srgbClr val="000000"/>
          </a:solidFill>
          <a:ln xmlns:a="http://schemas.openxmlformats.org/drawingml/2006/main" w="0">
            <a:noFill/>
            <a:prstDash val="solid"/>
          </a:ln>
        </p:spPr>
      </p:sp>
      <p:sp>
        <p:nvSpPr>
          <p:cNvPr id="84" name="pdf-path-100013">
            <a:extLst xmlns:a="http://schemas.openxmlformats.org/drawingml/2006/main">
              <a:ext uri="{FF2B5EF4-FFF2-40B4-BE49-F238E27FC236}">
                <a16:creationId xmlns:a16="http://schemas.microsoft.com/office/drawing/2014/main" id="{BF20A74F-73C4-4B7F-8DB8-68F72C06B680}"/>
              </a:ext>
            </a:extLst>
          </p:cNvPr>
          <p:cNvSpPr>
            <a:spLocks xmlns:a="http://schemas.openxmlformats.org/drawingml/2006/main" noGrp="1"/>
          </p:cNvSpPr>
          <p:nvPr/>
        </p:nvSpPr>
        <p:spPr>
          <a:xfrm xmlns:a="http://schemas.openxmlformats.org/drawingml/2006/main">
            <a:off x="440523" y="2562839"/>
            <a:ext cx="78459" cy="91995"/>
          </a:xfrm>
          <a:custGeom xmlns:a="http://schemas.openxmlformats.org/drawingml/2006/main">
            <a:pathLst>
              <a:path w="78459" h="91995">
                <a:moveTo>
                  <a:pt x="387" y="60004"/>
                </a:moveTo>
                <a:lnTo>
                  <a:pt x="15388" y="59010"/>
                </a:lnTo>
                <a:cubicBezTo>
                  <a:pt x="15388" y="63319"/>
                  <a:pt x="16051" y="66994"/>
                  <a:pt x="17377" y="70033"/>
                </a:cubicBezTo>
                <a:cubicBezTo>
                  <a:pt x="18703" y="73071"/>
                  <a:pt x="21148" y="75558"/>
                  <a:pt x="24712" y="77492"/>
                </a:cubicBezTo>
                <a:cubicBezTo>
                  <a:pt x="28275" y="79425"/>
                  <a:pt x="32433" y="80392"/>
                  <a:pt x="37185" y="80392"/>
                </a:cubicBezTo>
                <a:cubicBezTo>
                  <a:pt x="43815" y="80392"/>
                  <a:pt x="48788" y="79066"/>
                  <a:pt x="52103" y="76414"/>
                </a:cubicBezTo>
                <a:cubicBezTo>
                  <a:pt x="55418" y="73762"/>
                  <a:pt x="57076" y="70640"/>
                  <a:pt x="57076" y="67049"/>
                </a:cubicBezTo>
                <a:cubicBezTo>
                  <a:pt x="57076" y="64452"/>
                  <a:pt x="56081" y="61993"/>
                  <a:pt x="54092" y="59673"/>
                </a:cubicBezTo>
                <a:cubicBezTo>
                  <a:pt x="52048" y="57352"/>
                  <a:pt x="47061" y="54493"/>
                  <a:pt x="39132" y="51095"/>
                </a:cubicBezTo>
                <a:cubicBezTo>
                  <a:pt x="31204" y="47697"/>
                  <a:pt x="26134" y="45307"/>
                  <a:pt x="23924" y="43926"/>
                </a:cubicBezTo>
                <a:cubicBezTo>
                  <a:pt x="20222" y="41660"/>
                  <a:pt x="17432" y="38995"/>
                  <a:pt x="15553" y="35928"/>
                </a:cubicBezTo>
                <a:cubicBezTo>
                  <a:pt x="13675" y="32862"/>
                  <a:pt x="12735" y="29339"/>
                  <a:pt x="12735" y="25361"/>
                </a:cubicBezTo>
                <a:cubicBezTo>
                  <a:pt x="12735" y="18399"/>
                  <a:pt x="15498" y="12432"/>
                  <a:pt x="21023" y="7459"/>
                </a:cubicBezTo>
                <a:cubicBezTo>
                  <a:pt x="26549" y="2487"/>
                  <a:pt x="34284" y="0"/>
                  <a:pt x="44229" y="0"/>
                </a:cubicBezTo>
                <a:cubicBezTo>
                  <a:pt x="55280" y="0"/>
                  <a:pt x="63692" y="2556"/>
                  <a:pt x="69466" y="7667"/>
                </a:cubicBezTo>
                <a:cubicBezTo>
                  <a:pt x="75240" y="12777"/>
                  <a:pt x="78237" y="19504"/>
                  <a:pt x="78459" y="27847"/>
                </a:cubicBezTo>
                <a:lnTo>
                  <a:pt x="63789" y="28842"/>
                </a:lnTo>
                <a:cubicBezTo>
                  <a:pt x="63568" y="23538"/>
                  <a:pt x="61689" y="19338"/>
                  <a:pt x="58153" y="16244"/>
                </a:cubicBezTo>
                <a:cubicBezTo>
                  <a:pt x="54617" y="13150"/>
                  <a:pt x="49617" y="11603"/>
                  <a:pt x="43152" y="11603"/>
                </a:cubicBezTo>
                <a:cubicBezTo>
                  <a:pt x="37958" y="11603"/>
                  <a:pt x="33925" y="12791"/>
                  <a:pt x="31052" y="15167"/>
                </a:cubicBezTo>
                <a:cubicBezTo>
                  <a:pt x="28179" y="17543"/>
                  <a:pt x="26742" y="20112"/>
                  <a:pt x="26742" y="22874"/>
                </a:cubicBezTo>
                <a:cubicBezTo>
                  <a:pt x="26742" y="25637"/>
                  <a:pt x="27985" y="28068"/>
                  <a:pt x="30472" y="30168"/>
                </a:cubicBezTo>
                <a:cubicBezTo>
                  <a:pt x="32129" y="31604"/>
                  <a:pt x="36411" y="33815"/>
                  <a:pt x="43318" y="36798"/>
                </a:cubicBezTo>
                <a:cubicBezTo>
                  <a:pt x="54810" y="41771"/>
                  <a:pt x="62048" y="45694"/>
                  <a:pt x="65032" y="48567"/>
                </a:cubicBezTo>
                <a:cubicBezTo>
                  <a:pt x="69784" y="53153"/>
                  <a:pt x="72160" y="58733"/>
                  <a:pt x="72160" y="65308"/>
                </a:cubicBezTo>
                <a:cubicBezTo>
                  <a:pt x="72160" y="69673"/>
                  <a:pt x="70820" y="73956"/>
                  <a:pt x="68140" y="78155"/>
                </a:cubicBezTo>
                <a:cubicBezTo>
                  <a:pt x="65460" y="82354"/>
                  <a:pt x="61372" y="85711"/>
                  <a:pt x="55874" y="88224"/>
                </a:cubicBezTo>
                <a:cubicBezTo>
                  <a:pt x="50376" y="90738"/>
                  <a:pt x="43898" y="91995"/>
                  <a:pt x="36439" y="91995"/>
                </a:cubicBezTo>
                <a:cubicBezTo>
                  <a:pt x="26272" y="91995"/>
                  <a:pt x="17625" y="89488"/>
                  <a:pt x="10498" y="84474"/>
                </a:cubicBezTo>
                <a:cubicBezTo>
                  <a:pt x="3370" y="79458"/>
                  <a:pt x="0" y="71301"/>
                  <a:pt x="387" y="60004"/>
                </a:cubicBezTo>
              </a:path>
            </a:pathLst>
          </a:custGeom>
          <a:solidFill xmlns:a="http://schemas.openxmlformats.org/drawingml/2006/main">
            <a:srgbClr val="000000"/>
          </a:solidFill>
          <a:ln xmlns:a="http://schemas.openxmlformats.org/drawingml/2006/main" w="0">
            <a:noFill/>
            <a:prstDash val="solid"/>
          </a:ln>
        </p:spPr>
      </p:sp>
      <p:sp>
        <p:nvSpPr>
          <p:cNvPr id="85" name="pdf-path-100014">
            <a:extLst xmlns:a="http://schemas.openxmlformats.org/drawingml/2006/main">
              <a:ext uri="{FF2B5EF4-FFF2-40B4-BE49-F238E27FC236}">
                <a16:creationId xmlns:a16="http://schemas.microsoft.com/office/drawing/2014/main" id="{B755B086-D467-47BE-83A0-36D8CFDA6D65}"/>
              </a:ext>
            </a:extLst>
          </p:cNvPr>
          <p:cNvSpPr>
            <a:spLocks xmlns:a="http://schemas.openxmlformats.org/drawingml/2006/main" noGrp="1"/>
          </p:cNvSpPr>
          <p:nvPr/>
        </p:nvSpPr>
        <p:spPr>
          <a:xfrm xmlns:a="http://schemas.openxmlformats.org/drawingml/2006/main">
            <a:off x="525088" y="2636491"/>
            <a:ext cx="30002" cy="81000"/>
          </a:xfrm>
          <a:custGeom xmlns:a="http://schemas.openxmlformats.org/drawingml/2006/main">
            <a:pathLst>
              <a:path w="30002" h="81000">
                <a:moveTo>
                  <a:pt x="20775" y="71877"/>
                </a:moveTo>
                <a:lnTo>
                  <a:pt x="19117" y="80054"/>
                </a:lnTo>
                <a:cubicBezTo>
                  <a:pt x="16723" y="80685"/>
                  <a:pt x="14402" y="81000"/>
                  <a:pt x="12155" y="81000"/>
                </a:cubicBezTo>
                <a:cubicBezTo>
                  <a:pt x="8177" y="81000"/>
                  <a:pt x="5009" y="80024"/>
                  <a:pt x="2652" y="78072"/>
                </a:cubicBezTo>
                <a:cubicBezTo>
                  <a:pt x="884" y="76599"/>
                  <a:pt x="0" y="74591"/>
                  <a:pt x="0" y="72049"/>
                </a:cubicBezTo>
                <a:cubicBezTo>
                  <a:pt x="0" y="70760"/>
                  <a:pt x="479" y="67795"/>
                  <a:pt x="1437" y="63154"/>
                </a:cubicBezTo>
                <a:lnTo>
                  <a:pt x="8564" y="29063"/>
                </a:lnTo>
                <a:lnTo>
                  <a:pt x="663" y="29063"/>
                </a:lnTo>
                <a:lnTo>
                  <a:pt x="2265" y="21327"/>
                </a:lnTo>
                <a:lnTo>
                  <a:pt x="10166" y="21327"/>
                </a:lnTo>
                <a:lnTo>
                  <a:pt x="13205" y="6907"/>
                </a:lnTo>
                <a:lnTo>
                  <a:pt x="24643" y="0"/>
                </a:lnTo>
                <a:lnTo>
                  <a:pt x="20167" y="21327"/>
                </a:lnTo>
                <a:lnTo>
                  <a:pt x="30002" y="21327"/>
                </a:lnTo>
                <a:lnTo>
                  <a:pt x="28344" y="29063"/>
                </a:lnTo>
                <a:lnTo>
                  <a:pt x="18565" y="29063"/>
                </a:lnTo>
                <a:lnTo>
                  <a:pt x="11769" y="61455"/>
                </a:lnTo>
                <a:cubicBezTo>
                  <a:pt x="10921" y="65576"/>
                  <a:pt x="10498" y="68041"/>
                  <a:pt x="10498" y="68850"/>
                </a:cubicBezTo>
                <a:cubicBezTo>
                  <a:pt x="10498" y="70027"/>
                  <a:pt x="10839" y="70928"/>
                  <a:pt x="11520" y="71554"/>
                </a:cubicBezTo>
                <a:cubicBezTo>
                  <a:pt x="12202" y="72179"/>
                  <a:pt x="13316" y="72491"/>
                  <a:pt x="14863" y="72491"/>
                </a:cubicBezTo>
                <a:cubicBezTo>
                  <a:pt x="17073" y="72491"/>
                  <a:pt x="19044" y="72286"/>
                  <a:pt x="20775" y="71877"/>
                </a:cubicBezTo>
              </a:path>
            </a:pathLst>
          </a:custGeom>
          <a:solidFill xmlns:a="http://schemas.openxmlformats.org/drawingml/2006/main">
            <a:srgbClr val="000000"/>
          </a:solidFill>
          <a:ln xmlns:a="http://schemas.openxmlformats.org/drawingml/2006/main" w="0">
            <a:noFill/>
            <a:prstDash val="solid"/>
          </a:ln>
        </p:spPr>
      </p:sp>
      <p:sp>
        <p:nvSpPr>
          <p:cNvPr id="86" name="pdf-path-100015">
            <a:extLst xmlns:a="http://schemas.openxmlformats.org/drawingml/2006/main">
              <a:ext uri="{FF2B5EF4-FFF2-40B4-BE49-F238E27FC236}">
                <a16:creationId xmlns:a16="http://schemas.microsoft.com/office/drawing/2014/main" id="{3D4282A8-026A-4CA2-B5EB-280643D30F07}"/>
              </a:ext>
            </a:extLst>
          </p:cNvPr>
          <p:cNvSpPr>
            <a:spLocks xmlns:a="http://schemas.openxmlformats.org/drawingml/2006/main" noGrp="1"/>
          </p:cNvSpPr>
          <p:nvPr/>
        </p:nvSpPr>
        <p:spPr>
          <a:xfrm xmlns:a="http://schemas.openxmlformats.org/drawingml/2006/main">
            <a:off x="597177" y="2529191"/>
            <a:ext cx="13012" cy="159459"/>
          </a:xfrm>
          <a:custGeom xmlns:a="http://schemas.openxmlformats.org/drawingml/2006/main">
            <a:pathLst>
              <a:path w="13012" h="159459">
                <a:moveTo>
                  <a:pt x="0" y="159459"/>
                </a:moveTo>
                <a:lnTo>
                  <a:pt x="0" y="0"/>
                </a:lnTo>
                <a:lnTo>
                  <a:pt x="13012" y="0"/>
                </a:lnTo>
                <a:lnTo>
                  <a:pt x="13012" y="159459"/>
                </a:lnTo>
                <a:lnTo>
                  <a:pt x="0" y="159459"/>
                </a:lnTo>
              </a:path>
            </a:pathLst>
          </a:custGeom>
          <a:solidFill xmlns:a="http://schemas.openxmlformats.org/drawingml/2006/main">
            <a:srgbClr val="000000"/>
          </a:solidFill>
          <a:ln xmlns:a="http://schemas.openxmlformats.org/drawingml/2006/main" w="0">
            <a:noFill/>
            <a:prstDash val="solid"/>
          </a:ln>
        </p:spPr>
      </p:sp>
      <p:sp>
        <p:nvSpPr>
          <p:cNvPr id="87" name="pdf-path-100016">
            <a:extLst xmlns:a="http://schemas.openxmlformats.org/drawingml/2006/main">
              <a:ext uri="{FF2B5EF4-FFF2-40B4-BE49-F238E27FC236}">
                <a16:creationId xmlns:a16="http://schemas.microsoft.com/office/drawing/2014/main" id="{B1F11588-AFA7-4E29-9548-6BE4EE7B2E27}"/>
              </a:ext>
            </a:extLst>
          </p:cNvPr>
          <p:cNvSpPr>
            <a:spLocks xmlns:a="http://schemas.openxmlformats.org/drawingml/2006/main" noGrp="1"/>
          </p:cNvSpPr>
          <p:nvPr/>
        </p:nvSpPr>
        <p:spPr>
          <a:xfrm xmlns:a="http://schemas.openxmlformats.org/drawingml/2006/main">
            <a:off x="679232" y="2562840"/>
            <a:ext cx="78458" cy="91995"/>
          </a:xfrm>
          <a:custGeom xmlns:a="http://schemas.openxmlformats.org/drawingml/2006/main">
            <a:pathLst>
              <a:path w="78458" h="91995">
                <a:moveTo>
                  <a:pt x="387" y="60004"/>
                </a:moveTo>
                <a:lnTo>
                  <a:pt x="15388" y="59010"/>
                </a:lnTo>
                <a:cubicBezTo>
                  <a:pt x="15388" y="63319"/>
                  <a:pt x="16051" y="66994"/>
                  <a:pt x="17377" y="70033"/>
                </a:cubicBezTo>
                <a:cubicBezTo>
                  <a:pt x="18703" y="73071"/>
                  <a:pt x="21148" y="75558"/>
                  <a:pt x="24711" y="77492"/>
                </a:cubicBezTo>
                <a:cubicBezTo>
                  <a:pt x="28275" y="79425"/>
                  <a:pt x="32433" y="80392"/>
                  <a:pt x="37185" y="80392"/>
                </a:cubicBezTo>
                <a:cubicBezTo>
                  <a:pt x="43815" y="80392"/>
                  <a:pt x="48788" y="79066"/>
                  <a:pt x="52103" y="76414"/>
                </a:cubicBezTo>
                <a:cubicBezTo>
                  <a:pt x="55418" y="73762"/>
                  <a:pt x="57076" y="70640"/>
                  <a:pt x="57076" y="67049"/>
                </a:cubicBezTo>
                <a:cubicBezTo>
                  <a:pt x="57076" y="64452"/>
                  <a:pt x="56081" y="61993"/>
                  <a:pt x="54092" y="59673"/>
                </a:cubicBezTo>
                <a:cubicBezTo>
                  <a:pt x="52048" y="57352"/>
                  <a:pt x="47061" y="54493"/>
                  <a:pt x="39132" y="51095"/>
                </a:cubicBezTo>
                <a:cubicBezTo>
                  <a:pt x="31204" y="47697"/>
                  <a:pt x="26134" y="45307"/>
                  <a:pt x="23924" y="43926"/>
                </a:cubicBezTo>
                <a:cubicBezTo>
                  <a:pt x="20222" y="41660"/>
                  <a:pt x="17432" y="38995"/>
                  <a:pt x="15553" y="35928"/>
                </a:cubicBezTo>
                <a:cubicBezTo>
                  <a:pt x="13675" y="32862"/>
                  <a:pt x="12736" y="29339"/>
                  <a:pt x="12736" y="25361"/>
                </a:cubicBezTo>
                <a:cubicBezTo>
                  <a:pt x="12736" y="18399"/>
                  <a:pt x="15498" y="12432"/>
                  <a:pt x="21024" y="7459"/>
                </a:cubicBezTo>
                <a:cubicBezTo>
                  <a:pt x="26549" y="2487"/>
                  <a:pt x="34284" y="0"/>
                  <a:pt x="44229" y="0"/>
                </a:cubicBezTo>
                <a:cubicBezTo>
                  <a:pt x="55280" y="0"/>
                  <a:pt x="63692" y="2556"/>
                  <a:pt x="69466" y="7667"/>
                </a:cubicBezTo>
                <a:cubicBezTo>
                  <a:pt x="75240" y="12777"/>
                  <a:pt x="78237" y="19504"/>
                  <a:pt x="78458" y="27847"/>
                </a:cubicBezTo>
                <a:lnTo>
                  <a:pt x="63789" y="28842"/>
                </a:lnTo>
                <a:cubicBezTo>
                  <a:pt x="63568" y="23538"/>
                  <a:pt x="61689" y="19338"/>
                  <a:pt x="58153" y="16244"/>
                </a:cubicBezTo>
                <a:cubicBezTo>
                  <a:pt x="54617" y="13150"/>
                  <a:pt x="49616" y="11603"/>
                  <a:pt x="43152" y="11603"/>
                </a:cubicBezTo>
                <a:cubicBezTo>
                  <a:pt x="37958" y="11603"/>
                  <a:pt x="33925" y="12791"/>
                  <a:pt x="31052" y="15167"/>
                </a:cubicBezTo>
                <a:cubicBezTo>
                  <a:pt x="28179" y="17543"/>
                  <a:pt x="26742" y="20112"/>
                  <a:pt x="26742" y="22874"/>
                </a:cubicBezTo>
                <a:cubicBezTo>
                  <a:pt x="26742" y="25637"/>
                  <a:pt x="27985" y="28068"/>
                  <a:pt x="30472" y="30168"/>
                </a:cubicBezTo>
                <a:cubicBezTo>
                  <a:pt x="32129" y="31604"/>
                  <a:pt x="36411" y="33815"/>
                  <a:pt x="43318" y="36798"/>
                </a:cubicBezTo>
                <a:cubicBezTo>
                  <a:pt x="54810" y="41771"/>
                  <a:pt x="62048" y="45694"/>
                  <a:pt x="65032" y="48567"/>
                </a:cubicBezTo>
                <a:cubicBezTo>
                  <a:pt x="69784" y="53153"/>
                  <a:pt x="72160" y="58733"/>
                  <a:pt x="72160" y="65308"/>
                </a:cubicBezTo>
                <a:cubicBezTo>
                  <a:pt x="72160" y="69673"/>
                  <a:pt x="70820" y="73956"/>
                  <a:pt x="68140" y="78155"/>
                </a:cubicBezTo>
                <a:cubicBezTo>
                  <a:pt x="65460" y="82354"/>
                  <a:pt x="61372" y="85711"/>
                  <a:pt x="55874" y="88224"/>
                </a:cubicBezTo>
                <a:cubicBezTo>
                  <a:pt x="50376" y="90738"/>
                  <a:pt x="43898" y="91995"/>
                  <a:pt x="36439" y="91995"/>
                </a:cubicBezTo>
                <a:cubicBezTo>
                  <a:pt x="26272" y="91995"/>
                  <a:pt x="17625" y="89488"/>
                  <a:pt x="10498" y="84474"/>
                </a:cubicBezTo>
                <a:cubicBezTo>
                  <a:pt x="3370" y="79458"/>
                  <a:pt x="0" y="71301"/>
                  <a:pt x="387" y="60004"/>
                </a:cubicBezTo>
              </a:path>
            </a:pathLst>
          </a:custGeom>
          <a:solidFill xmlns:a="http://schemas.openxmlformats.org/drawingml/2006/main">
            <a:srgbClr val="000000"/>
          </a:solidFill>
          <a:ln xmlns:a="http://schemas.openxmlformats.org/drawingml/2006/main" w="0">
            <a:noFill/>
            <a:prstDash val="solid"/>
          </a:ln>
        </p:spPr>
      </p:sp>
      <p:sp>
        <p:nvSpPr>
          <p:cNvPr id="88" name="pdf-path-100017">
            <a:extLst xmlns:a="http://schemas.openxmlformats.org/drawingml/2006/main">
              <a:ext uri="{FF2B5EF4-FFF2-40B4-BE49-F238E27FC236}">
                <a16:creationId xmlns:a16="http://schemas.microsoft.com/office/drawing/2014/main" id="{156665E5-1EA5-4A5B-843C-F9B98A2BF62F}"/>
              </a:ext>
            </a:extLst>
          </p:cNvPr>
          <p:cNvSpPr>
            <a:spLocks xmlns:a="http://schemas.openxmlformats.org/drawingml/2006/main" noGrp="1"/>
          </p:cNvSpPr>
          <p:nvPr/>
        </p:nvSpPr>
        <p:spPr>
          <a:xfrm xmlns:a="http://schemas.openxmlformats.org/drawingml/2006/main">
            <a:off x="764067" y="2636492"/>
            <a:ext cx="30002" cy="81000"/>
          </a:xfrm>
          <a:custGeom xmlns:a="http://schemas.openxmlformats.org/drawingml/2006/main">
            <a:pathLst>
              <a:path w="30002" h="81000">
                <a:moveTo>
                  <a:pt x="20775" y="71877"/>
                </a:moveTo>
                <a:lnTo>
                  <a:pt x="19117" y="80054"/>
                </a:lnTo>
                <a:cubicBezTo>
                  <a:pt x="16723" y="80685"/>
                  <a:pt x="14402" y="81000"/>
                  <a:pt x="12155" y="81000"/>
                </a:cubicBezTo>
                <a:cubicBezTo>
                  <a:pt x="8177" y="81000"/>
                  <a:pt x="5009" y="80024"/>
                  <a:pt x="2652" y="78072"/>
                </a:cubicBezTo>
                <a:cubicBezTo>
                  <a:pt x="884" y="76599"/>
                  <a:pt x="0" y="74591"/>
                  <a:pt x="0" y="72049"/>
                </a:cubicBezTo>
                <a:cubicBezTo>
                  <a:pt x="0" y="70760"/>
                  <a:pt x="479" y="67795"/>
                  <a:pt x="1437" y="63154"/>
                </a:cubicBezTo>
                <a:lnTo>
                  <a:pt x="8564" y="29063"/>
                </a:lnTo>
                <a:lnTo>
                  <a:pt x="663" y="29063"/>
                </a:lnTo>
                <a:lnTo>
                  <a:pt x="2265" y="21327"/>
                </a:lnTo>
                <a:lnTo>
                  <a:pt x="10166" y="21327"/>
                </a:lnTo>
                <a:lnTo>
                  <a:pt x="13205" y="6907"/>
                </a:lnTo>
                <a:lnTo>
                  <a:pt x="24643" y="0"/>
                </a:lnTo>
                <a:lnTo>
                  <a:pt x="20167" y="21327"/>
                </a:lnTo>
                <a:lnTo>
                  <a:pt x="30002" y="21327"/>
                </a:lnTo>
                <a:lnTo>
                  <a:pt x="28344" y="29063"/>
                </a:lnTo>
                <a:lnTo>
                  <a:pt x="18565" y="29063"/>
                </a:lnTo>
                <a:lnTo>
                  <a:pt x="11769" y="61455"/>
                </a:lnTo>
                <a:cubicBezTo>
                  <a:pt x="10921" y="65576"/>
                  <a:pt x="10498" y="68041"/>
                  <a:pt x="10498" y="68850"/>
                </a:cubicBezTo>
                <a:cubicBezTo>
                  <a:pt x="10498" y="70027"/>
                  <a:pt x="10839" y="70928"/>
                  <a:pt x="11520" y="71554"/>
                </a:cubicBezTo>
                <a:cubicBezTo>
                  <a:pt x="12202" y="72179"/>
                  <a:pt x="13316" y="72491"/>
                  <a:pt x="14863" y="72491"/>
                </a:cubicBezTo>
                <a:cubicBezTo>
                  <a:pt x="17073" y="72491"/>
                  <a:pt x="19044" y="72286"/>
                  <a:pt x="20775" y="71877"/>
                </a:cubicBezTo>
              </a:path>
            </a:pathLst>
          </a:custGeom>
          <a:solidFill xmlns:a="http://schemas.openxmlformats.org/drawingml/2006/main">
            <a:srgbClr val="000000"/>
          </a:solidFill>
          <a:ln xmlns:a="http://schemas.openxmlformats.org/drawingml/2006/main" w="0">
            <a:noFill/>
            <a:prstDash val="solid"/>
          </a:ln>
        </p:spPr>
      </p:sp>
      <p:sp>
        <p:nvSpPr>
          <p:cNvPr id="89" name="pdf-path-100018">
            <a:extLst xmlns:a="http://schemas.openxmlformats.org/drawingml/2006/main">
              <a:ext uri="{FF2B5EF4-FFF2-40B4-BE49-F238E27FC236}">
                <a16:creationId xmlns:a16="http://schemas.microsoft.com/office/drawing/2014/main" id="{511DE2A5-3ADF-42E5-9F7A-BD8CDC8C143F}"/>
              </a:ext>
            </a:extLst>
          </p:cNvPr>
          <p:cNvSpPr>
            <a:spLocks xmlns:a="http://schemas.openxmlformats.org/drawingml/2006/main" noGrp="1"/>
          </p:cNvSpPr>
          <p:nvPr/>
        </p:nvSpPr>
        <p:spPr>
          <a:xfrm xmlns:a="http://schemas.openxmlformats.org/drawingml/2006/main">
            <a:off x="794306" y="2682130"/>
            <a:ext cx="32599" cy="10056"/>
          </a:xfrm>
          <a:custGeom xmlns:a="http://schemas.openxmlformats.org/drawingml/2006/main">
            <a:pathLst>
              <a:path w="32599" h="10056">
                <a:moveTo>
                  <a:pt x="0" y="10056"/>
                </a:moveTo>
                <a:lnTo>
                  <a:pt x="2100" y="0"/>
                </a:lnTo>
                <a:lnTo>
                  <a:pt x="32599" y="0"/>
                </a:lnTo>
                <a:lnTo>
                  <a:pt x="30555" y="10056"/>
                </a:lnTo>
                <a:lnTo>
                  <a:pt x="0" y="10056"/>
                </a:lnTo>
              </a:path>
            </a:pathLst>
          </a:custGeom>
          <a:solidFill xmlns:a="http://schemas.openxmlformats.org/drawingml/2006/main">
            <a:srgbClr val="000000"/>
          </a:solidFill>
          <a:ln xmlns:a="http://schemas.openxmlformats.org/drawingml/2006/main" w="0">
            <a:noFill/>
            <a:prstDash val="solid"/>
          </a:ln>
        </p:spPr>
      </p:sp>
      <p:sp>
        <p:nvSpPr>
          <p:cNvPr id="90" name="pdf-path-100019">
            <a:extLst xmlns:a="http://schemas.openxmlformats.org/drawingml/2006/main">
              <a:ext uri="{FF2B5EF4-FFF2-40B4-BE49-F238E27FC236}">
                <a16:creationId xmlns:a16="http://schemas.microsoft.com/office/drawing/2014/main" id="{8D04087F-D7DB-4244-9338-2FE446E30FA4}"/>
              </a:ext>
            </a:extLst>
          </p:cNvPr>
          <p:cNvSpPr>
            <a:spLocks xmlns:a="http://schemas.openxmlformats.org/drawingml/2006/main" noGrp="1"/>
          </p:cNvSpPr>
          <p:nvPr/>
        </p:nvSpPr>
        <p:spPr>
          <a:xfrm xmlns:a="http://schemas.openxmlformats.org/drawingml/2006/main">
            <a:off x="843480" y="2635166"/>
            <a:ext cx="37516" cy="81332"/>
          </a:xfrm>
          <a:custGeom xmlns:a="http://schemas.openxmlformats.org/drawingml/2006/main">
            <a:pathLst>
              <a:path w="37516" h="81332">
                <a:moveTo>
                  <a:pt x="10498" y="81332"/>
                </a:moveTo>
                <a:lnTo>
                  <a:pt x="23317" y="20167"/>
                </a:lnTo>
                <a:cubicBezTo>
                  <a:pt x="17791" y="24514"/>
                  <a:pt x="10019" y="27995"/>
                  <a:pt x="0" y="30610"/>
                </a:cubicBezTo>
                <a:lnTo>
                  <a:pt x="1879" y="21549"/>
                </a:lnTo>
                <a:cubicBezTo>
                  <a:pt x="6851" y="19559"/>
                  <a:pt x="11759" y="16962"/>
                  <a:pt x="16604" y="13758"/>
                </a:cubicBezTo>
                <a:cubicBezTo>
                  <a:pt x="21447" y="10553"/>
                  <a:pt x="25085" y="7754"/>
                  <a:pt x="27516" y="5360"/>
                </a:cubicBezTo>
                <a:cubicBezTo>
                  <a:pt x="28989" y="3886"/>
                  <a:pt x="30389" y="2100"/>
                  <a:pt x="31715" y="0"/>
                </a:cubicBezTo>
                <a:lnTo>
                  <a:pt x="37516" y="0"/>
                </a:lnTo>
                <a:lnTo>
                  <a:pt x="20554" y="81332"/>
                </a:lnTo>
                <a:lnTo>
                  <a:pt x="10498" y="81332"/>
                </a:lnTo>
              </a:path>
            </a:pathLst>
          </a:custGeom>
          <a:solidFill xmlns:a="http://schemas.openxmlformats.org/drawingml/2006/main">
            <a:srgbClr val="000000"/>
          </a:solidFill>
          <a:ln xmlns:a="http://schemas.openxmlformats.org/drawingml/2006/main" w="0">
            <a:noFill/>
            <a:prstDash val="solid"/>
          </a:ln>
        </p:spPr>
      </p:sp>
      <p:sp>
        <p:nvSpPr>
          <p:cNvPr id="91" name="pdf-path-100020">
            <a:extLst xmlns:a="http://schemas.openxmlformats.org/drawingml/2006/main">
              <a:ext uri="{FF2B5EF4-FFF2-40B4-BE49-F238E27FC236}">
                <a16:creationId xmlns:a16="http://schemas.microsoft.com/office/drawing/2014/main" id="{4756C336-6327-44AC-A246-49D4046E62A2}"/>
              </a:ext>
            </a:extLst>
          </p:cNvPr>
          <p:cNvSpPr>
            <a:spLocks xmlns:a="http://schemas.openxmlformats.org/drawingml/2006/main" noGrp="1"/>
          </p:cNvSpPr>
          <p:nvPr/>
        </p:nvSpPr>
        <p:spPr>
          <a:xfrm xmlns:a="http://schemas.openxmlformats.org/drawingml/2006/main">
            <a:off x="925226" y="2635774"/>
            <a:ext cx="25775" cy="41605"/>
          </a:xfrm>
          <a:custGeom xmlns:a="http://schemas.openxmlformats.org/drawingml/2006/main">
            <a:pathLst>
              <a:path w="25775" h="41605">
                <a:moveTo>
                  <a:pt x="5138" y="17073"/>
                </a:moveTo>
                <a:lnTo>
                  <a:pt x="8702" y="0"/>
                </a:lnTo>
                <a:lnTo>
                  <a:pt x="25775" y="0"/>
                </a:lnTo>
                <a:lnTo>
                  <a:pt x="22709" y="14918"/>
                </a:lnTo>
                <a:cubicBezTo>
                  <a:pt x="20830" y="23814"/>
                  <a:pt x="17916" y="30333"/>
                  <a:pt x="13965" y="34477"/>
                </a:cubicBezTo>
                <a:cubicBezTo>
                  <a:pt x="10015" y="38621"/>
                  <a:pt x="5360" y="40997"/>
                  <a:pt x="0" y="41605"/>
                </a:cubicBezTo>
                <a:lnTo>
                  <a:pt x="1409" y="35057"/>
                </a:lnTo>
                <a:cubicBezTo>
                  <a:pt x="7984" y="33234"/>
                  <a:pt x="12321" y="27239"/>
                  <a:pt x="14421" y="17073"/>
                </a:cubicBezTo>
                <a:lnTo>
                  <a:pt x="5138" y="17073"/>
                </a:lnTo>
              </a:path>
            </a:pathLst>
          </a:custGeom>
          <a:solidFill xmlns:a="http://schemas.openxmlformats.org/drawingml/2006/main">
            <a:srgbClr val="000000"/>
          </a:solidFill>
          <a:ln xmlns:a="http://schemas.openxmlformats.org/drawingml/2006/main" w="0">
            <a:noFill/>
            <a:prstDash val="solid"/>
          </a:ln>
        </p:spPr>
      </p:sp>
      <p:sp>
        <p:nvSpPr>
          <p:cNvPr id="92" name="pdf-path-100021">
            <a:extLst xmlns:a="http://schemas.openxmlformats.org/drawingml/2006/main">
              <a:ext uri="{FF2B5EF4-FFF2-40B4-BE49-F238E27FC236}">
                <a16:creationId xmlns:a16="http://schemas.microsoft.com/office/drawing/2014/main" id="{EA536A04-FDC7-4396-B229-248391F02974}"/>
              </a:ext>
            </a:extLst>
          </p:cNvPr>
          <p:cNvSpPr>
            <a:spLocks xmlns:a="http://schemas.openxmlformats.org/drawingml/2006/main" noGrp="1"/>
          </p:cNvSpPr>
          <p:nvPr/>
        </p:nvSpPr>
        <p:spPr>
          <a:xfrm xmlns:a="http://schemas.openxmlformats.org/drawingml/2006/main">
            <a:off x="975641" y="2562840"/>
            <a:ext cx="81884" cy="91995"/>
          </a:xfrm>
          <a:custGeom xmlns:a="http://schemas.openxmlformats.org/drawingml/2006/main">
            <a:pathLst>
              <a:path w="81884" h="91995">
                <a:moveTo>
                  <a:pt x="57518" y="79066"/>
                </a:moveTo>
                <a:cubicBezTo>
                  <a:pt x="52324" y="83542"/>
                  <a:pt x="47324" y="86815"/>
                  <a:pt x="42517" y="88887"/>
                </a:cubicBezTo>
                <a:cubicBezTo>
                  <a:pt x="37710" y="90959"/>
                  <a:pt x="32572" y="91995"/>
                  <a:pt x="27101" y="91995"/>
                </a:cubicBezTo>
                <a:cubicBezTo>
                  <a:pt x="18980" y="91995"/>
                  <a:pt x="12432" y="89606"/>
                  <a:pt x="7459" y="84826"/>
                </a:cubicBezTo>
                <a:cubicBezTo>
                  <a:pt x="2487" y="80047"/>
                  <a:pt x="0" y="73928"/>
                  <a:pt x="0" y="66469"/>
                </a:cubicBezTo>
                <a:cubicBezTo>
                  <a:pt x="0" y="61551"/>
                  <a:pt x="1119" y="57200"/>
                  <a:pt x="3356" y="53415"/>
                </a:cubicBezTo>
                <a:cubicBezTo>
                  <a:pt x="5595" y="49630"/>
                  <a:pt x="8564" y="46592"/>
                  <a:pt x="12266" y="44299"/>
                </a:cubicBezTo>
                <a:cubicBezTo>
                  <a:pt x="15968" y="42006"/>
                  <a:pt x="20499" y="40362"/>
                  <a:pt x="25858" y="39367"/>
                </a:cubicBezTo>
                <a:cubicBezTo>
                  <a:pt x="29229" y="38705"/>
                  <a:pt x="35624" y="38180"/>
                  <a:pt x="45045" y="37793"/>
                </a:cubicBezTo>
                <a:cubicBezTo>
                  <a:pt x="54465" y="37406"/>
                  <a:pt x="61220" y="36412"/>
                  <a:pt x="65308" y="34809"/>
                </a:cubicBezTo>
                <a:cubicBezTo>
                  <a:pt x="66469" y="30720"/>
                  <a:pt x="67049" y="27322"/>
                  <a:pt x="67049" y="24615"/>
                </a:cubicBezTo>
                <a:cubicBezTo>
                  <a:pt x="67049" y="21134"/>
                  <a:pt x="65778" y="18399"/>
                  <a:pt x="63236" y="16410"/>
                </a:cubicBezTo>
                <a:cubicBezTo>
                  <a:pt x="59756" y="13647"/>
                  <a:pt x="54673" y="12266"/>
                  <a:pt x="47987" y="12266"/>
                </a:cubicBezTo>
                <a:cubicBezTo>
                  <a:pt x="41688" y="12266"/>
                  <a:pt x="36536" y="13661"/>
                  <a:pt x="32530" y="16451"/>
                </a:cubicBezTo>
                <a:cubicBezTo>
                  <a:pt x="28524" y="19242"/>
                  <a:pt x="25610" y="23206"/>
                  <a:pt x="23786" y="28345"/>
                </a:cubicBezTo>
                <a:lnTo>
                  <a:pt x="8620" y="27018"/>
                </a:lnTo>
                <a:cubicBezTo>
                  <a:pt x="11714" y="18288"/>
                  <a:pt x="16617" y="11603"/>
                  <a:pt x="23331" y="6962"/>
                </a:cubicBezTo>
                <a:cubicBezTo>
                  <a:pt x="30044" y="2320"/>
                  <a:pt x="38511" y="0"/>
                  <a:pt x="48733" y="0"/>
                </a:cubicBezTo>
                <a:cubicBezTo>
                  <a:pt x="59617" y="0"/>
                  <a:pt x="68237" y="2597"/>
                  <a:pt x="74591" y="7791"/>
                </a:cubicBezTo>
                <a:cubicBezTo>
                  <a:pt x="79453" y="11658"/>
                  <a:pt x="81884" y="16686"/>
                  <a:pt x="81884" y="22874"/>
                </a:cubicBezTo>
                <a:cubicBezTo>
                  <a:pt x="81884" y="27571"/>
                  <a:pt x="81193" y="33013"/>
                  <a:pt x="79812" y="39202"/>
                </a:cubicBezTo>
                <a:lnTo>
                  <a:pt x="74922" y="61082"/>
                </a:lnTo>
                <a:cubicBezTo>
                  <a:pt x="73375" y="68044"/>
                  <a:pt x="72602" y="73707"/>
                  <a:pt x="72602" y="78072"/>
                </a:cubicBezTo>
                <a:cubicBezTo>
                  <a:pt x="72602" y="80834"/>
                  <a:pt x="73209" y="84812"/>
                  <a:pt x="74425" y="90006"/>
                </a:cubicBezTo>
                <a:lnTo>
                  <a:pt x="59258" y="90006"/>
                </a:lnTo>
                <a:cubicBezTo>
                  <a:pt x="58430" y="87133"/>
                  <a:pt x="57849" y="83486"/>
                  <a:pt x="57518" y="79066"/>
                </a:cubicBezTo>
                <a:moveTo>
                  <a:pt x="63071" y="45418"/>
                </a:moveTo>
                <a:cubicBezTo>
                  <a:pt x="60971" y="46246"/>
                  <a:pt x="58720" y="46882"/>
                  <a:pt x="56316" y="47324"/>
                </a:cubicBezTo>
                <a:cubicBezTo>
                  <a:pt x="53913" y="47766"/>
                  <a:pt x="49893" y="48236"/>
                  <a:pt x="44257" y="48733"/>
                </a:cubicBezTo>
                <a:cubicBezTo>
                  <a:pt x="35527" y="49506"/>
                  <a:pt x="29367" y="50487"/>
                  <a:pt x="25775" y="51675"/>
                </a:cubicBezTo>
                <a:cubicBezTo>
                  <a:pt x="22184" y="52863"/>
                  <a:pt x="19477" y="54755"/>
                  <a:pt x="17653" y="57352"/>
                </a:cubicBezTo>
                <a:cubicBezTo>
                  <a:pt x="15830" y="59949"/>
                  <a:pt x="14918" y="62822"/>
                  <a:pt x="14918" y="65972"/>
                </a:cubicBezTo>
                <a:cubicBezTo>
                  <a:pt x="14918" y="70171"/>
                  <a:pt x="16369" y="73624"/>
                  <a:pt x="19269" y="76331"/>
                </a:cubicBezTo>
                <a:cubicBezTo>
                  <a:pt x="22170" y="79039"/>
                  <a:pt x="26300" y="80392"/>
                  <a:pt x="31660" y="80392"/>
                </a:cubicBezTo>
                <a:cubicBezTo>
                  <a:pt x="36633" y="80392"/>
                  <a:pt x="41412" y="79080"/>
                  <a:pt x="45998" y="76456"/>
                </a:cubicBezTo>
                <a:cubicBezTo>
                  <a:pt x="50584" y="73831"/>
                  <a:pt x="54203" y="70171"/>
                  <a:pt x="56855" y="65474"/>
                </a:cubicBezTo>
                <a:cubicBezTo>
                  <a:pt x="59507" y="60778"/>
                  <a:pt x="61579" y="54092"/>
                  <a:pt x="63071" y="45418"/>
                </a:cubicBezTo>
              </a:path>
            </a:pathLst>
          </a:custGeom>
          <a:solidFill xmlns:a="http://schemas.openxmlformats.org/drawingml/2006/main">
            <a:srgbClr val="000000"/>
          </a:solidFill>
          <a:ln xmlns:a="http://schemas.openxmlformats.org/drawingml/2006/main" w="0">
            <a:noFill/>
            <a:prstDash val="solid"/>
          </a:ln>
        </p:spPr>
      </p:sp>
      <p:sp>
        <p:nvSpPr>
          <p:cNvPr id="93" name="pdf-path-100022">
            <a:extLst xmlns:a="http://schemas.openxmlformats.org/drawingml/2006/main">
              <a:ext uri="{FF2B5EF4-FFF2-40B4-BE49-F238E27FC236}">
                <a16:creationId xmlns:a16="http://schemas.microsoft.com/office/drawing/2014/main" id="{59A3E128-CEC0-458D-A296-257E4ED415C1}"/>
              </a:ext>
            </a:extLst>
          </p:cNvPr>
          <p:cNvSpPr>
            <a:spLocks xmlns:a="http://schemas.openxmlformats.org/drawingml/2006/main" noGrp="1"/>
          </p:cNvSpPr>
          <p:nvPr/>
        </p:nvSpPr>
        <p:spPr>
          <a:xfrm xmlns:a="http://schemas.openxmlformats.org/drawingml/2006/main">
            <a:off x="1069075" y="2636492"/>
            <a:ext cx="30002" cy="81000"/>
          </a:xfrm>
          <a:custGeom xmlns:a="http://schemas.openxmlformats.org/drawingml/2006/main">
            <a:pathLst>
              <a:path w="30002" h="81000">
                <a:moveTo>
                  <a:pt x="20775" y="71877"/>
                </a:moveTo>
                <a:lnTo>
                  <a:pt x="19117" y="80054"/>
                </a:lnTo>
                <a:cubicBezTo>
                  <a:pt x="16723" y="80685"/>
                  <a:pt x="14402" y="81000"/>
                  <a:pt x="12155" y="81000"/>
                </a:cubicBezTo>
                <a:cubicBezTo>
                  <a:pt x="8177" y="81000"/>
                  <a:pt x="5009" y="80024"/>
                  <a:pt x="2652" y="78072"/>
                </a:cubicBezTo>
                <a:cubicBezTo>
                  <a:pt x="884" y="76599"/>
                  <a:pt x="0" y="74591"/>
                  <a:pt x="0" y="72049"/>
                </a:cubicBezTo>
                <a:cubicBezTo>
                  <a:pt x="0" y="70760"/>
                  <a:pt x="479" y="67795"/>
                  <a:pt x="1437" y="63154"/>
                </a:cubicBezTo>
                <a:lnTo>
                  <a:pt x="8564" y="29063"/>
                </a:lnTo>
                <a:lnTo>
                  <a:pt x="663" y="29063"/>
                </a:lnTo>
                <a:lnTo>
                  <a:pt x="2265" y="21327"/>
                </a:lnTo>
                <a:lnTo>
                  <a:pt x="10166" y="21327"/>
                </a:lnTo>
                <a:lnTo>
                  <a:pt x="13205" y="6907"/>
                </a:lnTo>
                <a:lnTo>
                  <a:pt x="24643" y="0"/>
                </a:lnTo>
                <a:lnTo>
                  <a:pt x="20167" y="21327"/>
                </a:lnTo>
                <a:lnTo>
                  <a:pt x="30002" y="21327"/>
                </a:lnTo>
                <a:lnTo>
                  <a:pt x="28344" y="29063"/>
                </a:lnTo>
                <a:lnTo>
                  <a:pt x="18565" y="29063"/>
                </a:lnTo>
                <a:lnTo>
                  <a:pt x="11769" y="61455"/>
                </a:lnTo>
                <a:cubicBezTo>
                  <a:pt x="10921" y="65576"/>
                  <a:pt x="10498" y="68041"/>
                  <a:pt x="10498" y="68850"/>
                </a:cubicBezTo>
                <a:cubicBezTo>
                  <a:pt x="10498" y="70027"/>
                  <a:pt x="10839" y="70928"/>
                  <a:pt x="11520" y="71554"/>
                </a:cubicBezTo>
                <a:cubicBezTo>
                  <a:pt x="12202" y="72179"/>
                  <a:pt x="13316" y="72491"/>
                  <a:pt x="14863" y="72491"/>
                </a:cubicBezTo>
                <a:cubicBezTo>
                  <a:pt x="17073" y="72491"/>
                  <a:pt x="19044" y="72286"/>
                  <a:pt x="20775" y="71877"/>
                </a:cubicBezTo>
              </a:path>
            </a:pathLst>
          </a:custGeom>
          <a:solidFill xmlns:a="http://schemas.openxmlformats.org/drawingml/2006/main">
            <a:srgbClr val="000000"/>
          </a:solidFill>
          <a:ln xmlns:a="http://schemas.openxmlformats.org/drawingml/2006/main" w="0">
            <a:noFill/>
            <a:prstDash val="solid"/>
          </a:ln>
        </p:spPr>
      </p:sp>
      <p:sp>
        <p:nvSpPr>
          <p:cNvPr id="94" name="pdf-path-100023">
            <a:extLst xmlns:a="http://schemas.openxmlformats.org/drawingml/2006/main">
              <a:ext uri="{FF2B5EF4-FFF2-40B4-BE49-F238E27FC236}">
                <a16:creationId xmlns:a16="http://schemas.microsoft.com/office/drawing/2014/main" id="{2D6C09F6-8059-4572-8B02-7C0C45FF3134}"/>
              </a:ext>
            </a:extLst>
          </p:cNvPr>
          <p:cNvSpPr>
            <a:spLocks xmlns:a="http://schemas.openxmlformats.org/drawingml/2006/main" noGrp="1"/>
          </p:cNvSpPr>
          <p:nvPr/>
        </p:nvSpPr>
        <p:spPr>
          <a:xfrm xmlns:a="http://schemas.openxmlformats.org/drawingml/2006/main">
            <a:off x="1116550" y="2529192"/>
            <a:ext cx="55777" cy="159459"/>
          </a:xfrm>
          <a:custGeom xmlns:a="http://schemas.openxmlformats.org/drawingml/2006/main">
            <a:pathLst>
              <a:path w="55777" h="159459">
                <a:moveTo>
                  <a:pt x="42682" y="0"/>
                </a:moveTo>
                <a:cubicBezTo>
                  <a:pt x="51412" y="19026"/>
                  <a:pt x="55777" y="38551"/>
                  <a:pt x="55777" y="58574"/>
                </a:cubicBezTo>
                <a:cubicBezTo>
                  <a:pt x="55777" y="72014"/>
                  <a:pt x="54023" y="84487"/>
                  <a:pt x="50515" y="95992"/>
                </a:cubicBezTo>
                <a:cubicBezTo>
                  <a:pt x="47006" y="107494"/>
                  <a:pt x="41660" y="118915"/>
                  <a:pt x="34478" y="130254"/>
                </a:cubicBezTo>
                <a:cubicBezTo>
                  <a:pt x="29671" y="137777"/>
                  <a:pt x="22074" y="147512"/>
                  <a:pt x="11686" y="159459"/>
                </a:cubicBezTo>
                <a:lnTo>
                  <a:pt x="0" y="159459"/>
                </a:lnTo>
                <a:cubicBezTo>
                  <a:pt x="6409" y="152490"/>
                  <a:pt x="13233" y="142727"/>
                  <a:pt x="20471" y="130171"/>
                </a:cubicBezTo>
                <a:cubicBezTo>
                  <a:pt x="27709" y="117617"/>
                  <a:pt x="32944" y="105297"/>
                  <a:pt x="36177" y="93212"/>
                </a:cubicBezTo>
                <a:cubicBezTo>
                  <a:pt x="39409" y="81126"/>
                  <a:pt x="41025" y="68943"/>
                  <a:pt x="41025" y="56666"/>
                </a:cubicBezTo>
                <a:cubicBezTo>
                  <a:pt x="41025" y="38413"/>
                  <a:pt x="37848" y="19525"/>
                  <a:pt x="31494" y="0"/>
                </a:cubicBezTo>
                <a:lnTo>
                  <a:pt x="42682" y="0"/>
                </a:lnTo>
              </a:path>
            </a:pathLst>
          </a:custGeom>
          <a:solidFill xmlns:a="http://schemas.openxmlformats.org/drawingml/2006/main">
            <a:srgbClr val="000000"/>
          </a:solidFill>
          <a:ln xmlns:a="http://schemas.openxmlformats.org/drawingml/2006/main" w="0">
            <a:noFill/>
            <a:prstDash val="solid"/>
          </a:ln>
        </p:spPr>
      </p:sp>
      <p:sp>
        <p:nvSpPr>
          <p:cNvPr id="95" name="pdf-path-100024">
            <a:extLst xmlns:a="http://schemas.openxmlformats.org/drawingml/2006/main">
              <a:ext uri="{FF2B5EF4-FFF2-40B4-BE49-F238E27FC236}">
                <a16:creationId xmlns:a16="http://schemas.microsoft.com/office/drawing/2014/main" id="{7321F967-5803-42F3-924E-F93836C1421B}"/>
              </a:ext>
            </a:extLst>
          </p:cNvPr>
          <p:cNvSpPr>
            <a:spLocks xmlns:a="http://schemas.openxmlformats.org/drawingml/2006/main" noGrp="1"/>
          </p:cNvSpPr>
          <p:nvPr/>
        </p:nvSpPr>
        <p:spPr>
          <a:xfrm xmlns:a="http://schemas.openxmlformats.org/drawingml/2006/main">
            <a:off x="1692901" y="2231013"/>
            <a:ext cx="78458" cy="91995"/>
          </a:xfrm>
          <a:custGeom xmlns:a="http://schemas.openxmlformats.org/drawingml/2006/main">
            <a:pathLst>
              <a:path w="78458" h="91995">
                <a:moveTo>
                  <a:pt x="387" y="60004"/>
                </a:moveTo>
                <a:lnTo>
                  <a:pt x="15388" y="59010"/>
                </a:lnTo>
                <a:cubicBezTo>
                  <a:pt x="15388" y="63319"/>
                  <a:pt x="16051" y="66994"/>
                  <a:pt x="17377" y="70033"/>
                </a:cubicBezTo>
                <a:cubicBezTo>
                  <a:pt x="18703" y="73071"/>
                  <a:pt x="21148" y="75558"/>
                  <a:pt x="24711" y="77492"/>
                </a:cubicBezTo>
                <a:cubicBezTo>
                  <a:pt x="28275" y="79425"/>
                  <a:pt x="32433" y="80392"/>
                  <a:pt x="37185" y="80392"/>
                </a:cubicBezTo>
                <a:cubicBezTo>
                  <a:pt x="43815" y="80392"/>
                  <a:pt x="48788" y="79066"/>
                  <a:pt x="52103" y="76414"/>
                </a:cubicBezTo>
                <a:cubicBezTo>
                  <a:pt x="55418" y="73762"/>
                  <a:pt x="57075" y="70640"/>
                  <a:pt x="57075" y="67049"/>
                </a:cubicBezTo>
                <a:cubicBezTo>
                  <a:pt x="57075" y="64452"/>
                  <a:pt x="56081" y="61993"/>
                  <a:pt x="54092" y="59673"/>
                </a:cubicBezTo>
                <a:cubicBezTo>
                  <a:pt x="52048" y="57352"/>
                  <a:pt x="47061" y="54493"/>
                  <a:pt x="39132" y="51095"/>
                </a:cubicBezTo>
                <a:cubicBezTo>
                  <a:pt x="31204" y="47697"/>
                  <a:pt x="26134" y="45307"/>
                  <a:pt x="23924" y="43926"/>
                </a:cubicBezTo>
                <a:cubicBezTo>
                  <a:pt x="20222" y="41660"/>
                  <a:pt x="17432" y="38995"/>
                  <a:pt x="15553" y="35928"/>
                </a:cubicBezTo>
                <a:cubicBezTo>
                  <a:pt x="13675" y="32862"/>
                  <a:pt x="12736" y="29339"/>
                  <a:pt x="12736" y="25361"/>
                </a:cubicBezTo>
                <a:cubicBezTo>
                  <a:pt x="12736" y="18399"/>
                  <a:pt x="15498" y="12432"/>
                  <a:pt x="21024" y="7459"/>
                </a:cubicBezTo>
                <a:cubicBezTo>
                  <a:pt x="26549" y="2487"/>
                  <a:pt x="34284" y="0"/>
                  <a:pt x="44229" y="0"/>
                </a:cubicBezTo>
                <a:cubicBezTo>
                  <a:pt x="55280" y="0"/>
                  <a:pt x="63692" y="2556"/>
                  <a:pt x="69466" y="7667"/>
                </a:cubicBezTo>
                <a:cubicBezTo>
                  <a:pt x="75240" y="12777"/>
                  <a:pt x="78237" y="19504"/>
                  <a:pt x="78458" y="27847"/>
                </a:cubicBezTo>
                <a:lnTo>
                  <a:pt x="63789" y="28842"/>
                </a:lnTo>
                <a:cubicBezTo>
                  <a:pt x="63568" y="23538"/>
                  <a:pt x="61689" y="19338"/>
                  <a:pt x="58153" y="16244"/>
                </a:cubicBezTo>
                <a:cubicBezTo>
                  <a:pt x="54617" y="13150"/>
                  <a:pt x="49616" y="11603"/>
                  <a:pt x="43152" y="11603"/>
                </a:cubicBezTo>
                <a:cubicBezTo>
                  <a:pt x="37958" y="11603"/>
                  <a:pt x="33925" y="12791"/>
                  <a:pt x="31052" y="15167"/>
                </a:cubicBezTo>
                <a:cubicBezTo>
                  <a:pt x="28179" y="17543"/>
                  <a:pt x="26742" y="20112"/>
                  <a:pt x="26742" y="22874"/>
                </a:cubicBezTo>
                <a:cubicBezTo>
                  <a:pt x="26742" y="25637"/>
                  <a:pt x="27985" y="28068"/>
                  <a:pt x="30472" y="30168"/>
                </a:cubicBezTo>
                <a:cubicBezTo>
                  <a:pt x="32129" y="31604"/>
                  <a:pt x="36411" y="33815"/>
                  <a:pt x="43318" y="36798"/>
                </a:cubicBezTo>
                <a:cubicBezTo>
                  <a:pt x="54810" y="41771"/>
                  <a:pt x="62048" y="45694"/>
                  <a:pt x="65032" y="48567"/>
                </a:cubicBezTo>
                <a:cubicBezTo>
                  <a:pt x="69784" y="53153"/>
                  <a:pt x="72160" y="58733"/>
                  <a:pt x="72160" y="65308"/>
                </a:cubicBezTo>
                <a:cubicBezTo>
                  <a:pt x="72160" y="69673"/>
                  <a:pt x="70820" y="73956"/>
                  <a:pt x="68140" y="78155"/>
                </a:cubicBezTo>
                <a:cubicBezTo>
                  <a:pt x="65460" y="82354"/>
                  <a:pt x="61372" y="85711"/>
                  <a:pt x="55874" y="88224"/>
                </a:cubicBezTo>
                <a:cubicBezTo>
                  <a:pt x="50376" y="90738"/>
                  <a:pt x="43898" y="91995"/>
                  <a:pt x="36439" y="91995"/>
                </a:cubicBezTo>
                <a:cubicBezTo>
                  <a:pt x="26272" y="91995"/>
                  <a:pt x="17625" y="89488"/>
                  <a:pt x="10498" y="84474"/>
                </a:cubicBezTo>
                <a:cubicBezTo>
                  <a:pt x="3370" y="79458"/>
                  <a:pt x="0" y="71301"/>
                  <a:pt x="387" y="60004"/>
                </a:cubicBezTo>
              </a:path>
            </a:pathLst>
          </a:custGeom>
          <a:solidFill xmlns:a="http://schemas.openxmlformats.org/drawingml/2006/main">
            <a:srgbClr val="000000"/>
          </a:solidFill>
          <a:ln xmlns:a="http://schemas.openxmlformats.org/drawingml/2006/main" w="0">
            <a:noFill/>
            <a:prstDash val="solid"/>
          </a:ln>
        </p:spPr>
      </p:sp>
      <p:sp>
        <p:nvSpPr>
          <p:cNvPr id="96" name="pdf-path-100025">
            <a:extLst xmlns:a="http://schemas.openxmlformats.org/drawingml/2006/main">
              <a:ext uri="{FF2B5EF4-FFF2-40B4-BE49-F238E27FC236}">
                <a16:creationId xmlns:a16="http://schemas.microsoft.com/office/drawing/2014/main" id="{0DBE5248-1F76-42D7-B1A6-3E92D87BD541}"/>
              </a:ext>
            </a:extLst>
          </p:cNvPr>
          <p:cNvSpPr>
            <a:spLocks xmlns:a="http://schemas.openxmlformats.org/drawingml/2006/main" noGrp="1"/>
          </p:cNvSpPr>
          <p:nvPr/>
        </p:nvSpPr>
        <p:spPr>
          <a:xfrm xmlns:a="http://schemas.openxmlformats.org/drawingml/2006/main">
            <a:off x="1777465" y="2304664"/>
            <a:ext cx="30002" cy="81000"/>
          </a:xfrm>
          <a:custGeom xmlns:a="http://schemas.openxmlformats.org/drawingml/2006/main">
            <a:pathLst>
              <a:path w="30002" h="81000">
                <a:moveTo>
                  <a:pt x="20775" y="71877"/>
                </a:moveTo>
                <a:lnTo>
                  <a:pt x="19117" y="80054"/>
                </a:lnTo>
                <a:cubicBezTo>
                  <a:pt x="16723" y="80685"/>
                  <a:pt x="14402" y="81000"/>
                  <a:pt x="12155" y="81000"/>
                </a:cubicBezTo>
                <a:cubicBezTo>
                  <a:pt x="8177" y="81000"/>
                  <a:pt x="5009" y="80024"/>
                  <a:pt x="2652" y="78072"/>
                </a:cubicBezTo>
                <a:cubicBezTo>
                  <a:pt x="884" y="76599"/>
                  <a:pt x="0" y="74591"/>
                  <a:pt x="0" y="72049"/>
                </a:cubicBezTo>
                <a:cubicBezTo>
                  <a:pt x="0" y="70760"/>
                  <a:pt x="479" y="67795"/>
                  <a:pt x="1437" y="63154"/>
                </a:cubicBezTo>
                <a:lnTo>
                  <a:pt x="8564" y="29063"/>
                </a:lnTo>
                <a:lnTo>
                  <a:pt x="663" y="29063"/>
                </a:lnTo>
                <a:lnTo>
                  <a:pt x="2265" y="21327"/>
                </a:lnTo>
                <a:lnTo>
                  <a:pt x="10166" y="21327"/>
                </a:lnTo>
                <a:lnTo>
                  <a:pt x="13205" y="6907"/>
                </a:lnTo>
                <a:lnTo>
                  <a:pt x="24643" y="0"/>
                </a:lnTo>
                <a:lnTo>
                  <a:pt x="20167" y="21327"/>
                </a:lnTo>
                <a:lnTo>
                  <a:pt x="30002" y="21327"/>
                </a:lnTo>
                <a:lnTo>
                  <a:pt x="28344" y="29063"/>
                </a:lnTo>
                <a:lnTo>
                  <a:pt x="18565" y="29063"/>
                </a:lnTo>
                <a:lnTo>
                  <a:pt x="11769" y="61455"/>
                </a:lnTo>
                <a:cubicBezTo>
                  <a:pt x="10921" y="65576"/>
                  <a:pt x="10498" y="68041"/>
                  <a:pt x="10498" y="68850"/>
                </a:cubicBezTo>
                <a:cubicBezTo>
                  <a:pt x="10498" y="70027"/>
                  <a:pt x="10839" y="70928"/>
                  <a:pt x="11520" y="71554"/>
                </a:cubicBezTo>
                <a:cubicBezTo>
                  <a:pt x="12202" y="72179"/>
                  <a:pt x="13316" y="72491"/>
                  <a:pt x="14863" y="72491"/>
                </a:cubicBezTo>
                <a:cubicBezTo>
                  <a:pt x="17073" y="72491"/>
                  <a:pt x="19044" y="72286"/>
                  <a:pt x="20775" y="71877"/>
                </a:cubicBezTo>
              </a:path>
            </a:pathLst>
          </a:custGeom>
          <a:solidFill xmlns:a="http://schemas.openxmlformats.org/drawingml/2006/main">
            <a:srgbClr val="000000"/>
          </a:solidFill>
          <a:ln xmlns:a="http://schemas.openxmlformats.org/drawingml/2006/main" w="0">
            <a:noFill/>
            <a:prstDash val="solid"/>
          </a:ln>
        </p:spPr>
      </p:sp>
      <p:sp>
        <p:nvSpPr>
          <p:cNvPr id="97" name="pdf-path-100026">
            <a:extLst xmlns:a="http://schemas.openxmlformats.org/drawingml/2006/main">
              <a:ext uri="{FF2B5EF4-FFF2-40B4-BE49-F238E27FC236}">
                <a16:creationId xmlns:a16="http://schemas.microsoft.com/office/drawing/2014/main" id="{4DC4EAAA-7205-4312-94FB-E0049A771615}"/>
              </a:ext>
            </a:extLst>
          </p:cNvPr>
          <p:cNvSpPr>
            <a:spLocks xmlns:a="http://schemas.openxmlformats.org/drawingml/2006/main" noGrp="1"/>
          </p:cNvSpPr>
          <p:nvPr/>
        </p:nvSpPr>
        <p:spPr>
          <a:xfrm xmlns:a="http://schemas.openxmlformats.org/drawingml/2006/main">
            <a:off x="1688937" y="2692905"/>
            <a:ext cx="81884" cy="91995"/>
          </a:xfrm>
          <a:custGeom xmlns:a="http://schemas.openxmlformats.org/drawingml/2006/main">
            <a:pathLst>
              <a:path w="81884" h="91995">
                <a:moveTo>
                  <a:pt x="57518" y="79066"/>
                </a:moveTo>
                <a:cubicBezTo>
                  <a:pt x="52324" y="83542"/>
                  <a:pt x="47324" y="86815"/>
                  <a:pt x="42517" y="88887"/>
                </a:cubicBezTo>
                <a:cubicBezTo>
                  <a:pt x="37710" y="90959"/>
                  <a:pt x="32572" y="91995"/>
                  <a:pt x="27101" y="91995"/>
                </a:cubicBezTo>
                <a:cubicBezTo>
                  <a:pt x="18980" y="91995"/>
                  <a:pt x="12432" y="89606"/>
                  <a:pt x="7459" y="84826"/>
                </a:cubicBezTo>
                <a:cubicBezTo>
                  <a:pt x="2487" y="80047"/>
                  <a:pt x="0" y="73928"/>
                  <a:pt x="0" y="66469"/>
                </a:cubicBezTo>
                <a:cubicBezTo>
                  <a:pt x="0" y="61551"/>
                  <a:pt x="1119" y="57200"/>
                  <a:pt x="3356" y="53415"/>
                </a:cubicBezTo>
                <a:cubicBezTo>
                  <a:pt x="5595" y="49630"/>
                  <a:pt x="8564" y="46592"/>
                  <a:pt x="12266" y="44299"/>
                </a:cubicBezTo>
                <a:cubicBezTo>
                  <a:pt x="15968" y="42006"/>
                  <a:pt x="20499" y="40362"/>
                  <a:pt x="25858" y="39367"/>
                </a:cubicBezTo>
                <a:cubicBezTo>
                  <a:pt x="29229" y="38705"/>
                  <a:pt x="35624" y="38180"/>
                  <a:pt x="45045" y="37793"/>
                </a:cubicBezTo>
                <a:cubicBezTo>
                  <a:pt x="54465" y="37406"/>
                  <a:pt x="61220" y="36412"/>
                  <a:pt x="65308" y="34809"/>
                </a:cubicBezTo>
                <a:cubicBezTo>
                  <a:pt x="66469" y="30720"/>
                  <a:pt x="67049" y="27322"/>
                  <a:pt x="67049" y="24615"/>
                </a:cubicBezTo>
                <a:cubicBezTo>
                  <a:pt x="67049" y="21134"/>
                  <a:pt x="65778" y="18399"/>
                  <a:pt x="63236" y="16410"/>
                </a:cubicBezTo>
                <a:cubicBezTo>
                  <a:pt x="59756" y="13647"/>
                  <a:pt x="54673" y="12266"/>
                  <a:pt x="47987" y="12266"/>
                </a:cubicBezTo>
                <a:cubicBezTo>
                  <a:pt x="41688" y="12266"/>
                  <a:pt x="36536" y="13661"/>
                  <a:pt x="32530" y="16451"/>
                </a:cubicBezTo>
                <a:cubicBezTo>
                  <a:pt x="28524" y="19242"/>
                  <a:pt x="25610" y="23206"/>
                  <a:pt x="23786" y="28345"/>
                </a:cubicBezTo>
                <a:lnTo>
                  <a:pt x="8620" y="27018"/>
                </a:lnTo>
                <a:cubicBezTo>
                  <a:pt x="11714" y="18288"/>
                  <a:pt x="16617" y="11603"/>
                  <a:pt x="23331" y="6962"/>
                </a:cubicBezTo>
                <a:cubicBezTo>
                  <a:pt x="30044" y="2320"/>
                  <a:pt x="38511" y="0"/>
                  <a:pt x="48733" y="0"/>
                </a:cubicBezTo>
                <a:cubicBezTo>
                  <a:pt x="59617" y="0"/>
                  <a:pt x="68237" y="2597"/>
                  <a:pt x="74591" y="7791"/>
                </a:cubicBezTo>
                <a:cubicBezTo>
                  <a:pt x="79453" y="11658"/>
                  <a:pt x="81884" y="16686"/>
                  <a:pt x="81884" y="22874"/>
                </a:cubicBezTo>
                <a:cubicBezTo>
                  <a:pt x="81884" y="27571"/>
                  <a:pt x="81193" y="33013"/>
                  <a:pt x="79812" y="39202"/>
                </a:cubicBezTo>
                <a:lnTo>
                  <a:pt x="74922" y="61082"/>
                </a:lnTo>
                <a:cubicBezTo>
                  <a:pt x="73375" y="68044"/>
                  <a:pt x="72602" y="73707"/>
                  <a:pt x="72602" y="78072"/>
                </a:cubicBezTo>
                <a:cubicBezTo>
                  <a:pt x="72602" y="80834"/>
                  <a:pt x="73209" y="84812"/>
                  <a:pt x="74425" y="90006"/>
                </a:cubicBezTo>
                <a:lnTo>
                  <a:pt x="59258" y="90006"/>
                </a:lnTo>
                <a:cubicBezTo>
                  <a:pt x="58430" y="87133"/>
                  <a:pt x="57849" y="83486"/>
                  <a:pt x="57518" y="79066"/>
                </a:cubicBezTo>
                <a:moveTo>
                  <a:pt x="63071" y="45418"/>
                </a:moveTo>
                <a:cubicBezTo>
                  <a:pt x="60971" y="46246"/>
                  <a:pt x="58720" y="46882"/>
                  <a:pt x="56316" y="47324"/>
                </a:cubicBezTo>
                <a:cubicBezTo>
                  <a:pt x="53913" y="47766"/>
                  <a:pt x="49893" y="48236"/>
                  <a:pt x="44257" y="48733"/>
                </a:cubicBezTo>
                <a:cubicBezTo>
                  <a:pt x="35527" y="49506"/>
                  <a:pt x="29367" y="50487"/>
                  <a:pt x="25775" y="51675"/>
                </a:cubicBezTo>
                <a:cubicBezTo>
                  <a:pt x="22184" y="52863"/>
                  <a:pt x="19477" y="54755"/>
                  <a:pt x="17653" y="57352"/>
                </a:cubicBezTo>
                <a:cubicBezTo>
                  <a:pt x="15830" y="59949"/>
                  <a:pt x="14918" y="62822"/>
                  <a:pt x="14918" y="65972"/>
                </a:cubicBezTo>
                <a:cubicBezTo>
                  <a:pt x="14918" y="70171"/>
                  <a:pt x="16369" y="73624"/>
                  <a:pt x="19269" y="76331"/>
                </a:cubicBezTo>
                <a:cubicBezTo>
                  <a:pt x="22170" y="79039"/>
                  <a:pt x="26300" y="80392"/>
                  <a:pt x="31660" y="80392"/>
                </a:cubicBezTo>
                <a:cubicBezTo>
                  <a:pt x="36633" y="80392"/>
                  <a:pt x="41412" y="79080"/>
                  <a:pt x="45998" y="76456"/>
                </a:cubicBezTo>
                <a:cubicBezTo>
                  <a:pt x="50584" y="73831"/>
                  <a:pt x="54203" y="70171"/>
                  <a:pt x="56855" y="65474"/>
                </a:cubicBezTo>
                <a:cubicBezTo>
                  <a:pt x="59507" y="60778"/>
                  <a:pt x="61579" y="54092"/>
                  <a:pt x="63071" y="45418"/>
                </a:cubicBezTo>
              </a:path>
            </a:pathLst>
          </a:custGeom>
          <a:solidFill xmlns:a="http://schemas.openxmlformats.org/drawingml/2006/main">
            <a:srgbClr val="000000"/>
          </a:solidFill>
          <a:ln xmlns:a="http://schemas.openxmlformats.org/drawingml/2006/main" w="0">
            <a:noFill/>
            <a:prstDash val="solid"/>
          </a:ln>
        </p:spPr>
      </p:sp>
      <p:sp>
        <p:nvSpPr>
          <p:cNvPr id="98" name="pdf-path-100027">
            <a:extLst xmlns:a="http://schemas.openxmlformats.org/drawingml/2006/main">
              <a:ext uri="{FF2B5EF4-FFF2-40B4-BE49-F238E27FC236}">
                <a16:creationId xmlns:a16="http://schemas.microsoft.com/office/drawing/2014/main" id="{000269AC-22B8-4616-A67D-A1F7F891AA35}"/>
              </a:ext>
            </a:extLst>
          </p:cNvPr>
          <p:cNvSpPr>
            <a:spLocks xmlns:a="http://schemas.openxmlformats.org/drawingml/2006/main" noGrp="1"/>
          </p:cNvSpPr>
          <p:nvPr/>
        </p:nvSpPr>
        <p:spPr>
          <a:xfrm xmlns:a="http://schemas.openxmlformats.org/drawingml/2006/main">
            <a:off x="1782230" y="2766557"/>
            <a:ext cx="30002" cy="81000"/>
          </a:xfrm>
          <a:custGeom xmlns:a="http://schemas.openxmlformats.org/drawingml/2006/main">
            <a:pathLst>
              <a:path w="30002" h="81000">
                <a:moveTo>
                  <a:pt x="20775" y="71876"/>
                </a:moveTo>
                <a:lnTo>
                  <a:pt x="19117" y="80054"/>
                </a:lnTo>
                <a:cubicBezTo>
                  <a:pt x="16723" y="80685"/>
                  <a:pt x="14402" y="81000"/>
                  <a:pt x="12155" y="81000"/>
                </a:cubicBezTo>
                <a:cubicBezTo>
                  <a:pt x="8177" y="81000"/>
                  <a:pt x="5009" y="80024"/>
                  <a:pt x="2652" y="78072"/>
                </a:cubicBezTo>
                <a:cubicBezTo>
                  <a:pt x="884" y="76598"/>
                  <a:pt x="0" y="74590"/>
                  <a:pt x="0" y="72049"/>
                </a:cubicBezTo>
                <a:cubicBezTo>
                  <a:pt x="0" y="70760"/>
                  <a:pt x="479" y="67795"/>
                  <a:pt x="1437" y="63153"/>
                </a:cubicBezTo>
                <a:lnTo>
                  <a:pt x="8564" y="29062"/>
                </a:lnTo>
                <a:lnTo>
                  <a:pt x="663" y="29062"/>
                </a:lnTo>
                <a:lnTo>
                  <a:pt x="2265" y="21327"/>
                </a:lnTo>
                <a:lnTo>
                  <a:pt x="10166" y="21327"/>
                </a:lnTo>
                <a:lnTo>
                  <a:pt x="13205" y="6906"/>
                </a:lnTo>
                <a:lnTo>
                  <a:pt x="24643" y="0"/>
                </a:lnTo>
                <a:lnTo>
                  <a:pt x="20167" y="21327"/>
                </a:lnTo>
                <a:lnTo>
                  <a:pt x="30002" y="21327"/>
                </a:lnTo>
                <a:lnTo>
                  <a:pt x="28344" y="29062"/>
                </a:lnTo>
                <a:lnTo>
                  <a:pt x="18565" y="29062"/>
                </a:lnTo>
                <a:lnTo>
                  <a:pt x="11769" y="61454"/>
                </a:lnTo>
                <a:cubicBezTo>
                  <a:pt x="10921" y="65575"/>
                  <a:pt x="10498" y="68040"/>
                  <a:pt x="10498" y="68849"/>
                </a:cubicBezTo>
                <a:cubicBezTo>
                  <a:pt x="10498" y="70026"/>
                  <a:pt x="10839" y="70927"/>
                  <a:pt x="11520" y="71553"/>
                </a:cubicBezTo>
                <a:cubicBezTo>
                  <a:pt x="12202" y="72178"/>
                  <a:pt x="13316" y="72491"/>
                  <a:pt x="14863" y="72491"/>
                </a:cubicBezTo>
                <a:cubicBezTo>
                  <a:pt x="17073" y="72491"/>
                  <a:pt x="19044" y="72286"/>
                  <a:pt x="20775" y="71876"/>
                </a:cubicBezTo>
              </a:path>
            </a:pathLst>
          </a:custGeom>
          <a:solidFill xmlns:a="http://schemas.openxmlformats.org/drawingml/2006/main">
            <a:srgbClr val="000000"/>
          </a:solidFill>
          <a:ln xmlns:a="http://schemas.openxmlformats.org/drawingml/2006/main" w="0">
            <a:noFill/>
            <a:prstDash val="solid"/>
          </a:ln>
        </p:spPr>
      </p:sp>
      <p:sp>
        <p:nvSpPr>
          <p:cNvPr id="99" name="pdf-path-100028">
            <a:extLst xmlns:a="http://schemas.openxmlformats.org/drawingml/2006/main">
              <a:ext uri="{FF2B5EF4-FFF2-40B4-BE49-F238E27FC236}">
                <a16:creationId xmlns:a16="http://schemas.microsoft.com/office/drawing/2014/main" id="{C85A274C-76AB-42C3-AAB1-78AB485E1823}"/>
              </a:ext>
            </a:extLst>
          </p:cNvPr>
          <p:cNvSpPr>
            <a:spLocks xmlns:a="http://schemas.openxmlformats.org/drawingml/2006/main" noGrp="1"/>
          </p:cNvSpPr>
          <p:nvPr/>
        </p:nvSpPr>
        <p:spPr>
          <a:xfrm xmlns:a="http://schemas.openxmlformats.org/drawingml/2006/main">
            <a:off x="1405205" y="1566669"/>
            <a:ext cx="74480" cy="78758"/>
          </a:xfrm>
          <a:custGeom xmlns:a="http://schemas.openxmlformats.org/drawingml/2006/main">
            <a:pathLst>
              <a:path w="74480" h="78758">
                <a:moveTo>
                  <a:pt x="74480" y="0"/>
                </a:moveTo>
                <a:cubicBezTo>
                  <a:pt x="71877" y="6225"/>
                  <a:pt x="68295" y="10270"/>
                  <a:pt x="63734" y="12137"/>
                </a:cubicBezTo>
                <a:cubicBezTo>
                  <a:pt x="59176" y="14003"/>
                  <a:pt x="51861" y="14936"/>
                  <a:pt x="41789" y="14936"/>
                </a:cubicBezTo>
                <a:lnTo>
                  <a:pt x="22167" y="56184"/>
                </a:lnTo>
                <a:cubicBezTo>
                  <a:pt x="20290" y="59917"/>
                  <a:pt x="18989" y="63595"/>
                  <a:pt x="18264" y="67217"/>
                </a:cubicBezTo>
                <a:cubicBezTo>
                  <a:pt x="17540" y="70838"/>
                  <a:pt x="18875" y="72648"/>
                  <a:pt x="22270" y="72648"/>
                </a:cubicBezTo>
                <a:cubicBezTo>
                  <a:pt x="26229" y="72648"/>
                  <a:pt x="30030" y="70612"/>
                  <a:pt x="33673" y="66539"/>
                </a:cubicBezTo>
                <a:cubicBezTo>
                  <a:pt x="37318" y="62464"/>
                  <a:pt x="40227" y="58107"/>
                  <a:pt x="42399" y="53467"/>
                </a:cubicBezTo>
                <a:lnTo>
                  <a:pt x="45692" y="54824"/>
                </a:lnTo>
                <a:cubicBezTo>
                  <a:pt x="41664" y="62520"/>
                  <a:pt x="37484" y="68433"/>
                  <a:pt x="33149" y="72563"/>
                </a:cubicBezTo>
                <a:cubicBezTo>
                  <a:pt x="28814" y="76693"/>
                  <a:pt x="23140" y="78758"/>
                  <a:pt x="16124" y="78758"/>
                </a:cubicBezTo>
                <a:cubicBezTo>
                  <a:pt x="12391" y="78758"/>
                  <a:pt x="9421" y="77627"/>
                  <a:pt x="7212" y="75365"/>
                </a:cubicBezTo>
                <a:cubicBezTo>
                  <a:pt x="5006" y="73102"/>
                  <a:pt x="4276" y="70102"/>
                  <a:pt x="5023" y="66368"/>
                </a:cubicBezTo>
                <a:cubicBezTo>
                  <a:pt x="5498" y="63992"/>
                  <a:pt x="7303" y="59352"/>
                  <a:pt x="10438" y="52449"/>
                </a:cubicBezTo>
                <a:cubicBezTo>
                  <a:pt x="13573" y="45546"/>
                  <a:pt x="17132" y="37936"/>
                  <a:pt x="21114" y="29619"/>
                </a:cubicBezTo>
                <a:cubicBezTo>
                  <a:pt x="25098" y="21302"/>
                  <a:pt x="27486" y="16294"/>
                  <a:pt x="28278" y="14597"/>
                </a:cubicBezTo>
                <a:cubicBezTo>
                  <a:pt x="23140" y="14259"/>
                  <a:pt x="19327" y="14090"/>
                  <a:pt x="16839" y="14090"/>
                </a:cubicBezTo>
                <a:cubicBezTo>
                  <a:pt x="14687" y="14090"/>
                  <a:pt x="12373" y="14910"/>
                  <a:pt x="9895" y="16550"/>
                </a:cubicBezTo>
                <a:cubicBezTo>
                  <a:pt x="7417" y="18190"/>
                  <a:pt x="5364" y="20255"/>
                  <a:pt x="3735" y="22745"/>
                </a:cubicBezTo>
                <a:lnTo>
                  <a:pt x="0" y="22745"/>
                </a:lnTo>
                <a:cubicBezTo>
                  <a:pt x="3825" y="16068"/>
                  <a:pt x="8057" y="11174"/>
                  <a:pt x="12696" y="8063"/>
                </a:cubicBezTo>
                <a:cubicBezTo>
                  <a:pt x="17336" y="4951"/>
                  <a:pt x="23334" y="3396"/>
                  <a:pt x="30689" y="3396"/>
                </a:cubicBezTo>
                <a:cubicBezTo>
                  <a:pt x="34762" y="3396"/>
                  <a:pt x="40221" y="3537"/>
                  <a:pt x="47066" y="3820"/>
                </a:cubicBezTo>
                <a:cubicBezTo>
                  <a:pt x="53913" y="4103"/>
                  <a:pt x="59373" y="4245"/>
                  <a:pt x="63448" y="4245"/>
                </a:cubicBezTo>
                <a:cubicBezTo>
                  <a:pt x="66728" y="4245"/>
                  <a:pt x="69387" y="2830"/>
                  <a:pt x="71424" y="0"/>
                </a:cubicBezTo>
                <a:lnTo>
                  <a:pt x="74480" y="0"/>
                </a:lnTo>
              </a:path>
            </a:pathLst>
          </a:custGeom>
          <a:solidFill xmlns:a="http://schemas.openxmlformats.org/drawingml/2006/main">
            <a:srgbClr val="000000"/>
          </a:solidFill>
          <a:ln xmlns:a="http://schemas.openxmlformats.org/drawingml/2006/main" w="0">
            <a:noFill/>
            <a:prstDash val="solid"/>
          </a:ln>
        </p:spPr>
      </p:sp>
      <p:sp>
        <p:nvSpPr>
          <p:cNvPr id="100" name="pdf-path-100029">
            <a:extLst xmlns:a="http://schemas.openxmlformats.org/drawingml/2006/main">
              <a:ext uri="{FF2B5EF4-FFF2-40B4-BE49-F238E27FC236}">
                <a16:creationId xmlns:a16="http://schemas.microsoft.com/office/drawing/2014/main" id="{253EBF06-5497-4593-83A7-96F86C80ED2D}"/>
              </a:ext>
            </a:extLst>
          </p:cNvPr>
          <p:cNvSpPr>
            <a:spLocks xmlns:a="http://schemas.openxmlformats.org/drawingml/2006/main" noGrp="1"/>
          </p:cNvSpPr>
          <p:nvPr/>
        </p:nvSpPr>
        <p:spPr>
          <a:xfrm xmlns:a="http://schemas.openxmlformats.org/drawingml/2006/main">
            <a:off x="1526981" y="1557690"/>
            <a:ext cx="80226" cy="50888"/>
          </a:xfrm>
          <a:custGeom xmlns:a="http://schemas.openxmlformats.org/drawingml/2006/main">
            <a:pathLst>
              <a:path w="80226" h="50888">
                <a:moveTo>
                  <a:pt x="80226" y="13924"/>
                </a:moveTo>
                <a:lnTo>
                  <a:pt x="0" y="13924"/>
                </a:lnTo>
                <a:lnTo>
                  <a:pt x="0" y="0"/>
                </a:lnTo>
                <a:lnTo>
                  <a:pt x="80226" y="0"/>
                </a:lnTo>
                <a:lnTo>
                  <a:pt x="80226" y="13924"/>
                </a:lnTo>
                <a:moveTo>
                  <a:pt x="80226" y="50888"/>
                </a:moveTo>
                <a:lnTo>
                  <a:pt x="0" y="50888"/>
                </a:lnTo>
                <a:lnTo>
                  <a:pt x="0" y="36964"/>
                </a:lnTo>
                <a:lnTo>
                  <a:pt x="80226" y="36964"/>
                </a:lnTo>
                <a:lnTo>
                  <a:pt x="80226" y="50888"/>
                </a:lnTo>
              </a:path>
            </a:pathLst>
          </a:custGeom>
          <a:solidFill xmlns:a="http://schemas.openxmlformats.org/drawingml/2006/main">
            <a:srgbClr val="000000"/>
          </a:solidFill>
          <a:ln xmlns:a="http://schemas.openxmlformats.org/drawingml/2006/main" w="0">
            <a:noFill/>
            <a:prstDash val="solid"/>
          </a:ln>
        </p:spPr>
      </p:sp>
      <p:sp>
        <p:nvSpPr>
          <p:cNvPr id="101" name="pdf-path-100030">
            <a:extLst xmlns:a="http://schemas.openxmlformats.org/drawingml/2006/main">
              <a:ext uri="{FF2B5EF4-FFF2-40B4-BE49-F238E27FC236}">
                <a16:creationId xmlns:a16="http://schemas.microsoft.com/office/drawing/2014/main" id="{19C7065E-B5CE-46E3-8FD9-870E08576A89}"/>
              </a:ext>
            </a:extLst>
          </p:cNvPr>
          <p:cNvSpPr>
            <a:spLocks xmlns:a="http://schemas.openxmlformats.org/drawingml/2006/main" noGrp="1"/>
          </p:cNvSpPr>
          <p:nvPr/>
        </p:nvSpPr>
        <p:spPr>
          <a:xfrm xmlns:a="http://schemas.openxmlformats.org/drawingml/2006/main">
            <a:off x="1661944" y="1556996"/>
            <a:ext cx="73891" cy="88260"/>
          </a:xfrm>
          <a:custGeom xmlns:a="http://schemas.openxmlformats.org/drawingml/2006/main">
            <a:pathLst>
              <a:path w="73891" h="88260">
                <a:moveTo>
                  <a:pt x="33041" y="88260"/>
                </a:moveTo>
                <a:cubicBezTo>
                  <a:pt x="22517" y="88260"/>
                  <a:pt x="14313" y="85574"/>
                  <a:pt x="8429" y="80201"/>
                </a:cubicBezTo>
                <a:cubicBezTo>
                  <a:pt x="2546" y="74825"/>
                  <a:pt x="0" y="67555"/>
                  <a:pt x="791" y="58388"/>
                </a:cubicBezTo>
                <a:lnTo>
                  <a:pt x="15220" y="58388"/>
                </a:lnTo>
                <a:cubicBezTo>
                  <a:pt x="14993" y="63141"/>
                  <a:pt x="16407" y="67300"/>
                  <a:pt x="19462" y="70864"/>
                </a:cubicBezTo>
                <a:cubicBezTo>
                  <a:pt x="22518" y="74427"/>
                  <a:pt x="27724" y="76209"/>
                  <a:pt x="35079" y="76209"/>
                </a:cubicBezTo>
                <a:cubicBezTo>
                  <a:pt x="41076" y="76209"/>
                  <a:pt x="45885" y="74880"/>
                  <a:pt x="49505" y="72221"/>
                </a:cubicBezTo>
                <a:cubicBezTo>
                  <a:pt x="53126" y="69562"/>
                  <a:pt x="54936" y="65856"/>
                  <a:pt x="54936" y="61105"/>
                </a:cubicBezTo>
                <a:cubicBezTo>
                  <a:pt x="54936" y="57370"/>
                  <a:pt x="53268" y="54654"/>
                  <a:pt x="49930" y="52957"/>
                </a:cubicBezTo>
                <a:cubicBezTo>
                  <a:pt x="46593" y="51259"/>
                  <a:pt x="42152" y="49845"/>
                  <a:pt x="36607" y="48714"/>
                </a:cubicBezTo>
                <a:cubicBezTo>
                  <a:pt x="32420" y="47808"/>
                  <a:pt x="28346" y="46535"/>
                  <a:pt x="24385" y="44894"/>
                </a:cubicBezTo>
                <a:cubicBezTo>
                  <a:pt x="20424" y="43254"/>
                  <a:pt x="17115" y="40963"/>
                  <a:pt x="14455" y="38020"/>
                </a:cubicBezTo>
                <a:cubicBezTo>
                  <a:pt x="11797" y="35078"/>
                  <a:pt x="10467" y="31343"/>
                  <a:pt x="10467" y="26816"/>
                </a:cubicBezTo>
                <a:cubicBezTo>
                  <a:pt x="10467" y="21724"/>
                  <a:pt x="11938" y="17170"/>
                  <a:pt x="14880" y="13154"/>
                </a:cubicBezTo>
                <a:cubicBezTo>
                  <a:pt x="17822" y="9136"/>
                  <a:pt x="21868" y="5939"/>
                  <a:pt x="27017" y="3564"/>
                </a:cubicBezTo>
                <a:cubicBezTo>
                  <a:pt x="32166" y="1188"/>
                  <a:pt x="38021" y="0"/>
                  <a:pt x="44584" y="0"/>
                </a:cubicBezTo>
                <a:cubicBezTo>
                  <a:pt x="53523" y="0"/>
                  <a:pt x="60680" y="2235"/>
                  <a:pt x="66055" y="6705"/>
                </a:cubicBezTo>
                <a:cubicBezTo>
                  <a:pt x="71430" y="11174"/>
                  <a:pt x="73891" y="17538"/>
                  <a:pt x="73439" y="25798"/>
                </a:cubicBezTo>
                <a:lnTo>
                  <a:pt x="59181" y="25798"/>
                </a:lnTo>
                <a:cubicBezTo>
                  <a:pt x="59408" y="21611"/>
                  <a:pt x="58078" y="18274"/>
                  <a:pt x="55193" y="15786"/>
                </a:cubicBezTo>
                <a:cubicBezTo>
                  <a:pt x="52308" y="13296"/>
                  <a:pt x="48262" y="12051"/>
                  <a:pt x="43057" y="12051"/>
                </a:cubicBezTo>
                <a:cubicBezTo>
                  <a:pt x="37850" y="12051"/>
                  <a:pt x="33579" y="13267"/>
                  <a:pt x="30241" y="15700"/>
                </a:cubicBezTo>
                <a:cubicBezTo>
                  <a:pt x="26904" y="18133"/>
                  <a:pt x="25235" y="21103"/>
                  <a:pt x="25235" y="24609"/>
                </a:cubicBezTo>
                <a:cubicBezTo>
                  <a:pt x="25235" y="28006"/>
                  <a:pt x="26847" y="30553"/>
                  <a:pt x="30071" y="32250"/>
                </a:cubicBezTo>
                <a:cubicBezTo>
                  <a:pt x="33296" y="33947"/>
                  <a:pt x="37625" y="35417"/>
                  <a:pt x="43057" y="36661"/>
                </a:cubicBezTo>
                <a:cubicBezTo>
                  <a:pt x="47696" y="37680"/>
                  <a:pt x="52052" y="39037"/>
                  <a:pt x="56125" y="40735"/>
                </a:cubicBezTo>
                <a:cubicBezTo>
                  <a:pt x="60200" y="42432"/>
                  <a:pt x="63510" y="44752"/>
                  <a:pt x="66055" y="47694"/>
                </a:cubicBezTo>
                <a:cubicBezTo>
                  <a:pt x="68602" y="50636"/>
                  <a:pt x="69875" y="54484"/>
                  <a:pt x="69875" y="59237"/>
                </a:cubicBezTo>
                <a:cubicBezTo>
                  <a:pt x="69875" y="65122"/>
                  <a:pt x="68291" y="70242"/>
                  <a:pt x="65123" y="74598"/>
                </a:cubicBezTo>
                <a:cubicBezTo>
                  <a:pt x="61955" y="78954"/>
                  <a:pt x="57597" y="82321"/>
                  <a:pt x="52051" y="84696"/>
                </a:cubicBezTo>
                <a:cubicBezTo>
                  <a:pt x="46507" y="87072"/>
                  <a:pt x="40171" y="88260"/>
                  <a:pt x="33041" y="88260"/>
                </a:cubicBezTo>
              </a:path>
            </a:pathLst>
          </a:custGeom>
          <a:solidFill xmlns:a="http://schemas.openxmlformats.org/drawingml/2006/main">
            <a:srgbClr val="000000"/>
          </a:solidFill>
          <a:ln xmlns:a="http://schemas.openxmlformats.org/drawingml/2006/main" w="0">
            <a:noFill/>
            <a:prstDash val="solid"/>
          </a:ln>
        </p:spPr>
      </p:sp>
      <p:sp>
        <p:nvSpPr>
          <p:cNvPr id="102" name="pdf-path-100031">
            <a:extLst xmlns:a="http://schemas.openxmlformats.org/drawingml/2006/main">
              <a:ext uri="{FF2B5EF4-FFF2-40B4-BE49-F238E27FC236}">
                <a16:creationId xmlns:a16="http://schemas.microsoft.com/office/drawing/2014/main" id="{C850495E-179E-4550-B745-8A44167BBFDB}"/>
              </a:ext>
            </a:extLst>
          </p:cNvPr>
          <p:cNvSpPr>
            <a:spLocks xmlns:a="http://schemas.openxmlformats.org/drawingml/2006/main" noGrp="1"/>
          </p:cNvSpPr>
          <p:nvPr/>
        </p:nvSpPr>
        <p:spPr>
          <a:xfrm xmlns:a="http://schemas.openxmlformats.org/drawingml/2006/main">
            <a:off x="1751960" y="1626303"/>
            <a:ext cx="69818" cy="81926"/>
          </a:xfrm>
          <a:custGeom xmlns:a="http://schemas.openxmlformats.org/drawingml/2006/main">
            <a:pathLst>
              <a:path w="69818" h="81926">
                <a:moveTo>
                  <a:pt x="27949" y="81926"/>
                </a:moveTo>
                <a:cubicBezTo>
                  <a:pt x="21990" y="81926"/>
                  <a:pt x="16935" y="80643"/>
                  <a:pt x="12786" y="78079"/>
                </a:cubicBezTo>
                <a:cubicBezTo>
                  <a:pt x="8637" y="75514"/>
                  <a:pt x="5469" y="71949"/>
                  <a:pt x="3281" y="67385"/>
                </a:cubicBezTo>
                <a:cubicBezTo>
                  <a:pt x="1094" y="62821"/>
                  <a:pt x="0" y="57446"/>
                  <a:pt x="0" y="51260"/>
                </a:cubicBezTo>
                <a:cubicBezTo>
                  <a:pt x="0" y="44093"/>
                  <a:pt x="1075" y="37399"/>
                  <a:pt x="3225" y="31176"/>
                </a:cubicBezTo>
                <a:cubicBezTo>
                  <a:pt x="5376" y="24952"/>
                  <a:pt x="8336" y="19501"/>
                  <a:pt x="12107" y="14825"/>
                </a:cubicBezTo>
                <a:cubicBezTo>
                  <a:pt x="15879" y="10147"/>
                  <a:pt x="20312" y="6506"/>
                  <a:pt x="25404" y="3904"/>
                </a:cubicBezTo>
                <a:cubicBezTo>
                  <a:pt x="30497" y="1301"/>
                  <a:pt x="35984" y="0"/>
                  <a:pt x="41868" y="0"/>
                </a:cubicBezTo>
                <a:cubicBezTo>
                  <a:pt x="47828" y="0"/>
                  <a:pt x="52882" y="1283"/>
                  <a:pt x="57031" y="3848"/>
                </a:cubicBezTo>
                <a:cubicBezTo>
                  <a:pt x="61181" y="6413"/>
                  <a:pt x="64349" y="9997"/>
                  <a:pt x="66536" y="14598"/>
                </a:cubicBezTo>
                <a:cubicBezTo>
                  <a:pt x="68724" y="19199"/>
                  <a:pt x="69818" y="24555"/>
                  <a:pt x="69818" y="30667"/>
                </a:cubicBezTo>
                <a:cubicBezTo>
                  <a:pt x="69818" y="37908"/>
                  <a:pt x="68743" y="44641"/>
                  <a:pt x="66593" y="50865"/>
                </a:cubicBezTo>
                <a:cubicBezTo>
                  <a:pt x="64443" y="57089"/>
                  <a:pt x="61481" y="62520"/>
                  <a:pt x="57709" y="67159"/>
                </a:cubicBezTo>
                <a:cubicBezTo>
                  <a:pt x="53938" y="71798"/>
                  <a:pt x="49507" y="75419"/>
                  <a:pt x="44414" y="78021"/>
                </a:cubicBezTo>
                <a:cubicBezTo>
                  <a:pt x="39322" y="80624"/>
                  <a:pt x="33833" y="81926"/>
                  <a:pt x="27949" y="81926"/>
                </a:cubicBezTo>
                <a:moveTo>
                  <a:pt x="29194" y="73553"/>
                </a:moveTo>
                <a:cubicBezTo>
                  <a:pt x="33344" y="73553"/>
                  <a:pt x="37285" y="72460"/>
                  <a:pt x="41020" y="70272"/>
                </a:cubicBezTo>
                <a:cubicBezTo>
                  <a:pt x="44754" y="68084"/>
                  <a:pt x="48035" y="65066"/>
                  <a:pt x="50863" y="61219"/>
                </a:cubicBezTo>
                <a:cubicBezTo>
                  <a:pt x="53693" y="57371"/>
                  <a:pt x="55899" y="52939"/>
                  <a:pt x="57483" y="47923"/>
                </a:cubicBezTo>
                <a:cubicBezTo>
                  <a:pt x="59068" y="42906"/>
                  <a:pt x="59861" y="37531"/>
                  <a:pt x="59861" y="31798"/>
                </a:cubicBezTo>
                <a:cubicBezTo>
                  <a:pt x="59861" y="24404"/>
                  <a:pt x="58125" y="18671"/>
                  <a:pt x="54655" y="14598"/>
                </a:cubicBezTo>
                <a:cubicBezTo>
                  <a:pt x="51184" y="10525"/>
                  <a:pt x="46508" y="8488"/>
                  <a:pt x="40624" y="8488"/>
                </a:cubicBezTo>
                <a:cubicBezTo>
                  <a:pt x="36399" y="8488"/>
                  <a:pt x="32438" y="9563"/>
                  <a:pt x="28742" y="11713"/>
                </a:cubicBezTo>
                <a:cubicBezTo>
                  <a:pt x="25045" y="13862"/>
                  <a:pt x="21783" y="16861"/>
                  <a:pt x="18953" y="20709"/>
                </a:cubicBezTo>
                <a:cubicBezTo>
                  <a:pt x="16125" y="24556"/>
                  <a:pt x="13919" y="28988"/>
                  <a:pt x="12333" y="34004"/>
                </a:cubicBezTo>
                <a:cubicBezTo>
                  <a:pt x="10750" y="39021"/>
                  <a:pt x="9957" y="44396"/>
                  <a:pt x="9957" y="50129"/>
                </a:cubicBezTo>
                <a:cubicBezTo>
                  <a:pt x="9957" y="57521"/>
                  <a:pt x="11693" y="63273"/>
                  <a:pt x="15163" y="67385"/>
                </a:cubicBezTo>
                <a:cubicBezTo>
                  <a:pt x="18634" y="71497"/>
                  <a:pt x="23311" y="73553"/>
                  <a:pt x="29194" y="73553"/>
                </a:cubicBezTo>
              </a:path>
            </a:pathLst>
          </a:custGeom>
          <a:solidFill xmlns:a="http://schemas.openxmlformats.org/drawingml/2006/main">
            <a:srgbClr val="000000"/>
          </a:solidFill>
          <a:ln xmlns:a="http://schemas.openxmlformats.org/drawingml/2006/main" w="0">
            <a:noFill/>
            <a:prstDash val="solid"/>
          </a:ln>
        </p:spPr>
      </p:sp>
      <p:sp>
        <p:nvSpPr>
          <p:cNvPr id="103" name="pdf-path-100032">
            <a:extLst xmlns:a="http://schemas.openxmlformats.org/drawingml/2006/main">
              <a:ext uri="{FF2B5EF4-FFF2-40B4-BE49-F238E27FC236}">
                <a16:creationId xmlns:a16="http://schemas.microsoft.com/office/drawing/2014/main" id="{181C7161-8E76-4166-9BAE-5349C536836C}"/>
              </a:ext>
            </a:extLst>
          </p:cNvPr>
          <p:cNvSpPr>
            <a:spLocks xmlns:a="http://schemas.openxmlformats.org/drawingml/2006/main" noGrp="1"/>
          </p:cNvSpPr>
          <p:nvPr/>
        </p:nvSpPr>
        <p:spPr>
          <a:xfrm xmlns:a="http://schemas.openxmlformats.org/drawingml/2006/main">
            <a:off x="1857621" y="1624721"/>
            <a:ext cx="19521" cy="19349"/>
          </a:xfrm>
          <a:custGeom xmlns:a="http://schemas.openxmlformats.org/drawingml/2006/main">
            <a:pathLst>
              <a:path w="19521" h="19349">
                <a:moveTo>
                  <a:pt x="9844" y="19349"/>
                </a:moveTo>
                <a:cubicBezTo>
                  <a:pt x="7016" y="19349"/>
                  <a:pt x="4668" y="18416"/>
                  <a:pt x="2800" y="16550"/>
                </a:cubicBezTo>
                <a:cubicBezTo>
                  <a:pt x="934" y="14681"/>
                  <a:pt x="0" y="12390"/>
                  <a:pt x="0" y="9673"/>
                </a:cubicBezTo>
                <a:cubicBezTo>
                  <a:pt x="0" y="6957"/>
                  <a:pt x="934" y="4666"/>
                  <a:pt x="2800" y="2800"/>
                </a:cubicBezTo>
                <a:cubicBezTo>
                  <a:pt x="4668" y="933"/>
                  <a:pt x="7016" y="0"/>
                  <a:pt x="9844" y="0"/>
                </a:cubicBezTo>
                <a:cubicBezTo>
                  <a:pt x="12675" y="0"/>
                  <a:pt x="14994" y="933"/>
                  <a:pt x="16804" y="2800"/>
                </a:cubicBezTo>
                <a:cubicBezTo>
                  <a:pt x="18615" y="4666"/>
                  <a:pt x="19521" y="6957"/>
                  <a:pt x="19521" y="9673"/>
                </a:cubicBezTo>
                <a:cubicBezTo>
                  <a:pt x="19521" y="12390"/>
                  <a:pt x="18615" y="14681"/>
                  <a:pt x="16804" y="16550"/>
                </a:cubicBezTo>
                <a:cubicBezTo>
                  <a:pt x="14994" y="18416"/>
                  <a:pt x="12675" y="19349"/>
                  <a:pt x="9844" y="19349"/>
                </a:cubicBezTo>
              </a:path>
            </a:pathLst>
          </a:custGeom>
          <a:solidFill xmlns:a="http://schemas.openxmlformats.org/drawingml/2006/main">
            <a:srgbClr val="000000"/>
          </a:solidFill>
          <a:ln xmlns:a="http://schemas.openxmlformats.org/drawingml/2006/main" w="0">
            <a:noFill/>
            <a:prstDash val="solid"/>
          </a:ln>
        </p:spPr>
      </p:sp>
      <p:sp>
        <p:nvSpPr>
          <p:cNvPr id="104" name="pdf-path-100033">
            <a:extLst xmlns:a="http://schemas.openxmlformats.org/drawingml/2006/main">
              <a:ext uri="{FF2B5EF4-FFF2-40B4-BE49-F238E27FC236}">
                <a16:creationId xmlns:a16="http://schemas.microsoft.com/office/drawing/2014/main" id="{B31344D9-20B4-4C83-8EBC-9F01140F08F4}"/>
              </a:ext>
            </a:extLst>
          </p:cNvPr>
          <p:cNvSpPr>
            <a:spLocks xmlns:a="http://schemas.openxmlformats.org/drawingml/2006/main" noGrp="1"/>
          </p:cNvSpPr>
          <p:nvPr/>
        </p:nvSpPr>
        <p:spPr>
          <a:xfrm xmlns:a="http://schemas.openxmlformats.org/drawingml/2006/main">
            <a:off x="1890890" y="1624721"/>
            <a:ext cx="19521" cy="19349"/>
          </a:xfrm>
          <a:custGeom xmlns:a="http://schemas.openxmlformats.org/drawingml/2006/main">
            <a:pathLst>
              <a:path w="19521" h="19349">
                <a:moveTo>
                  <a:pt x="9844" y="19349"/>
                </a:moveTo>
                <a:cubicBezTo>
                  <a:pt x="7016" y="19349"/>
                  <a:pt x="4668" y="18416"/>
                  <a:pt x="2800" y="16550"/>
                </a:cubicBezTo>
                <a:cubicBezTo>
                  <a:pt x="934" y="14681"/>
                  <a:pt x="0" y="12390"/>
                  <a:pt x="0" y="9673"/>
                </a:cubicBezTo>
                <a:cubicBezTo>
                  <a:pt x="0" y="6957"/>
                  <a:pt x="934" y="4666"/>
                  <a:pt x="2800" y="2800"/>
                </a:cubicBezTo>
                <a:cubicBezTo>
                  <a:pt x="4668" y="933"/>
                  <a:pt x="7016" y="0"/>
                  <a:pt x="9844" y="0"/>
                </a:cubicBezTo>
                <a:cubicBezTo>
                  <a:pt x="12675" y="0"/>
                  <a:pt x="14994" y="933"/>
                  <a:pt x="16804" y="2800"/>
                </a:cubicBezTo>
                <a:cubicBezTo>
                  <a:pt x="18615" y="4666"/>
                  <a:pt x="19521" y="6957"/>
                  <a:pt x="19521" y="9673"/>
                </a:cubicBezTo>
                <a:cubicBezTo>
                  <a:pt x="19521" y="12390"/>
                  <a:pt x="18615" y="14681"/>
                  <a:pt x="16804" y="16550"/>
                </a:cubicBezTo>
                <a:cubicBezTo>
                  <a:pt x="14994" y="18416"/>
                  <a:pt x="12675" y="19349"/>
                  <a:pt x="9844" y="19349"/>
                </a:cubicBezTo>
              </a:path>
            </a:pathLst>
          </a:custGeom>
          <a:solidFill xmlns:a="http://schemas.openxmlformats.org/drawingml/2006/main">
            <a:srgbClr val="000000"/>
          </a:solidFill>
          <a:ln xmlns:a="http://schemas.openxmlformats.org/drawingml/2006/main" w="0">
            <a:noFill/>
            <a:prstDash val="solid"/>
          </a:ln>
        </p:spPr>
      </p:sp>
      <p:sp>
        <p:nvSpPr>
          <p:cNvPr id="105" name="pdf-path-100034">
            <a:extLst xmlns:a="http://schemas.openxmlformats.org/drawingml/2006/main">
              <a:ext uri="{FF2B5EF4-FFF2-40B4-BE49-F238E27FC236}">
                <a16:creationId xmlns:a16="http://schemas.microsoft.com/office/drawing/2014/main" id="{741B4CEE-A0D5-445D-A828-8CF39250767F}"/>
              </a:ext>
            </a:extLst>
          </p:cNvPr>
          <p:cNvSpPr>
            <a:spLocks xmlns:a="http://schemas.openxmlformats.org/drawingml/2006/main" noGrp="1"/>
          </p:cNvSpPr>
          <p:nvPr/>
        </p:nvSpPr>
        <p:spPr>
          <a:xfrm xmlns:a="http://schemas.openxmlformats.org/drawingml/2006/main">
            <a:off x="1924158" y="1624721"/>
            <a:ext cx="19521" cy="19349"/>
          </a:xfrm>
          <a:custGeom xmlns:a="http://schemas.openxmlformats.org/drawingml/2006/main">
            <a:pathLst>
              <a:path w="19521" h="19349">
                <a:moveTo>
                  <a:pt x="9844" y="19349"/>
                </a:moveTo>
                <a:cubicBezTo>
                  <a:pt x="7016" y="19349"/>
                  <a:pt x="4668" y="18416"/>
                  <a:pt x="2800" y="16550"/>
                </a:cubicBezTo>
                <a:cubicBezTo>
                  <a:pt x="934" y="14681"/>
                  <a:pt x="0" y="12390"/>
                  <a:pt x="0" y="9673"/>
                </a:cubicBezTo>
                <a:cubicBezTo>
                  <a:pt x="0" y="6957"/>
                  <a:pt x="934" y="4666"/>
                  <a:pt x="2800" y="2800"/>
                </a:cubicBezTo>
                <a:cubicBezTo>
                  <a:pt x="4668" y="933"/>
                  <a:pt x="7016" y="0"/>
                  <a:pt x="9844" y="0"/>
                </a:cubicBezTo>
                <a:cubicBezTo>
                  <a:pt x="12675" y="0"/>
                  <a:pt x="14994" y="933"/>
                  <a:pt x="16804" y="2800"/>
                </a:cubicBezTo>
                <a:cubicBezTo>
                  <a:pt x="18615" y="4666"/>
                  <a:pt x="19521" y="6957"/>
                  <a:pt x="19521" y="9673"/>
                </a:cubicBezTo>
                <a:cubicBezTo>
                  <a:pt x="19521" y="12390"/>
                  <a:pt x="18615" y="14681"/>
                  <a:pt x="16804" y="16550"/>
                </a:cubicBezTo>
                <a:cubicBezTo>
                  <a:pt x="14994" y="18416"/>
                  <a:pt x="12675" y="19349"/>
                  <a:pt x="9844" y="19349"/>
                </a:cubicBezTo>
              </a:path>
            </a:pathLst>
          </a:custGeom>
          <a:solidFill xmlns:a="http://schemas.openxmlformats.org/drawingml/2006/main">
            <a:srgbClr val="000000"/>
          </a:solidFill>
          <a:ln xmlns:a="http://schemas.openxmlformats.org/drawingml/2006/main" w="0">
            <a:noFill/>
            <a:prstDash val="solid"/>
          </a:ln>
        </p:spPr>
      </p:sp>
      <p:sp>
        <p:nvSpPr>
          <p:cNvPr id="106" name="pdf-path-100035">
            <a:extLst xmlns:a="http://schemas.openxmlformats.org/drawingml/2006/main">
              <a:ext uri="{FF2B5EF4-FFF2-40B4-BE49-F238E27FC236}">
                <a16:creationId xmlns:a16="http://schemas.microsoft.com/office/drawing/2014/main" id="{0B264AD7-06C8-4E27-BB39-E92FE7AF371D}"/>
              </a:ext>
            </a:extLst>
          </p:cNvPr>
          <p:cNvSpPr>
            <a:spLocks xmlns:a="http://schemas.openxmlformats.org/drawingml/2006/main" noGrp="1"/>
          </p:cNvSpPr>
          <p:nvPr/>
        </p:nvSpPr>
        <p:spPr>
          <a:xfrm xmlns:a="http://schemas.openxmlformats.org/drawingml/2006/main">
            <a:off x="1960199" y="1556996"/>
            <a:ext cx="73891" cy="88260"/>
          </a:xfrm>
          <a:custGeom xmlns:a="http://schemas.openxmlformats.org/drawingml/2006/main">
            <a:pathLst>
              <a:path w="73891" h="88260">
                <a:moveTo>
                  <a:pt x="33041" y="88260"/>
                </a:moveTo>
                <a:cubicBezTo>
                  <a:pt x="22517" y="88260"/>
                  <a:pt x="14313" y="85574"/>
                  <a:pt x="8429" y="80201"/>
                </a:cubicBezTo>
                <a:cubicBezTo>
                  <a:pt x="2546" y="74825"/>
                  <a:pt x="0" y="67555"/>
                  <a:pt x="791" y="58388"/>
                </a:cubicBezTo>
                <a:lnTo>
                  <a:pt x="15220" y="58388"/>
                </a:lnTo>
                <a:cubicBezTo>
                  <a:pt x="14993" y="63141"/>
                  <a:pt x="16407" y="67300"/>
                  <a:pt x="19462" y="70864"/>
                </a:cubicBezTo>
                <a:cubicBezTo>
                  <a:pt x="22518" y="74427"/>
                  <a:pt x="27724" y="76209"/>
                  <a:pt x="35079" y="76209"/>
                </a:cubicBezTo>
                <a:cubicBezTo>
                  <a:pt x="41076" y="76209"/>
                  <a:pt x="45885" y="74880"/>
                  <a:pt x="49505" y="72221"/>
                </a:cubicBezTo>
                <a:cubicBezTo>
                  <a:pt x="53126" y="69562"/>
                  <a:pt x="54936" y="65856"/>
                  <a:pt x="54936" y="61105"/>
                </a:cubicBezTo>
                <a:cubicBezTo>
                  <a:pt x="54936" y="57370"/>
                  <a:pt x="53268" y="54654"/>
                  <a:pt x="49930" y="52957"/>
                </a:cubicBezTo>
                <a:cubicBezTo>
                  <a:pt x="46593" y="51259"/>
                  <a:pt x="42152" y="49845"/>
                  <a:pt x="36607" y="48714"/>
                </a:cubicBezTo>
                <a:cubicBezTo>
                  <a:pt x="32420" y="47808"/>
                  <a:pt x="28346" y="46535"/>
                  <a:pt x="24385" y="44894"/>
                </a:cubicBezTo>
                <a:cubicBezTo>
                  <a:pt x="20424" y="43254"/>
                  <a:pt x="17115" y="40963"/>
                  <a:pt x="14455" y="38020"/>
                </a:cubicBezTo>
                <a:cubicBezTo>
                  <a:pt x="11797" y="35078"/>
                  <a:pt x="10467" y="31343"/>
                  <a:pt x="10467" y="26816"/>
                </a:cubicBezTo>
                <a:cubicBezTo>
                  <a:pt x="10467" y="21724"/>
                  <a:pt x="11938" y="17170"/>
                  <a:pt x="14880" y="13154"/>
                </a:cubicBezTo>
                <a:cubicBezTo>
                  <a:pt x="17822" y="9136"/>
                  <a:pt x="21868" y="5939"/>
                  <a:pt x="27017" y="3564"/>
                </a:cubicBezTo>
                <a:cubicBezTo>
                  <a:pt x="32166" y="1188"/>
                  <a:pt x="38021" y="0"/>
                  <a:pt x="44584" y="0"/>
                </a:cubicBezTo>
                <a:cubicBezTo>
                  <a:pt x="53523" y="0"/>
                  <a:pt x="60680" y="2235"/>
                  <a:pt x="66055" y="6705"/>
                </a:cubicBezTo>
                <a:cubicBezTo>
                  <a:pt x="71430" y="11174"/>
                  <a:pt x="73891" y="17538"/>
                  <a:pt x="73439" y="25798"/>
                </a:cubicBezTo>
                <a:lnTo>
                  <a:pt x="59181" y="25798"/>
                </a:lnTo>
                <a:cubicBezTo>
                  <a:pt x="59408" y="21611"/>
                  <a:pt x="58078" y="18274"/>
                  <a:pt x="55193" y="15786"/>
                </a:cubicBezTo>
                <a:cubicBezTo>
                  <a:pt x="52308" y="13296"/>
                  <a:pt x="48262" y="12051"/>
                  <a:pt x="43057" y="12051"/>
                </a:cubicBezTo>
                <a:cubicBezTo>
                  <a:pt x="37850" y="12051"/>
                  <a:pt x="33579" y="13267"/>
                  <a:pt x="30241" y="15700"/>
                </a:cubicBezTo>
                <a:cubicBezTo>
                  <a:pt x="26904" y="18133"/>
                  <a:pt x="25235" y="21103"/>
                  <a:pt x="25235" y="24609"/>
                </a:cubicBezTo>
                <a:cubicBezTo>
                  <a:pt x="25235" y="28006"/>
                  <a:pt x="26847" y="30553"/>
                  <a:pt x="30071" y="32250"/>
                </a:cubicBezTo>
                <a:cubicBezTo>
                  <a:pt x="33296" y="33947"/>
                  <a:pt x="37625" y="35417"/>
                  <a:pt x="43057" y="36661"/>
                </a:cubicBezTo>
                <a:cubicBezTo>
                  <a:pt x="47696" y="37680"/>
                  <a:pt x="52052" y="39037"/>
                  <a:pt x="56125" y="40735"/>
                </a:cubicBezTo>
                <a:cubicBezTo>
                  <a:pt x="60200" y="42432"/>
                  <a:pt x="63510" y="44752"/>
                  <a:pt x="66055" y="47694"/>
                </a:cubicBezTo>
                <a:cubicBezTo>
                  <a:pt x="68602" y="50636"/>
                  <a:pt x="69875" y="54484"/>
                  <a:pt x="69875" y="59237"/>
                </a:cubicBezTo>
                <a:cubicBezTo>
                  <a:pt x="69875" y="65122"/>
                  <a:pt x="68291" y="70242"/>
                  <a:pt x="65123" y="74598"/>
                </a:cubicBezTo>
                <a:cubicBezTo>
                  <a:pt x="61955" y="78954"/>
                  <a:pt x="57597" y="82321"/>
                  <a:pt x="52051" y="84696"/>
                </a:cubicBezTo>
                <a:cubicBezTo>
                  <a:pt x="46507" y="87072"/>
                  <a:pt x="40171" y="88260"/>
                  <a:pt x="33041" y="88260"/>
                </a:cubicBezTo>
              </a:path>
            </a:pathLst>
          </a:custGeom>
          <a:solidFill xmlns:a="http://schemas.openxmlformats.org/drawingml/2006/main">
            <a:srgbClr val="000000"/>
          </a:solidFill>
          <a:ln xmlns:a="http://schemas.openxmlformats.org/drawingml/2006/main" w="0">
            <a:noFill/>
            <a:prstDash val="solid"/>
          </a:ln>
        </p:spPr>
      </p:sp>
      <p:sp>
        <p:nvSpPr>
          <p:cNvPr id="107" name="pdf-path-100036">
            <a:extLst xmlns:a="http://schemas.openxmlformats.org/drawingml/2006/main">
              <a:ext uri="{FF2B5EF4-FFF2-40B4-BE49-F238E27FC236}">
                <a16:creationId xmlns:a16="http://schemas.microsoft.com/office/drawing/2014/main" id="{B1A14643-C7E3-4E75-98FD-36AC95620C75}"/>
              </a:ext>
            </a:extLst>
          </p:cNvPr>
          <p:cNvSpPr>
            <a:spLocks xmlns:a="http://schemas.openxmlformats.org/drawingml/2006/main" noGrp="1"/>
          </p:cNvSpPr>
          <p:nvPr/>
        </p:nvSpPr>
        <p:spPr>
          <a:xfrm xmlns:a="http://schemas.openxmlformats.org/drawingml/2006/main">
            <a:off x="2054629" y="1627662"/>
            <a:ext cx="58050" cy="79210"/>
          </a:xfrm>
          <a:custGeom xmlns:a="http://schemas.openxmlformats.org/drawingml/2006/main">
            <a:pathLst>
              <a:path w="58050" h="79210">
                <a:moveTo>
                  <a:pt x="10976" y="79210"/>
                </a:moveTo>
                <a:lnTo>
                  <a:pt x="23535" y="7582"/>
                </a:lnTo>
                <a:lnTo>
                  <a:pt x="0" y="7582"/>
                </a:lnTo>
                <a:lnTo>
                  <a:pt x="1357" y="0"/>
                </a:lnTo>
                <a:lnTo>
                  <a:pt x="58050" y="0"/>
                </a:lnTo>
                <a:lnTo>
                  <a:pt x="56692" y="7582"/>
                </a:lnTo>
                <a:lnTo>
                  <a:pt x="33042" y="7582"/>
                </a:lnTo>
                <a:lnTo>
                  <a:pt x="20481" y="79210"/>
                </a:lnTo>
                <a:lnTo>
                  <a:pt x="10976" y="79210"/>
                </a:lnTo>
              </a:path>
            </a:pathLst>
          </a:custGeom>
          <a:solidFill xmlns:a="http://schemas.openxmlformats.org/drawingml/2006/main">
            <a:srgbClr val="000000"/>
          </a:solidFill>
          <a:ln xmlns:a="http://schemas.openxmlformats.org/drawingml/2006/main" w="0">
            <a:noFill/>
            <a:prstDash val="solid"/>
          </a:ln>
        </p:spPr>
      </p:sp>
      <p:sp>
        <p:nvSpPr>
          <p:cNvPr id="108" name="pdf-path-100037">
            <a:extLst xmlns:a="http://schemas.openxmlformats.org/drawingml/2006/main">
              <a:ext uri="{FF2B5EF4-FFF2-40B4-BE49-F238E27FC236}">
                <a16:creationId xmlns:a16="http://schemas.microsoft.com/office/drawing/2014/main" id="{84D84FCB-38FA-4488-B477-AA85F32522DE}"/>
              </a:ext>
            </a:extLst>
          </p:cNvPr>
          <p:cNvSpPr>
            <a:spLocks xmlns:a="http://schemas.openxmlformats.org/drawingml/2006/main" noGrp="1"/>
          </p:cNvSpPr>
          <p:nvPr/>
        </p:nvSpPr>
        <p:spPr>
          <a:xfrm xmlns:a="http://schemas.openxmlformats.org/drawingml/2006/main">
            <a:off x="1782911" y="772206"/>
            <a:ext cx="85033" cy="123821"/>
          </a:xfrm>
          <a:custGeom xmlns:a="http://schemas.openxmlformats.org/drawingml/2006/main">
            <a:pathLst>
              <a:path w="85033" h="123821">
                <a:moveTo>
                  <a:pt x="53788" y="80061"/>
                </a:moveTo>
                <a:cubicBezTo>
                  <a:pt x="45224" y="88017"/>
                  <a:pt x="37019" y="91995"/>
                  <a:pt x="29174" y="91995"/>
                </a:cubicBezTo>
                <a:cubicBezTo>
                  <a:pt x="20996" y="91995"/>
                  <a:pt x="14090" y="88887"/>
                  <a:pt x="8454" y="82672"/>
                </a:cubicBezTo>
                <a:cubicBezTo>
                  <a:pt x="2818" y="76456"/>
                  <a:pt x="0" y="67629"/>
                  <a:pt x="0" y="56192"/>
                </a:cubicBezTo>
                <a:cubicBezTo>
                  <a:pt x="0" y="45252"/>
                  <a:pt x="2141" y="35362"/>
                  <a:pt x="6423" y="26521"/>
                </a:cubicBezTo>
                <a:cubicBezTo>
                  <a:pt x="10705" y="17681"/>
                  <a:pt x="16175" y="11050"/>
                  <a:pt x="22833" y="6630"/>
                </a:cubicBezTo>
                <a:cubicBezTo>
                  <a:pt x="29491" y="2210"/>
                  <a:pt x="36356" y="0"/>
                  <a:pt x="43428" y="0"/>
                </a:cubicBezTo>
                <a:cubicBezTo>
                  <a:pt x="48788" y="0"/>
                  <a:pt x="53664" y="1513"/>
                  <a:pt x="58056" y="4538"/>
                </a:cubicBezTo>
                <a:cubicBezTo>
                  <a:pt x="62449" y="7561"/>
                  <a:pt x="65999" y="12125"/>
                  <a:pt x="68707" y="18228"/>
                </a:cubicBezTo>
                <a:lnTo>
                  <a:pt x="72105" y="1989"/>
                </a:lnTo>
                <a:lnTo>
                  <a:pt x="85033" y="1989"/>
                </a:lnTo>
                <a:lnTo>
                  <a:pt x="59673" y="123821"/>
                </a:lnTo>
                <a:lnTo>
                  <a:pt x="44672" y="123821"/>
                </a:lnTo>
                <a:lnTo>
                  <a:pt x="53788" y="80061"/>
                </a:lnTo>
                <a:moveTo>
                  <a:pt x="14836" y="54234"/>
                </a:moveTo>
                <a:cubicBezTo>
                  <a:pt x="14836" y="62898"/>
                  <a:pt x="16631" y="69313"/>
                  <a:pt x="20223" y="73480"/>
                </a:cubicBezTo>
                <a:cubicBezTo>
                  <a:pt x="23814" y="77646"/>
                  <a:pt x="28289" y="79729"/>
                  <a:pt x="33649" y="79729"/>
                </a:cubicBezTo>
                <a:cubicBezTo>
                  <a:pt x="38180" y="79729"/>
                  <a:pt x="42752" y="77850"/>
                  <a:pt x="47365" y="74091"/>
                </a:cubicBezTo>
                <a:cubicBezTo>
                  <a:pt x="51979" y="70332"/>
                  <a:pt x="55763" y="64694"/>
                  <a:pt x="58720" y="57176"/>
                </a:cubicBezTo>
                <a:cubicBezTo>
                  <a:pt x="61676" y="49657"/>
                  <a:pt x="63154" y="42399"/>
                  <a:pt x="63154" y="35405"/>
                </a:cubicBezTo>
                <a:cubicBezTo>
                  <a:pt x="63154" y="28243"/>
                  <a:pt x="61303" y="22623"/>
                  <a:pt x="57601" y="18547"/>
                </a:cubicBezTo>
                <a:cubicBezTo>
                  <a:pt x="53899" y="14470"/>
                  <a:pt x="49368" y="12432"/>
                  <a:pt x="44009" y="12432"/>
                </a:cubicBezTo>
                <a:cubicBezTo>
                  <a:pt x="38760" y="12432"/>
                  <a:pt x="34174" y="14143"/>
                  <a:pt x="30251" y="17565"/>
                </a:cubicBezTo>
                <a:cubicBezTo>
                  <a:pt x="25113" y="21978"/>
                  <a:pt x="21079" y="28352"/>
                  <a:pt x="18151" y="36684"/>
                </a:cubicBezTo>
                <a:cubicBezTo>
                  <a:pt x="15940" y="43087"/>
                  <a:pt x="14836" y="48936"/>
                  <a:pt x="14836" y="54234"/>
                </a:cubicBezTo>
              </a:path>
            </a:pathLst>
          </a:custGeom>
          <a:solidFill xmlns:a="http://schemas.openxmlformats.org/drawingml/2006/main">
            <a:srgbClr val="000000"/>
          </a:solidFill>
          <a:ln xmlns:a="http://schemas.openxmlformats.org/drawingml/2006/main" w="0">
            <a:noFill/>
            <a:prstDash val="solid"/>
          </a:ln>
        </p:spPr>
      </p:sp>
      <p:sp>
        <p:nvSpPr>
          <p:cNvPr id="109" name="pdf-path-100038">
            <a:extLst xmlns:a="http://schemas.openxmlformats.org/drawingml/2006/main">
              <a:ext uri="{FF2B5EF4-FFF2-40B4-BE49-F238E27FC236}">
                <a16:creationId xmlns:a16="http://schemas.microsoft.com/office/drawing/2014/main" id="{FA1C629C-91B1-43B3-A8EE-AE1D42FCD319}"/>
              </a:ext>
            </a:extLst>
          </p:cNvPr>
          <p:cNvSpPr>
            <a:spLocks xmlns:a="http://schemas.openxmlformats.org/drawingml/2006/main" noGrp="1"/>
          </p:cNvSpPr>
          <p:nvPr/>
        </p:nvSpPr>
        <p:spPr>
          <a:xfrm xmlns:a="http://schemas.openxmlformats.org/drawingml/2006/main">
            <a:off x="1882920" y="738558"/>
            <a:ext cx="55777" cy="159458"/>
          </a:xfrm>
          <a:custGeom xmlns:a="http://schemas.openxmlformats.org/drawingml/2006/main">
            <a:pathLst>
              <a:path w="55777" h="159458">
                <a:moveTo>
                  <a:pt x="13012" y="159458"/>
                </a:moveTo>
                <a:cubicBezTo>
                  <a:pt x="4337" y="140433"/>
                  <a:pt x="0" y="120880"/>
                  <a:pt x="0" y="100801"/>
                </a:cubicBezTo>
                <a:cubicBezTo>
                  <a:pt x="0" y="87416"/>
                  <a:pt x="1754" y="74958"/>
                  <a:pt x="5263" y="63428"/>
                </a:cubicBezTo>
                <a:cubicBezTo>
                  <a:pt x="8771" y="51896"/>
                  <a:pt x="14117" y="40488"/>
                  <a:pt x="21300" y="29204"/>
                </a:cubicBezTo>
                <a:cubicBezTo>
                  <a:pt x="26051" y="21681"/>
                  <a:pt x="33649" y="11947"/>
                  <a:pt x="44091" y="0"/>
                </a:cubicBezTo>
                <a:lnTo>
                  <a:pt x="55777" y="0"/>
                </a:lnTo>
                <a:cubicBezTo>
                  <a:pt x="49313" y="6913"/>
                  <a:pt x="42475" y="16648"/>
                  <a:pt x="35265" y="29204"/>
                </a:cubicBezTo>
                <a:cubicBezTo>
                  <a:pt x="28054" y="41759"/>
                  <a:pt x="22819" y="54093"/>
                  <a:pt x="19559" y="66207"/>
                </a:cubicBezTo>
                <a:cubicBezTo>
                  <a:pt x="16299" y="78319"/>
                  <a:pt x="14669" y="90487"/>
                  <a:pt x="14669" y="102710"/>
                </a:cubicBezTo>
                <a:cubicBezTo>
                  <a:pt x="14669" y="120962"/>
                  <a:pt x="17846" y="139878"/>
                  <a:pt x="24200" y="159458"/>
                </a:cubicBezTo>
                <a:lnTo>
                  <a:pt x="13012" y="159458"/>
                </a:lnTo>
              </a:path>
            </a:pathLst>
          </a:custGeom>
          <a:solidFill xmlns:a="http://schemas.openxmlformats.org/drawingml/2006/main">
            <a:srgbClr val="000000"/>
          </a:solidFill>
          <a:ln xmlns:a="http://schemas.openxmlformats.org/drawingml/2006/main" w="0">
            <a:noFill/>
            <a:prstDash val="solid"/>
          </a:ln>
        </p:spPr>
      </p:sp>
      <p:sp>
        <p:nvSpPr>
          <p:cNvPr id="110" name="pdf-path-100039">
            <a:extLst xmlns:a="http://schemas.openxmlformats.org/drawingml/2006/main">
              <a:ext uri="{FF2B5EF4-FFF2-40B4-BE49-F238E27FC236}">
                <a16:creationId xmlns:a16="http://schemas.microsoft.com/office/drawing/2014/main" id="{C3EBD17D-CF17-46B1-84B1-A51852D585AA}"/>
              </a:ext>
            </a:extLst>
          </p:cNvPr>
          <p:cNvSpPr>
            <a:spLocks xmlns:a="http://schemas.openxmlformats.org/drawingml/2006/main" noGrp="1"/>
          </p:cNvSpPr>
          <p:nvPr/>
        </p:nvSpPr>
        <p:spPr>
          <a:xfrm xmlns:a="http://schemas.openxmlformats.org/drawingml/2006/main">
            <a:off x="1929248" y="740713"/>
            <a:ext cx="103930" cy="121500"/>
          </a:xfrm>
          <a:custGeom xmlns:a="http://schemas.openxmlformats.org/drawingml/2006/main">
            <a:pathLst>
              <a:path w="103930" h="121500">
                <a:moveTo>
                  <a:pt x="0" y="121500"/>
                </a:moveTo>
                <a:lnTo>
                  <a:pt x="1575" y="109400"/>
                </a:lnTo>
                <a:lnTo>
                  <a:pt x="62408" y="36640"/>
                </a:lnTo>
                <a:lnTo>
                  <a:pt x="75005" y="21359"/>
                </a:lnTo>
                <a:cubicBezTo>
                  <a:pt x="77547" y="18288"/>
                  <a:pt x="80005" y="15422"/>
                  <a:pt x="82381" y="12763"/>
                </a:cubicBezTo>
                <a:cubicBezTo>
                  <a:pt x="77243" y="13371"/>
                  <a:pt x="73652" y="13675"/>
                  <a:pt x="71607" y="13675"/>
                </a:cubicBezTo>
                <a:lnTo>
                  <a:pt x="67629" y="13592"/>
                </a:lnTo>
                <a:lnTo>
                  <a:pt x="62822" y="13675"/>
                </a:lnTo>
                <a:lnTo>
                  <a:pt x="58098" y="13758"/>
                </a:lnTo>
                <a:lnTo>
                  <a:pt x="17239" y="13758"/>
                </a:lnTo>
                <a:lnTo>
                  <a:pt x="20139" y="0"/>
                </a:lnTo>
                <a:lnTo>
                  <a:pt x="103930" y="0"/>
                </a:lnTo>
                <a:lnTo>
                  <a:pt x="102521" y="12636"/>
                </a:lnTo>
                <a:lnTo>
                  <a:pt x="37295" y="90094"/>
                </a:lnTo>
                <a:cubicBezTo>
                  <a:pt x="29284" y="99649"/>
                  <a:pt x="24200" y="105643"/>
                  <a:pt x="22046" y="108074"/>
                </a:cubicBezTo>
                <a:cubicBezTo>
                  <a:pt x="24477" y="107632"/>
                  <a:pt x="26051" y="107411"/>
                  <a:pt x="26770" y="107411"/>
                </a:cubicBezTo>
                <a:lnTo>
                  <a:pt x="92990" y="107411"/>
                </a:lnTo>
                <a:lnTo>
                  <a:pt x="90089" y="121500"/>
                </a:lnTo>
                <a:lnTo>
                  <a:pt x="0" y="121500"/>
                </a:lnTo>
              </a:path>
            </a:pathLst>
          </a:custGeom>
          <a:solidFill xmlns:a="http://schemas.openxmlformats.org/drawingml/2006/main">
            <a:srgbClr val="000000"/>
          </a:solidFill>
          <a:ln xmlns:a="http://schemas.openxmlformats.org/drawingml/2006/main" w="0">
            <a:noFill/>
            <a:prstDash val="solid"/>
          </a:ln>
        </p:spPr>
      </p:sp>
      <p:sp>
        <p:nvSpPr>
          <p:cNvPr id="111" name="pdf-path-100040">
            <a:extLst xmlns:a="http://schemas.openxmlformats.org/drawingml/2006/main">
              <a:ext uri="{FF2B5EF4-FFF2-40B4-BE49-F238E27FC236}">
                <a16:creationId xmlns:a16="http://schemas.microsoft.com/office/drawing/2014/main" id="{E1CC5E2A-AAAA-40DB-A583-43CA7E975323}"/>
              </a:ext>
            </a:extLst>
          </p:cNvPr>
          <p:cNvSpPr>
            <a:spLocks xmlns:a="http://schemas.openxmlformats.org/drawingml/2006/main" noGrp="1"/>
          </p:cNvSpPr>
          <p:nvPr/>
        </p:nvSpPr>
        <p:spPr>
          <a:xfrm xmlns:a="http://schemas.openxmlformats.org/drawingml/2006/main">
            <a:off x="2075824" y="738558"/>
            <a:ext cx="13012" cy="159458"/>
          </a:xfrm>
          <a:custGeom xmlns:a="http://schemas.openxmlformats.org/drawingml/2006/main">
            <a:pathLst>
              <a:path w="13012" h="159458">
                <a:moveTo>
                  <a:pt x="0" y="159458"/>
                </a:moveTo>
                <a:lnTo>
                  <a:pt x="0" y="0"/>
                </a:lnTo>
                <a:lnTo>
                  <a:pt x="13012" y="0"/>
                </a:lnTo>
                <a:lnTo>
                  <a:pt x="13012" y="159458"/>
                </a:lnTo>
                <a:lnTo>
                  <a:pt x="0" y="159458"/>
                </a:lnTo>
              </a:path>
            </a:pathLst>
          </a:custGeom>
          <a:solidFill xmlns:a="http://schemas.openxmlformats.org/drawingml/2006/main">
            <a:srgbClr val="000000"/>
          </a:solidFill>
          <a:ln xmlns:a="http://schemas.openxmlformats.org/drawingml/2006/main" w="0">
            <a:noFill/>
            <a:prstDash val="solid"/>
          </a:ln>
        </p:spPr>
      </p:sp>
      <p:sp>
        <p:nvSpPr>
          <p:cNvPr id="112" name="pdf-path-100041">
            <a:extLst xmlns:a="http://schemas.openxmlformats.org/drawingml/2006/main">
              <a:ext uri="{FF2B5EF4-FFF2-40B4-BE49-F238E27FC236}">
                <a16:creationId xmlns:a16="http://schemas.microsoft.com/office/drawing/2014/main" id="{E92E35F4-4578-45D8-837D-88647A9BAC1B}"/>
              </a:ext>
            </a:extLst>
          </p:cNvPr>
          <p:cNvSpPr>
            <a:spLocks xmlns:a="http://schemas.openxmlformats.org/drawingml/2006/main" noGrp="1"/>
          </p:cNvSpPr>
          <p:nvPr/>
        </p:nvSpPr>
        <p:spPr>
          <a:xfrm xmlns:a="http://schemas.openxmlformats.org/drawingml/2006/main">
            <a:off x="2112492" y="772206"/>
            <a:ext cx="83376" cy="91995"/>
          </a:xfrm>
          <a:custGeom xmlns:a="http://schemas.openxmlformats.org/drawingml/2006/main">
            <a:pathLst>
              <a:path w="83376" h="91995">
                <a:moveTo>
                  <a:pt x="0" y="56606"/>
                </a:moveTo>
                <a:cubicBezTo>
                  <a:pt x="0" y="39423"/>
                  <a:pt x="5056" y="25195"/>
                  <a:pt x="15167" y="13924"/>
                </a:cubicBezTo>
                <a:cubicBezTo>
                  <a:pt x="23510" y="4641"/>
                  <a:pt x="34450" y="0"/>
                  <a:pt x="47987" y="0"/>
                </a:cubicBezTo>
                <a:cubicBezTo>
                  <a:pt x="58595" y="0"/>
                  <a:pt x="67145" y="3315"/>
                  <a:pt x="73638" y="9946"/>
                </a:cubicBezTo>
                <a:cubicBezTo>
                  <a:pt x="80130" y="16576"/>
                  <a:pt x="83376" y="25527"/>
                  <a:pt x="83376" y="36798"/>
                </a:cubicBezTo>
                <a:cubicBezTo>
                  <a:pt x="83376" y="46909"/>
                  <a:pt x="81332" y="56316"/>
                  <a:pt x="77243" y="65018"/>
                </a:cubicBezTo>
                <a:cubicBezTo>
                  <a:pt x="73154" y="73721"/>
                  <a:pt x="67339" y="80392"/>
                  <a:pt x="59797" y="85033"/>
                </a:cubicBezTo>
                <a:cubicBezTo>
                  <a:pt x="52255" y="89675"/>
                  <a:pt x="44312" y="91995"/>
                  <a:pt x="35969" y="91995"/>
                </a:cubicBezTo>
                <a:cubicBezTo>
                  <a:pt x="29118" y="91995"/>
                  <a:pt x="22888" y="90531"/>
                  <a:pt x="17280" y="87603"/>
                </a:cubicBezTo>
                <a:cubicBezTo>
                  <a:pt x="11672" y="84674"/>
                  <a:pt x="7390" y="80530"/>
                  <a:pt x="4434" y="75171"/>
                </a:cubicBezTo>
                <a:cubicBezTo>
                  <a:pt x="1478" y="69812"/>
                  <a:pt x="0" y="63623"/>
                  <a:pt x="0" y="56606"/>
                </a:cubicBezTo>
                <a:moveTo>
                  <a:pt x="15001" y="55114"/>
                </a:moveTo>
                <a:cubicBezTo>
                  <a:pt x="15001" y="63402"/>
                  <a:pt x="16990" y="69687"/>
                  <a:pt x="20968" y="73969"/>
                </a:cubicBezTo>
                <a:cubicBezTo>
                  <a:pt x="24946" y="78251"/>
                  <a:pt x="30002" y="80392"/>
                  <a:pt x="36135" y="80392"/>
                </a:cubicBezTo>
                <a:cubicBezTo>
                  <a:pt x="39340" y="80392"/>
                  <a:pt x="42517" y="79743"/>
                  <a:pt x="45666" y="78445"/>
                </a:cubicBezTo>
                <a:cubicBezTo>
                  <a:pt x="48815" y="77146"/>
                  <a:pt x="51744" y="75171"/>
                  <a:pt x="54451" y="72519"/>
                </a:cubicBezTo>
                <a:cubicBezTo>
                  <a:pt x="57159" y="69867"/>
                  <a:pt x="59465" y="66842"/>
                  <a:pt x="61372" y="63444"/>
                </a:cubicBezTo>
                <a:cubicBezTo>
                  <a:pt x="63278" y="60046"/>
                  <a:pt x="64811" y="56385"/>
                  <a:pt x="65972" y="52462"/>
                </a:cubicBezTo>
                <a:cubicBezTo>
                  <a:pt x="67684" y="46992"/>
                  <a:pt x="68541" y="41743"/>
                  <a:pt x="68541" y="36715"/>
                </a:cubicBezTo>
                <a:cubicBezTo>
                  <a:pt x="68541" y="28759"/>
                  <a:pt x="66538" y="22585"/>
                  <a:pt x="62532" y="18192"/>
                </a:cubicBezTo>
                <a:cubicBezTo>
                  <a:pt x="58526" y="13799"/>
                  <a:pt x="53484" y="11603"/>
                  <a:pt x="47407" y="11603"/>
                </a:cubicBezTo>
                <a:cubicBezTo>
                  <a:pt x="42710" y="11603"/>
                  <a:pt x="38428" y="12722"/>
                  <a:pt x="34560" y="14960"/>
                </a:cubicBezTo>
                <a:cubicBezTo>
                  <a:pt x="30693" y="17197"/>
                  <a:pt x="27198" y="20471"/>
                  <a:pt x="24076" y="24781"/>
                </a:cubicBezTo>
                <a:cubicBezTo>
                  <a:pt x="20955" y="29090"/>
                  <a:pt x="18662" y="34105"/>
                  <a:pt x="17197" y="39823"/>
                </a:cubicBezTo>
                <a:cubicBezTo>
                  <a:pt x="15733" y="45542"/>
                  <a:pt x="15001" y="50639"/>
                  <a:pt x="15001" y="55114"/>
                </a:cubicBezTo>
              </a:path>
            </a:pathLst>
          </a:custGeom>
          <a:solidFill xmlns:a="http://schemas.openxmlformats.org/drawingml/2006/main">
            <a:srgbClr val="000000"/>
          </a:solidFill>
          <a:ln xmlns:a="http://schemas.openxmlformats.org/drawingml/2006/main" w="0">
            <a:noFill/>
            <a:prstDash val="solid"/>
          </a:ln>
        </p:spPr>
      </p:sp>
      <p:sp>
        <p:nvSpPr>
          <p:cNvPr id="113" name="pdf-path-100042">
            <a:extLst xmlns:a="http://schemas.openxmlformats.org/drawingml/2006/main">
              <a:ext uri="{FF2B5EF4-FFF2-40B4-BE49-F238E27FC236}">
                <a16:creationId xmlns:a16="http://schemas.microsoft.com/office/drawing/2014/main" id="{E3B95788-A7D6-43B3-83EE-63EBD75CC373}"/>
              </a:ext>
            </a:extLst>
          </p:cNvPr>
          <p:cNvSpPr>
            <a:spLocks xmlns:a="http://schemas.openxmlformats.org/drawingml/2006/main" noGrp="1"/>
          </p:cNvSpPr>
          <p:nvPr/>
        </p:nvSpPr>
        <p:spPr>
          <a:xfrm xmlns:a="http://schemas.openxmlformats.org/drawingml/2006/main">
            <a:off x="2212916" y="738558"/>
            <a:ext cx="55777" cy="159458"/>
          </a:xfrm>
          <a:custGeom xmlns:a="http://schemas.openxmlformats.org/drawingml/2006/main">
            <a:pathLst>
              <a:path w="55777" h="159458">
                <a:moveTo>
                  <a:pt x="13012" y="159458"/>
                </a:moveTo>
                <a:cubicBezTo>
                  <a:pt x="4337" y="140433"/>
                  <a:pt x="0" y="120880"/>
                  <a:pt x="0" y="100801"/>
                </a:cubicBezTo>
                <a:cubicBezTo>
                  <a:pt x="0" y="87416"/>
                  <a:pt x="1754" y="74958"/>
                  <a:pt x="5263" y="63428"/>
                </a:cubicBezTo>
                <a:cubicBezTo>
                  <a:pt x="8771" y="51896"/>
                  <a:pt x="14117" y="40488"/>
                  <a:pt x="21300" y="29204"/>
                </a:cubicBezTo>
                <a:cubicBezTo>
                  <a:pt x="26051" y="21681"/>
                  <a:pt x="33649" y="11947"/>
                  <a:pt x="44091" y="0"/>
                </a:cubicBezTo>
                <a:lnTo>
                  <a:pt x="55777" y="0"/>
                </a:lnTo>
                <a:cubicBezTo>
                  <a:pt x="49313" y="6913"/>
                  <a:pt x="42475" y="16648"/>
                  <a:pt x="35265" y="29204"/>
                </a:cubicBezTo>
                <a:cubicBezTo>
                  <a:pt x="28054" y="41759"/>
                  <a:pt x="22819" y="54093"/>
                  <a:pt x="19559" y="66207"/>
                </a:cubicBezTo>
                <a:cubicBezTo>
                  <a:pt x="16299" y="78319"/>
                  <a:pt x="14669" y="90487"/>
                  <a:pt x="14669" y="102710"/>
                </a:cubicBezTo>
                <a:cubicBezTo>
                  <a:pt x="14669" y="120962"/>
                  <a:pt x="17846" y="139878"/>
                  <a:pt x="24200" y="159458"/>
                </a:cubicBezTo>
                <a:lnTo>
                  <a:pt x="13012" y="159458"/>
                </a:lnTo>
              </a:path>
            </a:pathLst>
          </a:custGeom>
          <a:solidFill xmlns:a="http://schemas.openxmlformats.org/drawingml/2006/main">
            <a:srgbClr val="000000"/>
          </a:solidFill>
          <a:ln xmlns:a="http://schemas.openxmlformats.org/drawingml/2006/main" w="0">
            <a:noFill/>
            <a:prstDash val="solid"/>
          </a:ln>
        </p:spPr>
      </p:sp>
      <p:sp>
        <p:nvSpPr>
          <p:cNvPr id="114" name="pdf-path-100043">
            <a:extLst xmlns:a="http://schemas.openxmlformats.org/drawingml/2006/main">
              <a:ext uri="{FF2B5EF4-FFF2-40B4-BE49-F238E27FC236}">
                <a16:creationId xmlns:a16="http://schemas.microsoft.com/office/drawing/2014/main" id="{F6395B64-373C-4671-9CC3-42C4D4948183}"/>
              </a:ext>
            </a:extLst>
          </p:cNvPr>
          <p:cNvSpPr>
            <a:spLocks xmlns:a="http://schemas.openxmlformats.org/drawingml/2006/main" noGrp="1"/>
          </p:cNvSpPr>
          <p:nvPr/>
        </p:nvSpPr>
        <p:spPr>
          <a:xfrm xmlns:a="http://schemas.openxmlformats.org/drawingml/2006/main">
            <a:off x="2267885" y="785661"/>
            <a:ext cx="74480" cy="78758"/>
          </a:xfrm>
          <a:custGeom xmlns:a="http://schemas.openxmlformats.org/drawingml/2006/main">
            <a:pathLst>
              <a:path w="74480" h="78758">
                <a:moveTo>
                  <a:pt x="74480" y="0"/>
                </a:moveTo>
                <a:cubicBezTo>
                  <a:pt x="71877" y="6225"/>
                  <a:pt x="68295" y="10270"/>
                  <a:pt x="63734" y="12137"/>
                </a:cubicBezTo>
                <a:cubicBezTo>
                  <a:pt x="59176" y="14003"/>
                  <a:pt x="51861" y="14936"/>
                  <a:pt x="41789" y="14936"/>
                </a:cubicBezTo>
                <a:lnTo>
                  <a:pt x="22167" y="56184"/>
                </a:lnTo>
                <a:cubicBezTo>
                  <a:pt x="20290" y="59917"/>
                  <a:pt x="18989" y="63595"/>
                  <a:pt x="18264" y="67217"/>
                </a:cubicBezTo>
                <a:cubicBezTo>
                  <a:pt x="17540" y="70838"/>
                  <a:pt x="18875" y="72648"/>
                  <a:pt x="22270" y="72648"/>
                </a:cubicBezTo>
                <a:cubicBezTo>
                  <a:pt x="26229" y="72648"/>
                  <a:pt x="30030" y="70612"/>
                  <a:pt x="33673" y="66539"/>
                </a:cubicBezTo>
                <a:cubicBezTo>
                  <a:pt x="37318" y="62464"/>
                  <a:pt x="40226" y="58107"/>
                  <a:pt x="42399" y="53467"/>
                </a:cubicBezTo>
                <a:lnTo>
                  <a:pt x="45692" y="54824"/>
                </a:lnTo>
                <a:cubicBezTo>
                  <a:pt x="41664" y="62520"/>
                  <a:pt x="37484" y="68433"/>
                  <a:pt x="33149" y="72563"/>
                </a:cubicBezTo>
                <a:cubicBezTo>
                  <a:pt x="28814" y="76693"/>
                  <a:pt x="23140" y="78758"/>
                  <a:pt x="16124" y="78758"/>
                </a:cubicBezTo>
                <a:cubicBezTo>
                  <a:pt x="12391" y="78758"/>
                  <a:pt x="9421" y="77627"/>
                  <a:pt x="7212" y="75365"/>
                </a:cubicBezTo>
                <a:cubicBezTo>
                  <a:pt x="5006" y="73102"/>
                  <a:pt x="4276" y="70102"/>
                  <a:pt x="5023" y="66368"/>
                </a:cubicBezTo>
                <a:cubicBezTo>
                  <a:pt x="5498" y="63992"/>
                  <a:pt x="7303" y="59352"/>
                  <a:pt x="10438" y="52449"/>
                </a:cubicBezTo>
                <a:cubicBezTo>
                  <a:pt x="13573" y="45546"/>
                  <a:pt x="17132" y="37936"/>
                  <a:pt x="21114" y="29619"/>
                </a:cubicBezTo>
                <a:cubicBezTo>
                  <a:pt x="25098" y="21302"/>
                  <a:pt x="27486" y="16294"/>
                  <a:pt x="28278" y="14597"/>
                </a:cubicBezTo>
                <a:cubicBezTo>
                  <a:pt x="23140" y="14259"/>
                  <a:pt x="19327" y="14089"/>
                  <a:pt x="16839" y="14089"/>
                </a:cubicBezTo>
                <a:cubicBezTo>
                  <a:pt x="14687" y="14089"/>
                  <a:pt x="12373" y="14909"/>
                  <a:pt x="9895" y="16550"/>
                </a:cubicBezTo>
                <a:cubicBezTo>
                  <a:pt x="7417" y="18190"/>
                  <a:pt x="5364" y="20255"/>
                  <a:pt x="3735" y="22745"/>
                </a:cubicBezTo>
                <a:lnTo>
                  <a:pt x="0" y="22745"/>
                </a:lnTo>
                <a:cubicBezTo>
                  <a:pt x="3825" y="16068"/>
                  <a:pt x="8057" y="11174"/>
                  <a:pt x="12696" y="8062"/>
                </a:cubicBezTo>
                <a:cubicBezTo>
                  <a:pt x="17336" y="4951"/>
                  <a:pt x="23334" y="3396"/>
                  <a:pt x="30689" y="3396"/>
                </a:cubicBezTo>
                <a:cubicBezTo>
                  <a:pt x="34762" y="3396"/>
                  <a:pt x="40221" y="3537"/>
                  <a:pt x="47066" y="3820"/>
                </a:cubicBezTo>
                <a:cubicBezTo>
                  <a:pt x="53913" y="4103"/>
                  <a:pt x="59373" y="4245"/>
                  <a:pt x="63448" y="4245"/>
                </a:cubicBezTo>
                <a:cubicBezTo>
                  <a:pt x="66728" y="4245"/>
                  <a:pt x="69387" y="2830"/>
                  <a:pt x="71424" y="0"/>
                </a:cubicBezTo>
                <a:lnTo>
                  <a:pt x="74480" y="0"/>
                </a:lnTo>
              </a:path>
            </a:pathLst>
          </a:custGeom>
          <a:solidFill xmlns:a="http://schemas.openxmlformats.org/drawingml/2006/main">
            <a:srgbClr val="000000"/>
          </a:solidFill>
          <a:ln xmlns:a="http://schemas.openxmlformats.org/drawingml/2006/main" w="0">
            <a:noFill/>
            <a:prstDash val="solid"/>
          </a:ln>
        </p:spPr>
      </p:sp>
      <p:sp>
        <p:nvSpPr>
          <p:cNvPr id="115" name="pdf-path-100044">
            <a:extLst xmlns:a="http://schemas.openxmlformats.org/drawingml/2006/main">
              <a:ext uri="{FF2B5EF4-FFF2-40B4-BE49-F238E27FC236}">
                <a16:creationId xmlns:a16="http://schemas.microsoft.com/office/drawing/2014/main" id="{8CDBEEBC-993F-41DB-838E-A8402EADAC22}"/>
              </a:ext>
            </a:extLst>
          </p:cNvPr>
          <p:cNvSpPr>
            <a:spLocks xmlns:a="http://schemas.openxmlformats.org/drawingml/2006/main" noGrp="1"/>
          </p:cNvSpPr>
          <p:nvPr/>
        </p:nvSpPr>
        <p:spPr>
          <a:xfrm xmlns:a="http://schemas.openxmlformats.org/drawingml/2006/main">
            <a:off x="2318360" y="738558"/>
            <a:ext cx="55777" cy="159458"/>
          </a:xfrm>
          <a:custGeom xmlns:a="http://schemas.openxmlformats.org/drawingml/2006/main">
            <a:pathLst>
              <a:path w="55777" h="159458">
                <a:moveTo>
                  <a:pt x="42682" y="0"/>
                </a:moveTo>
                <a:cubicBezTo>
                  <a:pt x="51412" y="19026"/>
                  <a:pt x="55777" y="38550"/>
                  <a:pt x="55777" y="58574"/>
                </a:cubicBezTo>
                <a:cubicBezTo>
                  <a:pt x="55777" y="72015"/>
                  <a:pt x="54023" y="84487"/>
                  <a:pt x="50515" y="95992"/>
                </a:cubicBezTo>
                <a:cubicBezTo>
                  <a:pt x="47006" y="107494"/>
                  <a:pt x="41660" y="118915"/>
                  <a:pt x="34478" y="130254"/>
                </a:cubicBezTo>
                <a:cubicBezTo>
                  <a:pt x="29671" y="137777"/>
                  <a:pt x="22074" y="147512"/>
                  <a:pt x="11686" y="159458"/>
                </a:cubicBezTo>
                <a:lnTo>
                  <a:pt x="0" y="159458"/>
                </a:lnTo>
                <a:cubicBezTo>
                  <a:pt x="6409" y="152490"/>
                  <a:pt x="13233" y="142727"/>
                  <a:pt x="20471" y="130171"/>
                </a:cubicBezTo>
                <a:cubicBezTo>
                  <a:pt x="27709" y="117617"/>
                  <a:pt x="32944" y="105297"/>
                  <a:pt x="36177" y="93213"/>
                </a:cubicBezTo>
                <a:cubicBezTo>
                  <a:pt x="39409" y="81126"/>
                  <a:pt x="41025" y="68944"/>
                  <a:pt x="41025" y="56666"/>
                </a:cubicBezTo>
                <a:cubicBezTo>
                  <a:pt x="41025" y="38413"/>
                  <a:pt x="37848" y="19525"/>
                  <a:pt x="31494" y="0"/>
                </a:cubicBezTo>
                <a:lnTo>
                  <a:pt x="42682" y="0"/>
                </a:lnTo>
              </a:path>
            </a:pathLst>
          </a:custGeom>
          <a:solidFill xmlns:a="http://schemas.openxmlformats.org/drawingml/2006/main">
            <a:srgbClr val="000000"/>
          </a:solidFill>
          <a:ln xmlns:a="http://schemas.openxmlformats.org/drawingml/2006/main" w="0">
            <a:noFill/>
            <a:prstDash val="solid"/>
          </a:ln>
        </p:spPr>
      </p:sp>
      <p:sp>
        <p:nvSpPr>
          <p:cNvPr id="116" name="pdf-path-100045">
            <a:extLst xmlns:a="http://schemas.openxmlformats.org/drawingml/2006/main">
              <a:ext uri="{FF2B5EF4-FFF2-40B4-BE49-F238E27FC236}">
                <a16:creationId xmlns:a16="http://schemas.microsoft.com/office/drawing/2014/main" id="{5BC1C300-5ABE-47A9-AB54-65E3CBC1DCFB}"/>
              </a:ext>
            </a:extLst>
          </p:cNvPr>
          <p:cNvSpPr>
            <a:spLocks xmlns:a="http://schemas.openxmlformats.org/drawingml/2006/main" noGrp="1"/>
          </p:cNvSpPr>
          <p:nvPr/>
        </p:nvSpPr>
        <p:spPr>
          <a:xfrm xmlns:a="http://schemas.openxmlformats.org/drawingml/2006/main">
            <a:off x="2374881" y="738558"/>
            <a:ext cx="55777" cy="159458"/>
          </a:xfrm>
          <a:custGeom xmlns:a="http://schemas.openxmlformats.org/drawingml/2006/main">
            <a:pathLst>
              <a:path w="55777" h="159458">
                <a:moveTo>
                  <a:pt x="42682" y="0"/>
                </a:moveTo>
                <a:cubicBezTo>
                  <a:pt x="51412" y="19026"/>
                  <a:pt x="55777" y="38550"/>
                  <a:pt x="55777" y="58574"/>
                </a:cubicBezTo>
                <a:cubicBezTo>
                  <a:pt x="55777" y="72015"/>
                  <a:pt x="54023" y="84487"/>
                  <a:pt x="50515" y="95992"/>
                </a:cubicBezTo>
                <a:cubicBezTo>
                  <a:pt x="47006" y="107494"/>
                  <a:pt x="41660" y="118915"/>
                  <a:pt x="34478" y="130254"/>
                </a:cubicBezTo>
                <a:cubicBezTo>
                  <a:pt x="29671" y="137777"/>
                  <a:pt x="22074" y="147512"/>
                  <a:pt x="11686" y="159458"/>
                </a:cubicBezTo>
                <a:lnTo>
                  <a:pt x="0" y="159458"/>
                </a:lnTo>
                <a:cubicBezTo>
                  <a:pt x="6409" y="152490"/>
                  <a:pt x="13233" y="142727"/>
                  <a:pt x="20471" y="130171"/>
                </a:cubicBezTo>
                <a:cubicBezTo>
                  <a:pt x="27709" y="117617"/>
                  <a:pt x="32944" y="105297"/>
                  <a:pt x="36177" y="93213"/>
                </a:cubicBezTo>
                <a:cubicBezTo>
                  <a:pt x="39409" y="81126"/>
                  <a:pt x="41025" y="68944"/>
                  <a:pt x="41025" y="56666"/>
                </a:cubicBezTo>
                <a:cubicBezTo>
                  <a:pt x="41025" y="38413"/>
                  <a:pt x="37848" y="19525"/>
                  <a:pt x="31494" y="0"/>
                </a:cubicBezTo>
                <a:lnTo>
                  <a:pt x="42682" y="0"/>
                </a:lnTo>
              </a:path>
            </a:pathLst>
          </a:custGeom>
          <a:solidFill xmlns:a="http://schemas.openxmlformats.org/drawingml/2006/main">
            <a:srgbClr val="000000"/>
          </a:solidFill>
          <a:ln xmlns:a="http://schemas.openxmlformats.org/drawingml/2006/main" w="0">
            <a:noFill/>
            <a:prstDash val="solid"/>
          </a:ln>
        </p:spPr>
      </p:sp>
      <p:sp>
        <p:nvSpPr>
          <p:cNvPr id="117" name="pdf-path-100046">
            <a:extLst xmlns:a="http://schemas.openxmlformats.org/drawingml/2006/main">
              <a:ext uri="{FF2B5EF4-FFF2-40B4-BE49-F238E27FC236}">
                <a16:creationId xmlns:a16="http://schemas.microsoft.com/office/drawing/2014/main" id="{46663E85-9EF3-4F33-9794-E69DE7299B3F}"/>
              </a:ext>
            </a:extLst>
          </p:cNvPr>
          <p:cNvSpPr>
            <a:spLocks xmlns:a="http://schemas.openxmlformats.org/drawingml/2006/main" noGrp="1"/>
          </p:cNvSpPr>
          <p:nvPr/>
        </p:nvSpPr>
        <p:spPr>
          <a:xfrm xmlns:a="http://schemas.openxmlformats.org/drawingml/2006/main">
            <a:off x="3748667" y="747341"/>
            <a:ext cx="83625" cy="88017"/>
          </a:xfrm>
          <a:custGeom xmlns:a="http://schemas.openxmlformats.org/drawingml/2006/main">
            <a:pathLst>
              <a:path w="83625" h="88017">
                <a:moveTo>
                  <a:pt x="0" y="88017"/>
                </a:moveTo>
                <a:lnTo>
                  <a:pt x="2404" y="76414"/>
                </a:lnTo>
                <a:lnTo>
                  <a:pt x="49727" y="23154"/>
                </a:lnTo>
                <a:cubicBezTo>
                  <a:pt x="53098" y="19406"/>
                  <a:pt x="56855" y="15528"/>
                  <a:pt x="60999" y="11520"/>
                </a:cubicBezTo>
                <a:cubicBezTo>
                  <a:pt x="53871" y="12238"/>
                  <a:pt x="48761" y="12598"/>
                  <a:pt x="45666" y="12598"/>
                </a:cubicBezTo>
                <a:lnTo>
                  <a:pt x="12929" y="12598"/>
                </a:lnTo>
                <a:lnTo>
                  <a:pt x="15581" y="0"/>
                </a:lnTo>
                <a:lnTo>
                  <a:pt x="83625" y="0"/>
                </a:lnTo>
                <a:lnTo>
                  <a:pt x="81636" y="9448"/>
                </a:lnTo>
                <a:lnTo>
                  <a:pt x="33897" y="63016"/>
                </a:lnTo>
                <a:cubicBezTo>
                  <a:pt x="31190" y="66109"/>
                  <a:pt x="27157" y="70271"/>
                  <a:pt x="21797" y="75503"/>
                </a:cubicBezTo>
                <a:cubicBezTo>
                  <a:pt x="30140" y="75005"/>
                  <a:pt x="35859" y="74756"/>
                  <a:pt x="38953" y="74756"/>
                </a:cubicBezTo>
                <a:lnTo>
                  <a:pt x="73596" y="74756"/>
                </a:lnTo>
                <a:lnTo>
                  <a:pt x="70862" y="88017"/>
                </a:lnTo>
                <a:lnTo>
                  <a:pt x="0" y="88017"/>
                </a:lnTo>
              </a:path>
            </a:pathLst>
          </a:custGeom>
          <a:solidFill xmlns:a="http://schemas.openxmlformats.org/drawingml/2006/main">
            <a:srgbClr val="000000"/>
          </a:solidFill>
          <a:ln xmlns:a="http://schemas.openxmlformats.org/drawingml/2006/main" w="0">
            <a:noFill/>
            <a:prstDash val="solid"/>
          </a:ln>
        </p:spPr>
      </p:sp>
      <p:sp>
        <p:nvSpPr>
          <p:cNvPr id="118" name="pdf-path-100047">
            <a:extLst xmlns:a="http://schemas.openxmlformats.org/drawingml/2006/main">
              <a:ext uri="{FF2B5EF4-FFF2-40B4-BE49-F238E27FC236}">
                <a16:creationId xmlns:a16="http://schemas.microsoft.com/office/drawing/2014/main" id="{E1D31E6E-63D0-49DD-A4CE-BB8276187D15}"/>
              </a:ext>
            </a:extLst>
          </p:cNvPr>
          <p:cNvSpPr>
            <a:spLocks xmlns:a="http://schemas.openxmlformats.org/drawingml/2006/main" noGrp="1"/>
          </p:cNvSpPr>
          <p:nvPr/>
        </p:nvSpPr>
        <p:spPr>
          <a:xfrm xmlns:a="http://schemas.openxmlformats.org/drawingml/2006/main">
            <a:off x="3890828" y="761928"/>
            <a:ext cx="84785" cy="27184"/>
          </a:xfrm>
          <a:custGeom xmlns:a="http://schemas.openxmlformats.org/drawingml/2006/main">
            <a:pathLst>
              <a:path w="84785" h="27184">
                <a:moveTo>
                  <a:pt x="0" y="27184"/>
                </a:moveTo>
                <a:lnTo>
                  <a:pt x="0" y="10142"/>
                </a:lnTo>
                <a:cubicBezTo>
                  <a:pt x="5857" y="3491"/>
                  <a:pt x="13537" y="166"/>
                  <a:pt x="23040" y="166"/>
                </a:cubicBezTo>
                <a:cubicBezTo>
                  <a:pt x="26356" y="166"/>
                  <a:pt x="29836" y="649"/>
                  <a:pt x="33483" y="1616"/>
                </a:cubicBezTo>
                <a:cubicBezTo>
                  <a:pt x="37130" y="2583"/>
                  <a:pt x="42324" y="4503"/>
                  <a:pt x="49064" y="7376"/>
                </a:cubicBezTo>
                <a:cubicBezTo>
                  <a:pt x="52877" y="8979"/>
                  <a:pt x="55736" y="10028"/>
                  <a:pt x="57642" y="10526"/>
                </a:cubicBezTo>
                <a:cubicBezTo>
                  <a:pt x="59549" y="11023"/>
                  <a:pt x="61468" y="11272"/>
                  <a:pt x="63402" y="11272"/>
                </a:cubicBezTo>
                <a:cubicBezTo>
                  <a:pt x="66994" y="11272"/>
                  <a:pt x="70709" y="10202"/>
                  <a:pt x="74549" y="8063"/>
                </a:cubicBezTo>
                <a:cubicBezTo>
                  <a:pt x="78389" y="5923"/>
                  <a:pt x="81801" y="3236"/>
                  <a:pt x="84785" y="0"/>
                </a:cubicBezTo>
                <a:lnTo>
                  <a:pt x="84785" y="17570"/>
                </a:lnTo>
                <a:cubicBezTo>
                  <a:pt x="81249" y="20886"/>
                  <a:pt x="77671" y="23289"/>
                  <a:pt x="74052" y="24781"/>
                </a:cubicBezTo>
                <a:cubicBezTo>
                  <a:pt x="70433" y="26273"/>
                  <a:pt x="66358" y="27018"/>
                  <a:pt x="61828" y="27018"/>
                </a:cubicBezTo>
                <a:cubicBezTo>
                  <a:pt x="58513" y="27018"/>
                  <a:pt x="55349" y="26632"/>
                  <a:pt x="52338" y="25858"/>
                </a:cubicBezTo>
                <a:cubicBezTo>
                  <a:pt x="49326" y="25085"/>
                  <a:pt x="44547" y="23234"/>
                  <a:pt x="38000" y="20305"/>
                </a:cubicBezTo>
                <a:cubicBezTo>
                  <a:pt x="31452" y="17377"/>
                  <a:pt x="25996" y="15913"/>
                  <a:pt x="21631" y="15913"/>
                </a:cubicBezTo>
                <a:cubicBezTo>
                  <a:pt x="18095" y="15913"/>
                  <a:pt x="14766" y="16673"/>
                  <a:pt x="11644" y="18192"/>
                </a:cubicBezTo>
                <a:cubicBezTo>
                  <a:pt x="8523" y="19711"/>
                  <a:pt x="4641" y="22709"/>
                  <a:pt x="0" y="27184"/>
                </a:cubicBezTo>
              </a:path>
            </a:pathLst>
          </a:custGeom>
          <a:solidFill xmlns:a="http://schemas.openxmlformats.org/drawingml/2006/main">
            <a:srgbClr val="000000"/>
          </a:solidFill>
          <a:ln xmlns:a="http://schemas.openxmlformats.org/drawingml/2006/main" w="0">
            <a:noFill/>
            <a:prstDash val="solid"/>
          </a:ln>
        </p:spPr>
      </p:sp>
      <p:sp>
        <p:nvSpPr>
          <p:cNvPr id="119" name="pdf-path-100048">
            <a:extLst xmlns:a="http://schemas.openxmlformats.org/drawingml/2006/main">
              <a:ext uri="{FF2B5EF4-FFF2-40B4-BE49-F238E27FC236}">
                <a16:creationId xmlns:a16="http://schemas.microsoft.com/office/drawing/2014/main" id="{9B1898C6-A453-4339-93BB-6DFD1E786929}"/>
              </a:ext>
            </a:extLst>
          </p:cNvPr>
          <p:cNvSpPr>
            <a:spLocks xmlns:a="http://schemas.openxmlformats.org/drawingml/2006/main" noGrp="1"/>
          </p:cNvSpPr>
          <p:nvPr/>
        </p:nvSpPr>
        <p:spPr>
          <a:xfrm xmlns:a="http://schemas.openxmlformats.org/drawingml/2006/main">
            <a:off x="4021468" y="745352"/>
            <a:ext cx="92576" cy="123821"/>
          </a:xfrm>
          <a:custGeom xmlns:a="http://schemas.openxmlformats.org/drawingml/2006/main">
            <a:pathLst>
              <a:path w="92576" h="123821">
                <a:moveTo>
                  <a:pt x="0" y="123821"/>
                </a:moveTo>
                <a:lnTo>
                  <a:pt x="25444" y="1989"/>
                </a:lnTo>
                <a:lnTo>
                  <a:pt x="39285" y="1989"/>
                </a:lnTo>
                <a:lnTo>
                  <a:pt x="36715" y="14255"/>
                </a:lnTo>
                <a:cubicBezTo>
                  <a:pt x="41854" y="8896"/>
                  <a:pt x="46454" y="5180"/>
                  <a:pt x="50515" y="3108"/>
                </a:cubicBezTo>
                <a:cubicBezTo>
                  <a:pt x="54576" y="1036"/>
                  <a:pt x="58871" y="0"/>
                  <a:pt x="63402" y="0"/>
                </a:cubicBezTo>
                <a:cubicBezTo>
                  <a:pt x="71801" y="0"/>
                  <a:pt x="78763" y="3053"/>
                  <a:pt x="84288" y="9158"/>
                </a:cubicBezTo>
                <a:cubicBezTo>
                  <a:pt x="89813" y="15264"/>
                  <a:pt x="92576" y="24007"/>
                  <a:pt x="92576" y="35389"/>
                </a:cubicBezTo>
                <a:cubicBezTo>
                  <a:pt x="92576" y="44561"/>
                  <a:pt x="91056" y="52918"/>
                  <a:pt x="88017" y="60460"/>
                </a:cubicBezTo>
                <a:cubicBezTo>
                  <a:pt x="84979" y="68002"/>
                  <a:pt x="81249" y="74066"/>
                  <a:pt x="76828" y="78652"/>
                </a:cubicBezTo>
                <a:cubicBezTo>
                  <a:pt x="72409" y="83238"/>
                  <a:pt x="67933" y="86608"/>
                  <a:pt x="63402" y="88763"/>
                </a:cubicBezTo>
                <a:cubicBezTo>
                  <a:pt x="58871" y="90918"/>
                  <a:pt x="54230" y="91995"/>
                  <a:pt x="49479" y="91995"/>
                </a:cubicBezTo>
                <a:cubicBezTo>
                  <a:pt x="38926" y="91995"/>
                  <a:pt x="30748" y="86636"/>
                  <a:pt x="24946" y="75917"/>
                </a:cubicBezTo>
                <a:lnTo>
                  <a:pt x="15001" y="123821"/>
                </a:lnTo>
                <a:lnTo>
                  <a:pt x="0" y="123821"/>
                </a:lnTo>
                <a:moveTo>
                  <a:pt x="29671" y="54021"/>
                </a:moveTo>
                <a:cubicBezTo>
                  <a:pt x="29671" y="60600"/>
                  <a:pt x="30140" y="65161"/>
                  <a:pt x="31079" y="67704"/>
                </a:cubicBezTo>
                <a:cubicBezTo>
                  <a:pt x="32461" y="71297"/>
                  <a:pt x="34726" y="74200"/>
                  <a:pt x="37876" y="76412"/>
                </a:cubicBezTo>
                <a:cubicBezTo>
                  <a:pt x="41025" y="78623"/>
                  <a:pt x="44672" y="79729"/>
                  <a:pt x="48815" y="79729"/>
                </a:cubicBezTo>
                <a:cubicBezTo>
                  <a:pt x="57435" y="79729"/>
                  <a:pt x="64397" y="74881"/>
                  <a:pt x="69701" y="65184"/>
                </a:cubicBezTo>
                <a:cubicBezTo>
                  <a:pt x="75005" y="55487"/>
                  <a:pt x="77657" y="45583"/>
                  <a:pt x="77657" y="35472"/>
                </a:cubicBezTo>
                <a:cubicBezTo>
                  <a:pt x="77657" y="28013"/>
                  <a:pt x="75876" y="22253"/>
                  <a:pt x="72312" y="18192"/>
                </a:cubicBezTo>
                <a:cubicBezTo>
                  <a:pt x="68748" y="14131"/>
                  <a:pt x="64314" y="12100"/>
                  <a:pt x="59010" y="12100"/>
                </a:cubicBezTo>
                <a:cubicBezTo>
                  <a:pt x="55198" y="12100"/>
                  <a:pt x="51661" y="13109"/>
                  <a:pt x="48401" y="15126"/>
                </a:cubicBezTo>
                <a:cubicBezTo>
                  <a:pt x="45142" y="17140"/>
                  <a:pt x="42116" y="20150"/>
                  <a:pt x="39326" y="24154"/>
                </a:cubicBezTo>
                <a:cubicBezTo>
                  <a:pt x="36536" y="28158"/>
                  <a:pt x="34229" y="33060"/>
                  <a:pt x="32406" y="38860"/>
                </a:cubicBezTo>
                <a:cubicBezTo>
                  <a:pt x="30582" y="44660"/>
                  <a:pt x="29671" y="49713"/>
                  <a:pt x="29671" y="54021"/>
                </a:cubicBezTo>
              </a:path>
            </a:pathLst>
          </a:custGeom>
          <a:solidFill xmlns:a="http://schemas.openxmlformats.org/drawingml/2006/main">
            <a:srgbClr val="000000"/>
          </a:solidFill>
          <a:ln xmlns:a="http://schemas.openxmlformats.org/drawingml/2006/main" w="0">
            <a:noFill/>
            <a:prstDash val="solid"/>
          </a:ln>
        </p:spPr>
      </p:sp>
      <p:sp>
        <p:nvSpPr>
          <p:cNvPr id="120" name="pdf-path-100049">
            <a:extLst xmlns:a="http://schemas.openxmlformats.org/drawingml/2006/main">
              <a:ext uri="{FF2B5EF4-FFF2-40B4-BE49-F238E27FC236}">
                <a16:creationId xmlns:a16="http://schemas.microsoft.com/office/drawing/2014/main" id="{90E3DCB9-83DC-42CA-B8F5-CBACB50BED97}"/>
              </a:ext>
            </a:extLst>
          </p:cNvPr>
          <p:cNvSpPr>
            <a:spLocks xmlns:a="http://schemas.openxmlformats.org/drawingml/2006/main" noGrp="1"/>
          </p:cNvSpPr>
          <p:nvPr/>
        </p:nvSpPr>
        <p:spPr>
          <a:xfrm xmlns:a="http://schemas.openxmlformats.org/drawingml/2006/main">
            <a:off x="4131920" y="711704"/>
            <a:ext cx="55777" cy="159459"/>
          </a:xfrm>
          <a:custGeom xmlns:a="http://schemas.openxmlformats.org/drawingml/2006/main">
            <a:pathLst>
              <a:path w="55777" h="159459">
                <a:moveTo>
                  <a:pt x="13012" y="159459"/>
                </a:moveTo>
                <a:cubicBezTo>
                  <a:pt x="4337" y="140433"/>
                  <a:pt x="0" y="120880"/>
                  <a:pt x="0" y="100801"/>
                </a:cubicBezTo>
                <a:cubicBezTo>
                  <a:pt x="0" y="87416"/>
                  <a:pt x="1754" y="74959"/>
                  <a:pt x="5263" y="63428"/>
                </a:cubicBezTo>
                <a:cubicBezTo>
                  <a:pt x="8771" y="51896"/>
                  <a:pt x="14117" y="40488"/>
                  <a:pt x="21300" y="29204"/>
                </a:cubicBezTo>
                <a:cubicBezTo>
                  <a:pt x="26051" y="21682"/>
                  <a:pt x="33649" y="11947"/>
                  <a:pt x="44091" y="0"/>
                </a:cubicBezTo>
                <a:lnTo>
                  <a:pt x="55777" y="0"/>
                </a:lnTo>
                <a:cubicBezTo>
                  <a:pt x="49313" y="6914"/>
                  <a:pt x="42475" y="16648"/>
                  <a:pt x="35265" y="29204"/>
                </a:cubicBezTo>
                <a:cubicBezTo>
                  <a:pt x="28054" y="41759"/>
                  <a:pt x="22819" y="54093"/>
                  <a:pt x="19559" y="66207"/>
                </a:cubicBezTo>
                <a:cubicBezTo>
                  <a:pt x="16299" y="78320"/>
                  <a:pt x="14669" y="90487"/>
                  <a:pt x="14669" y="102710"/>
                </a:cubicBezTo>
                <a:cubicBezTo>
                  <a:pt x="14669" y="120962"/>
                  <a:pt x="17846" y="139878"/>
                  <a:pt x="24200" y="159459"/>
                </a:cubicBezTo>
                <a:lnTo>
                  <a:pt x="13012" y="159459"/>
                </a:lnTo>
              </a:path>
            </a:pathLst>
          </a:custGeom>
          <a:solidFill xmlns:a="http://schemas.openxmlformats.org/drawingml/2006/main">
            <a:srgbClr val="000000"/>
          </a:solidFill>
          <a:ln xmlns:a="http://schemas.openxmlformats.org/drawingml/2006/main" w="0">
            <a:noFill/>
            <a:prstDash val="solid"/>
          </a:ln>
        </p:spPr>
      </p:sp>
      <p:sp>
        <p:nvSpPr>
          <p:cNvPr id="121" name="pdf-path-100050">
            <a:extLst xmlns:a="http://schemas.openxmlformats.org/drawingml/2006/main">
              <a:ext uri="{FF2B5EF4-FFF2-40B4-BE49-F238E27FC236}">
                <a16:creationId xmlns:a16="http://schemas.microsoft.com/office/drawing/2014/main" id="{583647DA-0C55-472C-A644-2E50F2299DAB}"/>
              </a:ext>
            </a:extLst>
          </p:cNvPr>
          <p:cNvSpPr>
            <a:spLocks xmlns:a="http://schemas.openxmlformats.org/drawingml/2006/main" noGrp="1"/>
          </p:cNvSpPr>
          <p:nvPr/>
        </p:nvSpPr>
        <p:spPr>
          <a:xfrm xmlns:a="http://schemas.openxmlformats.org/drawingml/2006/main">
            <a:off x="4178247" y="713859"/>
            <a:ext cx="103930" cy="121500"/>
          </a:xfrm>
          <a:custGeom xmlns:a="http://schemas.openxmlformats.org/drawingml/2006/main">
            <a:pathLst>
              <a:path w="103930" h="121500">
                <a:moveTo>
                  <a:pt x="0" y="121500"/>
                </a:moveTo>
                <a:lnTo>
                  <a:pt x="1575" y="109400"/>
                </a:lnTo>
                <a:lnTo>
                  <a:pt x="62408" y="36640"/>
                </a:lnTo>
                <a:lnTo>
                  <a:pt x="75005" y="21359"/>
                </a:lnTo>
                <a:cubicBezTo>
                  <a:pt x="77547" y="18288"/>
                  <a:pt x="80005" y="15422"/>
                  <a:pt x="82382" y="12763"/>
                </a:cubicBezTo>
                <a:cubicBezTo>
                  <a:pt x="77243" y="13371"/>
                  <a:pt x="73652" y="13675"/>
                  <a:pt x="71608" y="13675"/>
                </a:cubicBezTo>
                <a:lnTo>
                  <a:pt x="67629" y="13592"/>
                </a:lnTo>
                <a:lnTo>
                  <a:pt x="62822" y="13675"/>
                </a:lnTo>
                <a:lnTo>
                  <a:pt x="58098" y="13758"/>
                </a:lnTo>
                <a:lnTo>
                  <a:pt x="17238" y="13758"/>
                </a:lnTo>
                <a:lnTo>
                  <a:pt x="20140" y="0"/>
                </a:lnTo>
                <a:lnTo>
                  <a:pt x="103930" y="0"/>
                </a:lnTo>
                <a:lnTo>
                  <a:pt x="102520" y="12636"/>
                </a:lnTo>
                <a:lnTo>
                  <a:pt x="37295" y="90094"/>
                </a:lnTo>
                <a:cubicBezTo>
                  <a:pt x="29284" y="99649"/>
                  <a:pt x="24201" y="105643"/>
                  <a:pt x="22046" y="108074"/>
                </a:cubicBezTo>
                <a:cubicBezTo>
                  <a:pt x="24476" y="107632"/>
                  <a:pt x="26051" y="107411"/>
                  <a:pt x="26770" y="107411"/>
                </a:cubicBezTo>
                <a:lnTo>
                  <a:pt x="92990" y="107411"/>
                </a:lnTo>
                <a:lnTo>
                  <a:pt x="90089" y="121500"/>
                </a:lnTo>
                <a:lnTo>
                  <a:pt x="0" y="121500"/>
                </a:lnTo>
              </a:path>
            </a:pathLst>
          </a:custGeom>
          <a:solidFill xmlns:a="http://schemas.openxmlformats.org/drawingml/2006/main">
            <a:srgbClr val="000000"/>
          </a:solidFill>
          <a:ln xmlns:a="http://schemas.openxmlformats.org/drawingml/2006/main" w="0">
            <a:noFill/>
            <a:prstDash val="solid"/>
          </a:ln>
        </p:spPr>
      </p:sp>
      <p:sp>
        <p:nvSpPr>
          <p:cNvPr id="122" name="pdf-path-100051">
            <a:extLst xmlns:a="http://schemas.openxmlformats.org/drawingml/2006/main">
              <a:ext uri="{FF2B5EF4-FFF2-40B4-BE49-F238E27FC236}">
                <a16:creationId xmlns:a16="http://schemas.microsoft.com/office/drawing/2014/main" id="{F213A403-487D-4539-A569-BE807D927897}"/>
              </a:ext>
            </a:extLst>
          </p:cNvPr>
          <p:cNvSpPr>
            <a:spLocks xmlns:a="http://schemas.openxmlformats.org/drawingml/2006/main" noGrp="1"/>
          </p:cNvSpPr>
          <p:nvPr/>
        </p:nvSpPr>
        <p:spPr>
          <a:xfrm xmlns:a="http://schemas.openxmlformats.org/drawingml/2006/main">
            <a:off x="4268609" y="711704"/>
            <a:ext cx="55777" cy="159459"/>
          </a:xfrm>
          <a:custGeom xmlns:a="http://schemas.openxmlformats.org/drawingml/2006/main">
            <a:pathLst>
              <a:path w="55777" h="159459">
                <a:moveTo>
                  <a:pt x="42682" y="0"/>
                </a:moveTo>
                <a:cubicBezTo>
                  <a:pt x="51412" y="19026"/>
                  <a:pt x="55777" y="38551"/>
                  <a:pt x="55777" y="58574"/>
                </a:cubicBezTo>
                <a:cubicBezTo>
                  <a:pt x="55777" y="72015"/>
                  <a:pt x="54023" y="84487"/>
                  <a:pt x="50514" y="95992"/>
                </a:cubicBezTo>
                <a:cubicBezTo>
                  <a:pt x="47006" y="107495"/>
                  <a:pt x="41660" y="118915"/>
                  <a:pt x="34477" y="130254"/>
                </a:cubicBezTo>
                <a:cubicBezTo>
                  <a:pt x="29670" y="137777"/>
                  <a:pt x="22073" y="147512"/>
                  <a:pt x="11685" y="159459"/>
                </a:cubicBezTo>
                <a:lnTo>
                  <a:pt x="0" y="159459"/>
                </a:lnTo>
                <a:cubicBezTo>
                  <a:pt x="6409" y="152490"/>
                  <a:pt x="13232" y="142727"/>
                  <a:pt x="20471" y="130171"/>
                </a:cubicBezTo>
                <a:cubicBezTo>
                  <a:pt x="27709" y="117617"/>
                  <a:pt x="32944" y="105297"/>
                  <a:pt x="36177" y="93213"/>
                </a:cubicBezTo>
                <a:cubicBezTo>
                  <a:pt x="39408" y="81126"/>
                  <a:pt x="41024" y="68944"/>
                  <a:pt x="41024" y="56666"/>
                </a:cubicBezTo>
                <a:cubicBezTo>
                  <a:pt x="41024" y="38414"/>
                  <a:pt x="37847" y="19525"/>
                  <a:pt x="31494" y="0"/>
                </a:cubicBezTo>
                <a:lnTo>
                  <a:pt x="42682" y="0"/>
                </a:lnTo>
              </a:path>
            </a:pathLst>
          </a:custGeom>
          <a:solidFill xmlns:a="http://schemas.openxmlformats.org/drawingml/2006/main">
            <a:srgbClr val="000000"/>
          </a:solidFill>
          <a:ln xmlns:a="http://schemas.openxmlformats.org/drawingml/2006/main" w="0">
            <a:noFill/>
            <a:prstDash val="solid"/>
          </a:ln>
        </p:spPr>
      </p:sp>
      <p:sp>
        <p:nvSpPr>
          <p:cNvPr id="123" name="pdf-path-100052">
            <a:extLst xmlns:a="http://schemas.openxmlformats.org/drawingml/2006/main">
              <a:ext uri="{FF2B5EF4-FFF2-40B4-BE49-F238E27FC236}">
                <a16:creationId xmlns:a16="http://schemas.microsoft.com/office/drawing/2014/main" id="{04B3FD68-471F-4E8F-80EF-B74859793054}"/>
              </a:ext>
            </a:extLst>
          </p:cNvPr>
          <p:cNvSpPr>
            <a:spLocks xmlns:a="http://schemas.openxmlformats.org/drawingml/2006/main" noGrp="1"/>
          </p:cNvSpPr>
          <p:nvPr/>
        </p:nvSpPr>
        <p:spPr>
          <a:xfrm xmlns:a="http://schemas.openxmlformats.org/drawingml/2006/main">
            <a:off x="2365427" y="1553210"/>
            <a:ext cx="65557" cy="90006"/>
          </a:xfrm>
          <a:custGeom xmlns:a="http://schemas.openxmlformats.org/drawingml/2006/main">
            <a:pathLst>
              <a:path w="65557" h="90006">
                <a:moveTo>
                  <a:pt x="0" y="90006"/>
                </a:moveTo>
                <a:lnTo>
                  <a:pt x="18399" y="1989"/>
                </a:lnTo>
                <a:lnTo>
                  <a:pt x="31660" y="1989"/>
                </a:lnTo>
                <a:lnTo>
                  <a:pt x="27930" y="20052"/>
                </a:lnTo>
                <a:cubicBezTo>
                  <a:pt x="32461" y="13230"/>
                  <a:pt x="36895" y="8183"/>
                  <a:pt x="41232" y="4910"/>
                </a:cubicBezTo>
                <a:cubicBezTo>
                  <a:pt x="45570" y="1637"/>
                  <a:pt x="50004" y="0"/>
                  <a:pt x="54534" y="0"/>
                </a:cubicBezTo>
                <a:cubicBezTo>
                  <a:pt x="57518" y="0"/>
                  <a:pt x="61192" y="1050"/>
                  <a:pt x="65557" y="3149"/>
                </a:cubicBezTo>
                <a:lnTo>
                  <a:pt x="59424" y="17073"/>
                </a:lnTo>
                <a:cubicBezTo>
                  <a:pt x="56827" y="15305"/>
                  <a:pt x="53982" y="14421"/>
                  <a:pt x="50887" y="14421"/>
                </a:cubicBezTo>
                <a:cubicBezTo>
                  <a:pt x="45639" y="14421"/>
                  <a:pt x="40252" y="17344"/>
                  <a:pt x="34726" y="23191"/>
                </a:cubicBezTo>
                <a:cubicBezTo>
                  <a:pt x="29201" y="29035"/>
                  <a:pt x="24864" y="39540"/>
                  <a:pt x="21714" y="54705"/>
                </a:cubicBezTo>
                <a:lnTo>
                  <a:pt x="14255" y="90006"/>
                </a:lnTo>
                <a:lnTo>
                  <a:pt x="0" y="90006"/>
                </a:lnTo>
              </a:path>
            </a:pathLst>
          </a:custGeom>
          <a:solidFill xmlns:a="http://schemas.openxmlformats.org/drawingml/2006/main">
            <a:srgbClr val="000000"/>
          </a:solidFill>
          <a:ln xmlns:a="http://schemas.openxmlformats.org/drawingml/2006/main" w="0">
            <a:noFill/>
            <a:prstDash val="solid"/>
          </a:ln>
        </p:spPr>
      </p:sp>
      <p:sp>
        <p:nvSpPr>
          <p:cNvPr id="124" name="pdf-path-100053">
            <a:extLst xmlns:a="http://schemas.openxmlformats.org/drawingml/2006/main">
              <a:ext uri="{FF2B5EF4-FFF2-40B4-BE49-F238E27FC236}">
                <a16:creationId xmlns:a16="http://schemas.microsoft.com/office/drawing/2014/main" id="{3ED8B03B-AE38-4ADC-97D9-EB4C229EB100}"/>
              </a:ext>
            </a:extLst>
          </p:cNvPr>
          <p:cNvSpPr>
            <a:spLocks xmlns:a="http://schemas.openxmlformats.org/drawingml/2006/main" noGrp="1"/>
          </p:cNvSpPr>
          <p:nvPr/>
        </p:nvSpPr>
        <p:spPr>
          <a:xfrm xmlns:a="http://schemas.openxmlformats.org/drawingml/2006/main">
            <a:off x="2462995" y="1557685"/>
            <a:ext cx="80226" cy="50887"/>
          </a:xfrm>
          <a:custGeom xmlns:a="http://schemas.openxmlformats.org/drawingml/2006/main">
            <a:pathLst>
              <a:path w="80226" h="50887">
                <a:moveTo>
                  <a:pt x="80226" y="13923"/>
                </a:moveTo>
                <a:lnTo>
                  <a:pt x="0" y="13923"/>
                </a:lnTo>
                <a:lnTo>
                  <a:pt x="0" y="0"/>
                </a:lnTo>
                <a:lnTo>
                  <a:pt x="80226" y="0"/>
                </a:lnTo>
                <a:lnTo>
                  <a:pt x="80226" y="13923"/>
                </a:lnTo>
                <a:moveTo>
                  <a:pt x="80226" y="50887"/>
                </a:moveTo>
                <a:lnTo>
                  <a:pt x="0" y="50887"/>
                </a:lnTo>
                <a:lnTo>
                  <a:pt x="0" y="36964"/>
                </a:lnTo>
                <a:lnTo>
                  <a:pt x="80226" y="36964"/>
                </a:lnTo>
                <a:lnTo>
                  <a:pt x="80226" y="50887"/>
                </a:lnTo>
              </a:path>
            </a:pathLst>
          </a:custGeom>
          <a:solidFill xmlns:a="http://schemas.openxmlformats.org/drawingml/2006/main">
            <a:srgbClr val="000000"/>
          </a:solidFill>
          <a:ln xmlns:a="http://schemas.openxmlformats.org/drawingml/2006/main" w="0">
            <a:noFill/>
            <a:prstDash val="solid"/>
          </a:ln>
        </p:spPr>
      </p:sp>
      <p:sp>
        <p:nvSpPr>
          <p:cNvPr id="125" name="pdf-path-100054">
            <a:extLst xmlns:a="http://schemas.openxmlformats.org/drawingml/2006/main">
              <a:ext uri="{FF2B5EF4-FFF2-40B4-BE49-F238E27FC236}">
                <a16:creationId xmlns:a16="http://schemas.microsoft.com/office/drawing/2014/main" id="{0C0FCC40-B42F-4496-8364-C0DF7C33D62C}"/>
              </a:ext>
            </a:extLst>
          </p:cNvPr>
          <p:cNvSpPr>
            <a:spLocks xmlns:a="http://schemas.openxmlformats.org/drawingml/2006/main" noGrp="1"/>
          </p:cNvSpPr>
          <p:nvPr/>
        </p:nvSpPr>
        <p:spPr>
          <a:xfrm xmlns:a="http://schemas.openxmlformats.org/drawingml/2006/main">
            <a:off x="2598193" y="1521716"/>
            <a:ext cx="40362" cy="121500"/>
          </a:xfrm>
          <a:custGeom xmlns:a="http://schemas.openxmlformats.org/drawingml/2006/main">
            <a:pathLst>
              <a:path w="40362" h="121500">
                <a:moveTo>
                  <a:pt x="0" y="121500"/>
                </a:moveTo>
                <a:lnTo>
                  <a:pt x="25361" y="0"/>
                </a:lnTo>
                <a:lnTo>
                  <a:pt x="40362" y="0"/>
                </a:lnTo>
                <a:lnTo>
                  <a:pt x="15001" y="121500"/>
                </a:lnTo>
                <a:lnTo>
                  <a:pt x="0" y="121500"/>
                </a:lnTo>
              </a:path>
            </a:pathLst>
          </a:custGeom>
          <a:solidFill xmlns:a="http://schemas.openxmlformats.org/drawingml/2006/main">
            <a:srgbClr val="000000"/>
          </a:solidFill>
          <a:ln xmlns:a="http://schemas.openxmlformats.org/drawingml/2006/main" w="0">
            <a:noFill/>
            <a:prstDash val="solid"/>
          </a:ln>
        </p:spPr>
      </p:sp>
      <p:sp>
        <p:nvSpPr>
          <p:cNvPr id="126" name="pdf-path-100055">
            <a:extLst xmlns:a="http://schemas.openxmlformats.org/drawingml/2006/main">
              <a:ext uri="{FF2B5EF4-FFF2-40B4-BE49-F238E27FC236}">
                <a16:creationId xmlns:a16="http://schemas.microsoft.com/office/drawing/2014/main" id="{A1F42F55-7E91-42EA-915D-801F4F036F79}"/>
              </a:ext>
            </a:extLst>
          </p:cNvPr>
          <p:cNvSpPr>
            <a:spLocks xmlns:a="http://schemas.openxmlformats.org/drawingml/2006/main" noGrp="1"/>
          </p:cNvSpPr>
          <p:nvPr/>
        </p:nvSpPr>
        <p:spPr>
          <a:xfrm xmlns:a="http://schemas.openxmlformats.org/drawingml/2006/main">
            <a:off x="2639687" y="1553210"/>
            <a:ext cx="83376" cy="91995"/>
          </a:xfrm>
          <a:custGeom xmlns:a="http://schemas.openxmlformats.org/drawingml/2006/main">
            <a:pathLst>
              <a:path w="83376" h="91995">
                <a:moveTo>
                  <a:pt x="0" y="56606"/>
                </a:moveTo>
                <a:cubicBezTo>
                  <a:pt x="0" y="39423"/>
                  <a:pt x="5056" y="25195"/>
                  <a:pt x="15167" y="13924"/>
                </a:cubicBezTo>
                <a:cubicBezTo>
                  <a:pt x="23510" y="4641"/>
                  <a:pt x="34450" y="0"/>
                  <a:pt x="47987" y="0"/>
                </a:cubicBezTo>
                <a:cubicBezTo>
                  <a:pt x="58595" y="0"/>
                  <a:pt x="67145" y="3315"/>
                  <a:pt x="73638" y="9946"/>
                </a:cubicBezTo>
                <a:cubicBezTo>
                  <a:pt x="80130" y="16576"/>
                  <a:pt x="83376" y="25527"/>
                  <a:pt x="83376" y="36798"/>
                </a:cubicBezTo>
                <a:cubicBezTo>
                  <a:pt x="83376" y="46909"/>
                  <a:pt x="81332" y="56316"/>
                  <a:pt x="77243" y="65018"/>
                </a:cubicBezTo>
                <a:cubicBezTo>
                  <a:pt x="73154" y="73721"/>
                  <a:pt x="67339" y="80392"/>
                  <a:pt x="59797" y="85033"/>
                </a:cubicBezTo>
                <a:cubicBezTo>
                  <a:pt x="52255" y="89675"/>
                  <a:pt x="44312" y="91995"/>
                  <a:pt x="35969" y="91995"/>
                </a:cubicBezTo>
                <a:cubicBezTo>
                  <a:pt x="29118" y="91995"/>
                  <a:pt x="22888" y="90531"/>
                  <a:pt x="17280" y="87603"/>
                </a:cubicBezTo>
                <a:cubicBezTo>
                  <a:pt x="11672" y="84675"/>
                  <a:pt x="7390" y="80531"/>
                  <a:pt x="4434" y="75171"/>
                </a:cubicBezTo>
                <a:cubicBezTo>
                  <a:pt x="1478" y="69812"/>
                  <a:pt x="0" y="63623"/>
                  <a:pt x="0" y="56606"/>
                </a:cubicBezTo>
                <a:moveTo>
                  <a:pt x="15001" y="55114"/>
                </a:moveTo>
                <a:cubicBezTo>
                  <a:pt x="15001" y="63402"/>
                  <a:pt x="16990" y="69687"/>
                  <a:pt x="20968" y="73969"/>
                </a:cubicBezTo>
                <a:cubicBezTo>
                  <a:pt x="24946" y="78251"/>
                  <a:pt x="30002" y="80392"/>
                  <a:pt x="36135" y="80392"/>
                </a:cubicBezTo>
                <a:cubicBezTo>
                  <a:pt x="39340" y="80392"/>
                  <a:pt x="42517" y="79743"/>
                  <a:pt x="45666" y="78445"/>
                </a:cubicBezTo>
                <a:cubicBezTo>
                  <a:pt x="48815" y="77146"/>
                  <a:pt x="51744" y="75171"/>
                  <a:pt x="54451" y="72519"/>
                </a:cubicBezTo>
                <a:cubicBezTo>
                  <a:pt x="57159" y="69867"/>
                  <a:pt x="59465" y="66842"/>
                  <a:pt x="61372" y="63444"/>
                </a:cubicBezTo>
                <a:cubicBezTo>
                  <a:pt x="63278" y="60046"/>
                  <a:pt x="64811" y="56385"/>
                  <a:pt x="65972" y="52462"/>
                </a:cubicBezTo>
                <a:cubicBezTo>
                  <a:pt x="67684" y="46992"/>
                  <a:pt x="68541" y="41743"/>
                  <a:pt x="68541" y="36715"/>
                </a:cubicBezTo>
                <a:cubicBezTo>
                  <a:pt x="68541" y="28759"/>
                  <a:pt x="66538" y="22585"/>
                  <a:pt x="62532" y="18192"/>
                </a:cubicBezTo>
                <a:cubicBezTo>
                  <a:pt x="58526" y="13800"/>
                  <a:pt x="53484" y="11603"/>
                  <a:pt x="47407" y="11603"/>
                </a:cubicBezTo>
                <a:cubicBezTo>
                  <a:pt x="42710" y="11603"/>
                  <a:pt x="38428" y="12722"/>
                  <a:pt x="34560" y="14960"/>
                </a:cubicBezTo>
                <a:cubicBezTo>
                  <a:pt x="30693" y="17197"/>
                  <a:pt x="27198" y="20471"/>
                  <a:pt x="24076" y="24781"/>
                </a:cubicBezTo>
                <a:cubicBezTo>
                  <a:pt x="20955" y="29090"/>
                  <a:pt x="18662" y="34105"/>
                  <a:pt x="17197" y="39823"/>
                </a:cubicBezTo>
                <a:cubicBezTo>
                  <a:pt x="15733" y="45542"/>
                  <a:pt x="15001" y="50639"/>
                  <a:pt x="15001" y="55114"/>
                </a:cubicBezTo>
              </a:path>
            </a:pathLst>
          </a:custGeom>
          <a:solidFill xmlns:a="http://schemas.openxmlformats.org/drawingml/2006/main">
            <a:srgbClr val="000000"/>
          </a:solidFill>
          <a:ln xmlns:a="http://schemas.openxmlformats.org/drawingml/2006/main" w="0">
            <a:noFill/>
            <a:prstDash val="solid"/>
          </a:ln>
        </p:spPr>
      </p:sp>
      <p:sp>
        <p:nvSpPr>
          <p:cNvPr id="127" name="pdf-path-100056">
            <a:extLst xmlns:a="http://schemas.openxmlformats.org/drawingml/2006/main">
              <a:ext uri="{FF2B5EF4-FFF2-40B4-BE49-F238E27FC236}">
                <a16:creationId xmlns:a16="http://schemas.microsoft.com/office/drawing/2014/main" id="{5838715E-99AB-445C-BB87-8198DB351634}"/>
              </a:ext>
            </a:extLst>
          </p:cNvPr>
          <p:cNvSpPr>
            <a:spLocks xmlns:a="http://schemas.openxmlformats.org/drawingml/2006/main" noGrp="1"/>
          </p:cNvSpPr>
          <p:nvPr/>
        </p:nvSpPr>
        <p:spPr>
          <a:xfrm xmlns:a="http://schemas.openxmlformats.org/drawingml/2006/main">
            <a:off x="2730165" y="1553210"/>
            <a:ext cx="91415" cy="125313"/>
          </a:xfrm>
          <a:custGeom xmlns:a="http://schemas.openxmlformats.org/drawingml/2006/main">
            <a:pathLst>
              <a:path w="91415" h="125313">
                <a:moveTo>
                  <a:pt x="415" y="97963"/>
                </a:moveTo>
                <a:lnTo>
                  <a:pt x="15581" y="99289"/>
                </a:lnTo>
                <a:cubicBezTo>
                  <a:pt x="15471" y="102735"/>
                  <a:pt x="15885" y="105320"/>
                  <a:pt x="16824" y="107043"/>
                </a:cubicBezTo>
                <a:cubicBezTo>
                  <a:pt x="17764" y="108766"/>
                  <a:pt x="19256" y="110101"/>
                  <a:pt x="21300" y="111047"/>
                </a:cubicBezTo>
                <a:cubicBezTo>
                  <a:pt x="24007" y="112269"/>
                  <a:pt x="27516" y="112881"/>
                  <a:pt x="31826" y="112881"/>
                </a:cubicBezTo>
                <a:cubicBezTo>
                  <a:pt x="40887" y="112881"/>
                  <a:pt x="47407" y="110532"/>
                  <a:pt x="51385" y="105836"/>
                </a:cubicBezTo>
                <a:cubicBezTo>
                  <a:pt x="53982" y="102687"/>
                  <a:pt x="56385" y="95835"/>
                  <a:pt x="58595" y="85282"/>
                </a:cubicBezTo>
                <a:lnTo>
                  <a:pt x="60087" y="78155"/>
                </a:lnTo>
                <a:cubicBezTo>
                  <a:pt x="52297" y="86056"/>
                  <a:pt x="44009" y="90006"/>
                  <a:pt x="35223" y="90006"/>
                </a:cubicBezTo>
                <a:cubicBezTo>
                  <a:pt x="26328" y="90006"/>
                  <a:pt x="18883" y="86733"/>
                  <a:pt x="12888" y="80185"/>
                </a:cubicBezTo>
                <a:cubicBezTo>
                  <a:pt x="6893" y="73638"/>
                  <a:pt x="3895" y="64369"/>
                  <a:pt x="3895" y="52380"/>
                </a:cubicBezTo>
                <a:cubicBezTo>
                  <a:pt x="3895" y="42489"/>
                  <a:pt x="6257" y="33400"/>
                  <a:pt x="10982" y="25112"/>
                </a:cubicBezTo>
                <a:cubicBezTo>
                  <a:pt x="15705" y="16824"/>
                  <a:pt x="21327" y="10567"/>
                  <a:pt x="27847" y="6340"/>
                </a:cubicBezTo>
                <a:cubicBezTo>
                  <a:pt x="34367" y="2113"/>
                  <a:pt x="41080" y="0"/>
                  <a:pt x="47987" y="0"/>
                </a:cubicBezTo>
                <a:cubicBezTo>
                  <a:pt x="59535" y="0"/>
                  <a:pt x="68430" y="5480"/>
                  <a:pt x="74674" y="16441"/>
                </a:cubicBezTo>
                <a:lnTo>
                  <a:pt x="77657" y="1989"/>
                </a:lnTo>
                <a:lnTo>
                  <a:pt x="91415" y="1989"/>
                </a:lnTo>
                <a:lnTo>
                  <a:pt x="73679" y="86940"/>
                </a:lnTo>
                <a:cubicBezTo>
                  <a:pt x="71745" y="96298"/>
                  <a:pt x="69204" y="103593"/>
                  <a:pt x="66054" y="108825"/>
                </a:cubicBezTo>
                <a:cubicBezTo>
                  <a:pt x="62905" y="114058"/>
                  <a:pt x="58526" y="118114"/>
                  <a:pt x="52918" y="120992"/>
                </a:cubicBezTo>
                <a:cubicBezTo>
                  <a:pt x="47310" y="123872"/>
                  <a:pt x="40832" y="125313"/>
                  <a:pt x="33483" y="125313"/>
                </a:cubicBezTo>
                <a:cubicBezTo>
                  <a:pt x="26411" y="125313"/>
                  <a:pt x="20319" y="124398"/>
                  <a:pt x="15208" y="122570"/>
                </a:cubicBezTo>
                <a:cubicBezTo>
                  <a:pt x="10097" y="120741"/>
                  <a:pt x="6285" y="118067"/>
                  <a:pt x="3771" y="114546"/>
                </a:cubicBezTo>
                <a:cubicBezTo>
                  <a:pt x="1257" y="111027"/>
                  <a:pt x="0" y="106995"/>
                  <a:pt x="0" y="102451"/>
                </a:cubicBezTo>
                <a:cubicBezTo>
                  <a:pt x="0" y="101066"/>
                  <a:pt x="138" y="99570"/>
                  <a:pt x="415" y="97963"/>
                </a:cubicBezTo>
                <a:moveTo>
                  <a:pt x="19145" y="51053"/>
                </a:moveTo>
                <a:cubicBezTo>
                  <a:pt x="19145" y="57076"/>
                  <a:pt x="19725" y="61607"/>
                  <a:pt x="20885" y="64646"/>
                </a:cubicBezTo>
                <a:cubicBezTo>
                  <a:pt x="22543" y="68900"/>
                  <a:pt x="24905" y="72146"/>
                  <a:pt x="27972" y="74384"/>
                </a:cubicBezTo>
                <a:cubicBezTo>
                  <a:pt x="31038" y="76621"/>
                  <a:pt x="34450" y="77740"/>
                  <a:pt x="38207" y="77740"/>
                </a:cubicBezTo>
                <a:cubicBezTo>
                  <a:pt x="43125" y="77740"/>
                  <a:pt x="48015" y="76014"/>
                  <a:pt x="52877" y="72563"/>
                </a:cubicBezTo>
                <a:cubicBezTo>
                  <a:pt x="57739" y="69110"/>
                  <a:pt x="61675" y="63765"/>
                  <a:pt x="64687" y="56529"/>
                </a:cubicBezTo>
                <a:cubicBezTo>
                  <a:pt x="67698" y="49290"/>
                  <a:pt x="69204" y="42385"/>
                  <a:pt x="69204" y="35812"/>
                </a:cubicBezTo>
                <a:cubicBezTo>
                  <a:pt x="69204" y="28572"/>
                  <a:pt x="67201" y="22810"/>
                  <a:pt x="63195" y="18526"/>
                </a:cubicBezTo>
                <a:cubicBezTo>
                  <a:pt x="59189" y="14242"/>
                  <a:pt x="54230" y="12100"/>
                  <a:pt x="48318" y="12100"/>
                </a:cubicBezTo>
                <a:cubicBezTo>
                  <a:pt x="44672" y="12100"/>
                  <a:pt x="41135" y="13081"/>
                  <a:pt x="37710" y="15043"/>
                </a:cubicBezTo>
                <a:cubicBezTo>
                  <a:pt x="34284" y="17004"/>
                  <a:pt x="31093" y="19988"/>
                  <a:pt x="28137" y="23993"/>
                </a:cubicBezTo>
                <a:cubicBezTo>
                  <a:pt x="25181" y="27999"/>
                  <a:pt x="22944" y="32793"/>
                  <a:pt x="21424" y="38373"/>
                </a:cubicBezTo>
                <a:cubicBezTo>
                  <a:pt x="19905" y="43953"/>
                  <a:pt x="19145" y="48180"/>
                  <a:pt x="19145" y="51053"/>
                </a:cubicBezTo>
              </a:path>
            </a:pathLst>
          </a:custGeom>
          <a:solidFill xmlns:a="http://schemas.openxmlformats.org/drawingml/2006/main">
            <a:srgbClr val="000000"/>
          </a:solidFill>
          <a:ln xmlns:a="http://schemas.openxmlformats.org/drawingml/2006/main" w="0">
            <a:noFill/>
            <a:prstDash val="solid"/>
          </a:ln>
        </p:spPr>
      </p:sp>
      <p:sp>
        <p:nvSpPr>
          <p:cNvPr id="128" name="pdf-path-100057">
            <a:extLst xmlns:a="http://schemas.openxmlformats.org/drawingml/2006/main">
              <a:ext uri="{FF2B5EF4-FFF2-40B4-BE49-F238E27FC236}">
                <a16:creationId xmlns:a16="http://schemas.microsoft.com/office/drawing/2014/main" id="{54332428-8100-4A25-9CC6-85027137B8B2}"/>
              </a:ext>
            </a:extLst>
          </p:cNvPr>
          <p:cNvSpPr>
            <a:spLocks xmlns:a="http://schemas.openxmlformats.org/drawingml/2006/main" noGrp="1"/>
          </p:cNvSpPr>
          <p:nvPr/>
        </p:nvSpPr>
        <p:spPr>
          <a:xfrm xmlns:a="http://schemas.openxmlformats.org/drawingml/2006/main">
            <a:off x="2875864" y="1553210"/>
            <a:ext cx="85033" cy="123821"/>
          </a:xfrm>
          <a:custGeom xmlns:a="http://schemas.openxmlformats.org/drawingml/2006/main">
            <a:pathLst>
              <a:path w="85033" h="123821">
                <a:moveTo>
                  <a:pt x="53788" y="80061"/>
                </a:moveTo>
                <a:cubicBezTo>
                  <a:pt x="45224" y="88017"/>
                  <a:pt x="37019" y="91995"/>
                  <a:pt x="29174" y="91995"/>
                </a:cubicBezTo>
                <a:cubicBezTo>
                  <a:pt x="20996" y="91995"/>
                  <a:pt x="14090" y="88887"/>
                  <a:pt x="8454" y="82672"/>
                </a:cubicBezTo>
                <a:cubicBezTo>
                  <a:pt x="2818" y="76456"/>
                  <a:pt x="0" y="67629"/>
                  <a:pt x="0" y="56192"/>
                </a:cubicBezTo>
                <a:cubicBezTo>
                  <a:pt x="0" y="45252"/>
                  <a:pt x="2141" y="35362"/>
                  <a:pt x="6423" y="26521"/>
                </a:cubicBezTo>
                <a:cubicBezTo>
                  <a:pt x="10705" y="17681"/>
                  <a:pt x="16175" y="11050"/>
                  <a:pt x="22833" y="6631"/>
                </a:cubicBezTo>
                <a:cubicBezTo>
                  <a:pt x="29491" y="2210"/>
                  <a:pt x="36356" y="0"/>
                  <a:pt x="43428" y="0"/>
                </a:cubicBezTo>
                <a:cubicBezTo>
                  <a:pt x="48788" y="0"/>
                  <a:pt x="53664" y="1513"/>
                  <a:pt x="58056" y="4538"/>
                </a:cubicBezTo>
                <a:cubicBezTo>
                  <a:pt x="62449" y="7561"/>
                  <a:pt x="65999" y="12124"/>
                  <a:pt x="68707" y="18228"/>
                </a:cubicBezTo>
                <a:lnTo>
                  <a:pt x="72105" y="1989"/>
                </a:lnTo>
                <a:lnTo>
                  <a:pt x="85033" y="1989"/>
                </a:lnTo>
                <a:lnTo>
                  <a:pt x="59673" y="123821"/>
                </a:lnTo>
                <a:lnTo>
                  <a:pt x="44672" y="123821"/>
                </a:lnTo>
                <a:lnTo>
                  <a:pt x="53788" y="80061"/>
                </a:lnTo>
                <a:moveTo>
                  <a:pt x="14836" y="54234"/>
                </a:moveTo>
                <a:cubicBezTo>
                  <a:pt x="14836" y="62898"/>
                  <a:pt x="16631" y="69313"/>
                  <a:pt x="20223" y="73480"/>
                </a:cubicBezTo>
                <a:cubicBezTo>
                  <a:pt x="23814" y="77646"/>
                  <a:pt x="28289" y="79729"/>
                  <a:pt x="33649" y="79729"/>
                </a:cubicBezTo>
                <a:cubicBezTo>
                  <a:pt x="38180" y="79729"/>
                  <a:pt x="42752" y="77850"/>
                  <a:pt x="47365" y="74091"/>
                </a:cubicBezTo>
                <a:cubicBezTo>
                  <a:pt x="51979" y="70332"/>
                  <a:pt x="55763" y="64694"/>
                  <a:pt x="58720" y="57176"/>
                </a:cubicBezTo>
                <a:cubicBezTo>
                  <a:pt x="61676" y="49657"/>
                  <a:pt x="63154" y="42399"/>
                  <a:pt x="63154" y="35405"/>
                </a:cubicBezTo>
                <a:cubicBezTo>
                  <a:pt x="63154" y="28243"/>
                  <a:pt x="61303" y="22623"/>
                  <a:pt x="57601" y="18547"/>
                </a:cubicBezTo>
                <a:cubicBezTo>
                  <a:pt x="53899" y="14470"/>
                  <a:pt x="49368" y="12432"/>
                  <a:pt x="44009" y="12432"/>
                </a:cubicBezTo>
                <a:cubicBezTo>
                  <a:pt x="38760" y="12432"/>
                  <a:pt x="34174" y="14143"/>
                  <a:pt x="30251" y="17565"/>
                </a:cubicBezTo>
                <a:cubicBezTo>
                  <a:pt x="25113" y="21978"/>
                  <a:pt x="21079" y="28351"/>
                  <a:pt x="18151" y="36684"/>
                </a:cubicBezTo>
                <a:cubicBezTo>
                  <a:pt x="15940" y="43087"/>
                  <a:pt x="14836" y="48936"/>
                  <a:pt x="14836" y="54234"/>
                </a:cubicBezTo>
              </a:path>
            </a:pathLst>
          </a:custGeom>
          <a:solidFill xmlns:a="http://schemas.openxmlformats.org/drawingml/2006/main">
            <a:srgbClr val="000000"/>
          </a:solidFill>
          <a:ln xmlns:a="http://schemas.openxmlformats.org/drawingml/2006/main" w="0">
            <a:noFill/>
            <a:prstDash val="solid"/>
          </a:ln>
        </p:spPr>
      </p:sp>
      <p:sp>
        <p:nvSpPr>
          <p:cNvPr id="129" name="pdf-path-100058">
            <a:extLst xmlns:a="http://schemas.openxmlformats.org/drawingml/2006/main">
              <a:ext uri="{FF2B5EF4-FFF2-40B4-BE49-F238E27FC236}">
                <a16:creationId xmlns:a16="http://schemas.microsoft.com/office/drawing/2014/main" id="{CA67D942-1CD6-45D5-B9EE-83BC6BA0F62D}"/>
              </a:ext>
            </a:extLst>
          </p:cNvPr>
          <p:cNvSpPr>
            <a:spLocks xmlns:a="http://schemas.openxmlformats.org/drawingml/2006/main" noGrp="1"/>
          </p:cNvSpPr>
          <p:nvPr/>
        </p:nvSpPr>
        <p:spPr>
          <a:xfrm xmlns:a="http://schemas.openxmlformats.org/drawingml/2006/main">
            <a:off x="2975873" y="1519561"/>
            <a:ext cx="55777" cy="159459"/>
          </a:xfrm>
          <a:custGeom xmlns:a="http://schemas.openxmlformats.org/drawingml/2006/main">
            <a:pathLst>
              <a:path w="55777" h="159459">
                <a:moveTo>
                  <a:pt x="13012" y="159459"/>
                </a:moveTo>
                <a:cubicBezTo>
                  <a:pt x="4337" y="140432"/>
                  <a:pt x="0" y="120880"/>
                  <a:pt x="0" y="100801"/>
                </a:cubicBezTo>
                <a:cubicBezTo>
                  <a:pt x="0" y="87416"/>
                  <a:pt x="1754" y="74958"/>
                  <a:pt x="5263" y="63428"/>
                </a:cubicBezTo>
                <a:cubicBezTo>
                  <a:pt x="8771" y="51896"/>
                  <a:pt x="14117" y="40488"/>
                  <a:pt x="21300" y="29204"/>
                </a:cubicBezTo>
                <a:cubicBezTo>
                  <a:pt x="26051" y="21681"/>
                  <a:pt x="33649" y="11947"/>
                  <a:pt x="44091" y="0"/>
                </a:cubicBezTo>
                <a:lnTo>
                  <a:pt x="55777" y="0"/>
                </a:lnTo>
                <a:cubicBezTo>
                  <a:pt x="49313" y="6914"/>
                  <a:pt x="42475" y="16648"/>
                  <a:pt x="35265" y="29204"/>
                </a:cubicBezTo>
                <a:cubicBezTo>
                  <a:pt x="28054" y="41758"/>
                  <a:pt x="22819" y="54093"/>
                  <a:pt x="19559" y="66207"/>
                </a:cubicBezTo>
                <a:cubicBezTo>
                  <a:pt x="16299" y="78319"/>
                  <a:pt x="14669" y="90487"/>
                  <a:pt x="14669" y="102710"/>
                </a:cubicBezTo>
                <a:cubicBezTo>
                  <a:pt x="14669" y="120962"/>
                  <a:pt x="17846" y="139878"/>
                  <a:pt x="24200" y="159459"/>
                </a:cubicBezTo>
                <a:lnTo>
                  <a:pt x="13012" y="159459"/>
                </a:lnTo>
              </a:path>
            </a:pathLst>
          </a:custGeom>
          <a:solidFill xmlns:a="http://schemas.openxmlformats.org/drawingml/2006/main">
            <a:srgbClr val="000000"/>
          </a:solidFill>
          <a:ln xmlns:a="http://schemas.openxmlformats.org/drawingml/2006/main" w="0">
            <a:noFill/>
            <a:prstDash val="solid"/>
          </a:ln>
        </p:spPr>
      </p:sp>
      <p:sp>
        <p:nvSpPr>
          <p:cNvPr id="130" name="pdf-path-100059">
            <a:extLst xmlns:a="http://schemas.openxmlformats.org/drawingml/2006/main">
              <a:ext uri="{FF2B5EF4-FFF2-40B4-BE49-F238E27FC236}">
                <a16:creationId xmlns:a16="http://schemas.microsoft.com/office/drawing/2014/main" id="{C8B84F00-3E14-4DD9-B383-83FB5E847256}"/>
              </a:ext>
            </a:extLst>
          </p:cNvPr>
          <p:cNvSpPr>
            <a:spLocks xmlns:a="http://schemas.openxmlformats.org/drawingml/2006/main" noGrp="1"/>
          </p:cNvSpPr>
          <p:nvPr/>
        </p:nvSpPr>
        <p:spPr>
          <a:xfrm xmlns:a="http://schemas.openxmlformats.org/drawingml/2006/main">
            <a:off x="3021372" y="1555199"/>
            <a:ext cx="83625" cy="88017"/>
          </a:xfrm>
          <a:custGeom xmlns:a="http://schemas.openxmlformats.org/drawingml/2006/main">
            <a:pathLst>
              <a:path w="83625" h="88017">
                <a:moveTo>
                  <a:pt x="0" y="88017"/>
                </a:moveTo>
                <a:lnTo>
                  <a:pt x="2404" y="76414"/>
                </a:lnTo>
                <a:lnTo>
                  <a:pt x="49727" y="23154"/>
                </a:lnTo>
                <a:cubicBezTo>
                  <a:pt x="53098" y="19406"/>
                  <a:pt x="56855" y="15528"/>
                  <a:pt x="60999" y="11520"/>
                </a:cubicBezTo>
                <a:cubicBezTo>
                  <a:pt x="53871" y="12239"/>
                  <a:pt x="48761" y="12597"/>
                  <a:pt x="45666" y="12597"/>
                </a:cubicBezTo>
                <a:lnTo>
                  <a:pt x="12929" y="12597"/>
                </a:lnTo>
                <a:lnTo>
                  <a:pt x="15581" y="0"/>
                </a:lnTo>
                <a:lnTo>
                  <a:pt x="83625" y="0"/>
                </a:lnTo>
                <a:lnTo>
                  <a:pt x="81636" y="9448"/>
                </a:lnTo>
                <a:lnTo>
                  <a:pt x="33897" y="63016"/>
                </a:lnTo>
                <a:cubicBezTo>
                  <a:pt x="31190" y="66109"/>
                  <a:pt x="27157" y="70271"/>
                  <a:pt x="21797" y="75503"/>
                </a:cubicBezTo>
                <a:cubicBezTo>
                  <a:pt x="30140" y="75005"/>
                  <a:pt x="35859" y="74756"/>
                  <a:pt x="38953" y="74756"/>
                </a:cubicBezTo>
                <a:lnTo>
                  <a:pt x="73596" y="74756"/>
                </a:lnTo>
                <a:lnTo>
                  <a:pt x="70862" y="88017"/>
                </a:lnTo>
                <a:lnTo>
                  <a:pt x="0" y="88017"/>
                </a:lnTo>
              </a:path>
            </a:pathLst>
          </a:custGeom>
          <a:solidFill xmlns:a="http://schemas.openxmlformats.org/drawingml/2006/main">
            <a:srgbClr val="000000"/>
          </a:solidFill>
          <a:ln xmlns:a="http://schemas.openxmlformats.org/drawingml/2006/main" w="0">
            <a:noFill/>
            <a:prstDash val="solid"/>
          </a:ln>
        </p:spPr>
      </p:sp>
      <p:sp>
        <p:nvSpPr>
          <p:cNvPr id="131" name="pdf-path-100060">
            <a:extLst xmlns:a="http://schemas.openxmlformats.org/drawingml/2006/main">
              <a:ext uri="{FF2B5EF4-FFF2-40B4-BE49-F238E27FC236}">
                <a16:creationId xmlns:a16="http://schemas.microsoft.com/office/drawing/2014/main" id="{55C83680-3A9A-4A58-86A8-7FBD6FF41B8A}"/>
              </a:ext>
            </a:extLst>
          </p:cNvPr>
          <p:cNvSpPr>
            <a:spLocks xmlns:a="http://schemas.openxmlformats.org/drawingml/2006/main" noGrp="1"/>
          </p:cNvSpPr>
          <p:nvPr/>
        </p:nvSpPr>
        <p:spPr>
          <a:xfrm xmlns:a="http://schemas.openxmlformats.org/drawingml/2006/main">
            <a:off x="3118506" y="1519561"/>
            <a:ext cx="13012" cy="159459"/>
          </a:xfrm>
          <a:custGeom xmlns:a="http://schemas.openxmlformats.org/drawingml/2006/main">
            <a:pathLst>
              <a:path w="13012" h="159459">
                <a:moveTo>
                  <a:pt x="0" y="159459"/>
                </a:moveTo>
                <a:lnTo>
                  <a:pt x="0" y="0"/>
                </a:lnTo>
                <a:lnTo>
                  <a:pt x="13012" y="0"/>
                </a:lnTo>
                <a:lnTo>
                  <a:pt x="13012" y="159459"/>
                </a:lnTo>
                <a:lnTo>
                  <a:pt x="0" y="159459"/>
                </a:lnTo>
              </a:path>
            </a:pathLst>
          </a:custGeom>
          <a:solidFill xmlns:a="http://schemas.openxmlformats.org/drawingml/2006/main">
            <a:srgbClr val="000000"/>
          </a:solidFill>
          <a:ln xmlns:a="http://schemas.openxmlformats.org/drawingml/2006/main" w="0">
            <a:noFill/>
            <a:prstDash val="solid"/>
          </a:ln>
        </p:spPr>
      </p:sp>
      <p:sp>
        <p:nvSpPr>
          <p:cNvPr id="132" name="pdf-path-100061">
            <a:extLst xmlns:a="http://schemas.openxmlformats.org/drawingml/2006/main">
              <a:ext uri="{FF2B5EF4-FFF2-40B4-BE49-F238E27FC236}">
                <a16:creationId xmlns:a16="http://schemas.microsoft.com/office/drawing/2014/main" id="{3AFCB82E-7BA8-4CB3-A411-D837F28C855A}"/>
              </a:ext>
            </a:extLst>
          </p:cNvPr>
          <p:cNvSpPr>
            <a:spLocks xmlns:a="http://schemas.openxmlformats.org/drawingml/2006/main" noGrp="1"/>
          </p:cNvSpPr>
          <p:nvPr/>
        </p:nvSpPr>
        <p:spPr>
          <a:xfrm xmlns:a="http://schemas.openxmlformats.org/drawingml/2006/main">
            <a:off x="3155174" y="1553210"/>
            <a:ext cx="83376" cy="91995"/>
          </a:xfrm>
          <a:custGeom xmlns:a="http://schemas.openxmlformats.org/drawingml/2006/main">
            <a:pathLst>
              <a:path w="83376" h="91995">
                <a:moveTo>
                  <a:pt x="0" y="56606"/>
                </a:moveTo>
                <a:cubicBezTo>
                  <a:pt x="0" y="39423"/>
                  <a:pt x="5056" y="25195"/>
                  <a:pt x="15167" y="13924"/>
                </a:cubicBezTo>
                <a:cubicBezTo>
                  <a:pt x="23510" y="4641"/>
                  <a:pt x="34450" y="0"/>
                  <a:pt x="47987" y="0"/>
                </a:cubicBezTo>
                <a:cubicBezTo>
                  <a:pt x="58595" y="0"/>
                  <a:pt x="67145" y="3315"/>
                  <a:pt x="73638" y="9946"/>
                </a:cubicBezTo>
                <a:cubicBezTo>
                  <a:pt x="80130" y="16576"/>
                  <a:pt x="83376" y="25527"/>
                  <a:pt x="83376" y="36798"/>
                </a:cubicBezTo>
                <a:cubicBezTo>
                  <a:pt x="83376" y="46909"/>
                  <a:pt x="81332" y="56316"/>
                  <a:pt x="77243" y="65018"/>
                </a:cubicBezTo>
                <a:cubicBezTo>
                  <a:pt x="73154" y="73721"/>
                  <a:pt x="67339" y="80392"/>
                  <a:pt x="59797" y="85033"/>
                </a:cubicBezTo>
                <a:cubicBezTo>
                  <a:pt x="52255" y="89675"/>
                  <a:pt x="44312" y="91995"/>
                  <a:pt x="35969" y="91995"/>
                </a:cubicBezTo>
                <a:cubicBezTo>
                  <a:pt x="29118" y="91995"/>
                  <a:pt x="22888" y="90531"/>
                  <a:pt x="17280" y="87603"/>
                </a:cubicBezTo>
                <a:cubicBezTo>
                  <a:pt x="11672" y="84675"/>
                  <a:pt x="7390" y="80531"/>
                  <a:pt x="4434" y="75171"/>
                </a:cubicBezTo>
                <a:cubicBezTo>
                  <a:pt x="1478" y="69812"/>
                  <a:pt x="0" y="63623"/>
                  <a:pt x="0" y="56606"/>
                </a:cubicBezTo>
                <a:moveTo>
                  <a:pt x="15001" y="55114"/>
                </a:moveTo>
                <a:cubicBezTo>
                  <a:pt x="15001" y="63402"/>
                  <a:pt x="16990" y="69687"/>
                  <a:pt x="20968" y="73969"/>
                </a:cubicBezTo>
                <a:cubicBezTo>
                  <a:pt x="24946" y="78251"/>
                  <a:pt x="30002" y="80392"/>
                  <a:pt x="36135" y="80392"/>
                </a:cubicBezTo>
                <a:cubicBezTo>
                  <a:pt x="39340" y="80392"/>
                  <a:pt x="42517" y="79743"/>
                  <a:pt x="45666" y="78445"/>
                </a:cubicBezTo>
                <a:cubicBezTo>
                  <a:pt x="48815" y="77146"/>
                  <a:pt x="51744" y="75171"/>
                  <a:pt x="54451" y="72519"/>
                </a:cubicBezTo>
                <a:cubicBezTo>
                  <a:pt x="57159" y="69867"/>
                  <a:pt x="59465" y="66842"/>
                  <a:pt x="61372" y="63444"/>
                </a:cubicBezTo>
                <a:cubicBezTo>
                  <a:pt x="63278" y="60046"/>
                  <a:pt x="64811" y="56385"/>
                  <a:pt x="65972" y="52462"/>
                </a:cubicBezTo>
                <a:cubicBezTo>
                  <a:pt x="67684" y="46992"/>
                  <a:pt x="68541" y="41743"/>
                  <a:pt x="68541" y="36715"/>
                </a:cubicBezTo>
                <a:cubicBezTo>
                  <a:pt x="68541" y="28759"/>
                  <a:pt x="66538" y="22585"/>
                  <a:pt x="62532" y="18192"/>
                </a:cubicBezTo>
                <a:cubicBezTo>
                  <a:pt x="58526" y="13800"/>
                  <a:pt x="53484" y="11603"/>
                  <a:pt x="47407" y="11603"/>
                </a:cubicBezTo>
                <a:cubicBezTo>
                  <a:pt x="42710" y="11603"/>
                  <a:pt x="38428" y="12722"/>
                  <a:pt x="34560" y="14960"/>
                </a:cubicBezTo>
                <a:cubicBezTo>
                  <a:pt x="30693" y="17197"/>
                  <a:pt x="27198" y="20471"/>
                  <a:pt x="24076" y="24781"/>
                </a:cubicBezTo>
                <a:cubicBezTo>
                  <a:pt x="20955" y="29090"/>
                  <a:pt x="18662" y="34105"/>
                  <a:pt x="17197" y="39823"/>
                </a:cubicBezTo>
                <a:cubicBezTo>
                  <a:pt x="15733" y="45542"/>
                  <a:pt x="15001" y="50639"/>
                  <a:pt x="15001" y="55114"/>
                </a:cubicBezTo>
              </a:path>
            </a:pathLst>
          </a:custGeom>
          <a:solidFill xmlns:a="http://schemas.openxmlformats.org/drawingml/2006/main">
            <a:srgbClr val="000000"/>
          </a:solidFill>
          <a:ln xmlns:a="http://schemas.openxmlformats.org/drawingml/2006/main" w="0">
            <a:noFill/>
            <a:prstDash val="solid"/>
          </a:ln>
        </p:spPr>
      </p:sp>
      <p:sp>
        <p:nvSpPr>
          <p:cNvPr id="133" name="pdf-path-100062">
            <a:extLst xmlns:a="http://schemas.openxmlformats.org/drawingml/2006/main">
              <a:ext uri="{FF2B5EF4-FFF2-40B4-BE49-F238E27FC236}">
                <a16:creationId xmlns:a16="http://schemas.microsoft.com/office/drawing/2014/main" id="{3E3BC242-1D3F-4740-8F61-9D93BC626B19}"/>
              </a:ext>
            </a:extLst>
          </p:cNvPr>
          <p:cNvSpPr>
            <a:spLocks xmlns:a="http://schemas.openxmlformats.org/drawingml/2006/main" noGrp="1"/>
          </p:cNvSpPr>
          <p:nvPr/>
        </p:nvSpPr>
        <p:spPr>
          <a:xfrm xmlns:a="http://schemas.openxmlformats.org/drawingml/2006/main">
            <a:off x="3255598" y="1519561"/>
            <a:ext cx="55777" cy="159459"/>
          </a:xfrm>
          <a:custGeom xmlns:a="http://schemas.openxmlformats.org/drawingml/2006/main">
            <a:pathLst>
              <a:path w="55777" h="159459">
                <a:moveTo>
                  <a:pt x="13012" y="159459"/>
                </a:moveTo>
                <a:cubicBezTo>
                  <a:pt x="4337" y="140432"/>
                  <a:pt x="0" y="120880"/>
                  <a:pt x="0" y="100801"/>
                </a:cubicBezTo>
                <a:cubicBezTo>
                  <a:pt x="0" y="87416"/>
                  <a:pt x="1754" y="74958"/>
                  <a:pt x="5263" y="63428"/>
                </a:cubicBezTo>
                <a:cubicBezTo>
                  <a:pt x="8771" y="51896"/>
                  <a:pt x="14117" y="40488"/>
                  <a:pt x="21300" y="29204"/>
                </a:cubicBezTo>
                <a:cubicBezTo>
                  <a:pt x="26051" y="21681"/>
                  <a:pt x="33649" y="11947"/>
                  <a:pt x="44091" y="0"/>
                </a:cubicBezTo>
                <a:lnTo>
                  <a:pt x="55777" y="0"/>
                </a:lnTo>
                <a:cubicBezTo>
                  <a:pt x="49313" y="6914"/>
                  <a:pt x="42475" y="16648"/>
                  <a:pt x="35265" y="29204"/>
                </a:cubicBezTo>
                <a:cubicBezTo>
                  <a:pt x="28054" y="41758"/>
                  <a:pt x="22819" y="54093"/>
                  <a:pt x="19559" y="66207"/>
                </a:cubicBezTo>
                <a:cubicBezTo>
                  <a:pt x="16299" y="78319"/>
                  <a:pt x="14669" y="90487"/>
                  <a:pt x="14669" y="102710"/>
                </a:cubicBezTo>
                <a:cubicBezTo>
                  <a:pt x="14669" y="120962"/>
                  <a:pt x="17846" y="139878"/>
                  <a:pt x="24200" y="159459"/>
                </a:cubicBezTo>
                <a:lnTo>
                  <a:pt x="13012" y="159459"/>
                </a:lnTo>
              </a:path>
            </a:pathLst>
          </a:custGeom>
          <a:solidFill xmlns:a="http://schemas.openxmlformats.org/drawingml/2006/main">
            <a:srgbClr val="000000"/>
          </a:solidFill>
          <a:ln xmlns:a="http://schemas.openxmlformats.org/drawingml/2006/main" w="0">
            <a:noFill/>
            <a:prstDash val="solid"/>
          </a:ln>
        </p:spPr>
      </p:sp>
      <p:sp>
        <p:nvSpPr>
          <p:cNvPr id="134" name="pdf-path-100063">
            <a:extLst xmlns:a="http://schemas.openxmlformats.org/drawingml/2006/main">
              <a:ext uri="{FF2B5EF4-FFF2-40B4-BE49-F238E27FC236}">
                <a16:creationId xmlns:a16="http://schemas.microsoft.com/office/drawing/2014/main" id="{A2E7F70B-9F89-479D-8015-F1E12633F2D0}"/>
              </a:ext>
            </a:extLst>
          </p:cNvPr>
          <p:cNvSpPr>
            <a:spLocks xmlns:a="http://schemas.openxmlformats.org/drawingml/2006/main" noGrp="1"/>
          </p:cNvSpPr>
          <p:nvPr/>
        </p:nvSpPr>
        <p:spPr>
          <a:xfrm xmlns:a="http://schemas.openxmlformats.org/drawingml/2006/main">
            <a:off x="3311124" y="1566664"/>
            <a:ext cx="74480" cy="78758"/>
          </a:xfrm>
          <a:custGeom xmlns:a="http://schemas.openxmlformats.org/drawingml/2006/main">
            <a:pathLst>
              <a:path w="74480" h="78758">
                <a:moveTo>
                  <a:pt x="74480" y="0"/>
                </a:moveTo>
                <a:cubicBezTo>
                  <a:pt x="71877" y="6225"/>
                  <a:pt x="68295" y="10270"/>
                  <a:pt x="63734" y="12137"/>
                </a:cubicBezTo>
                <a:cubicBezTo>
                  <a:pt x="59176" y="14003"/>
                  <a:pt x="51861" y="14936"/>
                  <a:pt x="41789" y="14936"/>
                </a:cubicBezTo>
                <a:lnTo>
                  <a:pt x="22167" y="56184"/>
                </a:lnTo>
                <a:cubicBezTo>
                  <a:pt x="20290" y="59917"/>
                  <a:pt x="18989" y="63595"/>
                  <a:pt x="18264" y="67217"/>
                </a:cubicBezTo>
                <a:cubicBezTo>
                  <a:pt x="17540" y="70838"/>
                  <a:pt x="18875" y="72648"/>
                  <a:pt x="22270" y="72648"/>
                </a:cubicBezTo>
                <a:cubicBezTo>
                  <a:pt x="26229" y="72648"/>
                  <a:pt x="30030" y="70612"/>
                  <a:pt x="33673" y="66539"/>
                </a:cubicBezTo>
                <a:cubicBezTo>
                  <a:pt x="37318" y="62464"/>
                  <a:pt x="40227" y="58107"/>
                  <a:pt x="42399" y="53467"/>
                </a:cubicBezTo>
                <a:lnTo>
                  <a:pt x="45692" y="54824"/>
                </a:lnTo>
                <a:cubicBezTo>
                  <a:pt x="41664" y="62520"/>
                  <a:pt x="37484" y="68433"/>
                  <a:pt x="33149" y="72563"/>
                </a:cubicBezTo>
                <a:cubicBezTo>
                  <a:pt x="28814" y="76693"/>
                  <a:pt x="23140" y="78758"/>
                  <a:pt x="16124" y="78758"/>
                </a:cubicBezTo>
                <a:cubicBezTo>
                  <a:pt x="12391" y="78758"/>
                  <a:pt x="9421" y="77627"/>
                  <a:pt x="7212" y="75365"/>
                </a:cubicBezTo>
                <a:cubicBezTo>
                  <a:pt x="5006" y="73102"/>
                  <a:pt x="4276" y="70102"/>
                  <a:pt x="5023" y="66368"/>
                </a:cubicBezTo>
                <a:cubicBezTo>
                  <a:pt x="5498" y="63992"/>
                  <a:pt x="7303" y="59352"/>
                  <a:pt x="10438" y="52449"/>
                </a:cubicBezTo>
                <a:cubicBezTo>
                  <a:pt x="13573" y="45546"/>
                  <a:pt x="17132" y="37936"/>
                  <a:pt x="21114" y="29619"/>
                </a:cubicBezTo>
                <a:cubicBezTo>
                  <a:pt x="25098" y="21302"/>
                  <a:pt x="27486" y="16294"/>
                  <a:pt x="28278" y="14597"/>
                </a:cubicBezTo>
                <a:cubicBezTo>
                  <a:pt x="23140" y="14259"/>
                  <a:pt x="19327" y="14090"/>
                  <a:pt x="16839" y="14090"/>
                </a:cubicBezTo>
                <a:cubicBezTo>
                  <a:pt x="14687" y="14090"/>
                  <a:pt x="12373" y="14910"/>
                  <a:pt x="9895" y="16550"/>
                </a:cubicBezTo>
                <a:cubicBezTo>
                  <a:pt x="7417" y="18190"/>
                  <a:pt x="5364" y="20255"/>
                  <a:pt x="3735" y="22745"/>
                </a:cubicBezTo>
                <a:lnTo>
                  <a:pt x="0" y="22745"/>
                </a:lnTo>
                <a:cubicBezTo>
                  <a:pt x="3825" y="16068"/>
                  <a:pt x="8057" y="11174"/>
                  <a:pt x="12696" y="8063"/>
                </a:cubicBezTo>
                <a:cubicBezTo>
                  <a:pt x="17336" y="4951"/>
                  <a:pt x="23334" y="3396"/>
                  <a:pt x="30689" y="3396"/>
                </a:cubicBezTo>
                <a:cubicBezTo>
                  <a:pt x="34762" y="3396"/>
                  <a:pt x="40221" y="3537"/>
                  <a:pt x="47066" y="3820"/>
                </a:cubicBezTo>
                <a:cubicBezTo>
                  <a:pt x="53913" y="4103"/>
                  <a:pt x="59373" y="4245"/>
                  <a:pt x="63448" y="4245"/>
                </a:cubicBezTo>
                <a:cubicBezTo>
                  <a:pt x="66728" y="4245"/>
                  <a:pt x="69387" y="2830"/>
                  <a:pt x="71424" y="0"/>
                </a:cubicBezTo>
                <a:lnTo>
                  <a:pt x="74480" y="0"/>
                </a:lnTo>
              </a:path>
            </a:pathLst>
          </a:custGeom>
          <a:solidFill xmlns:a="http://schemas.openxmlformats.org/drawingml/2006/main">
            <a:srgbClr val="000000"/>
          </a:solidFill>
          <a:ln xmlns:a="http://schemas.openxmlformats.org/drawingml/2006/main" w="0">
            <a:noFill/>
            <a:prstDash val="solid"/>
          </a:ln>
        </p:spPr>
      </p:sp>
      <p:sp>
        <p:nvSpPr>
          <p:cNvPr id="135" name="pdf-path-100064">
            <a:extLst xmlns:a="http://schemas.openxmlformats.org/drawingml/2006/main">
              <a:ext uri="{FF2B5EF4-FFF2-40B4-BE49-F238E27FC236}">
                <a16:creationId xmlns:a16="http://schemas.microsoft.com/office/drawing/2014/main" id="{5B10B35E-0FAF-4A09-87BE-8E25C8EADDCB}"/>
              </a:ext>
            </a:extLst>
          </p:cNvPr>
          <p:cNvSpPr>
            <a:spLocks xmlns:a="http://schemas.openxmlformats.org/drawingml/2006/main" noGrp="1"/>
          </p:cNvSpPr>
          <p:nvPr/>
        </p:nvSpPr>
        <p:spPr>
          <a:xfrm xmlns:a="http://schemas.openxmlformats.org/drawingml/2006/main">
            <a:off x="3361600" y="1519561"/>
            <a:ext cx="55777" cy="159459"/>
          </a:xfrm>
          <a:custGeom xmlns:a="http://schemas.openxmlformats.org/drawingml/2006/main">
            <a:pathLst>
              <a:path w="55777" h="159459">
                <a:moveTo>
                  <a:pt x="42682" y="0"/>
                </a:moveTo>
                <a:cubicBezTo>
                  <a:pt x="51412" y="19026"/>
                  <a:pt x="55777" y="38551"/>
                  <a:pt x="55777" y="58574"/>
                </a:cubicBezTo>
                <a:cubicBezTo>
                  <a:pt x="55777" y="72014"/>
                  <a:pt x="54023" y="84487"/>
                  <a:pt x="50515" y="95992"/>
                </a:cubicBezTo>
                <a:cubicBezTo>
                  <a:pt x="47006" y="107494"/>
                  <a:pt x="41660" y="118915"/>
                  <a:pt x="34478" y="130254"/>
                </a:cubicBezTo>
                <a:cubicBezTo>
                  <a:pt x="29671" y="137777"/>
                  <a:pt x="22074" y="147512"/>
                  <a:pt x="11686" y="159459"/>
                </a:cubicBezTo>
                <a:lnTo>
                  <a:pt x="0" y="159459"/>
                </a:lnTo>
                <a:cubicBezTo>
                  <a:pt x="6409" y="152490"/>
                  <a:pt x="13233" y="142727"/>
                  <a:pt x="20471" y="130171"/>
                </a:cubicBezTo>
                <a:cubicBezTo>
                  <a:pt x="27709" y="117617"/>
                  <a:pt x="32944" y="105297"/>
                  <a:pt x="36177" y="93212"/>
                </a:cubicBezTo>
                <a:cubicBezTo>
                  <a:pt x="39409" y="81126"/>
                  <a:pt x="41025" y="68944"/>
                  <a:pt x="41025" y="56666"/>
                </a:cubicBezTo>
                <a:cubicBezTo>
                  <a:pt x="41025" y="38413"/>
                  <a:pt x="37848" y="19525"/>
                  <a:pt x="31494" y="0"/>
                </a:cubicBezTo>
                <a:lnTo>
                  <a:pt x="42682" y="0"/>
                </a:lnTo>
              </a:path>
            </a:pathLst>
          </a:custGeom>
          <a:solidFill xmlns:a="http://schemas.openxmlformats.org/drawingml/2006/main">
            <a:srgbClr val="000000"/>
          </a:solidFill>
          <a:ln xmlns:a="http://schemas.openxmlformats.org/drawingml/2006/main" w="0">
            <a:noFill/>
            <a:prstDash val="solid"/>
          </a:ln>
        </p:spPr>
      </p:sp>
      <p:sp>
        <p:nvSpPr>
          <p:cNvPr id="136" name="pdf-path-100065">
            <a:extLst xmlns:a="http://schemas.openxmlformats.org/drawingml/2006/main">
              <a:ext uri="{FF2B5EF4-FFF2-40B4-BE49-F238E27FC236}">
                <a16:creationId xmlns:a16="http://schemas.microsoft.com/office/drawing/2014/main" id="{4A2C7A54-85C7-48CE-848F-F2B3F4072F13}"/>
              </a:ext>
            </a:extLst>
          </p:cNvPr>
          <p:cNvSpPr>
            <a:spLocks xmlns:a="http://schemas.openxmlformats.org/drawingml/2006/main" noGrp="1"/>
          </p:cNvSpPr>
          <p:nvPr/>
        </p:nvSpPr>
        <p:spPr>
          <a:xfrm xmlns:a="http://schemas.openxmlformats.org/drawingml/2006/main">
            <a:off x="3418122" y="1519561"/>
            <a:ext cx="55777" cy="159459"/>
          </a:xfrm>
          <a:custGeom xmlns:a="http://schemas.openxmlformats.org/drawingml/2006/main">
            <a:pathLst>
              <a:path w="55777" h="159459">
                <a:moveTo>
                  <a:pt x="42682" y="0"/>
                </a:moveTo>
                <a:cubicBezTo>
                  <a:pt x="51412" y="19026"/>
                  <a:pt x="55777" y="38551"/>
                  <a:pt x="55777" y="58574"/>
                </a:cubicBezTo>
                <a:cubicBezTo>
                  <a:pt x="55777" y="72014"/>
                  <a:pt x="54023" y="84487"/>
                  <a:pt x="50515" y="95992"/>
                </a:cubicBezTo>
                <a:cubicBezTo>
                  <a:pt x="47006" y="107494"/>
                  <a:pt x="41660" y="118915"/>
                  <a:pt x="34478" y="130254"/>
                </a:cubicBezTo>
                <a:cubicBezTo>
                  <a:pt x="29671" y="137777"/>
                  <a:pt x="22074" y="147512"/>
                  <a:pt x="11686" y="159459"/>
                </a:cubicBezTo>
                <a:lnTo>
                  <a:pt x="0" y="159459"/>
                </a:lnTo>
                <a:cubicBezTo>
                  <a:pt x="6409" y="152490"/>
                  <a:pt x="13233" y="142727"/>
                  <a:pt x="20471" y="130171"/>
                </a:cubicBezTo>
                <a:cubicBezTo>
                  <a:pt x="27709" y="117617"/>
                  <a:pt x="32944" y="105297"/>
                  <a:pt x="36177" y="93212"/>
                </a:cubicBezTo>
                <a:cubicBezTo>
                  <a:pt x="39409" y="81126"/>
                  <a:pt x="41025" y="68944"/>
                  <a:pt x="41025" y="56666"/>
                </a:cubicBezTo>
                <a:cubicBezTo>
                  <a:pt x="41025" y="38413"/>
                  <a:pt x="37848" y="19525"/>
                  <a:pt x="31494" y="0"/>
                </a:cubicBezTo>
                <a:lnTo>
                  <a:pt x="42682" y="0"/>
                </a:lnTo>
              </a:path>
            </a:pathLst>
          </a:custGeom>
          <a:solidFill xmlns:a="http://schemas.openxmlformats.org/drawingml/2006/main">
            <a:srgbClr val="000000"/>
          </a:solidFill>
          <a:ln xmlns:a="http://schemas.openxmlformats.org/drawingml/2006/main" w="0">
            <a:noFill/>
            <a:prstDash val="solid"/>
          </a:ln>
        </p:spPr>
      </p:sp>
      <p:sp>
        <p:nvSpPr>
          <p:cNvPr id="137" name="pdf-path-100066">
            <a:extLst xmlns:a="http://schemas.openxmlformats.org/drawingml/2006/main">
              <a:ext uri="{FF2B5EF4-FFF2-40B4-BE49-F238E27FC236}">
                <a16:creationId xmlns:a16="http://schemas.microsoft.com/office/drawing/2014/main" id="{B16A0D73-9492-40D6-B014-145B501E5612}"/>
              </a:ext>
            </a:extLst>
          </p:cNvPr>
          <p:cNvSpPr>
            <a:spLocks xmlns:a="http://schemas.openxmlformats.org/drawingml/2006/main" noGrp="1"/>
          </p:cNvSpPr>
          <p:nvPr/>
        </p:nvSpPr>
        <p:spPr>
          <a:xfrm xmlns:a="http://schemas.openxmlformats.org/drawingml/2006/main">
            <a:off x="3538568" y="1591665"/>
            <a:ext cx="48898" cy="15084"/>
          </a:xfrm>
          <a:custGeom xmlns:a="http://schemas.openxmlformats.org/drawingml/2006/main">
            <a:pathLst>
              <a:path w="48898" h="15084">
                <a:moveTo>
                  <a:pt x="0" y="15084"/>
                </a:moveTo>
                <a:lnTo>
                  <a:pt x="3149" y="0"/>
                </a:lnTo>
                <a:lnTo>
                  <a:pt x="48898" y="0"/>
                </a:lnTo>
                <a:lnTo>
                  <a:pt x="45832" y="15084"/>
                </a:lnTo>
                <a:lnTo>
                  <a:pt x="0" y="15084"/>
                </a:lnTo>
              </a:path>
            </a:pathLst>
          </a:custGeom>
          <a:solidFill xmlns:a="http://schemas.openxmlformats.org/drawingml/2006/main">
            <a:srgbClr val="000000"/>
          </a:solidFill>
          <a:ln xmlns:a="http://schemas.openxmlformats.org/drawingml/2006/main" w="0">
            <a:noFill/>
            <a:prstDash val="solid"/>
          </a:ln>
        </p:spPr>
      </p:sp>
      <p:sp>
        <p:nvSpPr>
          <p:cNvPr id="138" name="pdf-path-100067">
            <a:extLst xmlns:a="http://schemas.openxmlformats.org/drawingml/2006/main">
              <a:ext uri="{FF2B5EF4-FFF2-40B4-BE49-F238E27FC236}">
                <a16:creationId xmlns:a16="http://schemas.microsoft.com/office/drawing/2014/main" id="{952B0774-D636-46EB-B0B6-2BFE67CD788E}"/>
              </a:ext>
            </a:extLst>
          </p:cNvPr>
          <p:cNvSpPr>
            <a:spLocks xmlns:a="http://schemas.openxmlformats.org/drawingml/2006/main" noGrp="1"/>
          </p:cNvSpPr>
          <p:nvPr/>
        </p:nvSpPr>
        <p:spPr>
          <a:xfrm xmlns:a="http://schemas.openxmlformats.org/drawingml/2006/main">
            <a:off x="3638708" y="1521716"/>
            <a:ext cx="40362" cy="121500"/>
          </a:xfrm>
          <a:custGeom xmlns:a="http://schemas.openxmlformats.org/drawingml/2006/main">
            <a:pathLst>
              <a:path w="40362" h="121500">
                <a:moveTo>
                  <a:pt x="0" y="121500"/>
                </a:moveTo>
                <a:lnTo>
                  <a:pt x="25361" y="0"/>
                </a:lnTo>
                <a:lnTo>
                  <a:pt x="40362" y="0"/>
                </a:lnTo>
                <a:lnTo>
                  <a:pt x="15001" y="121500"/>
                </a:lnTo>
                <a:lnTo>
                  <a:pt x="0" y="121500"/>
                </a:lnTo>
              </a:path>
            </a:pathLst>
          </a:custGeom>
          <a:solidFill xmlns:a="http://schemas.openxmlformats.org/drawingml/2006/main">
            <a:srgbClr val="000000"/>
          </a:solidFill>
          <a:ln xmlns:a="http://schemas.openxmlformats.org/drawingml/2006/main" w="0">
            <a:noFill/>
            <a:prstDash val="solid"/>
          </a:ln>
        </p:spPr>
      </p:sp>
      <p:sp>
        <p:nvSpPr>
          <p:cNvPr id="139" name="pdf-path-100068">
            <a:extLst xmlns:a="http://schemas.openxmlformats.org/drawingml/2006/main">
              <a:ext uri="{FF2B5EF4-FFF2-40B4-BE49-F238E27FC236}">
                <a16:creationId xmlns:a16="http://schemas.microsoft.com/office/drawing/2014/main" id="{A5D00C61-B566-4AF2-9D78-E834AE1C14DE}"/>
              </a:ext>
            </a:extLst>
          </p:cNvPr>
          <p:cNvSpPr>
            <a:spLocks xmlns:a="http://schemas.openxmlformats.org/drawingml/2006/main" noGrp="1"/>
          </p:cNvSpPr>
          <p:nvPr/>
        </p:nvSpPr>
        <p:spPr>
          <a:xfrm xmlns:a="http://schemas.openxmlformats.org/drawingml/2006/main">
            <a:off x="3680202" y="1553210"/>
            <a:ext cx="83376" cy="91995"/>
          </a:xfrm>
          <a:custGeom xmlns:a="http://schemas.openxmlformats.org/drawingml/2006/main">
            <a:pathLst>
              <a:path w="83376" h="91995">
                <a:moveTo>
                  <a:pt x="0" y="56606"/>
                </a:moveTo>
                <a:cubicBezTo>
                  <a:pt x="0" y="39423"/>
                  <a:pt x="5056" y="25195"/>
                  <a:pt x="15167" y="13924"/>
                </a:cubicBezTo>
                <a:cubicBezTo>
                  <a:pt x="23510" y="4641"/>
                  <a:pt x="34450" y="0"/>
                  <a:pt x="47987" y="0"/>
                </a:cubicBezTo>
                <a:cubicBezTo>
                  <a:pt x="58595" y="0"/>
                  <a:pt x="67145" y="3315"/>
                  <a:pt x="73638" y="9946"/>
                </a:cubicBezTo>
                <a:cubicBezTo>
                  <a:pt x="80130" y="16576"/>
                  <a:pt x="83376" y="25527"/>
                  <a:pt x="83376" y="36798"/>
                </a:cubicBezTo>
                <a:cubicBezTo>
                  <a:pt x="83376" y="46909"/>
                  <a:pt x="81332" y="56316"/>
                  <a:pt x="77243" y="65018"/>
                </a:cubicBezTo>
                <a:cubicBezTo>
                  <a:pt x="73154" y="73721"/>
                  <a:pt x="67339" y="80392"/>
                  <a:pt x="59797" y="85033"/>
                </a:cubicBezTo>
                <a:cubicBezTo>
                  <a:pt x="52255" y="89675"/>
                  <a:pt x="44312" y="91995"/>
                  <a:pt x="35969" y="91995"/>
                </a:cubicBezTo>
                <a:cubicBezTo>
                  <a:pt x="29118" y="91995"/>
                  <a:pt x="22888" y="90531"/>
                  <a:pt x="17280" y="87603"/>
                </a:cubicBezTo>
                <a:cubicBezTo>
                  <a:pt x="11672" y="84675"/>
                  <a:pt x="7390" y="80531"/>
                  <a:pt x="4434" y="75171"/>
                </a:cubicBezTo>
                <a:cubicBezTo>
                  <a:pt x="1478" y="69812"/>
                  <a:pt x="0" y="63623"/>
                  <a:pt x="0" y="56606"/>
                </a:cubicBezTo>
                <a:moveTo>
                  <a:pt x="15001" y="55114"/>
                </a:moveTo>
                <a:cubicBezTo>
                  <a:pt x="15001" y="63402"/>
                  <a:pt x="16990" y="69687"/>
                  <a:pt x="20968" y="73969"/>
                </a:cubicBezTo>
                <a:cubicBezTo>
                  <a:pt x="24946" y="78251"/>
                  <a:pt x="30002" y="80392"/>
                  <a:pt x="36135" y="80392"/>
                </a:cubicBezTo>
                <a:cubicBezTo>
                  <a:pt x="39340" y="80392"/>
                  <a:pt x="42517" y="79743"/>
                  <a:pt x="45666" y="78445"/>
                </a:cubicBezTo>
                <a:cubicBezTo>
                  <a:pt x="48815" y="77146"/>
                  <a:pt x="51744" y="75171"/>
                  <a:pt x="54451" y="72519"/>
                </a:cubicBezTo>
                <a:cubicBezTo>
                  <a:pt x="57159" y="69867"/>
                  <a:pt x="59465" y="66842"/>
                  <a:pt x="61372" y="63444"/>
                </a:cubicBezTo>
                <a:cubicBezTo>
                  <a:pt x="63278" y="60046"/>
                  <a:pt x="64811" y="56385"/>
                  <a:pt x="65972" y="52462"/>
                </a:cubicBezTo>
                <a:cubicBezTo>
                  <a:pt x="67684" y="46992"/>
                  <a:pt x="68541" y="41743"/>
                  <a:pt x="68541" y="36715"/>
                </a:cubicBezTo>
                <a:cubicBezTo>
                  <a:pt x="68541" y="28759"/>
                  <a:pt x="66538" y="22585"/>
                  <a:pt x="62532" y="18192"/>
                </a:cubicBezTo>
                <a:cubicBezTo>
                  <a:pt x="58526" y="13800"/>
                  <a:pt x="53484" y="11603"/>
                  <a:pt x="47407" y="11603"/>
                </a:cubicBezTo>
                <a:cubicBezTo>
                  <a:pt x="42710" y="11603"/>
                  <a:pt x="38428" y="12722"/>
                  <a:pt x="34560" y="14960"/>
                </a:cubicBezTo>
                <a:cubicBezTo>
                  <a:pt x="30693" y="17197"/>
                  <a:pt x="27198" y="20471"/>
                  <a:pt x="24076" y="24781"/>
                </a:cubicBezTo>
                <a:cubicBezTo>
                  <a:pt x="20955" y="29090"/>
                  <a:pt x="18662" y="34105"/>
                  <a:pt x="17197" y="39823"/>
                </a:cubicBezTo>
                <a:cubicBezTo>
                  <a:pt x="15733" y="45542"/>
                  <a:pt x="15001" y="50639"/>
                  <a:pt x="15001" y="55114"/>
                </a:cubicBezTo>
              </a:path>
            </a:pathLst>
          </a:custGeom>
          <a:solidFill xmlns:a="http://schemas.openxmlformats.org/drawingml/2006/main">
            <a:srgbClr val="000000"/>
          </a:solidFill>
          <a:ln xmlns:a="http://schemas.openxmlformats.org/drawingml/2006/main" w="0">
            <a:noFill/>
            <a:prstDash val="solid"/>
          </a:ln>
        </p:spPr>
      </p:sp>
      <p:sp>
        <p:nvSpPr>
          <p:cNvPr id="140" name="pdf-path-100069">
            <a:extLst xmlns:a="http://schemas.openxmlformats.org/drawingml/2006/main">
              <a:ext uri="{FF2B5EF4-FFF2-40B4-BE49-F238E27FC236}">
                <a16:creationId xmlns:a16="http://schemas.microsoft.com/office/drawing/2014/main" id="{8BDC571B-74E6-4B08-9244-D7D1A6D60259}"/>
              </a:ext>
            </a:extLst>
          </p:cNvPr>
          <p:cNvSpPr>
            <a:spLocks xmlns:a="http://schemas.openxmlformats.org/drawingml/2006/main" noGrp="1"/>
          </p:cNvSpPr>
          <p:nvPr/>
        </p:nvSpPr>
        <p:spPr>
          <a:xfrm xmlns:a="http://schemas.openxmlformats.org/drawingml/2006/main">
            <a:off x="3770680" y="1553210"/>
            <a:ext cx="91415" cy="125313"/>
          </a:xfrm>
          <a:custGeom xmlns:a="http://schemas.openxmlformats.org/drawingml/2006/main">
            <a:pathLst>
              <a:path w="91415" h="125313">
                <a:moveTo>
                  <a:pt x="415" y="97963"/>
                </a:moveTo>
                <a:lnTo>
                  <a:pt x="15581" y="99289"/>
                </a:lnTo>
                <a:cubicBezTo>
                  <a:pt x="15471" y="102735"/>
                  <a:pt x="15885" y="105320"/>
                  <a:pt x="16824" y="107043"/>
                </a:cubicBezTo>
                <a:cubicBezTo>
                  <a:pt x="17764" y="108766"/>
                  <a:pt x="19256" y="110101"/>
                  <a:pt x="21300" y="111047"/>
                </a:cubicBezTo>
                <a:cubicBezTo>
                  <a:pt x="24007" y="112269"/>
                  <a:pt x="27516" y="112881"/>
                  <a:pt x="31826" y="112881"/>
                </a:cubicBezTo>
                <a:cubicBezTo>
                  <a:pt x="40887" y="112881"/>
                  <a:pt x="47407" y="110532"/>
                  <a:pt x="51385" y="105836"/>
                </a:cubicBezTo>
                <a:cubicBezTo>
                  <a:pt x="53982" y="102687"/>
                  <a:pt x="56385" y="95835"/>
                  <a:pt x="58595" y="85282"/>
                </a:cubicBezTo>
                <a:lnTo>
                  <a:pt x="60087" y="78155"/>
                </a:lnTo>
                <a:cubicBezTo>
                  <a:pt x="52297" y="86056"/>
                  <a:pt x="44009" y="90006"/>
                  <a:pt x="35223" y="90006"/>
                </a:cubicBezTo>
                <a:cubicBezTo>
                  <a:pt x="26328" y="90006"/>
                  <a:pt x="18883" y="86733"/>
                  <a:pt x="12888" y="80185"/>
                </a:cubicBezTo>
                <a:cubicBezTo>
                  <a:pt x="6893" y="73638"/>
                  <a:pt x="3895" y="64369"/>
                  <a:pt x="3895" y="52380"/>
                </a:cubicBezTo>
                <a:cubicBezTo>
                  <a:pt x="3895" y="42489"/>
                  <a:pt x="6257" y="33400"/>
                  <a:pt x="10982" y="25112"/>
                </a:cubicBezTo>
                <a:cubicBezTo>
                  <a:pt x="15705" y="16824"/>
                  <a:pt x="21327" y="10567"/>
                  <a:pt x="27847" y="6340"/>
                </a:cubicBezTo>
                <a:cubicBezTo>
                  <a:pt x="34367" y="2113"/>
                  <a:pt x="41080" y="0"/>
                  <a:pt x="47987" y="0"/>
                </a:cubicBezTo>
                <a:cubicBezTo>
                  <a:pt x="59535" y="0"/>
                  <a:pt x="68430" y="5480"/>
                  <a:pt x="74674" y="16441"/>
                </a:cubicBezTo>
                <a:lnTo>
                  <a:pt x="77657" y="1989"/>
                </a:lnTo>
                <a:lnTo>
                  <a:pt x="91415" y="1989"/>
                </a:lnTo>
                <a:lnTo>
                  <a:pt x="73679" y="86940"/>
                </a:lnTo>
                <a:cubicBezTo>
                  <a:pt x="71745" y="96298"/>
                  <a:pt x="69204" y="103593"/>
                  <a:pt x="66054" y="108825"/>
                </a:cubicBezTo>
                <a:cubicBezTo>
                  <a:pt x="62905" y="114058"/>
                  <a:pt x="58526" y="118114"/>
                  <a:pt x="52918" y="120992"/>
                </a:cubicBezTo>
                <a:cubicBezTo>
                  <a:pt x="47310" y="123872"/>
                  <a:pt x="40832" y="125313"/>
                  <a:pt x="33483" y="125313"/>
                </a:cubicBezTo>
                <a:cubicBezTo>
                  <a:pt x="26411" y="125313"/>
                  <a:pt x="20319" y="124398"/>
                  <a:pt x="15208" y="122570"/>
                </a:cubicBezTo>
                <a:cubicBezTo>
                  <a:pt x="10097" y="120741"/>
                  <a:pt x="6285" y="118067"/>
                  <a:pt x="3771" y="114546"/>
                </a:cubicBezTo>
                <a:cubicBezTo>
                  <a:pt x="1257" y="111027"/>
                  <a:pt x="0" y="106995"/>
                  <a:pt x="0" y="102451"/>
                </a:cubicBezTo>
                <a:cubicBezTo>
                  <a:pt x="0" y="101066"/>
                  <a:pt x="138" y="99570"/>
                  <a:pt x="415" y="97963"/>
                </a:cubicBezTo>
                <a:moveTo>
                  <a:pt x="19145" y="51053"/>
                </a:moveTo>
                <a:cubicBezTo>
                  <a:pt x="19145" y="57076"/>
                  <a:pt x="19725" y="61607"/>
                  <a:pt x="20885" y="64646"/>
                </a:cubicBezTo>
                <a:cubicBezTo>
                  <a:pt x="22543" y="68900"/>
                  <a:pt x="24905" y="72146"/>
                  <a:pt x="27972" y="74384"/>
                </a:cubicBezTo>
                <a:cubicBezTo>
                  <a:pt x="31038" y="76621"/>
                  <a:pt x="34450" y="77740"/>
                  <a:pt x="38207" y="77740"/>
                </a:cubicBezTo>
                <a:cubicBezTo>
                  <a:pt x="43125" y="77740"/>
                  <a:pt x="48015" y="76014"/>
                  <a:pt x="52877" y="72563"/>
                </a:cubicBezTo>
                <a:cubicBezTo>
                  <a:pt x="57739" y="69110"/>
                  <a:pt x="61675" y="63765"/>
                  <a:pt x="64687" y="56529"/>
                </a:cubicBezTo>
                <a:cubicBezTo>
                  <a:pt x="67698" y="49290"/>
                  <a:pt x="69204" y="42385"/>
                  <a:pt x="69204" y="35812"/>
                </a:cubicBezTo>
                <a:cubicBezTo>
                  <a:pt x="69204" y="28572"/>
                  <a:pt x="67201" y="22810"/>
                  <a:pt x="63195" y="18526"/>
                </a:cubicBezTo>
                <a:cubicBezTo>
                  <a:pt x="59189" y="14242"/>
                  <a:pt x="54230" y="12100"/>
                  <a:pt x="48318" y="12100"/>
                </a:cubicBezTo>
                <a:cubicBezTo>
                  <a:pt x="44672" y="12100"/>
                  <a:pt x="41135" y="13081"/>
                  <a:pt x="37710" y="15043"/>
                </a:cubicBezTo>
                <a:cubicBezTo>
                  <a:pt x="34284" y="17004"/>
                  <a:pt x="31093" y="19988"/>
                  <a:pt x="28137" y="23993"/>
                </a:cubicBezTo>
                <a:cubicBezTo>
                  <a:pt x="25181" y="27999"/>
                  <a:pt x="22944" y="32793"/>
                  <a:pt x="21424" y="38373"/>
                </a:cubicBezTo>
                <a:cubicBezTo>
                  <a:pt x="19905" y="43953"/>
                  <a:pt x="19145" y="48180"/>
                  <a:pt x="19145" y="51053"/>
                </a:cubicBezTo>
              </a:path>
            </a:pathLst>
          </a:custGeom>
          <a:solidFill xmlns:a="http://schemas.openxmlformats.org/drawingml/2006/main">
            <a:srgbClr val="000000"/>
          </a:solidFill>
          <a:ln xmlns:a="http://schemas.openxmlformats.org/drawingml/2006/main" w="0">
            <a:noFill/>
            <a:prstDash val="solid"/>
          </a:ln>
        </p:spPr>
      </p:sp>
      <p:sp>
        <p:nvSpPr>
          <p:cNvPr id="141" name="pdf-path-100070">
            <a:extLst xmlns:a="http://schemas.openxmlformats.org/drawingml/2006/main">
              <a:ext uri="{FF2B5EF4-FFF2-40B4-BE49-F238E27FC236}">
                <a16:creationId xmlns:a16="http://schemas.microsoft.com/office/drawing/2014/main" id="{6577361F-046A-4D8C-998C-4A64B8FBABFB}"/>
              </a:ext>
            </a:extLst>
          </p:cNvPr>
          <p:cNvSpPr>
            <a:spLocks xmlns:a="http://schemas.openxmlformats.org/drawingml/2006/main" noGrp="1"/>
          </p:cNvSpPr>
          <p:nvPr/>
        </p:nvSpPr>
        <p:spPr>
          <a:xfrm xmlns:a="http://schemas.openxmlformats.org/drawingml/2006/main">
            <a:off x="3905937" y="1553210"/>
            <a:ext cx="92576" cy="123821"/>
          </a:xfrm>
          <a:custGeom xmlns:a="http://schemas.openxmlformats.org/drawingml/2006/main">
            <a:pathLst>
              <a:path w="92576" h="123821">
                <a:moveTo>
                  <a:pt x="0" y="123821"/>
                </a:moveTo>
                <a:lnTo>
                  <a:pt x="25444" y="1989"/>
                </a:lnTo>
                <a:lnTo>
                  <a:pt x="39285" y="1989"/>
                </a:lnTo>
                <a:lnTo>
                  <a:pt x="36715" y="14255"/>
                </a:lnTo>
                <a:cubicBezTo>
                  <a:pt x="41854" y="8896"/>
                  <a:pt x="46454" y="5180"/>
                  <a:pt x="50515" y="3108"/>
                </a:cubicBezTo>
                <a:cubicBezTo>
                  <a:pt x="54576" y="1036"/>
                  <a:pt x="58871" y="0"/>
                  <a:pt x="63402" y="0"/>
                </a:cubicBezTo>
                <a:cubicBezTo>
                  <a:pt x="71801" y="0"/>
                  <a:pt x="78763" y="3053"/>
                  <a:pt x="84288" y="9158"/>
                </a:cubicBezTo>
                <a:cubicBezTo>
                  <a:pt x="89813" y="15264"/>
                  <a:pt x="92576" y="24007"/>
                  <a:pt x="92576" y="35389"/>
                </a:cubicBezTo>
                <a:cubicBezTo>
                  <a:pt x="92576" y="44561"/>
                  <a:pt x="91056" y="52918"/>
                  <a:pt x="88017" y="60460"/>
                </a:cubicBezTo>
                <a:cubicBezTo>
                  <a:pt x="84979" y="68002"/>
                  <a:pt x="81249" y="74066"/>
                  <a:pt x="76828" y="78652"/>
                </a:cubicBezTo>
                <a:cubicBezTo>
                  <a:pt x="72409" y="83238"/>
                  <a:pt x="67933" y="86608"/>
                  <a:pt x="63402" y="88763"/>
                </a:cubicBezTo>
                <a:cubicBezTo>
                  <a:pt x="58871" y="90918"/>
                  <a:pt x="54230" y="91995"/>
                  <a:pt x="49479" y="91995"/>
                </a:cubicBezTo>
                <a:cubicBezTo>
                  <a:pt x="38926" y="91995"/>
                  <a:pt x="30748" y="86636"/>
                  <a:pt x="24946" y="75917"/>
                </a:cubicBezTo>
                <a:lnTo>
                  <a:pt x="15001" y="123821"/>
                </a:lnTo>
                <a:lnTo>
                  <a:pt x="0" y="123821"/>
                </a:lnTo>
                <a:moveTo>
                  <a:pt x="29671" y="54022"/>
                </a:moveTo>
                <a:cubicBezTo>
                  <a:pt x="29671" y="60600"/>
                  <a:pt x="30140" y="65161"/>
                  <a:pt x="31079" y="67704"/>
                </a:cubicBezTo>
                <a:cubicBezTo>
                  <a:pt x="32461" y="71297"/>
                  <a:pt x="34726" y="74200"/>
                  <a:pt x="37876" y="76412"/>
                </a:cubicBezTo>
                <a:cubicBezTo>
                  <a:pt x="41025" y="78624"/>
                  <a:pt x="44672" y="79729"/>
                  <a:pt x="48815" y="79729"/>
                </a:cubicBezTo>
                <a:cubicBezTo>
                  <a:pt x="57435" y="79729"/>
                  <a:pt x="64397" y="74881"/>
                  <a:pt x="69701" y="65184"/>
                </a:cubicBezTo>
                <a:cubicBezTo>
                  <a:pt x="75005" y="55487"/>
                  <a:pt x="77657" y="45583"/>
                  <a:pt x="77657" y="35472"/>
                </a:cubicBezTo>
                <a:cubicBezTo>
                  <a:pt x="77657" y="28013"/>
                  <a:pt x="75875" y="22253"/>
                  <a:pt x="72312" y="18192"/>
                </a:cubicBezTo>
                <a:cubicBezTo>
                  <a:pt x="68748" y="14131"/>
                  <a:pt x="64314" y="12100"/>
                  <a:pt x="59010" y="12100"/>
                </a:cubicBezTo>
                <a:cubicBezTo>
                  <a:pt x="55198" y="12100"/>
                  <a:pt x="51661" y="13109"/>
                  <a:pt x="48401" y="15126"/>
                </a:cubicBezTo>
                <a:cubicBezTo>
                  <a:pt x="45142" y="17140"/>
                  <a:pt x="42116" y="20150"/>
                  <a:pt x="39326" y="24154"/>
                </a:cubicBezTo>
                <a:cubicBezTo>
                  <a:pt x="36536" y="28158"/>
                  <a:pt x="34229" y="33060"/>
                  <a:pt x="32406" y="38860"/>
                </a:cubicBezTo>
                <a:cubicBezTo>
                  <a:pt x="30582" y="44660"/>
                  <a:pt x="29671" y="49713"/>
                  <a:pt x="29671" y="54022"/>
                </a:cubicBezTo>
              </a:path>
            </a:pathLst>
          </a:custGeom>
          <a:solidFill xmlns:a="http://schemas.openxmlformats.org/drawingml/2006/main">
            <a:srgbClr val="000000"/>
          </a:solidFill>
          <a:ln xmlns:a="http://schemas.openxmlformats.org/drawingml/2006/main" w="0">
            <a:noFill/>
            <a:prstDash val="solid"/>
          </a:ln>
        </p:spPr>
      </p:sp>
      <p:sp>
        <p:nvSpPr>
          <p:cNvPr id="142" name="pdf-path-100071">
            <a:extLst xmlns:a="http://schemas.openxmlformats.org/drawingml/2006/main">
              <a:ext uri="{FF2B5EF4-FFF2-40B4-BE49-F238E27FC236}">
                <a16:creationId xmlns:a16="http://schemas.microsoft.com/office/drawing/2014/main" id="{370831EA-E47E-40AF-889D-839D1A27FE68}"/>
              </a:ext>
            </a:extLst>
          </p:cNvPr>
          <p:cNvSpPr>
            <a:spLocks xmlns:a="http://schemas.openxmlformats.org/drawingml/2006/main" noGrp="1"/>
          </p:cNvSpPr>
          <p:nvPr/>
        </p:nvSpPr>
        <p:spPr>
          <a:xfrm xmlns:a="http://schemas.openxmlformats.org/drawingml/2006/main">
            <a:off x="4016388" y="1519561"/>
            <a:ext cx="55777" cy="159459"/>
          </a:xfrm>
          <a:custGeom xmlns:a="http://schemas.openxmlformats.org/drawingml/2006/main">
            <a:pathLst>
              <a:path w="55777" h="159459">
                <a:moveTo>
                  <a:pt x="13012" y="159459"/>
                </a:moveTo>
                <a:cubicBezTo>
                  <a:pt x="4337" y="140432"/>
                  <a:pt x="0" y="120880"/>
                  <a:pt x="0" y="100801"/>
                </a:cubicBezTo>
                <a:cubicBezTo>
                  <a:pt x="0" y="87416"/>
                  <a:pt x="1754" y="74958"/>
                  <a:pt x="5263" y="63428"/>
                </a:cubicBezTo>
                <a:cubicBezTo>
                  <a:pt x="8771" y="51896"/>
                  <a:pt x="14117" y="40488"/>
                  <a:pt x="21300" y="29204"/>
                </a:cubicBezTo>
                <a:cubicBezTo>
                  <a:pt x="26051" y="21681"/>
                  <a:pt x="33649" y="11947"/>
                  <a:pt x="44091" y="0"/>
                </a:cubicBezTo>
                <a:lnTo>
                  <a:pt x="55777" y="0"/>
                </a:lnTo>
                <a:cubicBezTo>
                  <a:pt x="49313" y="6914"/>
                  <a:pt x="42475" y="16648"/>
                  <a:pt x="35265" y="29204"/>
                </a:cubicBezTo>
                <a:cubicBezTo>
                  <a:pt x="28054" y="41758"/>
                  <a:pt x="22819" y="54093"/>
                  <a:pt x="19559" y="66207"/>
                </a:cubicBezTo>
                <a:cubicBezTo>
                  <a:pt x="16299" y="78319"/>
                  <a:pt x="14669" y="90487"/>
                  <a:pt x="14669" y="102710"/>
                </a:cubicBezTo>
                <a:cubicBezTo>
                  <a:pt x="14669" y="120962"/>
                  <a:pt x="17846" y="139878"/>
                  <a:pt x="24200" y="159459"/>
                </a:cubicBezTo>
                <a:lnTo>
                  <a:pt x="13012" y="159459"/>
                </a:lnTo>
              </a:path>
            </a:pathLst>
          </a:custGeom>
          <a:solidFill xmlns:a="http://schemas.openxmlformats.org/drawingml/2006/main">
            <a:srgbClr val="000000"/>
          </a:solidFill>
          <a:ln xmlns:a="http://schemas.openxmlformats.org/drawingml/2006/main" w="0">
            <a:noFill/>
            <a:prstDash val="solid"/>
          </a:ln>
        </p:spPr>
      </p:sp>
      <p:sp>
        <p:nvSpPr>
          <p:cNvPr id="143" name="pdf-path-100072">
            <a:extLst xmlns:a="http://schemas.openxmlformats.org/drawingml/2006/main">
              <a:ext uri="{FF2B5EF4-FFF2-40B4-BE49-F238E27FC236}">
                <a16:creationId xmlns:a16="http://schemas.microsoft.com/office/drawing/2014/main" id="{CA673890-8243-49BF-ADDB-6FB9CF7A4C7A}"/>
              </a:ext>
            </a:extLst>
          </p:cNvPr>
          <p:cNvSpPr>
            <a:spLocks xmlns:a="http://schemas.openxmlformats.org/drawingml/2006/main" noGrp="1"/>
          </p:cNvSpPr>
          <p:nvPr/>
        </p:nvSpPr>
        <p:spPr>
          <a:xfrm xmlns:a="http://schemas.openxmlformats.org/drawingml/2006/main">
            <a:off x="4061887" y="1555199"/>
            <a:ext cx="83625" cy="88017"/>
          </a:xfrm>
          <a:custGeom xmlns:a="http://schemas.openxmlformats.org/drawingml/2006/main">
            <a:pathLst>
              <a:path w="83625" h="88017">
                <a:moveTo>
                  <a:pt x="0" y="88017"/>
                </a:moveTo>
                <a:lnTo>
                  <a:pt x="2404" y="76414"/>
                </a:lnTo>
                <a:lnTo>
                  <a:pt x="49727" y="23154"/>
                </a:lnTo>
                <a:cubicBezTo>
                  <a:pt x="53098" y="19406"/>
                  <a:pt x="56855" y="15528"/>
                  <a:pt x="60999" y="11520"/>
                </a:cubicBezTo>
                <a:cubicBezTo>
                  <a:pt x="53871" y="12239"/>
                  <a:pt x="48761" y="12597"/>
                  <a:pt x="45666" y="12597"/>
                </a:cubicBezTo>
                <a:lnTo>
                  <a:pt x="12929" y="12597"/>
                </a:lnTo>
                <a:lnTo>
                  <a:pt x="15581" y="0"/>
                </a:lnTo>
                <a:lnTo>
                  <a:pt x="83625" y="0"/>
                </a:lnTo>
                <a:lnTo>
                  <a:pt x="81636" y="9448"/>
                </a:lnTo>
                <a:lnTo>
                  <a:pt x="33897" y="63016"/>
                </a:lnTo>
                <a:cubicBezTo>
                  <a:pt x="31190" y="66109"/>
                  <a:pt x="27157" y="70271"/>
                  <a:pt x="21797" y="75503"/>
                </a:cubicBezTo>
                <a:cubicBezTo>
                  <a:pt x="30140" y="75005"/>
                  <a:pt x="35859" y="74756"/>
                  <a:pt x="38953" y="74756"/>
                </a:cubicBezTo>
                <a:lnTo>
                  <a:pt x="73596" y="74756"/>
                </a:lnTo>
                <a:lnTo>
                  <a:pt x="70862" y="88017"/>
                </a:lnTo>
                <a:lnTo>
                  <a:pt x="0" y="88017"/>
                </a:lnTo>
              </a:path>
            </a:pathLst>
          </a:custGeom>
          <a:solidFill xmlns:a="http://schemas.openxmlformats.org/drawingml/2006/main">
            <a:srgbClr val="000000"/>
          </a:solidFill>
          <a:ln xmlns:a="http://schemas.openxmlformats.org/drawingml/2006/main" w="0">
            <a:noFill/>
            <a:prstDash val="solid"/>
          </a:ln>
        </p:spPr>
      </p:sp>
      <p:sp>
        <p:nvSpPr>
          <p:cNvPr id="144" name="pdf-path-100073">
            <a:extLst xmlns:a="http://schemas.openxmlformats.org/drawingml/2006/main">
              <a:ext uri="{FF2B5EF4-FFF2-40B4-BE49-F238E27FC236}">
                <a16:creationId xmlns:a16="http://schemas.microsoft.com/office/drawing/2014/main" id="{8DA41C5C-2D00-4B0F-933D-3B803B6F2F80}"/>
              </a:ext>
            </a:extLst>
          </p:cNvPr>
          <p:cNvSpPr>
            <a:spLocks xmlns:a="http://schemas.openxmlformats.org/drawingml/2006/main" noGrp="1"/>
          </p:cNvSpPr>
          <p:nvPr/>
        </p:nvSpPr>
        <p:spPr>
          <a:xfrm xmlns:a="http://schemas.openxmlformats.org/drawingml/2006/main">
            <a:off x="4134405" y="1519561"/>
            <a:ext cx="55777" cy="159459"/>
          </a:xfrm>
          <a:custGeom xmlns:a="http://schemas.openxmlformats.org/drawingml/2006/main">
            <a:pathLst>
              <a:path w="55777" h="159459">
                <a:moveTo>
                  <a:pt x="42683" y="0"/>
                </a:moveTo>
                <a:cubicBezTo>
                  <a:pt x="51413" y="19026"/>
                  <a:pt x="55777" y="38551"/>
                  <a:pt x="55777" y="58574"/>
                </a:cubicBezTo>
                <a:cubicBezTo>
                  <a:pt x="55777" y="72014"/>
                  <a:pt x="54023" y="84487"/>
                  <a:pt x="50515" y="95992"/>
                </a:cubicBezTo>
                <a:cubicBezTo>
                  <a:pt x="47006" y="107494"/>
                  <a:pt x="41661" y="118915"/>
                  <a:pt x="34478" y="130254"/>
                </a:cubicBezTo>
                <a:cubicBezTo>
                  <a:pt x="29671" y="137777"/>
                  <a:pt x="22074" y="147512"/>
                  <a:pt x="11686" y="159459"/>
                </a:cubicBezTo>
                <a:lnTo>
                  <a:pt x="0" y="159459"/>
                </a:lnTo>
                <a:cubicBezTo>
                  <a:pt x="6409" y="152490"/>
                  <a:pt x="13233" y="142727"/>
                  <a:pt x="20471" y="130171"/>
                </a:cubicBezTo>
                <a:cubicBezTo>
                  <a:pt x="27709" y="117617"/>
                  <a:pt x="32944" y="105297"/>
                  <a:pt x="36177" y="93212"/>
                </a:cubicBezTo>
                <a:cubicBezTo>
                  <a:pt x="39409" y="81126"/>
                  <a:pt x="41025" y="68944"/>
                  <a:pt x="41025" y="56666"/>
                </a:cubicBezTo>
                <a:cubicBezTo>
                  <a:pt x="41025" y="38413"/>
                  <a:pt x="37848" y="19525"/>
                  <a:pt x="31494" y="0"/>
                </a:cubicBezTo>
                <a:lnTo>
                  <a:pt x="42683" y="0"/>
                </a:lnTo>
              </a:path>
            </a:pathLst>
          </a:custGeom>
          <a:solidFill xmlns:a="http://schemas.openxmlformats.org/drawingml/2006/main">
            <a:srgbClr val="000000"/>
          </a:solidFill>
          <a:ln xmlns:a="http://schemas.openxmlformats.org/drawingml/2006/main" w="0">
            <a:noFill/>
            <a:prstDash val="solid"/>
          </a:ln>
        </p:spPr>
      </p:sp>
      <p:sp>
        <p:nvSpPr>
          <p:cNvPr id="145" name="pdf-path-100074">
            <a:extLst xmlns:a="http://schemas.openxmlformats.org/drawingml/2006/main">
              <a:ext uri="{FF2B5EF4-FFF2-40B4-BE49-F238E27FC236}">
                <a16:creationId xmlns:a16="http://schemas.microsoft.com/office/drawing/2014/main" id="{332C9CCE-8CDD-4FF9-B14A-B607DDC090BF}"/>
              </a:ext>
            </a:extLst>
          </p:cNvPr>
          <p:cNvSpPr>
            <a:spLocks xmlns:a="http://schemas.openxmlformats.org/drawingml/2006/main" noGrp="1"/>
          </p:cNvSpPr>
          <p:nvPr/>
        </p:nvSpPr>
        <p:spPr>
          <a:xfrm xmlns:a="http://schemas.openxmlformats.org/drawingml/2006/main">
            <a:off x="4579742" y="1555204"/>
            <a:ext cx="83624" cy="88017"/>
          </a:xfrm>
          <a:custGeom xmlns:a="http://schemas.openxmlformats.org/drawingml/2006/main">
            <a:pathLst>
              <a:path w="83624" h="88017">
                <a:moveTo>
                  <a:pt x="0" y="88017"/>
                </a:moveTo>
                <a:lnTo>
                  <a:pt x="2403" y="76414"/>
                </a:lnTo>
                <a:lnTo>
                  <a:pt x="49727" y="23154"/>
                </a:lnTo>
                <a:cubicBezTo>
                  <a:pt x="53098" y="19406"/>
                  <a:pt x="56854" y="15528"/>
                  <a:pt x="60998" y="11520"/>
                </a:cubicBezTo>
                <a:cubicBezTo>
                  <a:pt x="53871" y="12239"/>
                  <a:pt x="48760" y="12597"/>
                  <a:pt x="45666" y="12597"/>
                </a:cubicBezTo>
                <a:lnTo>
                  <a:pt x="12929" y="12597"/>
                </a:lnTo>
                <a:lnTo>
                  <a:pt x="15581" y="0"/>
                </a:lnTo>
                <a:lnTo>
                  <a:pt x="83624" y="0"/>
                </a:lnTo>
                <a:lnTo>
                  <a:pt x="81635" y="9448"/>
                </a:lnTo>
                <a:lnTo>
                  <a:pt x="33897" y="63016"/>
                </a:lnTo>
                <a:cubicBezTo>
                  <a:pt x="31189" y="66109"/>
                  <a:pt x="27156" y="70271"/>
                  <a:pt x="21797" y="75503"/>
                </a:cubicBezTo>
                <a:cubicBezTo>
                  <a:pt x="30139" y="75005"/>
                  <a:pt x="35858" y="74756"/>
                  <a:pt x="38952" y="74756"/>
                </a:cubicBezTo>
                <a:lnTo>
                  <a:pt x="73596" y="74756"/>
                </a:lnTo>
                <a:lnTo>
                  <a:pt x="70861" y="88017"/>
                </a:lnTo>
                <a:lnTo>
                  <a:pt x="0" y="88017"/>
                </a:lnTo>
              </a:path>
            </a:pathLst>
          </a:custGeom>
          <a:solidFill xmlns:a="http://schemas.openxmlformats.org/drawingml/2006/main">
            <a:srgbClr val="000000"/>
          </a:solidFill>
          <a:ln xmlns:a="http://schemas.openxmlformats.org/drawingml/2006/main" w="0">
            <a:noFill/>
            <a:prstDash val="solid"/>
          </a:ln>
        </p:spPr>
      </p:sp>
      <p:pic>
        <p:nvPicPr>
          <p:cNvPr id="146" name="">
            <a:extLst xmlns:a="http://schemas.openxmlformats.org/drawingml/2006/main">
              <a:ext uri="{FF2B5EF4-FFF2-40B4-BE49-F238E27FC236}">
                <a16:creationId xmlns:a16="http://schemas.microsoft.com/office/drawing/2014/main" id="{E287B552-6781-4ADF-9674-50270069AC86}"/>
              </a:ext>
            </a:extLst>
          </p:cNvPr>
          <p:cNvPicPr>
            <a:picLocks xmlns:a="http://schemas.openxmlformats.org/drawingml/2006/main" noChangeAspect="1"/>
          </p:cNvPicPr>
          <p:nvPr/>
        </p:nvPicPr>
        <p:blipFill>
          <a:blip xmlns:r="http://schemas.openxmlformats.org/officeDocument/2006/relationships" xmlns:a="http://schemas.openxmlformats.org/drawingml/2006/main" r:embed="R0a8b8ae077254cfc"/>
          <a:srcRect xmlns:a="http://schemas.openxmlformats.org/drawingml/2006/main" l="0" t="0" r="0" b="0"/>
          <a:stretch xmlns:a="http://schemas.openxmlformats.org/drawingml/2006/main">
            <a:fillRect l="0" t="0" r="0" b="0"/>
          </a:stretch>
        </p:blipFill>
        <p:spPr>
          <a:xfrm xmlns:a="http://schemas.openxmlformats.org/drawingml/2006/main">
            <a:off x="6095362" y="1221550"/>
            <a:ext cx="1259255" cy="1185722"/>
          </a:xfrm>
          <a:prstGeom xmlns:a="http://schemas.openxmlformats.org/drawingml/2006/main" prst="rect">
            <a:avLst/>
          </a:prstGeom>
        </p:spPr>
      </p:pic>
      <p:sp>
        <p:nvSpPr>
          <p:cNvPr id="147" name="disdain-atari-screen">
            <a:extLst xmlns:a="http://schemas.openxmlformats.org/drawingml/2006/main">
              <a:ext uri="{FF2B5EF4-FFF2-40B4-BE49-F238E27FC236}">
                <a16:creationId xmlns:a16="http://schemas.microsoft.com/office/drawing/2014/main" id="{85E619C4-F8CD-4398-A29D-108D8DB338E9}"/>
              </a:ext>
            </a:extLst>
          </p:cNvPr>
          <p:cNvSpPr>
            <a:spLocks xmlns:a="http://schemas.openxmlformats.org/drawingml/2006/main" noGrp="1"/>
          </p:cNvSpPr>
          <p:nvPr/>
        </p:nvSpPr>
        <p:spPr>
          <a:xfrm xmlns:a="http://schemas.openxmlformats.org/drawingml/2006/main">
            <a:off x="6095362" y="1221550"/>
            <a:ext cx="1259255" cy="1185722"/>
          </a:xfrm>
          <a:prstGeom xmlns:a="http://schemas.openxmlformats.org/drawingml/2006/main" prst="rect">
            <a:avLst/>
          </a:prstGeom>
          <a:noFill xmlns:a="http://schemas.openxmlformats.org/drawingml/2006/main"/>
          <a:ln xmlns:a="http://schemas.openxmlformats.org/drawingml/2006/main" w="0">
            <a:noFill/>
          </a:ln>
        </p:spPr>
      </p:sp>
      <p:sp>
        <p:nvSpPr>
          <p:cNvPr id="148" name="disdain-entropy-color-box-0">
            <a:extLst xmlns:a="http://schemas.openxmlformats.org/drawingml/2006/main">
              <a:ext uri="{FF2B5EF4-FFF2-40B4-BE49-F238E27FC236}">
                <a16:creationId xmlns:a16="http://schemas.microsoft.com/office/drawing/2014/main" id="{A513798D-5343-4DB0-B192-F3E562972BD9}"/>
              </a:ext>
            </a:extLst>
          </p:cNvPr>
          <p:cNvSpPr>
            <a:spLocks xmlns:a="http://schemas.openxmlformats.org/drawingml/2006/main" noGrp="1"/>
          </p:cNvSpPr>
          <p:nvPr/>
        </p:nvSpPr>
        <p:spPr>
          <a:xfrm xmlns:a="http://schemas.openxmlformats.org/drawingml/2006/main">
            <a:off x="8080756" y="90978"/>
            <a:ext cx="349282" cy="340091"/>
          </a:xfrm>
          <a:custGeom xmlns:a="http://schemas.openxmlformats.org/drawingml/2006/main">
            <a:pathLst>
              <a:path w="349282" h="340091">
                <a:moveTo>
                  <a:pt x="27575" y="0"/>
                </a:moveTo>
                <a:lnTo>
                  <a:pt x="321707" y="0"/>
                </a:lnTo>
                <a:quadBezTo>
                  <a:pt x="349282" y="0"/>
                  <a:pt x="349282" y="27575"/>
                </a:quadBezTo>
                <a:lnTo>
                  <a:pt x="349282" y="312516"/>
                </a:lnTo>
                <a:quadBezTo>
                  <a:pt x="349282" y="340091"/>
                  <a:pt x="321707" y="340091"/>
                </a:quadBezTo>
                <a:lnTo>
                  <a:pt x="27575" y="340091"/>
                </a:lnTo>
                <a:quadBezTo>
                  <a:pt x="0" y="340091"/>
                  <a:pt x="0" y="312516"/>
                </a:quadBezTo>
                <a:lnTo>
                  <a:pt x="0" y="27575"/>
                </a:lnTo>
                <a:quadBezTo>
                  <a:pt x="0" y="0"/>
                  <a:pt x="27575" y="0"/>
                </a:quadBezTo>
                <a:close/>
              </a:path>
            </a:pathLst>
          </a:custGeom>
          <a:solidFill xmlns:a="http://schemas.openxmlformats.org/drawingml/2006/main">
            <a:srgbClr val="FFDF71"/>
          </a:solidFill>
          <a:ln xmlns:a="http://schemas.openxmlformats.org/drawingml/2006/main" w="13787">
            <a:solidFill>
              <a:srgbClr val="5E5E5E"/>
            </a:solidFill>
            <a:prstDash val="solid"/>
          </a:ln>
        </p:spPr>
      </p:sp>
      <p:sp>
        <p:nvSpPr>
          <p:cNvPr id="149" name="disdain-entropy-color-box-1">
            <a:extLst xmlns:a="http://schemas.openxmlformats.org/drawingml/2006/main">
              <a:ext uri="{FF2B5EF4-FFF2-40B4-BE49-F238E27FC236}">
                <a16:creationId xmlns:a16="http://schemas.microsoft.com/office/drawing/2014/main" id="{3CA7733F-9155-4E5F-B162-D43F8E9EC5CB}"/>
              </a:ext>
            </a:extLst>
          </p:cNvPr>
          <p:cNvSpPr>
            <a:spLocks xmlns:a="http://schemas.openxmlformats.org/drawingml/2006/main" noGrp="1"/>
          </p:cNvSpPr>
          <p:nvPr/>
        </p:nvSpPr>
        <p:spPr>
          <a:xfrm xmlns:a="http://schemas.openxmlformats.org/drawingml/2006/main">
            <a:off x="9597377" y="90978"/>
            <a:ext cx="349282" cy="340091"/>
          </a:xfrm>
          <a:custGeom xmlns:a="http://schemas.openxmlformats.org/drawingml/2006/main">
            <a:pathLst>
              <a:path w="349282" h="340091">
                <a:moveTo>
                  <a:pt x="27575" y="0"/>
                </a:moveTo>
                <a:lnTo>
                  <a:pt x="321707" y="0"/>
                </a:lnTo>
                <a:quadBezTo>
                  <a:pt x="349282" y="0"/>
                  <a:pt x="349282" y="27575"/>
                </a:quadBezTo>
                <a:lnTo>
                  <a:pt x="349282" y="312516"/>
                </a:lnTo>
                <a:quadBezTo>
                  <a:pt x="349282" y="340091"/>
                  <a:pt x="321707" y="340091"/>
                </a:quadBezTo>
                <a:lnTo>
                  <a:pt x="27575" y="340091"/>
                </a:lnTo>
                <a:quadBezTo>
                  <a:pt x="0" y="340091"/>
                  <a:pt x="0" y="312516"/>
                </a:quadBezTo>
                <a:lnTo>
                  <a:pt x="0" y="27575"/>
                </a:lnTo>
                <a:quadBezTo>
                  <a:pt x="0" y="0"/>
                  <a:pt x="27575" y="0"/>
                </a:quadBezTo>
                <a:close/>
              </a:path>
            </a:pathLst>
          </a:custGeom>
          <a:solidFill xmlns:a="http://schemas.openxmlformats.org/drawingml/2006/main">
            <a:srgbClr val="B391B5"/>
          </a:solidFill>
          <a:ln xmlns:a="http://schemas.openxmlformats.org/drawingml/2006/main" w="13787">
            <a:solidFill>
              <a:srgbClr val="5E5E5E"/>
            </a:solidFill>
            <a:prstDash val="solid"/>
          </a:ln>
        </p:spPr>
      </p:sp>
      <p:sp>
        <p:nvSpPr>
          <p:cNvPr id="150" name="disdain-entropy-color-box-2">
            <a:extLst xmlns:a="http://schemas.openxmlformats.org/drawingml/2006/main">
              <a:ext uri="{FF2B5EF4-FFF2-40B4-BE49-F238E27FC236}">
                <a16:creationId xmlns:a16="http://schemas.microsoft.com/office/drawing/2014/main" id="{FD605707-30D9-43A3-97DF-61575373A294}"/>
              </a:ext>
            </a:extLst>
          </p:cNvPr>
          <p:cNvSpPr>
            <a:spLocks xmlns:a="http://schemas.openxmlformats.org/drawingml/2006/main" noGrp="1"/>
          </p:cNvSpPr>
          <p:nvPr/>
        </p:nvSpPr>
        <p:spPr>
          <a:xfrm xmlns:a="http://schemas.openxmlformats.org/drawingml/2006/main">
            <a:off x="10112109" y="90978"/>
            <a:ext cx="349282" cy="340091"/>
          </a:xfrm>
          <a:custGeom xmlns:a="http://schemas.openxmlformats.org/drawingml/2006/main">
            <a:pathLst>
              <a:path w="349282" h="340091">
                <a:moveTo>
                  <a:pt x="27575" y="0"/>
                </a:moveTo>
                <a:lnTo>
                  <a:pt x="321707" y="0"/>
                </a:lnTo>
                <a:quadBezTo>
                  <a:pt x="349282" y="0"/>
                  <a:pt x="349282" y="27575"/>
                </a:quadBezTo>
                <a:lnTo>
                  <a:pt x="349282" y="312516"/>
                </a:lnTo>
                <a:quadBezTo>
                  <a:pt x="349282" y="340091"/>
                  <a:pt x="321707" y="340091"/>
                </a:quadBezTo>
                <a:lnTo>
                  <a:pt x="27575" y="340091"/>
                </a:lnTo>
                <a:quadBezTo>
                  <a:pt x="0" y="340091"/>
                  <a:pt x="0" y="312516"/>
                </a:quadBezTo>
                <a:lnTo>
                  <a:pt x="0" y="27575"/>
                </a:lnTo>
                <a:quadBezTo>
                  <a:pt x="0" y="0"/>
                  <a:pt x="27575" y="0"/>
                </a:quadBezTo>
                <a:close/>
              </a:path>
            </a:pathLst>
          </a:custGeom>
          <a:solidFill xmlns:a="http://schemas.openxmlformats.org/drawingml/2006/main">
            <a:srgbClr val="99D2F2"/>
          </a:solidFill>
          <a:ln xmlns:a="http://schemas.openxmlformats.org/drawingml/2006/main" w="13787">
            <a:solidFill>
              <a:srgbClr val="5E5E5E"/>
            </a:solidFill>
            <a:prstDash val="solid"/>
          </a:ln>
        </p:spPr>
      </p:sp>
      <p:sp>
        <p:nvSpPr>
          <p:cNvPr id="151" name="disdain-entropy-color-box-3">
            <a:extLst xmlns:a="http://schemas.openxmlformats.org/drawingml/2006/main">
              <a:ext uri="{FF2B5EF4-FFF2-40B4-BE49-F238E27FC236}">
                <a16:creationId xmlns:a16="http://schemas.microsoft.com/office/drawing/2014/main" id="{D37DA9F0-13ED-4690-891D-FB2B166636CD}"/>
              </a:ext>
            </a:extLst>
          </p:cNvPr>
          <p:cNvSpPr>
            <a:spLocks xmlns:a="http://schemas.openxmlformats.org/drawingml/2006/main" noGrp="1"/>
          </p:cNvSpPr>
          <p:nvPr/>
        </p:nvSpPr>
        <p:spPr>
          <a:xfrm xmlns:a="http://schemas.openxmlformats.org/drawingml/2006/main">
            <a:off x="10636033" y="90978"/>
            <a:ext cx="349282" cy="340091"/>
          </a:xfrm>
          <a:custGeom xmlns:a="http://schemas.openxmlformats.org/drawingml/2006/main">
            <a:pathLst>
              <a:path w="349282" h="340091">
                <a:moveTo>
                  <a:pt x="27575" y="0"/>
                </a:moveTo>
                <a:lnTo>
                  <a:pt x="321707" y="0"/>
                </a:lnTo>
                <a:quadBezTo>
                  <a:pt x="349282" y="0"/>
                  <a:pt x="349282" y="27575"/>
                </a:quadBezTo>
                <a:lnTo>
                  <a:pt x="349282" y="312516"/>
                </a:lnTo>
                <a:quadBezTo>
                  <a:pt x="349282" y="340091"/>
                  <a:pt x="321707" y="340091"/>
                </a:quadBezTo>
                <a:lnTo>
                  <a:pt x="27575" y="340091"/>
                </a:lnTo>
                <a:quadBezTo>
                  <a:pt x="0" y="340091"/>
                  <a:pt x="0" y="312516"/>
                </a:quadBezTo>
                <a:lnTo>
                  <a:pt x="0" y="27575"/>
                </a:lnTo>
                <a:quadBezTo>
                  <a:pt x="0" y="0"/>
                  <a:pt x="27575" y="0"/>
                </a:quadBezTo>
                <a:close/>
              </a:path>
            </a:pathLst>
          </a:custGeom>
          <a:solidFill xmlns:a="http://schemas.openxmlformats.org/drawingml/2006/main">
            <a:srgbClr val="5ABAA7"/>
          </a:solidFill>
          <a:ln xmlns:a="http://schemas.openxmlformats.org/drawingml/2006/main" w="13787">
            <a:solidFill>
              <a:srgbClr val="5E5E5E"/>
            </a:solidFill>
            <a:prstDash val="solid"/>
          </a:ln>
        </p:spPr>
      </p:sp>
      <p:sp>
        <p:nvSpPr>
          <p:cNvPr id="152" name="disdain-reward-r">
            <a:extLst xmlns:a="http://schemas.openxmlformats.org/drawingml/2006/main">
              <a:ext uri="{FF2B5EF4-FFF2-40B4-BE49-F238E27FC236}">
                <a16:creationId xmlns:a16="http://schemas.microsoft.com/office/drawing/2014/main" id="{6016FA93-BBFD-470A-B79F-CDF8A67C75C5}"/>
              </a:ext>
            </a:extLst>
          </p:cNvPr>
          <p:cNvSpPr>
            <a:spLocks xmlns:a="http://schemas.openxmlformats.org/drawingml/2006/main" noGrp="1"/>
          </p:cNvSpPr>
          <p:nvPr/>
        </p:nvSpPr>
        <p:spPr>
          <a:xfrm xmlns:a="http://schemas.openxmlformats.org/drawingml/2006/main">
            <a:off x="6187278" y="219661"/>
            <a:ext cx="137875" cy="174641"/>
          </a:xfrm>
          <a:custGeom xmlns:a="http://schemas.openxmlformats.org/drawingml/2006/main">
            <a:pathLst>
              <a:path w="137875" h="174641">
                <a:moveTo>
                  <a:pt x="49186" y="86330"/>
                </a:moveTo>
                <a:lnTo>
                  <a:pt x="55232" y="72468"/>
                </a:lnTo>
                <a:quadBezTo>
                  <a:pt x="67969" y="42763"/>
                  <a:pt x="90508" y="17823"/>
                </a:quadBezTo>
                <a:quadBezTo>
                  <a:pt x="106708" y="0"/>
                  <a:pt x="120207" y="0"/>
                </a:quadBezTo>
                <a:quadBezTo>
                  <a:pt x="128073" y="0"/>
                  <a:pt x="132944" y="5570"/>
                </a:quadBezTo>
                <a:quadBezTo>
                  <a:pt x="137875" y="11078"/>
                  <a:pt x="137875" y="20175"/>
                </a:quadBezTo>
                <a:quadBezTo>
                  <a:pt x="137875" y="29272"/>
                  <a:pt x="133179" y="35460"/>
                </a:quadBezTo>
                <a:quadBezTo>
                  <a:pt x="128483" y="41587"/>
                  <a:pt x="120207" y="41587"/>
                </a:quadBezTo>
                <a:quadBezTo>
                  <a:pt x="113047" y="41587"/>
                  <a:pt x="107060" y="31252"/>
                </a:quadBezTo>
                <a:quadBezTo>
                  <a:pt x="104066" y="25744"/>
                  <a:pt x="101073" y="25744"/>
                </a:quadBezTo>
                <a:quadBezTo>
                  <a:pt x="90919" y="25744"/>
                  <a:pt x="70258" y="62938"/>
                </a:quadBezTo>
                <a:quadBezTo>
                  <a:pt x="57462" y="85897"/>
                  <a:pt x="49773" y="106319"/>
                </a:quadBezTo>
                <a:quadBezTo>
                  <a:pt x="42084" y="126742"/>
                  <a:pt x="28526" y="174641"/>
                </a:quadBezTo>
                <a:lnTo>
                  <a:pt x="0" y="174641"/>
                </a:lnTo>
                <a:lnTo>
                  <a:pt x="30404" y="58977"/>
                </a:lnTo>
                <a:quadBezTo>
                  <a:pt x="36450" y="35646"/>
                  <a:pt x="36450" y="26487"/>
                </a:quadBezTo>
                <a:quadBezTo>
                  <a:pt x="36450" y="16214"/>
                  <a:pt x="22187" y="16214"/>
                </a:quadBezTo>
                <a:quadBezTo>
                  <a:pt x="19135" y="16214"/>
                  <a:pt x="10506" y="17390"/>
                </a:quadBezTo>
                <a:lnTo>
                  <a:pt x="10506" y="10644"/>
                </a:lnTo>
                <a:lnTo>
                  <a:pt x="68732" y="0"/>
                </a:lnTo>
                <a:lnTo>
                  <a:pt x="69847" y="743"/>
                </a:lnTo>
                <a:lnTo>
                  <a:pt x="49186" y="86330"/>
                </a:lnTo>
                <a:close/>
              </a:path>
            </a:pathLst>
          </a:custGeom>
          <a:solidFill xmlns:a="http://schemas.openxmlformats.org/drawingml/2006/main">
            <a:srgbClr val="000000"/>
          </a:solidFill>
          <a:ln xmlns:a="http://schemas.openxmlformats.org/drawingml/2006/main" w="0">
            <a:noFill/>
            <a:prstDash val="solid"/>
          </a:ln>
        </p:spPr>
      </p:sp>
      <p:sp>
        <p:nvSpPr>
          <p:cNvPr id="153" name="disdain-reward-subscript">
            <a:extLst xmlns:a="http://schemas.openxmlformats.org/drawingml/2006/main">
              <a:ext uri="{FF2B5EF4-FFF2-40B4-BE49-F238E27FC236}">
                <a16:creationId xmlns:a16="http://schemas.microsoft.com/office/drawing/2014/main" id="{E5618853-329B-4DCD-A613-B838E5A6C576}"/>
              </a:ext>
            </a:extLst>
          </p:cNvPr>
          <p:cNvSpPr>
            <a:spLocks xmlns:a="http://schemas.openxmlformats.org/drawingml/2006/main" noGrp="1"/>
          </p:cNvSpPr>
          <p:nvPr/>
        </p:nvSpPr>
        <p:spPr>
          <a:xfrm xmlns:a="http://schemas.openxmlformats.org/drawingml/2006/main">
            <a:off x="6352728" y="265619"/>
            <a:ext cx="1158147" cy="193024"/>
          </a:xfrm>
          <a:custGeom xmlns:a="http://schemas.openxmlformats.org/drawingml/2006/main">
            <a:pathLst>
              <a:path w="1158147" h="193024">
                <a:moveTo>
                  <a:pt x="0" y="3890"/>
                </a:moveTo>
                <a:lnTo>
                  <a:pt x="76659" y="3890"/>
                </a:lnTo>
                <a:quadBezTo>
                  <a:pt x="132024" y="3890"/>
                  <a:pt x="161836" y="29373"/>
                </a:quadBezTo>
                <a:quadBezTo>
                  <a:pt x="189962" y="53152"/>
                  <a:pt x="189962" y="95638"/>
                </a:quadBezTo>
                <a:quadBezTo>
                  <a:pt x="189962" y="146866"/>
                  <a:pt x="151366" y="171169"/>
                </a:quadBezTo>
                <a:quadBezTo>
                  <a:pt x="123240" y="189091"/>
                  <a:pt x="79809" y="189091"/>
                </a:quadBezTo>
                <a:lnTo>
                  <a:pt x="0" y="189091"/>
                </a:lnTo>
                <a:lnTo>
                  <a:pt x="0" y="183758"/>
                </a:lnTo>
                <a:quadBezTo>
                  <a:pt x="16503" y="182665"/>
                  <a:pt x="20762" y="178076"/>
                </a:quadBezTo>
                <a:quadBezTo>
                  <a:pt x="25021" y="173442"/>
                  <a:pt x="25021" y="156920"/>
                </a:quadBezTo>
                <a:lnTo>
                  <a:pt x="25021" y="35230"/>
                </a:lnTo>
                <a:quadBezTo>
                  <a:pt x="25021" y="19014"/>
                  <a:pt x="20762" y="14687"/>
                </a:quadBezTo>
                <a:quadBezTo>
                  <a:pt x="16503" y="10316"/>
                  <a:pt x="0" y="9223"/>
                </a:quadBezTo>
                <a:lnTo>
                  <a:pt x="0" y="3890"/>
                </a:lnTo>
                <a:close/>
                <a:moveTo>
                  <a:pt x="53945" y="26008"/>
                </a:moveTo>
                <a:lnTo>
                  <a:pt x="53945" y="165574"/>
                </a:lnTo>
                <a:quadBezTo>
                  <a:pt x="53945" y="173136"/>
                  <a:pt x="56651" y="175934"/>
                </a:quadBezTo>
                <a:quadBezTo>
                  <a:pt x="59358" y="178731"/>
                  <a:pt x="67609" y="178731"/>
                </a:quadBezTo>
                <a:quadBezTo>
                  <a:pt x="89746" y="178731"/>
                  <a:pt x="103366" y="175671"/>
                </a:quadBezTo>
                <a:quadBezTo>
                  <a:pt x="116985" y="172568"/>
                  <a:pt x="129495" y="164176"/>
                </a:quadBezTo>
                <a:quadBezTo>
                  <a:pt x="158997" y="144593"/>
                  <a:pt x="158997" y="97343"/>
                </a:quadBezTo>
                <a:quadBezTo>
                  <a:pt x="158997" y="56780"/>
                  <a:pt x="132024" y="33569"/>
                </a:quadBezTo>
                <a:quadBezTo>
                  <a:pt x="119824" y="22904"/>
                  <a:pt x="105318" y="18577"/>
                </a:quadBezTo>
                <a:quadBezTo>
                  <a:pt x="90855" y="14250"/>
                  <a:pt x="69029" y="14250"/>
                </a:quadBezTo>
                <a:quadBezTo>
                  <a:pt x="60777" y="14250"/>
                  <a:pt x="57361" y="16785"/>
                </a:quadBezTo>
                <a:quadBezTo>
                  <a:pt x="53945" y="19276"/>
                  <a:pt x="53945" y="26008"/>
                </a:quadBezTo>
                <a:close/>
                <a:moveTo>
                  <a:pt x="289903" y="189091"/>
                </a:moveTo>
                <a:lnTo>
                  <a:pt x="205569" y="189091"/>
                </a:lnTo>
                <a:lnTo>
                  <a:pt x="205569" y="183758"/>
                </a:lnTo>
                <a:quadBezTo>
                  <a:pt x="223447" y="183233"/>
                  <a:pt x="228283" y="178600"/>
                </a:quadBezTo>
                <a:quadBezTo>
                  <a:pt x="233118" y="173967"/>
                  <a:pt x="233118" y="157750"/>
                </a:quadBezTo>
                <a:lnTo>
                  <a:pt x="233118" y="34968"/>
                </a:lnTo>
                <a:quadBezTo>
                  <a:pt x="233118" y="18708"/>
                  <a:pt x="228549" y="14512"/>
                </a:quadBezTo>
                <a:quadBezTo>
                  <a:pt x="224024" y="10316"/>
                  <a:pt x="205569" y="9223"/>
                </a:quadBezTo>
                <a:lnTo>
                  <a:pt x="205569" y="3890"/>
                </a:lnTo>
                <a:lnTo>
                  <a:pt x="289903" y="3890"/>
                </a:lnTo>
                <a:lnTo>
                  <a:pt x="289903" y="9223"/>
                </a:lnTo>
                <a:quadBezTo>
                  <a:pt x="272024" y="10053"/>
                  <a:pt x="267056" y="14556"/>
                </a:quadBezTo>
                <a:quadBezTo>
                  <a:pt x="262087" y="19014"/>
                  <a:pt x="262087" y="34968"/>
                </a:quadBezTo>
                <a:lnTo>
                  <a:pt x="262087" y="157750"/>
                </a:lnTo>
                <a:quadBezTo>
                  <a:pt x="262087" y="173442"/>
                  <a:pt x="267189" y="178338"/>
                </a:quadBezTo>
                <a:quadBezTo>
                  <a:pt x="272291" y="183233"/>
                  <a:pt x="289903" y="183758"/>
                </a:quadBezTo>
                <a:lnTo>
                  <a:pt x="289903" y="189091"/>
                </a:lnTo>
                <a:close/>
                <a:moveTo>
                  <a:pt x="428191" y="59577"/>
                </a:moveTo>
                <a:lnTo>
                  <a:pt x="421093" y="59577"/>
                </a:lnTo>
                <a:quadBezTo>
                  <a:pt x="416257" y="42224"/>
                  <a:pt x="409425" y="33263"/>
                </a:quadBezTo>
                <a:quadBezTo>
                  <a:pt x="392124" y="11452"/>
                  <a:pt x="368256" y="11452"/>
                </a:quadBezTo>
                <a:quadBezTo>
                  <a:pt x="355214" y="11452"/>
                  <a:pt x="347406" y="18883"/>
                </a:quadBezTo>
                <a:quadBezTo>
                  <a:pt x="339598" y="26270"/>
                  <a:pt x="339598" y="38028"/>
                </a:quadBezTo>
                <a:quadBezTo>
                  <a:pt x="339598" y="43623"/>
                  <a:pt x="342437" y="48955"/>
                </a:quadBezTo>
                <a:quadBezTo>
                  <a:pt x="345276" y="54244"/>
                  <a:pt x="348515" y="58047"/>
                </a:quadBezTo>
                <a:quadBezTo>
                  <a:pt x="351798" y="61806"/>
                  <a:pt x="360005" y="67401"/>
                </a:quadBezTo>
                <a:quadBezTo>
                  <a:pt x="368256" y="72996"/>
                  <a:pt x="373358" y="75925"/>
                </a:quadBezTo>
                <a:quadBezTo>
                  <a:pt x="378504" y="78853"/>
                  <a:pt x="390394" y="85847"/>
                </a:quadBezTo>
                <a:quadBezTo>
                  <a:pt x="413418" y="99004"/>
                  <a:pt x="423888" y="112029"/>
                </a:quadBezTo>
                <a:quadBezTo>
                  <a:pt x="434402" y="125011"/>
                  <a:pt x="434402" y="140703"/>
                </a:quadBezTo>
                <a:quadBezTo>
                  <a:pt x="434402" y="163913"/>
                  <a:pt x="417943" y="178469"/>
                </a:quadBezTo>
                <a:quadBezTo>
                  <a:pt x="401484" y="193024"/>
                  <a:pt x="376508" y="193024"/>
                </a:quadBezTo>
                <a:quadBezTo>
                  <a:pt x="358053" y="193024"/>
                  <a:pt x="343014" y="186555"/>
                </a:quadBezTo>
                <a:quadBezTo>
                  <a:pt x="335605" y="183496"/>
                  <a:pt x="329661" y="183496"/>
                </a:quadBezTo>
                <a:quadBezTo>
                  <a:pt x="326245" y="183496"/>
                  <a:pt x="323982" y="186031"/>
                </a:quadBezTo>
                <a:quadBezTo>
                  <a:pt x="321720" y="188522"/>
                  <a:pt x="321720" y="192718"/>
                </a:quadBezTo>
                <a:lnTo>
                  <a:pt x="315465" y="192718"/>
                </a:lnTo>
                <a:lnTo>
                  <a:pt x="307213" y="133404"/>
                </a:lnTo>
                <a:lnTo>
                  <a:pt x="313468" y="133404"/>
                </a:lnTo>
                <a:quadBezTo>
                  <a:pt x="332500" y="182927"/>
                  <a:pt x="371939" y="182927"/>
                </a:quadBezTo>
                <a:quadBezTo>
                  <a:pt x="387022" y="182927"/>
                  <a:pt x="396383" y="174142"/>
                </a:quadBezTo>
                <a:quadBezTo>
                  <a:pt x="405743" y="165312"/>
                  <a:pt x="405743" y="151587"/>
                </a:quadBezTo>
                <a:quadBezTo>
                  <a:pt x="405743" y="138474"/>
                  <a:pt x="397492" y="129513"/>
                </a:quadBezTo>
                <a:quadBezTo>
                  <a:pt x="383872" y="114958"/>
                  <a:pt x="349801" y="97037"/>
                </a:quadBezTo>
                <a:quadBezTo>
                  <a:pt x="315154" y="78853"/>
                  <a:pt x="315154" y="48955"/>
                </a:quadBezTo>
                <a:quadBezTo>
                  <a:pt x="315154" y="26576"/>
                  <a:pt x="329084" y="13288"/>
                </a:quadBezTo>
                <a:quadBezTo>
                  <a:pt x="343014" y="0"/>
                  <a:pt x="364574" y="0"/>
                </a:quadBezTo>
                <a:quadBezTo>
                  <a:pt x="379613" y="0"/>
                  <a:pt x="394386" y="6119"/>
                </a:quadBezTo>
                <a:quadBezTo>
                  <a:pt x="402061" y="9485"/>
                  <a:pt x="406897" y="9485"/>
                </a:quadBezTo>
                <a:quadBezTo>
                  <a:pt x="414261" y="9485"/>
                  <a:pt x="415947" y="0"/>
                </a:quadBezTo>
                <a:lnTo>
                  <a:pt x="421936" y="0"/>
                </a:lnTo>
                <a:lnTo>
                  <a:pt x="428191" y="59577"/>
                </a:lnTo>
                <a:close/>
                <a:moveTo>
                  <a:pt x="457399" y="3890"/>
                </a:moveTo>
                <a:lnTo>
                  <a:pt x="534058" y="3890"/>
                </a:lnTo>
                <a:quadBezTo>
                  <a:pt x="589423" y="3890"/>
                  <a:pt x="619235" y="29373"/>
                </a:quadBezTo>
                <a:quadBezTo>
                  <a:pt x="647361" y="53152"/>
                  <a:pt x="647361" y="95638"/>
                </a:quadBezTo>
                <a:quadBezTo>
                  <a:pt x="647361" y="146866"/>
                  <a:pt x="608765" y="171169"/>
                </a:quadBezTo>
                <a:quadBezTo>
                  <a:pt x="580639" y="189091"/>
                  <a:pt x="537208" y="189091"/>
                </a:quadBezTo>
                <a:lnTo>
                  <a:pt x="457399" y="189091"/>
                </a:lnTo>
                <a:lnTo>
                  <a:pt x="457399" y="183758"/>
                </a:lnTo>
                <a:quadBezTo>
                  <a:pt x="473902" y="182665"/>
                  <a:pt x="478161" y="178076"/>
                </a:quadBezTo>
                <a:quadBezTo>
                  <a:pt x="482420" y="173442"/>
                  <a:pt x="482420" y="156920"/>
                </a:quadBezTo>
                <a:lnTo>
                  <a:pt x="482420" y="35230"/>
                </a:lnTo>
                <a:quadBezTo>
                  <a:pt x="482420" y="19014"/>
                  <a:pt x="478161" y="14687"/>
                </a:quadBezTo>
                <a:quadBezTo>
                  <a:pt x="473902" y="10316"/>
                  <a:pt x="457399" y="9223"/>
                </a:quadBezTo>
                <a:lnTo>
                  <a:pt x="457399" y="3890"/>
                </a:lnTo>
                <a:close/>
                <a:moveTo>
                  <a:pt x="511345" y="26008"/>
                </a:moveTo>
                <a:lnTo>
                  <a:pt x="511345" y="165574"/>
                </a:lnTo>
                <a:quadBezTo>
                  <a:pt x="511345" y="173136"/>
                  <a:pt x="514051" y="175934"/>
                </a:quadBezTo>
                <a:quadBezTo>
                  <a:pt x="516757" y="178731"/>
                  <a:pt x="525008" y="178731"/>
                </a:quadBezTo>
                <a:quadBezTo>
                  <a:pt x="547145" y="178731"/>
                  <a:pt x="560765" y="175671"/>
                </a:quadBezTo>
                <a:quadBezTo>
                  <a:pt x="574384" y="172568"/>
                  <a:pt x="586895" y="164176"/>
                </a:quadBezTo>
                <a:quadBezTo>
                  <a:pt x="616396" y="144593"/>
                  <a:pt x="616396" y="97343"/>
                </a:quadBezTo>
                <a:quadBezTo>
                  <a:pt x="616396" y="56780"/>
                  <a:pt x="589423" y="33569"/>
                </a:quadBezTo>
                <a:quadBezTo>
                  <a:pt x="577223" y="22904"/>
                  <a:pt x="562717" y="18577"/>
                </a:quadBezTo>
                <a:quadBezTo>
                  <a:pt x="548254" y="14250"/>
                  <a:pt x="526428" y="14250"/>
                </a:quadBezTo>
                <a:quadBezTo>
                  <a:pt x="518176" y="14250"/>
                  <a:pt x="514760" y="16785"/>
                </a:quadBezTo>
                <a:quadBezTo>
                  <a:pt x="511345" y="19276"/>
                  <a:pt x="511345" y="26008"/>
                </a:quadBezTo>
                <a:close/>
                <a:moveTo>
                  <a:pt x="858608" y="189091"/>
                </a:moveTo>
                <a:lnTo>
                  <a:pt x="786208" y="189091"/>
                </a:lnTo>
                <a:lnTo>
                  <a:pt x="786208" y="183758"/>
                </a:lnTo>
                <a:quadBezTo>
                  <a:pt x="797565" y="183758"/>
                  <a:pt x="801824" y="181266"/>
                </a:quadBezTo>
                <a:quadBezTo>
                  <a:pt x="805772" y="179299"/>
                  <a:pt x="805772" y="174535"/>
                </a:quadBezTo>
                <a:quadBezTo>
                  <a:pt x="805772" y="167279"/>
                  <a:pt x="800404" y="154953"/>
                </a:quadBezTo>
                <a:lnTo>
                  <a:pt x="788737" y="128683"/>
                </a:lnTo>
                <a:lnTo>
                  <a:pt x="714385" y="128683"/>
                </a:lnTo>
                <a:lnTo>
                  <a:pt x="701298" y="160548"/>
                </a:lnTo>
                <a:quadBezTo>
                  <a:pt x="698769" y="166973"/>
                  <a:pt x="698769" y="172306"/>
                </a:quadBezTo>
                <a:quadBezTo>
                  <a:pt x="698769" y="178731"/>
                  <a:pt x="703427" y="181266"/>
                </a:quadBezTo>
                <a:quadBezTo>
                  <a:pt x="708129" y="183758"/>
                  <a:pt x="718643" y="183758"/>
                </a:quadBezTo>
                <a:lnTo>
                  <a:pt x="718643" y="189091"/>
                </a:lnTo>
                <a:lnTo>
                  <a:pt x="662125" y="189091"/>
                </a:lnTo>
                <a:lnTo>
                  <a:pt x="662125" y="183758"/>
                </a:lnTo>
                <a:quadBezTo>
                  <a:pt x="674059" y="182665"/>
                  <a:pt x="679427" y="175278"/>
                </a:quadBezTo>
                <a:quadBezTo>
                  <a:pt x="684839" y="167847"/>
                  <a:pt x="697882" y="137075"/>
                </a:quadBezTo>
                <a:lnTo>
                  <a:pt x="756396" y="525"/>
                </a:lnTo>
                <a:lnTo>
                  <a:pt x="762075" y="525"/>
                </a:lnTo>
                <a:lnTo>
                  <a:pt x="831902" y="158056"/>
                </a:lnTo>
                <a:quadBezTo>
                  <a:pt x="838157" y="172568"/>
                  <a:pt x="843126" y="177638"/>
                </a:quadBezTo>
                <a:quadBezTo>
                  <a:pt x="848094" y="182665"/>
                  <a:pt x="858608" y="183758"/>
                </a:quadBezTo>
                <a:lnTo>
                  <a:pt x="858608" y="189091"/>
                </a:lnTo>
                <a:close/>
                <a:moveTo>
                  <a:pt x="784789" y="117187"/>
                </a:moveTo>
                <a:lnTo>
                  <a:pt x="751827" y="40257"/>
                </a:lnTo>
                <a:lnTo>
                  <a:pt x="719176" y="117187"/>
                </a:lnTo>
                <a:lnTo>
                  <a:pt x="784789" y="117187"/>
                </a:lnTo>
                <a:close/>
                <a:moveTo>
                  <a:pt x="952294" y="189091"/>
                </a:moveTo>
                <a:lnTo>
                  <a:pt x="867960" y="189091"/>
                </a:lnTo>
                <a:lnTo>
                  <a:pt x="867960" y="183758"/>
                </a:lnTo>
                <a:quadBezTo>
                  <a:pt x="885838" y="183233"/>
                  <a:pt x="890674" y="178600"/>
                </a:quadBezTo>
                <a:quadBezTo>
                  <a:pt x="895509" y="173967"/>
                  <a:pt x="895509" y="157750"/>
                </a:quadBezTo>
                <a:lnTo>
                  <a:pt x="895509" y="34968"/>
                </a:lnTo>
                <a:quadBezTo>
                  <a:pt x="895509" y="18708"/>
                  <a:pt x="890940" y="14512"/>
                </a:quadBezTo>
                <a:quadBezTo>
                  <a:pt x="886415" y="10316"/>
                  <a:pt x="867960" y="9223"/>
                </a:quadBezTo>
                <a:lnTo>
                  <a:pt x="867960" y="3890"/>
                </a:lnTo>
                <a:lnTo>
                  <a:pt x="952294" y="3890"/>
                </a:lnTo>
                <a:lnTo>
                  <a:pt x="952294" y="9223"/>
                </a:lnTo>
                <a:quadBezTo>
                  <a:pt x="934416" y="10053"/>
                  <a:pt x="929447" y="14556"/>
                </a:quadBezTo>
                <a:quadBezTo>
                  <a:pt x="924478" y="19014"/>
                  <a:pt x="924478" y="34968"/>
                </a:quadBezTo>
                <a:lnTo>
                  <a:pt x="924478" y="157750"/>
                </a:lnTo>
                <a:quadBezTo>
                  <a:pt x="924478" y="173442"/>
                  <a:pt x="929580" y="178338"/>
                </a:quadBezTo>
                <a:quadBezTo>
                  <a:pt x="934682" y="183233"/>
                  <a:pt x="952294" y="183758"/>
                </a:quadBezTo>
                <a:lnTo>
                  <a:pt x="952294" y="189091"/>
                </a:lnTo>
                <a:close/>
                <a:moveTo>
                  <a:pt x="1158147" y="3890"/>
                </a:moveTo>
                <a:lnTo>
                  <a:pt x="1158147" y="9223"/>
                </a:lnTo>
                <a:quadBezTo>
                  <a:pt x="1143640" y="10622"/>
                  <a:pt x="1139381" y="14250"/>
                </a:quadBezTo>
                <a:quadBezTo>
                  <a:pt x="1134856" y="18183"/>
                  <a:pt x="1132993" y="24915"/>
                </a:quadBezTo>
                <a:quadBezTo>
                  <a:pt x="1131174" y="31603"/>
                  <a:pt x="1131174" y="47251"/>
                </a:quadBezTo>
                <a:lnTo>
                  <a:pt x="1131174" y="192150"/>
                </a:lnTo>
                <a:lnTo>
                  <a:pt x="1126072" y="192150"/>
                </a:lnTo>
                <a:lnTo>
                  <a:pt x="1000836" y="38596"/>
                </a:lnTo>
                <a:lnTo>
                  <a:pt x="1000836" y="147129"/>
                </a:lnTo>
                <a:quadBezTo>
                  <a:pt x="1000836" y="168372"/>
                  <a:pt x="1005671" y="174972"/>
                </a:quadBezTo>
                <a:quadBezTo>
                  <a:pt x="1010507" y="181529"/>
                  <a:pt x="1027232" y="183758"/>
                </a:quadBezTo>
                <a:lnTo>
                  <a:pt x="1027232" y="189091"/>
                </a:lnTo>
                <a:lnTo>
                  <a:pt x="960821" y="189091"/>
                </a:lnTo>
                <a:lnTo>
                  <a:pt x="960821" y="183758"/>
                </a:lnTo>
                <a:quadBezTo>
                  <a:pt x="978433" y="181835"/>
                  <a:pt x="983401" y="175540"/>
                </a:quadBezTo>
                <a:quadBezTo>
                  <a:pt x="988370" y="169246"/>
                  <a:pt x="988370" y="147129"/>
                </a:quadBezTo>
                <a:lnTo>
                  <a:pt x="988370" y="24041"/>
                </a:lnTo>
                <a:quadBezTo>
                  <a:pt x="980961" y="15080"/>
                  <a:pt x="975860" y="12151"/>
                </a:quadBezTo>
                <a:quadBezTo>
                  <a:pt x="970758" y="9223"/>
                  <a:pt x="960821" y="9223"/>
                </a:quadBezTo>
                <a:lnTo>
                  <a:pt x="960821" y="3890"/>
                </a:lnTo>
                <a:lnTo>
                  <a:pt x="1009087" y="3890"/>
                </a:lnTo>
                <a:lnTo>
                  <a:pt x="1118664" y="138999"/>
                </a:lnTo>
                <a:lnTo>
                  <a:pt x="1118664" y="43885"/>
                </a:lnTo>
                <a:quadBezTo>
                  <a:pt x="1118664" y="22642"/>
                  <a:pt x="1113296" y="16479"/>
                </a:quadBezTo>
                <a:quadBezTo>
                  <a:pt x="1109880" y="12851"/>
                  <a:pt x="1105754" y="11583"/>
                </a:quadBezTo>
                <a:quadBezTo>
                  <a:pt x="1101628" y="10316"/>
                  <a:pt x="1090848" y="9223"/>
                </a:quadBezTo>
                <a:lnTo>
                  <a:pt x="1090848" y="3890"/>
                </a:lnTo>
                <a:lnTo>
                  <a:pt x="1158147" y="3890"/>
                </a:lnTo>
                <a:close/>
              </a:path>
            </a:pathLst>
          </a:custGeom>
          <a:solidFill xmlns:a="http://schemas.openxmlformats.org/drawingml/2006/main">
            <a:srgbClr val="000000"/>
          </a:solidFill>
          <a:ln xmlns:a="http://schemas.openxmlformats.org/drawingml/2006/main" w="0">
            <a:noFill/>
            <a:prstDash val="solid"/>
          </a:ln>
        </p:spPr>
      </p:sp>
      <p:sp>
        <p:nvSpPr>
          <p:cNvPr id="154" name="disdain-eq-upper">
            <a:extLst xmlns:a="http://schemas.openxmlformats.org/drawingml/2006/main">
              <a:ext uri="{FF2B5EF4-FFF2-40B4-BE49-F238E27FC236}">
                <a16:creationId xmlns:a16="http://schemas.microsoft.com/office/drawing/2014/main" id="{58931C97-5A4F-46BF-919B-5F5CD8830F54}"/>
              </a:ext>
            </a:extLst>
          </p:cNvPr>
          <p:cNvSpPr>
            <a:spLocks xmlns:a="http://schemas.openxmlformats.org/drawingml/2006/main" noGrp="1"/>
          </p:cNvSpPr>
          <p:nvPr/>
        </p:nvSpPr>
        <p:spPr>
          <a:xfrm xmlns:a="http://schemas.openxmlformats.org/drawingml/2006/main">
            <a:off x="7694707" y="238045"/>
            <a:ext cx="238983" cy="27575"/>
          </a:xfrm>
          <a:custGeom xmlns:a="http://schemas.openxmlformats.org/drawingml/2006/main">
            <a:pathLst>
              <a:path w="238983" h="27575">
                <a:moveTo>
                  <a:pt x="0" y="0"/>
                </a:moveTo>
                <a:lnTo>
                  <a:pt x="238983" y="0"/>
                </a:lnTo>
                <a:lnTo>
                  <a:pt x="238983" y="27575"/>
                </a:lnTo>
                <a:lnTo>
                  <a:pt x="0" y="27575"/>
                </a:lnTo>
                <a:close/>
              </a:path>
            </a:pathLst>
          </a:custGeom>
          <a:solidFill xmlns:a="http://schemas.openxmlformats.org/drawingml/2006/main">
            <a:srgbClr val="000000"/>
          </a:solidFill>
          <a:ln xmlns:a="http://schemas.openxmlformats.org/drawingml/2006/main" w="0">
            <a:noFill/>
            <a:prstDash val="solid"/>
          </a:ln>
        </p:spPr>
      </p:sp>
      <p:sp>
        <p:nvSpPr>
          <p:cNvPr id="155" name="disdain-eq-lower">
            <a:extLst xmlns:a="http://schemas.openxmlformats.org/drawingml/2006/main">
              <a:ext uri="{FF2B5EF4-FFF2-40B4-BE49-F238E27FC236}">
                <a16:creationId xmlns:a16="http://schemas.microsoft.com/office/drawing/2014/main" id="{D7B9ECDE-8D9E-438F-A362-2F4B7005C4E1}"/>
              </a:ext>
            </a:extLst>
          </p:cNvPr>
          <p:cNvSpPr>
            <a:spLocks xmlns:a="http://schemas.openxmlformats.org/drawingml/2006/main" noGrp="1"/>
          </p:cNvSpPr>
          <p:nvPr/>
        </p:nvSpPr>
        <p:spPr>
          <a:xfrm xmlns:a="http://schemas.openxmlformats.org/drawingml/2006/main">
            <a:off x="7694707" y="320769"/>
            <a:ext cx="238983" cy="27575"/>
          </a:xfrm>
          <a:custGeom xmlns:a="http://schemas.openxmlformats.org/drawingml/2006/main">
            <a:pathLst>
              <a:path w="238983" h="27575">
                <a:moveTo>
                  <a:pt x="0" y="0"/>
                </a:moveTo>
                <a:lnTo>
                  <a:pt x="238983" y="0"/>
                </a:lnTo>
                <a:lnTo>
                  <a:pt x="238983" y="27575"/>
                </a:lnTo>
                <a:lnTo>
                  <a:pt x="0" y="27575"/>
                </a:lnTo>
                <a:close/>
              </a:path>
            </a:pathLst>
          </a:custGeom>
          <a:solidFill xmlns:a="http://schemas.openxmlformats.org/drawingml/2006/main">
            <a:srgbClr val="000000"/>
          </a:solidFill>
          <a:ln xmlns:a="http://schemas.openxmlformats.org/drawingml/2006/main" w="0">
            <a:noFill/>
            <a:prstDash val="solid"/>
          </a:ln>
        </p:spPr>
      </p:sp>
      <p:sp>
        <p:nvSpPr>
          <p:cNvPr id="156" name="disdain-minus">
            <a:extLst xmlns:a="http://schemas.openxmlformats.org/drawingml/2006/main">
              <a:ext uri="{FF2B5EF4-FFF2-40B4-BE49-F238E27FC236}">
                <a16:creationId xmlns:a16="http://schemas.microsoft.com/office/drawing/2014/main" id="{56461CB7-DC1F-496B-834A-4DDCCCD2EFDC}"/>
              </a:ext>
            </a:extLst>
          </p:cNvPr>
          <p:cNvSpPr>
            <a:spLocks xmlns:a="http://schemas.openxmlformats.org/drawingml/2006/main" noGrp="1"/>
          </p:cNvSpPr>
          <p:nvPr/>
        </p:nvSpPr>
        <p:spPr>
          <a:xfrm xmlns:a="http://schemas.openxmlformats.org/drawingml/2006/main">
            <a:off x="8531147" y="284003"/>
            <a:ext cx="220599" cy="18383"/>
          </a:xfrm>
          <a:custGeom xmlns:a="http://schemas.openxmlformats.org/drawingml/2006/main">
            <a:pathLst>
              <a:path w="220599" h="18383">
                <a:moveTo>
                  <a:pt x="0" y="0"/>
                </a:moveTo>
                <a:lnTo>
                  <a:pt x="220599" y="0"/>
                </a:lnTo>
                <a:lnTo>
                  <a:pt x="220599" y="18383"/>
                </a:lnTo>
                <a:lnTo>
                  <a:pt x="0" y="18383"/>
                </a:lnTo>
                <a:close/>
              </a:path>
            </a:pathLst>
          </a:custGeom>
          <a:solidFill xmlns:a="http://schemas.openxmlformats.org/drawingml/2006/main">
            <a:srgbClr val="000000"/>
          </a:solidFill>
          <a:ln xmlns:a="http://schemas.openxmlformats.org/drawingml/2006/main" w="0">
            <a:noFill/>
            <a:prstDash val="solid"/>
          </a:ln>
        </p:spPr>
      </p:sp>
      <p:sp>
        <p:nvSpPr>
          <p:cNvPr id="157" name="disdain-entropy-H-0">
            <a:extLst xmlns:a="http://schemas.openxmlformats.org/drawingml/2006/main">
              <a:ext uri="{FF2B5EF4-FFF2-40B4-BE49-F238E27FC236}">
                <a16:creationId xmlns:a16="http://schemas.microsoft.com/office/drawing/2014/main" id="{815C9DB4-E507-4647-9D70-805C5C520DA0}"/>
              </a:ext>
            </a:extLst>
          </p:cNvPr>
          <p:cNvSpPr>
            <a:spLocks xmlns:a="http://schemas.openxmlformats.org/drawingml/2006/main" noGrp="1"/>
          </p:cNvSpPr>
          <p:nvPr/>
        </p:nvSpPr>
        <p:spPr>
          <a:xfrm xmlns:a="http://schemas.openxmlformats.org/drawingml/2006/main">
            <a:off x="8099140" y="127745"/>
            <a:ext cx="312516" cy="275749"/>
          </a:xfrm>
          <a:custGeom xmlns:a="http://schemas.openxmlformats.org/drawingml/2006/main">
            <a:pathLst>
              <a:path w="312516" h="275749">
                <a:moveTo>
                  <a:pt x="312516" y="818"/>
                </a:moveTo>
                <a:lnTo>
                  <a:pt x="308629" y="10504"/>
                </a:lnTo>
                <a:quadBezTo>
                  <a:pt x="296969" y="10504"/>
                  <a:pt x="292293" y="17989"/>
                </a:quadBezTo>
                <a:quadBezTo>
                  <a:pt x="287617" y="25411"/>
                  <a:pt x="281786" y="47552"/>
                </a:quadBezTo>
                <a:lnTo>
                  <a:pt x="235146" y="219392"/>
                </a:lnTo>
                <a:quadBezTo>
                  <a:pt x="232474" y="228701"/>
                  <a:pt x="232474" y="240337"/>
                </a:quadBezTo>
                <a:quadBezTo>
                  <a:pt x="232474" y="256880"/>
                  <a:pt x="253426" y="256880"/>
                </a:quadBezTo>
                <a:quadBezTo>
                  <a:pt x="267029" y="256880"/>
                  <a:pt x="277900" y="245998"/>
                </a:quadBezTo>
                <a:lnTo>
                  <a:pt x="283730" y="253609"/>
                </a:lnTo>
                <a:quadBezTo>
                  <a:pt x="274803" y="264113"/>
                  <a:pt x="259256" y="269900"/>
                </a:quadBezTo>
                <a:quadBezTo>
                  <a:pt x="243709" y="275749"/>
                  <a:pt x="230105" y="275749"/>
                </a:quadBezTo>
                <a:quadBezTo>
                  <a:pt x="214984" y="275749"/>
                  <a:pt x="201927" y="267509"/>
                </a:quadBezTo>
                <a:quadBezTo>
                  <a:pt x="188931" y="259270"/>
                  <a:pt x="188931" y="241972"/>
                </a:quadBezTo>
                <a:quadBezTo>
                  <a:pt x="188931" y="234299"/>
                  <a:pt x="190874" y="227883"/>
                </a:quadBezTo>
                <a:lnTo>
                  <a:pt x="218445" y="126427"/>
                </a:lnTo>
                <a:quadBezTo>
                  <a:pt x="207210" y="131648"/>
                  <a:pt x="206785" y="131648"/>
                </a:quadBezTo>
                <a:lnTo>
                  <a:pt x="106520" y="131648"/>
                </a:lnTo>
                <a:lnTo>
                  <a:pt x="80103" y="229896"/>
                </a:lnTo>
                <a:quadBezTo>
                  <a:pt x="73483" y="253609"/>
                  <a:pt x="57511" y="260465"/>
                </a:quadBezTo>
                <a:quadBezTo>
                  <a:pt x="41600" y="267321"/>
                  <a:pt x="6620" y="267321"/>
                </a:quadBezTo>
                <a:lnTo>
                  <a:pt x="10506" y="257634"/>
                </a:lnTo>
                <a:quadBezTo>
                  <a:pt x="22592" y="256439"/>
                  <a:pt x="28968" y="248828"/>
                </a:quadBezTo>
                <a:quadBezTo>
                  <a:pt x="35406" y="241155"/>
                  <a:pt x="40810" y="222222"/>
                </a:quadBezTo>
                <a:lnTo>
                  <a:pt x="77734" y="84977"/>
                </a:lnTo>
                <a:quadBezTo>
                  <a:pt x="78949" y="81328"/>
                  <a:pt x="83564" y="61012"/>
                </a:quadBezTo>
                <a:quadBezTo>
                  <a:pt x="88240" y="40696"/>
                  <a:pt x="88240" y="36230"/>
                </a:quadBezTo>
                <a:quadBezTo>
                  <a:pt x="88240" y="28996"/>
                  <a:pt x="85143" y="25789"/>
                </a:quadBezTo>
                <a:quadBezTo>
                  <a:pt x="82046" y="22581"/>
                  <a:pt x="73119" y="22581"/>
                </a:quadBezTo>
                <a:quadBezTo>
                  <a:pt x="40082" y="22581"/>
                  <a:pt x="6255" y="52772"/>
                </a:quadBezTo>
                <a:lnTo>
                  <a:pt x="0" y="45539"/>
                </a:lnTo>
                <a:quadBezTo>
                  <a:pt x="15547" y="26984"/>
                  <a:pt x="42754" y="13523"/>
                </a:quadBezTo>
                <a:quadBezTo>
                  <a:pt x="69961" y="0"/>
                  <a:pt x="104212" y="0"/>
                </a:quadBezTo>
                <a:quadBezTo>
                  <a:pt x="118970" y="0"/>
                  <a:pt x="125529" y="7485"/>
                </a:quadBezTo>
                <a:quadBezTo>
                  <a:pt x="132148" y="14907"/>
                  <a:pt x="132148" y="30192"/>
                </a:quadBezTo>
                <a:quadBezTo>
                  <a:pt x="132148" y="41891"/>
                  <a:pt x="124010" y="71265"/>
                </a:quadBezTo>
                <a:lnTo>
                  <a:pt x="110042" y="120766"/>
                </a:lnTo>
                <a:quadBezTo>
                  <a:pt x="111986" y="120389"/>
                  <a:pt x="115873" y="117999"/>
                </a:quadBezTo>
                <a:quadBezTo>
                  <a:pt x="119759" y="115545"/>
                  <a:pt x="121703" y="115545"/>
                </a:quadBezTo>
                <a:lnTo>
                  <a:pt x="221542" y="115545"/>
                </a:lnTo>
                <a:lnTo>
                  <a:pt x="243344" y="37488"/>
                </a:lnTo>
                <a:quadBezTo>
                  <a:pt x="250328" y="12517"/>
                  <a:pt x="263750" y="6667"/>
                </a:quadBezTo>
                <a:quadBezTo>
                  <a:pt x="277171" y="818"/>
                  <a:pt x="312516" y="818"/>
                </a:quadBezTo>
                <a:close/>
              </a:path>
            </a:pathLst>
          </a:custGeom>
          <a:solidFill xmlns:a="http://schemas.openxmlformats.org/drawingml/2006/main">
            <a:srgbClr val="000000"/>
          </a:solidFill>
          <a:ln xmlns:a="http://schemas.openxmlformats.org/drawingml/2006/main" w="0">
            <a:noFill/>
            <a:prstDash val="solid"/>
          </a:ln>
        </p:spPr>
      </p:sp>
      <p:sp>
        <p:nvSpPr>
          <p:cNvPr id="158" name="disdain-entropy-H-1">
            <a:extLst xmlns:a="http://schemas.openxmlformats.org/drawingml/2006/main">
              <a:ext uri="{FF2B5EF4-FFF2-40B4-BE49-F238E27FC236}">
                <a16:creationId xmlns:a16="http://schemas.microsoft.com/office/drawing/2014/main" id="{6A77A759-BA6B-490D-A077-80CF5E5514CE}"/>
              </a:ext>
            </a:extLst>
          </p:cNvPr>
          <p:cNvSpPr>
            <a:spLocks xmlns:a="http://schemas.openxmlformats.org/drawingml/2006/main" noGrp="1"/>
          </p:cNvSpPr>
          <p:nvPr/>
        </p:nvSpPr>
        <p:spPr>
          <a:xfrm xmlns:a="http://schemas.openxmlformats.org/drawingml/2006/main">
            <a:off x="9624952" y="127745"/>
            <a:ext cx="321707" cy="275749"/>
          </a:xfrm>
          <a:custGeom xmlns:a="http://schemas.openxmlformats.org/drawingml/2006/main">
            <a:pathLst>
              <a:path w="321707" h="275749">
                <a:moveTo>
                  <a:pt x="321707" y="818"/>
                </a:moveTo>
                <a:lnTo>
                  <a:pt x="317706" y="10504"/>
                </a:lnTo>
                <a:quadBezTo>
                  <a:pt x="305703" y="10504"/>
                  <a:pt x="300890" y="17989"/>
                </a:quadBezTo>
                <a:quadBezTo>
                  <a:pt x="296076" y="25411"/>
                  <a:pt x="290074" y="47552"/>
                </a:quadBezTo>
                <a:lnTo>
                  <a:pt x="242062" y="219392"/>
                </a:lnTo>
                <a:quadBezTo>
                  <a:pt x="239311" y="228701"/>
                  <a:pt x="239311" y="240337"/>
                </a:quadBezTo>
                <a:quadBezTo>
                  <a:pt x="239311" y="256880"/>
                  <a:pt x="260879" y="256880"/>
                </a:quadBezTo>
                <a:quadBezTo>
                  <a:pt x="274883" y="256880"/>
                  <a:pt x="286073" y="245998"/>
                </a:quadBezTo>
                <a:lnTo>
                  <a:pt x="292075" y="253609"/>
                </a:lnTo>
                <a:quadBezTo>
                  <a:pt x="282885" y="264113"/>
                  <a:pt x="266881" y="269900"/>
                </a:quadBezTo>
                <a:quadBezTo>
                  <a:pt x="250877" y="275749"/>
                  <a:pt x="236873" y="275749"/>
                </a:quadBezTo>
                <a:quadBezTo>
                  <a:pt x="221307" y="275749"/>
                  <a:pt x="207866" y="267509"/>
                </a:quadBezTo>
                <a:quadBezTo>
                  <a:pt x="194487" y="259270"/>
                  <a:pt x="194487" y="241972"/>
                </a:quadBezTo>
                <a:quadBezTo>
                  <a:pt x="194487" y="234299"/>
                  <a:pt x="196488" y="227883"/>
                </a:quadBezTo>
                <a:lnTo>
                  <a:pt x="224870" y="126427"/>
                </a:lnTo>
                <a:quadBezTo>
                  <a:pt x="213305" y="131648"/>
                  <a:pt x="212867" y="131648"/>
                </a:quadBezTo>
                <a:lnTo>
                  <a:pt x="109653" y="131648"/>
                </a:lnTo>
                <a:lnTo>
                  <a:pt x="82459" y="229896"/>
                </a:lnTo>
                <a:quadBezTo>
                  <a:pt x="75644" y="253609"/>
                  <a:pt x="59203" y="260465"/>
                </a:quadBezTo>
                <a:quadBezTo>
                  <a:pt x="42823" y="267321"/>
                  <a:pt x="6814" y="267321"/>
                </a:quadBezTo>
                <a:lnTo>
                  <a:pt x="10815" y="257634"/>
                </a:lnTo>
                <a:quadBezTo>
                  <a:pt x="23256" y="256439"/>
                  <a:pt x="29820" y="248828"/>
                </a:quadBezTo>
                <a:quadBezTo>
                  <a:pt x="36447" y="241155"/>
                  <a:pt x="42011" y="222222"/>
                </a:quadBezTo>
                <a:lnTo>
                  <a:pt x="80021" y="84977"/>
                </a:lnTo>
                <a:quadBezTo>
                  <a:pt x="81271" y="81328"/>
                  <a:pt x="86022" y="61012"/>
                </a:quadBezTo>
                <a:quadBezTo>
                  <a:pt x="90836" y="40696"/>
                  <a:pt x="90836" y="36230"/>
                </a:quadBezTo>
                <a:quadBezTo>
                  <a:pt x="90836" y="28996"/>
                  <a:pt x="87647" y="25789"/>
                </a:quadBezTo>
                <a:quadBezTo>
                  <a:pt x="84459" y="22581"/>
                  <a:pt x="75269" y="22581"/>
                </a:quadBezTo>
                <a:quadBezTo>
                  <a:pt x="41261" y="22581"/>
                  <a:pt x="6439" y="52772"/>
                </a:quadBezTo>
                <a:lnTo>
                  <a:pt x="0" y="45539"/>
                </a:lnTo>
                <a:quadBezTo>
                  <a:pt x="16004" y="26984"/>
                  <a:pt x="44011" y="13523"/>
                </a:quadBezTo>
                <a:quadBezTo>
                  <a:pt x="72018" y="0"/>
                  <a:pt x="107277" y="0"/>
                </a:quadBezTo>
                <a:quadBezTo>
                  <a:pt x="122469" y="0"/>
                  <a:pt x="129221" y="7485"/>
                </a:quadBezTo>
                <a:quadBezTo>
                  <a:pt x="136035" y="14907"/>
                  <a:pt x="136035" y="30192"/>
                </a:quadBezTo>
                <a:quadBezTo>
                  <a:pt x="136035" y="41891"/>
                  <a:pt x="127658" y="71265"/>
                </a:quadBezTo>
                <a:lnTo>
                  <a:pt x="113279" y="120766"/>
                </a:lnTo>
                <a:quadBezTo>
                  <a:pt x="115280" y="120389"/>
                  <a:pt x="119281" y="117999"/>
                </a:quadBezTo>
                <a:quadBezTo>
                  <a:pt x="123282" y="115545"/>
                  <a:pt x="125282" y="115545"/>
                </a:quadBezTo>
                <a:lnTo>
                  <a:pt x="228058" y="115545"/>
                </a:lnTo>
                <a:lnTo>
                  <a:pt x="250502" y="37488"/>
                </a:lnTo>
                <a:quadBezTo>
                  <a:pt x="257691" y="12517"/>
                  <a:pt x="271507" y="6667"/>
                </a:quadBezTo>
                <a:quadBezTo>
                  <a:pt x="285323" y="818"/>
                  <a:pt x="321707" y="818"/>
                </a:quadBezTo>
                <a:close/>
              </a:path>
            </a:pathLst>
          </a:custGeom>
          <a:solidFill xmlns:a="http://schemas.openxmlformats.org/drawingml/2006/main">
            <a:srgbClr val="000000"/>
          </a:solidFill>
          <a:ln xmlns:a="http://schemas.openxmlformats.org/drawingml/2006/main" w="0">
            <a:noFill/>
            <a:prstDash val="solid"/>
          </a:ln>
        </p:spPr>
      </p:sp>
      <p:sp>
        <p:nvSpPr>
          <p:cNvPr id="159" name="disdain-entropy-H-2">
            <a:extLst xmlns:a="http://schemas.openxmlformats.org/drawingml/2006/main">
              <a:ext uri="{FF2B5EF4-FFF2-40B4-BE49-F238E27FC236}">
                <a16:creationId xmlns:a16="http://schemas.microsoft.com/office/drawing/2014/main" id="{5429C5B3-4A2A-48F3-A35C-706CAA2A4B94}"/>
              </a:ext>
            </a:extLst>
          </p:cNvPr>
          <p:cNvSpPr>
            <a:spLocks xmlns:a="http://schemas.openxmlformats.org/drawingml/2006/main" noGrp="1"/>
          </p:cNvSpPr>
          <p:nvPr/>
        </p:nvSpPr>
        <p:spPr>
          <a:xfrm xmlns:a="http://schemas.openxmlformats.org/drawingml/2006/main">
            <a:off x="10139684" y="127745"/>
            <a:ext cx="321707" cy="275749"/>
          </a:xfrm>
          <a:custGeom xmlns:a="http://schemas.openxmlformats.org/drawingml/2006/main">
            <a:pathLst>
              <a:path w="321707" h="275749">
                <a:moveTo>
                  <a:pt x="321707" y="818"/>
                </a:moveTo>
                <a:lnTo>
                  <a:pt x="317706" y="10504"/>
                </a:lnTo>
                <a:quadBezTo>
                  <a:pt x="305703" y="10504"/>
                  <a:pt x="300890" y="17989"/>
                </a:quadBezTo>
                <a:quadBezTo>
                  <a:pt x="296076" y="25411"/>
                  <a:pt x="290074" y="47552"/>
                </a:quadBezTo>
                <a:lnTo>
                  <a:pt x="242062" y="219392"/>
                </a:lnTo>
                <a:quadBezTo>
                  <a:pt x="239311" y="228701"/>
                  <a:pt x="239311" y="240337"/>
                </a:quadBezTo>
                <a:quadBezTo>
                  <a:pt x="239311" y="256880"/>
                  <a:pt x="260879" y="256880"/>
                </a:quadBezTo>
                <a:quadBezTo>
                  <a:pt x="274883" y="256880"/>
                  <a:pt x="286073" y="245998"/>
                </a:quadBezTo>
                <a:lnTo>
                  <a:pt x="292075" y="253609"/>
                </a:lnTo>
                <a:quadBezTo>
                  <a:pt x="282885" y="264113"/>
                  <a:pt x="266881" y="269900"/>
                </a:quadBezTo>
                <a:quadBezTo>
                  <a:pt x="250877" y="275749"/>
                  <a:pt x="236873" y="275749"/>
                </a:quadBezTo>
                <a:quadBezTo>
                  <a:pt x="221307" y="275749"/>
                  <a:pt x="207866" y="267509"/>
                </a:quadBezTo>
                <a:quadBezTo>
                  <a:pt x="194487" y="259270"/>
                  <a:pt x="194487" y="241972"/>
                </a:quadBezTo>
                <a:quadBezTo>
                  <a:pt x="194487" y="234299"/>
                  <a:pt x="196488" y="227883"/>
                </a:quadBezTo>
                <a:lnTo>
                  <a:pt x="224870" y="126427"/>
                </a:lnTo>
                <a:quadBezTo>
                  <a:pt x="213305" y="131648"/>
                  <a:pt x="212867" y="131648"/>
                </a:quadBezTo>
                <a:lnTo>
                  <a:pt x="109653" y="131648"/>
                </a:lnTo>
                <a:lnTo>
                  <a:pt x="82459" y="229896"/>
                </a:lnTo>
                <a:quadBezTo>
                  <a:pt x="75644" y="253609"/>
                  <a:pt x="59203" y="260465"/>
                </a:quadBezTo>
                <a:quadBezTo>
                  <a:pt x="42823" y="267321"/>
                  <a:pt x="6814" y="267321"/>
                </a:quadBezTo>
                <a:lnTo>
                  <a:pt x="10815" y="257634"/>
                </a:lnTo>
                <a:quadBezTo>
                  <a:pt x="23256" y="256439"/>
                  <a:pt x="29820" y="248828"/>
                </a:quadBezTo>
                <a:quadBezTo>
                  <a:pt x="36447" y="241155"/>
                  <a:pt x="42011" y="222222"/>
                </a:quadBezTo>
                <a:lnTo>
                  <a:pt x="80021" y="84977"/>
                </a:lnTo>
                <a:quadBezTo>
                  <a:pt x="81271" y="81328"/>
                  <a:pt x="86022" y="61012"/>
                </a:quadBezTo>
                <a:quadBezTo>
                  <a:pt x="90836" y="40696"/>
                  <a:pt x="90836" y="36230"/>
                </a:quadBezTo>
                <a:quadBezTo>
                  <a:pt x="90836" y="28996"/>
                  <a:pt x="87647" y="25789"/>
                </a:quadBezTo>
                <a:quadBezTo>
                  <a:pt x="84459" y="22581"/>
                  <a:pt x="75269" y="22581"/>
                </a:quadBezTo>
                <a:quadBezTo>
                  <a:pt x="41261" y="22581"/>
                  <a:pt x="6439" y="52772"/>
                </a:quadBezTo>
                <a:lnTo>
                  <a:pt x="0" y="45539"/>
                </a:lnTo>
                <a:quadBezTo>
                  <a:pt x="16004" y="26984"/>
                  <a:pt x="44011" y="13523"/>
                </a:quadBezTo>
                <a:quadBezTo>
                  <a:pt x="72018" y="0"/>
                  <a:pt x="107277" y="0"/>
                </a:quadBezTo>
                <a:quadBezTo>
                  <a:pt x="122469" y="0"/>
                  <a:pt x="129221" y="7485"/>
                </a:quadBezTo>
                <a:quadBezTo>
                  <a:pt x="136035" y="14907"/>
                  <a:pt x="136035" y="30192"/>
                </a:quadBezTo>
                <a:quadBezTo>
                  <a:pt x="136035" y="41891"/>
                  <a:pt x="127658" y="71265"/>
                </a:quadBezTo>
                <a:lnTo>
                  <a:pt x="113279" y="120766"/>
                </a:lnTo>
                <a:quadBezTo>
                  <a:pt x="115280" y="120389"/>
                  <a:pt x="119281" y="117999"/>
                </a:quadBezTo>
                <a:quadBezTo>
                  <a:pt x="123282" y="115545"/>
                  <a:pt x="125282" y="115545"/>
                </a:quadBezTo>
                <a:lnTo>
                  <a:pt x="228058" y="115545"/>
                </a:lnTo>
                <a:lnTo>
                  <a:pt x="250502" y="37488"/>
                </a:lnTo>
                <a:quadBezTo>
                  <a:pt x="257691" y="12517"/>
                  <a:pt x="271507" y="6667"/>
                </a:quadBezTo>
                <a:quadBezTo>
                  <a:pt x="285323" y="818"/>
                  <a:pt x="321707" y="818"/>
                </a:quadBezTo>
                <a:close/>
              </a:path>
            </a:pathLst>
          </a:custGeom>
          <a:solidFill xmlns:a="http://schemas.openxmlformats.org/drawingml/2006/main">
            <a:srgbClr val="000000"/>
          </a:solidFill>
          <a:ln xmlns:a="http://schemas.openxmlformats.org/drawingml/2006/main" w="0">
            <a:noFill/>
            <a:prstDash val="solid"/>
          </a:ln>
        </p:spPr>
      </p:sp>
      <p:sp>
        <p:nvSpPr>
          <p:cNvPr id="160" name="disdain-entropy-H-3">
            <a:extLst xmlns:a="http://schemas.openxmlformats.org/drawingml/2006/main">
              <a:ext uri="{FF2B5EF4-FFF2-40B4-BE49-F238E27FC236}">
                <a16:creationId xmlns:a16="http://schemas.microsoft.com/office/drawing/2014/main" id="{4AD8E4FE-5E66-44DA-889D-B42E45C8C687}"/>
              </a:ext>
            </a:extLst>
          </p:cNvPr>
          <p:cNvSpPr>
            <a:spLocks xmlns:a="http://schemas.openxmlformats.org/drawingml/2006/main" noGrp="1"/>
          </p:cNvSpPr>
          <p:nvPr/>
        </p:nvSpPr>
        <p:spPr>
          <a:xfrm xmlns:a="http://schemas.openxmlformats.org/drawingml/2006/main">
            <a:off x="10654416" y="127745"/>
            <a:ext cx="312516" cy="275749"/>
          </a:xfrm>
          <a:custGeom xmlns:a="http://schemas.openxmlformats.org/drawingml/2006/main">
            <a:pathLst>
              <a:path w="312516" h="275749">
                <a:moveTo>
                  <a:pt x="312516" y="818"/>
                </a:moveTo>
                <a:lnTo>
                  <a:pt x="308629" y="10504"/>
                </a:lnTo>
                <a:quadBezTo>
                  <a:pt x="296969" y="10504"/>
                  <a:pt x="292293" y="17989"/>
                </a:quadBezTo>
                <a:quadBezTo>
                  <a:pt x="287617" y="25411"/>
                  <a:pt x="281786" y="47552"/>
                </a:quadBezTo>
                <a:lnTo>
                  <a:pt x="235146" y="219392"/>
                </a:lnTo>
                <a:quadBezTo>
                  <a:pt x="232474" y="228701"/>
                  <a:pt x="232474" y="240337"/>
                </a:quadBezTo>
                <a:quadBezTo>
                  <a:pt x="232474" y="256880"/>
                  <a:pt x="253426" y="256880"/>
                </a:quadBezTo>
                <a:quadBezTo>
                  <a:pt x="267029" y="256880"/>
                  <a:pt x="277900" y="245998"/>
                </a:quadBezTo>
                <a:lnTo>
                  <a:pt x="283730" y="253609"/>
                </a:lnTo>
                <a:quadBezTo>
                  <a:pt x="274803" y="264113"/>
                  <a:pt x="259256" y="269900"/>
                </a:quadBezTo>
                <a:quadBezTo>
                  <a:pt x="243709" y="275749"/>
                  <a:pt x="230105" y="275749"/>
                </a:quadBezTo>
                <a:quadBezTo>
                  <a:pt x="214984" y="275749"/>
                  <a:pt x="201927" y="267509"/>
                </a:quadBezTo>
                <a:quadBezTo>
                  <a:pt x="188931" y="259270"/>
                  <a:pt x="188931" y="241972"/>
                </a:quadBezTo>
                <a:quadBezTo>
                  <a:pt x="188931" y="234299"/>
                  <a:pt x="190874" y="227883"/>
                </a:quadBezTo>
                <a:lnTo>
                  <a:pt x="218445" y="126427"/>
                </a:lnTo>
                <a:quadBezTo>
                  <a:pt x="207210" y="131648"/>
                  <a:pt x="206785" y="131648"/>
                </a:quadBezTo>
                <a:lnTo>
                  <a:pt x="106520" y="131648"/>
                </a:lnTo>
                <a:lnTo>
                  <a:pt x="80103" y="229896"/>
                </a:lnTo>
                <a:quadBezTo>
                  <a:pt x="73483" y="253609"/>
                  <a:pt x="57511" y="260465"/>
                </a:quadBezTo>
                <a:quadBezTo>
                  <a:pt x="41600" y="267321"/>
                  <a:pt x="6620" y="267321"/>
                </a:quadBezTo>
                <a:lnTo>
                  <a:pt x="10506" y="257634"/>
                </a:lnTo>
                <a:quadBezTo>
                  <a:pt x="22592" y="256439"/>
                  <a:pt x="28968" y="248828"/>
                </a:quadBezTo>
                <a:quadBezTo>
                  <a:pt x="35406" y="241155"/>
                  <a:pt x="40810" y="222222"/>
                </a:quadBezTo>
                <a:lnTo>
                  <a:pt x="77734" y="84977"/>
                </a:lnTo>
                <a:quadBezTo>
                  <a:pt x="78949" y="81328"/>
                  <a:pt x="83564" y="61012"/>
                </a:quadBezTo>
                <a:quadBezTo>
                  <a:pt x="88240" y="40696"/>
                  <a:pt x="88240" y="36230"/>
                </a:quadBezTo>
                <a:quadBezTo>
                  <a:pt x="88240" y="28996"/>
                  <a:pt x="85143" y="25789"/>
                </a:quadBezTo>
                <a:quadBezTo>
                  <a:pt x="82046" y="22581"/>
                  <a:pt x="73119" y="22581"/>
                </a:quadBezTo>
                <a:quadBezTo>
                  <a:pt x="40082" y="22581"/>
                  <a:pt x="6255" y="52772"/>
                </a:quadBezTo>
                <a:lnTo>
                  <a:pt x="0" y="45539"/>
                </a:lnTo>
                <a:quadBezTo>
                  <a:pt x="15547" y="26984"/>
                  <a:pt x="42754" y="13523"/>
                </a:quadBezTo>
                <a:quadBezTo>
                  <a:pt x="69961" y="0"/>
                  <a:pt x="104212" y="0"/>
                </a:quadBezTo>
                <a:quadBezTo>
                  <a:pt x="118970" y="0"/>
                  <a:pt x="125529" y="7485"/>
                </a:quadBezTo>
                <a:quadBezTo>
                  <a:pt x="132148" y="14907"/>
                  <a:pt x="132148" y="30192"/>
                </a:quadBezTo>
                <a:quadBezTo>
                  <a:pt x="132148" y="41891"/>
                  <a:pt x="124010" y="71265"/>
                </a:quadBezTo>
                <a:lnTo>
                  <a:pt x="110042" y="120766"/>
                </a:lnTo>
                <a:quadBezTo>
                  <a:pt x="111986" y="120389"/>
                  <a:pt x="115873" y="117999"/>
                </a:quadBezTo>
                <a:quadBezTo>
                  <a:pt x="119759" y="115545"/>
                  <a:pt x="121703" y="115545"/>
                </a:quadBezTo>
                <a:lnTo>
                  <a:pt x="221542" y="115545"/>
                </a:lnTo>
                <a:lnTo>
                  <a:pt x="243344" y="37488"/>
                </a:lnTo>
                <a:quadBezTo>
                  <a:pt x="250328" y="12517"/>
                  <a:pt x="263750" y="6667"/>
                </a:quadBezTo>
                <a:quadBezTo>
                  <a:pt x="277171" y="818"/>
                  <a:pt x="312516" y="818"/>
                </a:quadBezTo>
                <a:close/>
              </a:path>
            </a:pathLst>
          </a:custGeom>
          <a:solidFill xmlns:a="http://schemas.openxmlformats.org/drawingml/2006/main">
            <a:srgbClr val="000000"/>
          </a:solidFill>
          <a:ln xmlns:a="http://schemas.openxmlformats.org/drawingml/2006/main" w="0">
            <a:noFill/>
            <a:prstDash val="solid"/>
          </a:ln>
        </p:spPr>
      </p:sp>
      <p:sp>
        <p:nvSpPr>
          <p:cNvPr id="161" name="disdain-average">
            <a:extLst xmlns:a="http://schemas.openxmlformats.org/drawingml/2006/main">
              <a:ext uri="{FF2B5EF4-FFF2-40B4-BE49-F238E27FC236}">
                <a16:creationId xmlns:a16="http://schemas.microsoft.com/office/drawing/2014/main" id="{23E02AE5-DDD6-49A0-A8AC-EF8DFC4C26B8}"/>
              </a:ext>
            </a:extLst>
          </p:cNvPr>
          <p:cNvSpPr>
            <a:spLocks xmlns:a="http://schemas.openxmlformats.org/drawingml/2006/main" noGrp="1"/>
          </p:cNvSpPr>
          <p:nvPr/>
        </p:nvSpPr>
        <p:spPr>
          <a:xfrm xmlns:a="http://schemas.openxmlformats.org/drawingml/2006/main">
            <a:off x="8889621" y="210470"/>
            <a:ext cx="560690" cy="275749"/>
          </a:xfrm>
          <a:custGeom xmlns:a="http://schemas.openxmlformats.org/drawingml/2006/main">
            <a:pathLst>
              <a:path w="560690" h="275749">
                <a:moveTo>
                  <a:pt x="164913" y="160276"/>
                </a:moveTo>
                <a:lnTo>
                  <a:pt x="164913" y="171652"/>
                </a:lnTo>
                <a:quadBezTo>
                  <a:pt x="149452" y="191162"/>
                  <a:pt x="128265" y="191162"/>
                </a:quadBezTo>
                <a:quadBezTo>
                  <a:pt x="105043" y="191162"/>
                  <a:pt x="102180" y="161484"/>
                </a:quadBezTo>
                <a:lnTo>
                  <a:pt x="101798" y="161484"/>
                </a:lnTo>
                <a:quadBezTo>
                  <a:pt x="75712" y="191162"/>
                  <a:pt x="42755" y="191162"/>
                </a:quadBezTo>
                <a:quadBezTo>
                  <a:pt x="23604" y="191162"/>
                  <a:pt x="11770" y="179977"/>
                </a:quadBezTo>
                <a:quadBezTo>
                  <a:pt x="0" y="168792"/>
                  <a:pt x="0" y="148837"/>
                </a:quadBezTo>
                <a:quadBezTo>
                  <a:pt x="0" y="120366"/>
                  <a:pt x="28503" y="101301"/>
                </a:quadBezTo>
                <a:quadBezTo>
                  <a:pt x="48036" y="88273"/>
                  <a:pt x="101798" y="68318"/>
                </a:quadBezTo>
                <a:lnTo>
                  <a:pt x="101798" y="46392"/>
                </a:lnTo>
                <a:quadBezTo>
                  <a:pt x="101798" y="28090"/>
                  <a:pt x="93018" y="18938"/>
                </a:quadBezTo>
                <a:quadBezTo>
                  <a:pt x="84301" y="9787"/>
                  <a:pt x="70050" y="9787"/>
                </a:quadBezTo>
                <a:quadBezTo>
                  <a:pt x="57834" y="9787"/>
                  <a:pt x="49690" y="15697"/>
                </a:quadBezTo>
                <a:quadBezTo>
                  <a:pt x="41546" y="21544"/>
                  <a:pt x="41546" y="29678"/>
                </a:quadBezTo>
                <a:quadBezTo>
                  <a:pt x="41546" y="33364"/>
                  <a:pt x="42755" y="37877"/>
                </a:quadBezTo>
                <a:quadBezTo>
                  <a:pt x="43964" y="42325"/>
                  <a:pt x="43964" y="46774"/>
                </a:quadBezTo>
                <a:quadBezTo>
                  <a:pt x="43964" y="52875"/>
                  <a:pt x="38429" y="58149"/>
                </a:quadBezTo>
                <a:quadBezTo>
                  <a:pt x="32957" y="63424"/>
                  <a:pt x="25259" y="63424"/>
                </a:quadBezTo>
                <a:quadBezTo>
                  <a:pt x="18324" y="63424"/>
                  <a:pt x="12979" y="58149"/>
                </a:quadBezTo>
                <a:quadBezTo>
                  <a:pt x="7698" y="52875"/>
                  <a:pt x="7698" y="44740"/>
                </a:quadBezTo>
                <a:quadBezTo>
                  <a:pt x="7698" y="25230"/>
                  <a:pt x="28503" y="12202"/>
                </a:quadBezTo>
                <a:quadBezTo>
                  <a:pt x="47654" y="0"/>
                  <a:pt x="75330" y="0"/>
                </a:quadBezTo>
                <a:quadBezTo>
                  <a:pt x="108288" y="0"/>
                  <a:pt x="123366" y="18303"/>
                </a:quadBezTo>
                <a:quadBezTo>
                  <a:pt x="130683" y="26819"/>
                  <a:pt x="132719" y="35589"/>
                </a:quadBezTo>
                <a:quadBezTo>
                  <a:pt x="134755" y="44359"/>
                  <a:pt x="134755" y="63424"/>
                </a:quadBezTo>
                <a:lnTo>
                  <a:pt x="134755" y="141147"/>
                </a:lnTo>
                <a:quadBezTo>
                  <a:pt x="134755" y="167966"/>
                  <a:pt x="147416" y="167966"/>
                </a:quadBezTo>
                <a:quadBezTo>
                  <a:pt x="155560" y="167966"/>
                  <a:pt x="164913" y="160276"/>
                </a:quadBezTo>
                <a:close/>
                <a:moveTo>
                  <a:pt x="101798" y="135428"/>
                </a:moveTo>
                <a:lnTo>
                  <a:pt x="101798" y="78105"/>
                </a:lnTo>
                <a:quadBezTo>
                  <a:pt x="64324" y="91133"/>
                  <a:pt x="49690" y="104923"/>
                </a:quadBezTo>
                <a:quadBezTo>
                  <a:pt x="35820" y="117570"/>
                  <a:pt x="35820" y="136254"/>
                </a:quadBezTo>
                <a:quadBezTo>
                  <a:pt x="35820" y="151697"/>
                  <a:pt x="43519" y="159641"/>
                </a:quadBezTo>
                <a:quadBezTo>
                  <a:pt x="51281" y="167585"/>
                  <a:pt x="63942" y="167585"/>
                </a:quadBezTo>
                <a:quadBezTo>
                  <a:pt x="77366" y="167585"/>
                  <a:pt x="87546" y="161039"/>
                </a:quadBezTo>
                <a:quadBezTo>
                  <a:pt x="96072" y="154938"/>
                  <a:pt x="98935" y="149663"/>
                </a:quadBezTo>
                <a:quadBezTo>
                  <a:pt x="101798" y="144389"/>
                  <a:pt x="101798" y="135428"/>
                </a:quadBezTo>
                <a:close/>
                <a:moveTo>
                  <a:pt x="359957" y="4067"/>
                </a:moveTo>
                <a:lnTo>
                  <a:pt x="359957" y="10168"/>
                </a:lnTo>
                <a:quadBezTo>
                  <a:pt x="350605" y="10994"/>
                  <a:pt x="346087" y="16269"/>
                </a:quadBezTo>
                <a:quadBezTo>
                  <a:pt x="341634" y="21544"/>
                  <a:pt x="333490" y="41880"/>
                </a:quadBezTo>
                <a:lnTo>
                  <a:pt x="281382" y="172478"/>
                </a:lnTo>
                <a:quadBezTo>
                  <a:pt x="273238" y="192815"/>
                  <a:pt x="269930" y="192815"/>
                </a:quadBezTo>
                <a:quadBezTo>
                  <a:pt x="266685" y="192815"/>
                  <a:pt x="262613" y="182202"/>
                </a:quadBezTo>
                <a:quadBezTo>
                  <a:pt x="261786" y="180994"/>
                  <a:pt x="260959" y="178134"/>
                </a:quadBezTo>
                <a:quadBezTo>
                  <a:pt x="260195" y="175275"/>
                  <a:pt x="259368" y="173686"/>
                </a:quadBezTo>
                <a:lnTo>
                  <a:pt x="210505" y="56942"/>
                </a:lnTo>
                <a:quadBezTo>
                  <a:pt x="197462" y="26056"/>
                  <a:pt x="191355" y="18557"/>
                </a:quadBezTo>
                <a:quadBezTo>
                  <a:pt x="185247" y="10994"/>
                  <a:pt x="173476" y="10168"/>
                </a:quadBezTo>
                <a:lnTo>
                  <a:pt x="173476" y="4067"/>
                </a:lnTo>
                <a:lnTo>
                  <a:pt x="253260" y="4067"/>
                </a:lnTo>
                <a:lnTo>
                  <a:pt x="253260" y="10168"/>
                </a:lnTo>
                <a:quadBezTo>
                  <a:pt x="242699" y="10994"/>
                  <a:pt x="238627" y="13473"/>
                </a:quadBezTo>
                <a:quadBezTo>
                  <a:pt x="234555" y="15888"/>
                  <a:pt x="234555" y="21163"/>
                </a:quadBezTo>
                <a:quadBezTo>
                  <a:pt x="234555" y="27645"/>
                  <a:pt x="238182" y="36606"/>
                </a:quadBezTo>
                <a:lnTo>
                  <a:pt x="279728" y="140703"/>
                </a:lnTo>
                <a:lnTo>
                  <a:pt x="320065" y="35398"/>
                </a:lnTo>
                <a:quadBezTo>
                  <a:pt x="322483" y="29297"/>
                  <a:pt x="322483" y="23196"/>
                </a:quadBezTo>
                <a:quadBezTo>
                  <a:pt x="322483" y="11821"/>
                  <a:pt x="303332" y="10168"/>
                </a:quadBezTo>
                <a:lnTo>
                  <a:pt x="303332" y="4067"/>
                </a:lnTo>
                <a:lnTo>
                  <a:pt x="359957" y="4067"/>
                </a:lnTo>
                <a:close/>
                <a:moveTo>
                  <a:pt x="560690" y="29297"/>
                </a:moveTo>
                <a:lnTo>
                  <a:pt x="526906" y="29297"/>
                </a:lnTo>
                <a:quadBezTo>
                  <a:pt x="534604" y="46774"/>
                  <a:pt x="534604" y="63424"/>
                </a:quadBezTo>
                <a:quadBezTo>
                  <a:pt x="534604" y="94755"/>
                  <a:pt x="513418" y="110643"/>
                </a:quadBezTo>
                <a:quadBezTo>
                  <a:pt x="492295" y="126467"/>
                  <a:pt x="471108" y="126467"/>
                </a:quadBezTo>
                <a:quadBezTo>
                  <a:pt x="466654" y="126467"/>
                  <a:pt x="455647" y="125260"/>
                </a:quadBezTo>
                <a:lnTo>
                  <a:pt x="447885" y="124433"/>
                </a:lnTo>
                <a:quadBezTo>
                  <a:pt x="439741" y="126912"/>
                  <a:pt x="431598" y="135491"/>
                </a:quadBezTo>
                <a:quadBezTo>
                  <a:pt x="423454" y="144007"/>
                  <a:pt x="423454" y="150108"/>
                </a:quadBezTo>
                <a:quadBezTo>
                  <a:pt x="423454" y="159450"/>
                  <a:pt x="455202" y="161039"/>
                </a:quadBezTo>
                <a:lnTo>
                  <a:pt x="507755" y="163518"/>
                </a:lnTo>
                <a:quadBezTo>
                  <a:pt x="530151" y="164344"/>
                  <a:pt x="543575" y="176164"/>
                </a:quadBezTo>
                <a:quadBezTo>
                  <a:pt x="557000" y="187921"/>
                  <a:pt x="557000" y="207050"/>
                </a:quadBezTo>
                <a:quadBezTo>
                  <a:pt x="557000" y="230628"/>
                  <a:pt x="532568" y="249757"/>
                </a:quadBezTo>
                <a:quadBezTo>
                  <a:pt x="498784" y="275749"/>
                  <a:pt x="451130" y="275749"/>
                </a:quadBezTo>
                <a:quadBezTo>
                  <a:pt x="421863" y="275749"/>
                  <a:pt x="401249" y="264119"/>
                </a:quadBezTo>
                <a:quadBezTo>
                  <a:pt x="380699" y="252553"/>
                  <a:pt x="380699" y="236284"/>
                </a:quadBezTo>
                <a:quadBezTo>
                  <a:pt x="380699" y="224908"/>
                  <a:pt x="389670" y="213723"/>
                </a:quadBezTo>
                <a:quadBezTo>
                  <a:pt x="398641" y="202538"/>
                  <a:pt x="420591" y="186714"/>
                </a:quadBezTo>
                <a:quadBezTo>
                  <a:pt x="407611" y="180613"/>
                  <a:pt x="403285" y="176164"/>
                </a:quadBezTo>
                <a:quadBezTo>
                  <a:pt x="399022" y="171652"/>
                  <a:pt x="399022" y="165106"/>
                </a:quadBezTo>
                <a:quadBezTo>
                  <a:pt x="399022" y="153349"/>
                  <a:pt x="417791" y="137080"/>
                </a:quadBezTo>
                <a:quadBezTo>
                  <a:pt x="427144" y="128946"/>
                  <a:pt x="435288" y="120811"/>
                </a:quadBezTo>
                <a:quadBezTo>
                  <a:pt x="414928" y="110643"/>
                  <a:pt x="406148" y="98060"/>
                </a:quadBezTo>
                <a:quadBezTo>
                  <a:pt x="397432" y="85413"/>
                  <a:pt x="397432" y="66284"/>
                </a:quadBezTo>
                <a:quadBezTo>
                  <a:pt x="397432" y="38639"/>
                  <a:pt x="417155" y="19320"/>
                </a:quadBezTo>
                <a:quadBezTo>
                  <a:pt x="436878" y="0"/>
                  <a:pt x="465382" y="0"/>
                </a:quadBezTo>
                <a:quadBezTo>
                  <a:pt x="481669" y="0"/>
                  <a:pt x="497957" y="6101"/>
                </a:quadBezTo>
                <a:lnTo>
                  <a:pt x="506928" y="9342"/>
                </a:lnTo>
                <a:quadBezTo>
                  <a:pt x="518762" y="13409"/>
                  <a:pt x="529324" y="13409"/>
                </a:quadBezTo>
                <a:lnTo>
                  <a:pt x="560690" y="13409"/>
                </a:lnTo>
                <a:lnTo>
                  <a:pt x="560690" y="29297"/>
                </a:lnTo>
                <a:close/>
                <a:moveTo>
                  <a:pt x="431216" y="49634"/>
                </a:moveTo>
                <a:lnTo>
                  <a:pt x="431216" y="50841"/>
                </a:lnTo>
                <a:quadBezTo>
                  <a:pt x="431216" y="80138"/>
                  <a:pt x="442795" y="98250"/>
                </a:quadBezTo>
                <a:quadBezTo>
                  <a:pt x="454439" y="116299"/>
                  <a:pt x="473144" y="116299"/>
                </a:quadBezTo>
                <a:quadBezTo>
                  <a:pt x="487014" y="116299"/>
                  <a:pt x="495158" y="106385"/>
                </a:quadBezTo>
                <a:quadBezTo>
                  <a:pt x="503302" y="96407"/>
                  <a:pt x="503302" y="79693"/>
                </a:quadBezTo>
                <a:quadBezTo>
                  <a:pt x="503302" y="52875"/>
                  <a:pt x="491086" y="30505"/>
                </a:quadBezTo>
                <a:quadBezTo>
                  <a:pt x="480906" y="11376"/>
                  <a:pt x="461310" y="11376"/>
                </a:quadBezTo>
                <a:quadBezTo>
                  <a:pt x="447058" y="11376"/>
                  <a:pt x="439105" y="21544"/>
                </a:quadBezTo>
                <a:quadBezTo>
                  <a:pt x="431216" y="31712"/>
                  <a:pt x="431216" y="49634"/>
                </a:quadBezTo>
                <a:close/>
                <a:moveTo>
                  <a:pt x="545611" y="213151"/>
                </a:moveTo>
                <a:quadBezTo>
                  <a:pt x="545611" y="201712"/>
                  <a:pt x="534414" y="197454"/>
                </a:quadBezTo>
                <a:quadBezTo>
                  <a:pt x="523216" y="193196"/>
                  <a:pt x="495158" y="193196"/>
                </a:quadBezTo>
                <a:quadBezTo>
                  <a:pt x="454820" y="193196"/>
                  <a:pt x="429180" y="187921"/>
                </a:quadBezTo>
                <a:quadBezTo>
                  <a:pt x="416964" y="202538"/>
                  <a:pt x="413083" y="209211"/>
                </a:quadBezTo>
                <a:quadBezTo>
                  <a:pt x="409202" y="215947"/>
                  <a:pt x="409202" y="222874"/>
                </a:quadBezTo>
                <a:quadBezTo>
                  <a:pt x="409202" y="236284"/>
                  <a:pt x="425299" y="244418"/>
                </a:quadBezTo>
                <a:quadBezTo>
                  <a:pt x="441396" y="252553"/>
                  <a:pt x="468245" y="252553"/>
                </a:quadBezTo>
                <a:quadBezTo>
                  <a:pt x="502856" y="252553"/>
                  <a:pt x="524234" y="241749"/>
                </a:quadBezTo>
                <a:quadBezTo>
                  <a:pt x="545611" y="231009"/>
                  <a:pt x="545611" y="213151"/>
                </a:quadBezTo>
                <a:close/>
              </a:path>
            </a:pathLst>
          </a:custGeom>
          <a:solidFill xmlns:a="http://schemas.openxmlformats.org/drawingml/2006/main">
            <a:srgbClr val="000000"/>
          </a:solidFill>
          <a:ln xmlns:a="http://schemas.openxmlformats.org/drawingml/2006/main" w="0">
            <a:noFill/>
            <a:prstDash val="solid"/>
          </a:ln>
        </p:spPr>
      </p:sp>
      <p:sp>
        <p:nvSpPr>
          <p:cNvPr id="162" name="disdain-open-parenthesis">
            <a:extLst xmlns:a="http://schemas.openxmlformats.org/drawingml/2006/main">
              <a:ext uri="{FF2B5EF4-FFF2-40B4-BE49-F238E27FC236}">
                <a16:creationId xmlns:a16="http://schemas.microsoft.com/office/drawing/2014/main" id="{85D1E09A-357E-41B6-A33B-151049F85738}"/>
              </a:ext>
            </a:extLst>
          </p:cNvPr>
          <p:cNvSpPr>
            <a:spLocks xmlns:a="http://schemas.openxmlformats.org/drawingml/2006/main" noGrp="1"/>
          </p:cNvSpPr>
          <p:nvPr/>
        </p:nvSpPr>
        <p:spPr>
          <a:xfrm xmlns:a="http://schemas.openxmlformats.org/drawingml/2006/main">
            <a:off x="9487077" y="164511"/>
            <a:ext cx="91916" cy="294132"/>
          </a:xfrm>
          <a:custGeom xmlns:a="http://schemas.openxmlformats.org/drawingml/2006/main">
            <a:pathLst>
              <a:path w="91916" h="294132">
                <a:moveTo>
                  <a:pt x="91916" y="288583"/>
                </a:moveTo>
                <a:lnTo>
                  <a:pt x="87598" y="294132"/>
                </a:lnTo>
                <a:quadBezTo>
                  <a:pt x="45930" y="271341"/>
                  <a:pt x="22937" y="231362"/>
                </a:quadBezTo>
                <a:quadBezTo>
                  <a:pt x="0" y="191383"/>
                  <a:pt x="0" y="146177"/>
                </a:quadBezTo>
                <a:quadBezTo>
                  <a:pt x="0" y="50647"/>
                  <a:pt x="88664" y="0"/>
                </a:quadBezTo>
                <a:lnTo>
                  <a:pt x="91916" y="5496"/>
                </a:lnTo>
                <a:quadBezTo>
                  <a:pt x="55296" y="35507"/>
                  <a:pt x="43070" y="64656"/>
                </a:quadBezTo>
                <a:quadBezTo>
                  <a:pt x="30901" y="93752"/>
                  <a:pt x="30901" y="145153"/>
                </a:quadBezTo>
                <a:quadBezTo>
                  <a:pt x="30901" y="196178"/>
                  <a:pt x="43463" y="227914"/>
                </a:quadBezTo>
                <a:quadBezTo>
                  <a:pt x="56025" y="259649"/>
                  <a:pt x="91916" y="288583"/>
                </a:quadBezTo>
                <a:close/>
              </a:path>
            </a:pathLst>
          </a:custGeom>
          <a:solidFill xmlns:a="http://schemas.openxmlformats.org/drawingml/2006/main">
            <a:srgbClr val="000000"/>
          </a:solidFill>
          <a:ln xmlns:a="http://schemas.openxmlformats.org/drawingml/2006/main" w="0">
            <a:noFill/>
            <a:prstDash val="solid"/>
          </a:ln>
        </p:spPr>
      </p:sp>
      <p:sp>
        <p:nvSpPr>
          <p:cNvPr id="163" name="disdain-close-parenthesis">
            <a:extLst xmlns:a="http://schemas.openxmlformats.org/drawingml/2006/main">
              <a:ext uri="{FF2B5EF4-FFF2-40B4-BE49-F238E27FC236}">
                <a16:creationId xmlns:a16="http://schemas.microsoft.com/office/drawing/2014/main" id="{A0E9509E-9567-414D-8AA1-9CB79C0E32BC}"/>
              </a:ext>
            </a:extLst>
          </p:cNvPr>
          <p:cNvSpPr>
            <a:spLocks xmlns:a="http://schemas.openxmlformats.org/drawingml/2006/main" noGrp="1"/>
          </p:cNvSpPr>
          <p:nvPr/>
        </p:nvSpPr>
        <p:spPr>
          <a:xfrm xmlns:a="http://schemas.openxmlformats.org/drawingml/2006/main">
            <a:off x="11003698" y="164511"/>
            <a:ext cx="82725" cy="284941"/>
          </a:xfrm>
          <a:custGeom xmlns:a="http://schemas.openxmlformats.org/drawingml/2006/main">
            <a:pathLst>
              <a:path w="82725" h="284941">
                <a:moveTo>
                  <a:pt x="0" y="5324"/>
                </a:moveTo>
                <a:lnTo>
                  <a:pt x="3838" y="0"/>
                </a:lnTo>
                <a:quadBezTo>
                  <a:pt x="40706" y="22705"/>
                  <a:pt x="61715" y="61488"/>
                </a:quadBezTo>
                <a:quadBezTo>
                  <a:pt x="82725" y="100217"/>
                  <a:pt x="82725" y="143279"/>
                </a:quadBezTo>
                <a:quadBezTo>
                  <a:pt x="82725" y="234467"/>
                  <a:pt x="2879" y="284941"/>
                </a:quadBezTo>
                <a:lnTo>
                  <a:pt x="0" y="279565"/>
                </a:lnTo>
                <a:quadBezTo>
                  <a:pt x="33282" y="251170"/>
                  <a:pt x="44090" y="222984"/>
                </a:quadBezTo>
                <a:quadBezTo>
                  <a:pt x="54948" y="194745"/>
                  <a:pt x="54948" y="144271"/>
                </a:quadBezTo>
                <a:quadBezTo>
                  <a:pt x="54948" y="93536"/>
                  <a:pt x="44090" y="62949"/>
                </a:quadBezTo>
                <a:quadBezTo>
                  <a:pt x="33282" y="32362"/>
                  <a:pt x="0" y="5324"/>
                </a:quadBezTo>
                <a:close/>
              </a:path>
            </a:pathLst>
          </a:custGeom>
          <a:solidFill xmlns:a="http://schemas.openxmlformats.org/drawingml/2006/main">
            <a:srgbClr val="000000"/>
          </a:solidFill>
          <a:ln xmlns:a="http://schemas.openxmlformats.org/drawingml/2006/main" w="0">
            <a:noFill/>
            <a:prstDash val="solid"/>
          </a:ln>
        </p:spPr>
      </p:sp>
      <p:sp>
        <p:nvSpPr>
          <p:cNvPr id="164" name="disdain-comma-1">
            <a:extLst xmlns:a="http://schemas.openxmlformats.org/drawingml/2006/main">
              <a:ext uri="{FF2B5EF4-FFF2-40B4-BE49-F238E27FC236}">
                <a16:creationId xmlns:a16="http://schemas.microsoft.com/office/drawing/2014/main" id="{6A01A5A5-9269-49DF-95A9-17426FF759D8}"/>
              </a:ext>
            </a:extLst>
          </p:cNvPr>
          <p:cNvSpPr>
            <a:spLocks xmlns:a="http://schemas.openxmlformats.org/drawingml/2006/main" noGrp="1"/>
          </p:cNvSpPr>
          <p:nvPr/>
        </p:nvSpPr>
        <p:spPr>
          <a:xfrm xmlns:a="http://schemas.openxmlformats.org/drawingml/2006/main">
            <a:off x="9955851" y="357536"/>
            <a:ext cx="36767" cy="64341"/>
          </a:xfrm>
          <a:custGeom xmlns:a="http://schemas.openxmlformats.org/drawingml/2006/main">
            <a:pathLst>
              <a:path w="36767" h="64341">
                <a:moveTo>
                  <a:pt x="7345" y="64341"/>
                </a:moveTo>
                <a:lnTo>
                  <a:pt x="4719" y="59335"/>
                </a:lnTo>
                <a:quadBezTo>
                  <a:pt x="26508" y="44480"/>
                  <a:pt x="26508" y="30991"/>
                </a:quadBezTo>
                <a:quadBezTo>
                  <a:pt x="26508" y="27557"/>
                  <a:pt x="22856" y="27557"/>
                </a:quadBezTo>
                <a:quadBezTo>
                  <a:pt x="21789" y="27557"/>
                  <a:pt x="19286" y="28054"/>
                </a:quadBezTo>
                <a:quadBezTo>
                  <a:pt x="16824" y="28592"/>
                  <a:pt x="15224" y="28592"/>
                </a:quadBezTo>
                <a:quadBezTo>
                  <a:pt x="0" y="28592"/>
                  <a:pt x="0" y="15103"/>
                </a:quadBezTo>
                <a:quadBezTo>
                  <a:pt x="0" y="8234"/>
                  <a:pt x="4309" y="4138"/>
                </a:quadBezTo>
                <a:quadBezTo>
                  <a:pt x="8658" y="0"/>
                  <a:pt x="15757" y="0"/>
                </a:quadBezTo>
                <a:quadBezTo>
                  <a:pt x="24703" y="0"/>
                  <a:pt x="30735" y="6496"/>
                </a:quadBezTo>
                <a:quadBezTo>
                  <a:pt x="36767" y="12992"/>
                  <a:pt x="36767" y="23047"/>
                </a:quadBezTo>
                <a:quadBezTo>
                  <a:pt x="36767" y="35212"/>
                  <a:pt x="28765" y="46591"/>
                </a:quadBezTo>
                <a:quadBezTo>
                  <a:pt x="20763" y="58011"/>
                  <a:pt x="7345" y="64341"/>
                </a:quadBezTo>
                <a:close/>
              </a:path>
            </a:pathLst>
          </a:custGeom>
          <a:solidFill xmlns:a="http://schemas.openxmlformats.org/drawingml/2006/main">
            <a:srgbClr val="000000"/>
          </a:solidFill>
          <a:ln xmlns:a="http://schemas.openxmlformats.org/drawingml/2006/main" w="0">
            <a:noFill/>
            <a:prstDash val="solid"/>
          </a:ln>
        </p:spPr>
      </p:sp>
      <p:sp>
        <p:nvSpPr>
          <p:cNvPr id="165" name="disdain-comma-2">
            <a:extLst xmlns:a="http://schemas.openxmlformats.org/drawingml/2006/main">
              <a:ext uri="{FF2B5EF4-FFF2-40B4-BE49-F238E27FC236}">
                <a16:creationId xmlns:a16="http://schemas.microsoft.com/office/drawing/2014/main" id="{215ACC8E-B31C-44FF-B391-0A61132025B1}"/>
              </a:ext>
            </a:extLst>
          </p:cNvPr>
          <p:cNvSpPr>
            <a:spLocks xmlns:a="http://schemas.openxmlformats.org/drawingml/2006/main" noGrp="1"/>
          </p:cNvSpPr>
          <p:nvPr/>
        </p:nvSpPr>
        <p:spPr>
          <a:xfrm xmlns:a="http://schemas.openxmlformats.org/drawingml/2006/main">
            <a:off x="10470583" y="357536"/>
            <a:ext cx="36767" cy="64341"/>
          </a:xfrm>
          <a:custGeom xmlns:a="http://schemas.openxmlformats.org/drawingml/2006/main">
            <a:pathLst>
              <a:path w="36767" h="64341">
                <a:moveTo>
                  <a:pt x="7345" y="64341"/>
                </a:moveTo>
                <a:lnTo>
                  <a:pt x="4719" y="59335"/>
                </a:lnTo>
                <a:quadBezTo>
                  <a:pt x="26508" y="44480"/>
                  <a:pt x="26508" y="30991"/>
                </a:quadBezTo>
                <a:quadBezTo>
                  <a:pt x="26508" y="27557"/>
                  <a:pt x="22856" y="27557"/>
                </a:quadBezTo>
                <a:quadBezTo>
                  <a:pt x="21789" y="27557"/>
                  <a:pt x="19286" y="28054"/>
                </a:quadBezTo>
                <a:quadBezTo>
                  <a:pt x="16824" y="28592"/>
                  <a:pt x="15224" y="28592"/>
                </a:quadBezTo>
                <a:quadBezTo>
                  <a:pt x="0" y="28592"/>
                  <a:pt x="0" y="15103"/>
                </a:quadBezTo>
                <a:quadBezTo>
                  <a:pt x="0" y="8234"/>
                  <a:pt x="4309" y="4138"/>
                </a:quadBezTo>
                <a:quadBezTo>
                  <a:pt x="8658" y="0"/>
                  <a:pt x="15757" y="0"/>
                </a:quadBezTo>
                <a:quadBezTo>
                  <a:pt x="24703" y="0"/>
                  <a:pt x="30735" y="6496"/>
                </a:quadBezTo>
                <a:quadBezTo>
                  <a:pt x="36767" y="12992"/>
                  <a:pt x="36767" y="23047"/>
                </a:quadBezTo>
                <a:quadBezTo>
                  <a:pt x="36767" y="35212"/>
                  <a:pt x="28765" y="46591"/>
                </a:quadBezTo>
                <a:quadBezTo>
                  <a:pt x="20763" y="58011"/>
                  <a:pt x="7345" y="64341"/>
                </a:quadBezTo>
                <a:close/>
              </a:path>
            </a:pathLst>
          </a:custGeom>
          <a:solidFill xmlns:a="http://schemas.openxmlformats.org/drawingml/2006/main">
            <a:srgbClr val="000000"/>
          </a:solidFill>
          <a:ln xmlns:a="http://schemas.openxmlformats.org/drawingml/2006/main" w="0">
            <a:noFill/>
            <a:prstDash val="solid"/>
          </a:ln>
        </p:spPr>
      </p:sp>
      <p:sp>
        <p:nvSpPr>
          <p:cNvPr id="166" name="disdain-input-branch">
            <a:extLst xmlns:a="http://schemas.openxmlformats.org/drawingml/2006/main">
              <a:ext uri="{FF2B5EF4-FFF2-40B4-BE49-F238E27FC236}">
                <a16:creationId xmlns:a16="http://schemas.microsoft.com/office/drawing/2014/main" id="{DBCCB413-0869-47C5-936C-956FE981AC8F}"/>
              </a:ext>
            </a:extLst>
          </p:cNvPr>
          <p:cNvSpPr>
            <a:spLocks xmlns:a="http://schemas.openxmlformats.org/drawingml/2006/main" noGrp="1"/>
          </p:cNvSpPr>
          <p:nvPr/>
        </p:nvSpPr>
        <p:spPr>
          <a:xfrm xmlns:a="http://schemas.openxmlformats.org/drawingml/2006/main">
            <a:off x="8181864" y="1019334"/>
            <a:ext cx="294133" cy="781289"/>
          </a:xfrm>
          <a:custGeom xmlns:a="http://schemas.openxmlformats.org/drawingml/2006/main">
            <a:pathLst>
              <a:path w="294133" h="781289">
                <a:moveTo>
                  <a:pt x="0" y="781289"/>
                </a:moveTo>
                <a:lnTo>
                  <a:pt x="156258" y="781289"/>
                </a:lnTo>
                <a:lnTo>
                  <a:pt x="156258" y="0"/>
                </a:lnTo>
                <a:lnTo>
                  <a:pt x="294133" y="0"/>
                </a:lnTo>
              </a:path>
            </a:pathLst>
          </a:custGeom>
          <a:noFill xmlns:a="http://schemas.openxmlformats.org/drawingml/2006/main"/>
          <a:ln xmlns:a="http://schemas.openxmlformats.org/drawingml/2006/main" w="9192">
            <a:solidFill>
              <a:srgbClr val="5E5E5E"/>
            </a:solidFill>
            <a:prstDash val="solid"/>
          </a:ln>
        </p:spPr>
      </p:sp>
      <p:sp>
        <p:nvSpPr>
          <p:cNvPr id="167" name="disdain-input-mid">
            <a:extLst xmlns:a="http://schemas.openxmlformats.org/drawingml/2006/main">
              <a:ext uri="{FF2B5EF4-FFF2-40B4-BE49-F238E27FC236}">
                <a16:creationId xmlns:a16="http://schemas.microsoft.com/office/drawing/2014/main" id="{3106F0C7-B217-483B-BAEA-C0A0FBCD81E1}"/>
              </a:ext>
            </a:extLst>
          </p:cNvPr>
          <p:cNvSpPr>
            <a:spLocks xmlns:a="http://schemas.openxmlformats.org/drawingml/2006/main" noGrp="1"/>
          </p:cNvSpPr>
          <p:nvPr/>
        </p:nvSpPr>
        <p:spPr>
          <a:xfrm xmlns:a="http://schemas.openxmlformats.org/drawingml/2006/main">
            <a:off x="8338122" y="1800623"/>
            <a:ext cx="137875" cy="95"/>
          </a:xfrm>
          <a:custGeom xmlns:a="http://schemas.openxmlformats.org/drawingml/2006/main">
            <a:pathLst>
              <a:path w="137875" h="95">
                <a:moveTo>
                  <a:pt x="0" y="0"/>
                </a:moveTo>
                <a:lnTo>
                  <a:pt x="137875" y="0"/>
                </a:lnTo>
              </a:path>
            </a:pathLst>
          </a:custGeom>
          <a:noFill xmlns:a="http://schemas.openxmlformats.org/drawingml/2006/main"/>
          <a:ln xmlns:a="http://schemas.openxmlformats.org/drawingml/2006/main" w="9192">
            <a:solidFill>
              <a:srgbClr val="5E5E5E"/>
            </a:solidFill>
            <a:prstDash val="solid"/>
          </a:ln>
        </p:spPr>
      </p:sp>
      <p:sp>
        <p:nvSpPr>
          <p:cNvPr id="168" name="disdain-input-bottom">
            <a:extLst xmlns:a="http://schemas.openxmlformats.org/drawingml/2006/main">
              <a:ext uri="{FF2B5EF4-FFF2-40B4-BE49-F238E27FC236}">
                <a16:creationId xmlns:a16="http://schemas.microsoft.com/office/drawing/2014/main" id="{A0B0945A-A366-4409-894B-D1D91A2DBF69}"/>
              </a:ext>
            </a:extLst>
          </p:cNvPr>
          <p:cNvSpPr>
            <a:spLocks xmlns:a="http://schemas.openxmlformats.org/drawingml/2006/main" noGrp="1"/>
          </p:cNvSpPr>
          <p:nvPr/>
        </p:nvSpPr>
        <p:spPr>
          <a:xfrm xmlns:a="http://schemas.openxmlformats.org/drawingml/2006/main">
            <a:off x="8338122" y="1800623"/>
            <a:ext cx="137875" cy="772098"/>
          </a:xfrm>
          <a:custGeom xmlns:a="http://schemas.openxmlformats.org/drawingml/2006/main">
            <a:pathLst>
              <a:path w="137875" h="772098">
                <a:moveTo>
                  <a:pt x="0" y="0"/>
                </a:moveTo>
                <a:lnTo>
                  <a:pt x="0" y="772098"/>
                </a:lnTo>
                <a:lnTo>
                  <a:pt x="137875" y="772098"/>
                </a:lnTo>
              </a:path>
            </a:pathLst>
          </a:custGeom>
          <a:noFill xmlns:a="http://schemas.openxmlformats.org/drawingml/2006/main"/>
          <a:ln xmlns:a="http://schemas.openxmlformats.org/drawingml/2006/main" w="9192">
            <a:solidFill>
              <a:srgbClr val="5E5E5E"/>
            </a:solidFill>
            <a:prstDash val="solid"/>
          </a:ln>
        </p:spPr>
      </p:sp>
      <p:sp>
        <p:nvSpPr>
          <p:cNvPr id="169" name="disdain-input-arrow-0">
            <a:extLst xmlns:a="http://schemas.openxmlformats.org/drawingml/2006/main">
              <a:ext uri="{FF2B5EF4-FFF2-40B4-BE49-F238E27FC236}">
                <a16:creationId xmlns:a16="http://schemas.microsoft.com/office/drawing/2014/main" id="{D111EF4E-6160-400F-9C30-FEDE8A5DD6B4}"/>
              </a:ext>
            </a:extLst>
          </p:cNvPr>
          <p:cNvSpPr>
            <a:spLocks xmlns:a="http://schemas.openxmlformats.org/drawingml/2006/main" noGrp="1"/>
          </p:cNvSpPr>
          <p:nvPr/>
        </p:nvSpPr>
        <p:spPr>
          <a:xfrm xmlns:a="http://schemas.openxmlformats.org/drawingml/2006/main">
            <a:off x="8411655" y="982567"/>
            <a:ext cx="73533" cy="73533"/>
          </a:xfrm>
          <a:custGeom xmlns:a="http://schemas.openxmlformats.org/drawingml/2006/main">
            <a:pathLst>
              <a:path w="73533" h="73533">
                <a:moveTo>
                  <a:pt x="73533" y="36767"/>
                </a:moveTo>
                <a:lnTo>
                  <a:pt x="0" y="0"/>
                </a:lnTo>
                <a:lnTo>
                  <a:pt x="0" y="73533"/>
                </a:lnTo>
                <a:close/>
              </a:path>
            </a:pathLst>
          </a:custGeom>
          <a:solidFill xmlns:a="http://schemas.openxmlformats.org/drawingml/2006/main">
            <a:srgbClr val="5E5E5E"/>
          </a:solidFill>
          <a:ln xmlns:a="http://schemas.openxmlformats.org/drawingml/2006/main" w="0">
            <a:noFill/>
            <a:prstDash val="solid"/>
          </a:ln>
        </p:spPr>
      </p:sp>
      <p:sp>
        <p:nvSpPr>
          <p:cNvPr id="170" name="disdain-input-arrow-1">
            <a:extLst xmlns:a="http://schemas.openxmlformats.org/drawingml/2006/main">
              <a:ext uri="{FF2B5EF4-FFF2-40B4-BE49-F238E27FC236}">
                <a16:creationId xmlns:a16="http://schemas.microsoft.com/office/drawing/2014/main" id="{B2305F4B-02CD-4E07-8203-34D8C6A24390}"/>
              </a:ext>
            </a:extLst>
          </p:cNvPr>
          <p:cNvSpPr>
            <a:spLocks xmlns:a="http://schemas.openxmlformats.org/drawingml/2006/main" noGrp="1"/>
          </p:cNvSpPr>
          <p:nvPr/>
        </p:nvSpPr>
        <p:spPr>
          <a:xfrm xmlns:a="http://schemas.openxmlformats.org/drawingml/2006/main">
            <a:off x="8411655" y="1763857"/>
            <a:ext cx="73533" cy="73533"/>
          </a:xfrm>
          <a:custGeom xmlns:a="http://schemas.openxmlformats.org/drawingml/2006/main">
            <a:pathLst>
              <a:path w="73533" h="73533">
                <a:moveTo>
                  <a:pt x="73533" y="36767"/>
                </a:moveTo>
                <a:lnTo>
                  <a:pt x="0" y="0"/>
                </a:lnTo>
                <a:lnTo>
                  <a:pt x="0" y="73533"/>
                </a:lnTo>
                <a:close/>
              </a:path>
            </a:pathLst>
          </a:custGeom>
          <a:solidFill xmlns:a="http://schemas.openxmlformats.org/drawingml/2006/main">
            <a:srgbClr val="5E5E5E"/>
          </a:solidFill>
          <a:ln xmlns:a="http://schemas.openxmlformats.org/drawingml/2006/main" w="0">
            <a:noFill/>
            <a:prstDash val="solid"/>
          </a:ln>
        </p:spPr>
      </p:sp>
      <p:sp>
        <p:nvSpPr>
          <p:cNvPr id="171" name="disdain-input-arrow-2">
            <a:extLst xmlns:a="http://schemas.openxmlformats.org/drawingml/2006/main">
              <a:ext uri="{FF2B5EF4-FFF2-40B4-BE49-F238E27FC236}">
                <a16:creationId xmlns:a16="http://schemas.microsoft.com/office/drawing/2014/main" id="{2D46241B-5E3A-464C-9FC5-43A7254438CA}"/>
              </a:ext>
            </a:extLst>
          </p:cNvPr>
          <p:cNvSpPr>
            <a:spLocks xmlns:a="http://schemas.openxmlformats.org/drawingml/2006/main" noGrp="1"/>
          </p:cNvSpPr>
          <p:nvPr/>
        </p:nvSpPr>
        <p:spPr>
          <a:xfrm xmlns:a="http://schemas.openxmlformats.org/drawingml/2006/main">
            <a:off x="8411655" y="2535955"/>
            <a:ext cx="73533" cy="73533"/>
          </a:xfrm>
          <a:custGeom xmlns:a="http://schemas.openxmlformats.org/drawingml/2006/main">
            <a:pathLst>
              <a:path w="73533" h="73533">
                <a:moveTo>
                  <a:pt x="73533" y="36767"/>
                </a:moveTo>
                <a:lnTo>
                  <a:pt x="0" y="0"/>
                </a:lnTo>
                <a:lnTo>
                  <a:pt x="0" y="73533"/>
                </a:lnTo>
                <a:close/>
              </a:path>
            </a:pathLst>
          </a:custGeom>
          <a:solidFill xmlns:a="http://schemas.openxmlformats.org/drawingml/2006/main">
            <a:srgbClr val="5E5E5E"/>
          </a:solidFill>
          <a:ln xmlns:a="http://schemas.openxmlformats.org/drawingml/2006/main" w="0">
            <a:noFill/>
            <a:prstDash val="solid"/>
          </a:ln>
        </p:spPr>
      </p:sp>
      <p:sp>
        <p:nvSpPr>
          <p:cNvPr id="172" name="disdain-ensemble-combine">
            <a:extLst xmlns:a="http://schemas.openxmlformats.org/drawingml/2006/main">
              <a:ext uri="{FF2B5EF4-FFF2-40B4-BE49-F238E27FC236}">
                <a16:creationId xmlns:a16="http://schemas.microsoft.com/office/drawing/2014/main" id="{4112708C-D34B-4836-9903-2BCB743281BE}"/>
              </a:ext>
            </a:extLst>
          </p:cNvPr>
          <p:cNvSpPr>
            <a:spLocks xmlns:a="http://schemas.openxmlformats.org/drawingml/2006/main" noGrp="1"/>
          </p:cNvSpPr>
          <p:nvPr/>
        </p:nvSpPr>
        <p:spPr>
          <a:xfrm xmlns:a="http://schemas.openxmlformats.org/drawingml/2006/main">
            <a:off x="9413544" y="1019334"/>
            <a:ext cx="165450" cy="1553387"/>
          </a:xfrm>
          <a:custGeom xmlns:a="http://schemas.openxmlformats.org/drawingml/2006/main">
            <a:pathLst>
              <a:path w="165450" h="1553387">
                <a:moveTo>
                  <a:pt x="0" y="0"/>
                </a:moveTo>
                <a:lnTo>
                  <a:pt x="165450" y="0"/>
                </a:lnTo>
                <a:lnTo>
                  <a:pt x="165450" y="1553387"/>
                </a:lnTo>
                <a:lnTo>
                  <a:pt x="0" y="1553387"/>
                </a:lnTo>
              </a:path>
            </a:pathLst>
          </a:custGeom>
          <a:noFill xmlns:a="http://schemas.openxmlformats.org/drawingml/2006/main"/>
          <a:ln xmlns:a="http://schemas.openxmlformats.org/drawingml/2006/main" w="9192">
            <a:solidFill>
              <a:srgbClr val="5E5E5E"/>
            </a:solidFill>
            <a:prstDash val="solid"/>
          </a:ln>
        </p:spPr>
      </p:sp>
      <p:sp>
        <p:nvSpPr>
          <p:cNvPr id="173" name="disdain-ensemble-combine-mid">
            <a:extLst xmlns:a="http://schemas.openxmlformats.org/drawingml/2006/main">
              <a:ext uri="{FF2B5EF4-FFF2-40B4-BE49-F238E27FC236}">
                <a16:creationId xmlns:a16="http://schemas.microsoft.com/office/drawing/2014/main" id="{3AC88B03-5356-4158-B6AD-49BCAFA29093}"/>
              </a:ext>
            </a:extLst>
          </p:cNvPr>
          <p:cNvSpPr>
            <a:spLocks xmlns:a="http://schemas.openxmlformats.org/drawingml/2006/main" noGrp="1"/>
          </p:cNvSpPr>
          <p:nvPr/>
        </p:nvSpPr>
        <p:spPr>
          <a:xfrm xmlns:a="http://schemas.openxmlformats.org/drawingml/2006/main">
            <a:off x="9413544" y="1800623"/>
            <a:ext cx="321707" cy="95"/>
          </a:xfrm>
          <a:custGeom xmlns:a="http://schemas.openxmlformats.org/drawingml/2006/main">
            <a:pathLst>
              <a:path w="321707" h="95">
                <a:moveTo>
                  <a:pt x="0" y="0"/>
                </a:moveTo>
                <a:lnTo>
                  <a:pt x="321707" y="0"/>
                </a:lnTo>
              </a:path>
            </a:pathLst>
          </a:custGeom>
          <a:noFill xmlns:a="http://schemas.openxmlformats.org/drawingml/2006/main"/>
          <a:ln xmlns:a="http://schemas.openxmlformats.org/drawingml/2006/main" w="9192">
            <a:solidFill>
              <a:srgbClr val="5E5E5E"/>
            </a:solidFill>
            <a:prstDash val="solid"/>
          </a:ln>
        </p:spPr>
      </p:sp>
      <p:sp>
        <p:nvSpPr>
          <p:cNvPr id="174" name="disdain-combine-arrow">
            <a:extLst xmlns:a="http://schemas.openxmlformats.org/drawingml/2006/main">
              <a:ext uri="{FF2B5EF4-FFF2-40B4-BE49-F238E27FC236}">
                <a16:creationId xmlns:a16="http://schemas.microsoft.com/office/drawing/2014/main" id="{FA77FECD-A18E-44A1-9665-AE47C54AAC2F}"/>
              </a:ext>
            </a:extLst>
          </p:cNvPr>
          <p:cNvSpPr>
            <a:spLocks xmlns:a="http://schemas.openxmlformats.org/drawingml/2006/main" noGrp="1"/>
          </p:cNvSpPr>
          <p:nvPr/>
        </p:nvSpPr>
        <p:spPr>
          <a:xfrm xmlns:a="http://schemas.openxmlformats.org/drawingml/2006/main">
            <a:off x="9661719" y="1763857"/>
            <a:ext cx="73533" cy="73533"/>
          </a:xfrm>
          <a:custGeom xmlns:a="http://schemas.openxmlformats.org/drawingml/2006/main">
            <a:pathLst>
              <a:path w="73533" h="73533">
                <a:moveTo>
                  <a:pt x="73533" y="36767"/>
                </a:moveTo>
                <a:lnTo>
                  <a:pt x="0" y="0"/>
                </a:lnTo>
                <a:lnTo>
                  <a:pt x="0" y="73533"/>
                </a:lnTo>
                <a:close/>
              </a:path>
            </a:pathLst>
          </a:custGeom>
          <a:solidFill xmlns:a="http://schemas.openxmlformats.org/drawingml/2006/main">
            <a:srgbClr val="5E5E5E"/>
          </a:solidFill>
          <a:ln xmlns:a="http://schemas.openxmlformats.org/drawingml/2006/main" w="0">
            <a:noFill/>
            <a:prstDash val="solid"/>
          </a:ln>
        </p:spPr>
      </p:sp>
      <p:sp>
        <p:nvSpPr>
          <p:cNvPr id="175" name="disdain-output-line">
            <a:extLst xmlns:a="http://schemas.openxmlformats.org/drawingml/2006/main">
              <a:ext uri="{FF2B5EF4-FFF2-40B4-BE49-F238E27FC236}">
                <a16:creationId xmlns:a16="http://schemas.microsoft.com/office/drawing/2014/main" id="{C8136189-8AEB-4E63-986F-6485179AA246}"/>
              </a:ext>
            </a:extLst>
          </p:cNvPr>
          <p:cNvSpPr>
            <a:spLocks xmlns:a="http://schemas.openxmlformats.org/drawingml/2006/main" noGrp="1"/>
          </p:cNvSpPr>
          <p:nvPr/>
        </p:nvSpPr>
        <p:spPr>
          <a:xfrm xmlns:a="http://schemas.openxmlformats.org/drawingml/2006/main">
            <a:off x="10038576" y="1800623"/>
            <a:ext cx="211408" cy="95"/>
          </a:xfrm>
          <a:custGeom xmlns:a="http://schemas.openxmlformats.org/drawingml/2006/main">
            <a:pathLst>
              <a:path w="211408" h="95">
                <a:moveTo>
                  <a:pt x="0" y="0"/>
                </a:moveTo>
                <a:lnTo>
                  <a:pt x="211408" y="0"/>
                </a:lnTo>
              </a:path>
            </a:pathLst>
          </a:custGeom>
          <a:noFill xmlns:a="http://schemas.openxmlformats.org/drawingml/2006/main"/>
          <a:ln xmlns:a="http://schemas.openxmlformats.org/drawingml/2006/main" w="9192">
            <a:solidFill>
              <a:srgbClr val="5E5E5E"/>
            </a:solidFill>
            <a:prstDash val="solid"/>
          </a:ln>
        </p:spPr>
      </p:sp>
      <p:sp>
        <p:nvSpPr>
          <p:cNvPr id="176" name="disdain-output-arrow">
            <a:extLst xmlns:a="http://schemas.openxmlformats.org/drawingml/2006/main">
              <a:ext uri="{FF2B5EF4-FFF2-40B4-BE49-F238E27FC236}">
                <a16:creationId xmlns:a16="http://schemas.microsoft.com/office/drawing/2014/main" id="{D5652393-8DCE-4F86-A8E5-86D3B6B520BC}"/>
              </a:ext>
            </a:extLst>
          </p:cNvPr>
          <p:cNvSpPr>
            <a:spLocks xmlns:a="http://schemas.openxmlformats.org/drawingml/2006/main" noGrp="1"/>
          </p:cNvSpPr>
          <p:nvPr/>
        </p:nvSpPr>
        <p:spPr>
          <a:xfrm xmlns:a="http://schemas.openxmlformats.org/drawingml/2006/main">
            <a:off x="10176451" y="1763857"/>
            <a:ext cx="73533" cy="73533"/>
          </a:xfrm>
          <a:custGeom xmlns:a="http://schemas.openxmlformats.org/drawingml/2006/main">
            <a:pathLst>
              <a:path w="73533" h="73533">
                <a:moveTo>
                  <a:pt x="73533" y="36767"/>
                </a:moveTo>
                <a:lnTo>
                  <a:pt x="0" y="0"/>
                </a:lnTo>
                <a:lnTo>
                  <a:pt x="0" y="73533"/>
                </a:lnTo>
                <a:close/>
              </a:path>
            </a:pathLst>
          </a:custGeom>
          <a:solidFill xmlns:a="http://schemas.openxmlformats.org/drawingml/2006/main">
            <a:srgbClr val="5E5E5E"/>
          </a:solidFill>
          <a:ln xmlns:a="http://schemas.openxmlformats.org/drawingml/2006/main" w="0">
            <a:noFill/>
            <a:prstDash val="solid"/>
          </a:ln>
        </p:spPr>
      </p:sp>
      <p:sp>
        <p:nvSpPr>
          <p:cNvPr id="177" name="disdain-encoder">
            <a:extLst xmlns:a="http://schemas.openxmlformats.org/drawingml/2006/main">
              <a:ext uri="{FF2B5EF4-FFF2-40B4-BE49-F238E27FC236}">
                <a16:creationId xmlns:a16="http://schemas.microsoft.com/office/drawing/2014/main" id="{341EDD99-A625-40C9-A1EC-4B47C122C573}"/>
              </a:ext>
            </a:extLst>
          </p:cNvPr>
          <p:cNvSpPr>
            <a:spLocks xmlns:a="http://schemas.openxmlformats.org/drawingml/2006/main" noGrp="1"/>
          </p:cNvSpPr>
          <p:nvPr/>
        </p:nvSpPr>
        <p:spPr>
          <a:xfrm xmlns:a="http://schemas.openxmlformats.org/drawingml/2006/main">
            <a:off x="7400575" y="1285891"/>
            <a:ext cx="781289" cy="1047847"/>
          </a:xfrm>
          <a:custGeom xmlns:a="http://schemas.openxmlformats.org/drawingml/2006/main">
            <a:pathLst>
              <a:path w="781289" h="1047847">
                <a:moveTo>
                  <a:pt x="27575" y="9192"/>
                </a:moveTo>
                <a:lnTo>
                  <a:pt x="753715" y="202216"/>
                </a:lnTo>
                <a:quadBezTo>
                  <a:pt x="781289" y="211408"/>
                  <a:pt x="781289" y="248174"/>
                </a:quadBezTo>
                <a:lnTo>
                  <a:pt x="781289" y="808864"/>
                </a:lnTo>
                <a:quadBezTo>
                  <a:pt x="781289" y="845631"/>
                  <a:pt x="753715" y="854823"/>
                </a:quadBezTo>
                <a:lnTo>
                  <a:pt x="27575" y="1038655"/>
                </a:lnTo>
                <a:quadBezTo>
                  <a:pt x="0" y="1047847"/>
                  <a:pt x="0" y="1011080"/>
                </a:quadBezTo>
                <a:lnTo>
                  <a:pt x="0" y="36767"/>
                </a:lnTo>
                <a:quadBezTo>
                  <a:pt x="0" y="0"/>
                  <a:pt x="27575" y="9192"/>
                </a:quadBezTo>
                <a:close/>
              </a:path>
            </a:pathLst>
          </a:custGeom>
          <a:solidFill xmlns:a="http://schemas.openxmlformats.org/drawingml/2006/main">
            <a:srgbClr val="FFFFFF"/>
          </a:solidFill>
          <a:ln xmlns:a="http://schemas.openxmlformats.org/drawingml/2006/main" w="16545">
            <a:solidFill>
              <a:srgbClr val="5E5E5E"/>
            </a:solidFill>
            <a:prstDash val="solid"/>
          </a:ln>
        </p:spPr>
      </p:sp>
      <p:sp>
        <p:nvSpPr>
          <p:cNvPr id="178" name="disdain-ensemble-box-0">
            <a:extLst xmlns:a="http://schemas.openxmlformats.org/drawingml/2006/main">
              <a:ext uri="{FF2B5EF4-FFF2-40B4-BE49-F238E27FC236}">
                <a16:creationId xmlns:a16="http://schemas.microsoft.com/office/drawing/2014/main" id="{138FD977-81D5-4F17-83A7-4D74DA164A2E}"/>
              </a:ext>
            </a:extLst>
          </p:cNvPr>
          <p:cNvSpPr>
            <a:spLocks xmlns:a="http://schemas.openxmlformats.org/drawingml/2006/main" noGrp="1"/>
          </p:cNvSpPr>
          <p:nvPr/>
        </p:nvSpPr>
        <p:spPr>
          <a:xfrm xmlns:a="http://schemas.openxmlformats.org/drawingml/2006/main">
            <a:off x="8512764" y="651668"/>
            <a:ext cx="900781" cy="753714"/>
          </a:xfrm>
          <a:custGeom xmlns:a="http://schemas.openxmlformats.org/drawingml/2006/main">
            <a:pathLst>
              <a:path w="900781" h="753714">
                <a:moveTo>
                  <a:pt x="27575" y="0"/>
                </a:moveTo>
                <a:lnTo>
                  <a:pt x="873206" y="0"/>
                </a:lnTo>
                <a:quadBezTo>
                  <a:pt x="900781" y="0"/>
                  <a:pt x="900781" y="27575"/>
                </a:quadBezTo>
                <a:lnTo>
                  <a:pt x="900781" y="726140"/>
                </a:lnTo>
                <a:quadBezTo>
                  <a:pt x="900781" y="753714"/>
                  <a:pt x="873206" y="753714"/>
                </a:quadBezTo>
                <a:lnTo>
                  <a:pt x="27575" y="753714"/>
                </a:lnTo>
                <a:quadBezTo>
                  <a:pt x="0" y="753714"/>
                  <a:pt x="0" y="726140"/>
                </a:quadBezTo>
                <a:lnTo>
                  <a:pt x="0" y="27575"/>
                </a:lnTo>
                <a:quadBezTo>
                  <a:pt x="0" y="0"/>
                  <a:pt x="27575" y="0"/>
                </a:quadBezTo>
                <a:close/>
              </a:path>
            </a:pathLst>
          </a:custGeom>
          <a:solidFill xmlns:a="http://schemas.openxmlformats.org/drawingml/2006/main">
            <a:srgbClr val="B391B5"/>
          </a:solidFill>
          <a:ln xmlns:a="http://schemas.openxmlformats.org/drawingml/2006/main" w="16545">
            <a:solidFill>
              <a:srgbClr val="5E5E5E"/>
            </a:solidFill>
            <a:prstDash val="solid"/>
          </a:ln>
        </p:spPr>
      </p:sp>
      <p:sp>
        <p:nvSpPr>
          <p:cNvPr id="179" name="disdain-ensemble-bar-0-0">
            <a:extLst xmlns:a="http://schemas.openxmlformats.org/drawingml/2006/main">
              <a:ext uri="{FF2B5EF4-FFF2-40B4-BE49-F238E27FC236}">
                <a16:creationId xmlns:a16="http://schemas.microsoft.com/office/drawing/2014/main" id="{5EA13AAC-DEB5-4A8D-8BC4-BC7141F55318}"/>
              </a:ext>
            </a:extLst>
          </p:cNvPr>
          <p:cNvSpPr>
            <a:spLocks xmlns:a="http://schemas.openxmlformats.org/drawingml/2006/main" noGrp="1"/>
          </p:cNvSpPr>
          <p:nvPr/>
        </p:nvSpPr>
        <p:spPr>
          <a:xfrm xmlns:a="http://schemas.openxmlformats.org/drawingml/2006/main">
            <a:off x="8595488" y="743585"/>
            <a:ext cx="275749" cy="114896"/>
          </a:xfrm>
          <a:custGeom xmlns:a="http://schemas.openxmlformats.org/drawingml/2006/main">
            <a:pathLst>
              <a:path w="275749" h="114896">
                <a:moveTo>
                  <a:pt x="27575" y="0"/>
                </a:moveTo>
                <a:lnTo>
                  <a:pt x="248174" y="0"/>
                </a:lnTo>
                <a:quadBezTo>
                  <a:pt x="275749" y="0"/>
                  <a:pt x="275749" y="27575"/>
                </a:quadBezTo>
                <a:lnTo>
                  <a:pt x="275749" y="87321"/>
                </a:lnTo>
                <a:quadBezTo>
                  <a:pt x="275749" y="114896"/>
                  <a:pt x="248174"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B391B5"/>
          </a:solidFill>
          <a:ln xmlns:a="http://schemas.openxmlformats.org/drawingml/2006/main" w="16545">
            <a:solidFill>
              <a:srgbClr val="5E5E5E"/>
            </a:solidFill>
            <a:prstDash val="solid"/>
          </a:ln>
        </p:spPr>
      </p:sp>
      <p:sp>
        <p:nvSpPr>
          <p:cNvPr id="180" name="disdain-ensemble-bar-0-1">
            <a:extLst xmlns:a="http://schemas.openxmlformats.org/drawingml/2006/main">
              <a:ext uri="{FF2B5EF4-FFF2-40B4-BE49-F238E27FC236}">
                <a16:creationId xmlns:a16="http://schemas.microsoft.com/office/drawing/2014/main" id="{E9569288-09DB-4795-BD13-3DC7F98BED16}"/>
              </a:ext>
            </a:extLst>
          </p:cNvPr>
          <p:cNvSpPr>
            <a:spLocks xmlns:a="http://schemas.openxmlformats.org/drawingml/2006/main" noGrp="1"/>
          </p:cNvSpPr>
          <p:nvPr/>
        </p:nvSpPr>
        <p:spPr>
          <a:xfrm xmlns:a="http://schemas.openxmlformats.org/drawingml/2006/main">
            <a:off x="8595488" y="858480"/>
            <a:ext cx="367666" cy="114896"/>
          </a:xfrm>
          <a:custGeom xmlns:a="http://schemas.openxmlformats.org/drawingml/2006/main">
            <a:pathLst>
              <a:path w="367666" h="114896">
                <a:moveTo>
                  <a:pt x="27575" y="0"/>
                </a:moveTo>
                <a:lnTo>
                  <a:pt x="340091" y="0"/>
                </a:lnTo>
                <a:quadBezTo>
                  <a:pt x="367666" y="0"/>
                  <a:pt x="367666" y="27575"/>
                </a:quadBezTo>
                <a:lnTo>
                  <a:pt x="367666" y="87321"/>
                </a:lnTo>
                <a:quadBezTo>
                  <a:pt x="367666" y="114896"/>
                  <a:pt x="340091"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B391B5"/>
          </a:solidFill>
          <a:ln xmlns:a="http://schemas.openxmlformats.org/drawingml/2006/main" w="16545">
            <a:solidFill>
              <a:srgbClr val="5E5E5E"/>
            </a:solidFill>
            <a:prstDash val="solid"/>
          </a:ln>
        </p:spPr>
      </p:sp>
      <p:sp>
        <p:nvSpPr>
          <p:cNvPr id="181" name="disdain-ensemble-bar-0-2">
            <a:extLst xmlns:a="http://schemas.openxmlformats.org/drawingml/2006/main">
              <a:ext uri="{FF2B5EF4-FFF2-40B4-BE49-F238E27FC236}">
                <a16:creationId xmlns:a16="http://schemas.microsoft.com/office/drawing/2014/main" id="{A497F9A6-4930-4FF5-A5E8-899B4B65F99A}"/>
              </a:ext>
            </a:extLst>
          </p:cNvPr>
          <p:cNvSpPr>
            <a:spLocks xmlns:a="http://schemas.openxmlformats.org/drawingml/2006/main" noGrp="1"/>
          </p:cNvSpPr>
          <p:nvPr/>
        </p:nvSpPr>
        <p:spPr>
          <a:xfrm xmlns:a="http://schemas.openxmlformats.org/drawingml/2006/main">
            <a:off x="8595488" y="973376"/>
            <a:ext cx="183833" cy="114896"/>
          </a:xfrm>
          <a:custGeom xmlns:a="http://schemas.openxmlformats.org/drawingml/2006/main">
            <a:pathLst>
              <a:path w="183833" h="114896">
                <a:moveTo>
                  <a:pt x="27575" y="0"/>
                </a:moveTo>
                <a:lnTo>
                  <a:pt x="156258" y="0"/>
                </a:lnTo>
                <a:quadBezTo>
                  <a:pt x="183833" y="0"/>
                  <a:pt x="183833" y="27575"/>
                </a:quadBezTo>
                <a:lnTo>
                  <a:pt x="183833" y="87321"/>
                </a:lnTo>
                <a:quadBezTo>
                  <a:pt x="183833" y="114896"/>
                  <a:pt x="156258"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B391B5"/>
          </a:solidFill>
          <a:ln xmlns:a="http://schemas.openxmlformats.org/drawingml/2006/main" w="16545">
            <a:solidFill>
              <a:srgbClr val="5E5E5E"/>
            </a:solidFill>
            <a:prstDash val="solid"/>
          </a:ln>
        </p:spPr>
      </p:sp>
      <p:sp>
        <p:nvSpPr>
          <p:cNvPr id="182" name="disdain-ensemble-bar-0-3">
            <a:extLst xmlns:a="http://schemas.openxmlformats.org/drawingml/2006/main">
              <a:ext uri="{FF2B5EF4-FFF2-40B4-BE49-F238E27FC236}">
                <a16:creationId xmlns:a16="http://schemas.microsoft.com/office/drawing/2014/main" id="{847C1A1B-3837-4CCD-ADDB-7B848740A356}"/>
              </a:ext>
            </a:extLst>
          </p:cNvPr>
          <p:cNvSpPr>
            <a:spLocks xmlns:a="http://schemas.openxmlformats.org/drawingml/2006/main" noGrp="1"/>
          </p:cNvSpPr>
          <p:nvPr/>
        </p:nvSpPr>
        <p:spPr>
          <a:xfrm xmlns:a="http://schemas.openxmlformats.org/drawingml/2006/main">
            <a:off x="8595488" y="1088271"/>
            <a:ext cx="726140" cy="114896"/>
          </a:xfrm>
          <a:custGeom xmlns:a="http://schemas.openxmlformats.org/drawingml/2006/main">
            <a:pathLst>
              <a:path w="726140" h="114896">
                <a:moveTo>
                  <a:pt x="27575" y="0"/>
                </a:moveTo>
                <a:lnTo>
                  <a:pt x="698565" y="0"/>
                </a:lnTo>
                <a:quadBezTo>
                  <a:pt x="726140" y="0"/>
                  <a:pt x="726140" y="27575"/>
                </a:quadBezTo>
                <a:lnTo>
                  <a:pt x="726140" y="87321"/>
                </a:lnTo>
                <a:quadBezTo>
                  <a:pt x="726140" y="114896"/>
                  <a:pt x="698565"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B391B5"/>
          </a:solidFill>
          <a:ln xmlns:a="http://schemas.openxmlformats.org/drawingml/2006/main" w="16545">
            <a:solidFill>
              <a:srgbClr val="5E5E5E"/>
            </a:solidFill>
            <a:prstDash val="solid"/>
          </a:ln>
        </p:spPr>
      </p:sp>
      <p:sp>
        <p:nvSpPr>
          <p:cNvPr id="183" name="disdain-ensemble-bar-0-4">
            <a:extLst xmlns:a="http://schemas.openxmlformats.org/drawingml/2006/main">
              <a:ext uri="{FF2B5EF4-FFF2-40B4-BE49-F238E27FC236}">
                <a16:creationId xmlns:a16="http://schemas.microsoft.com/office/drawing/2014/main" id="{F678CA7B-555C-40C8-AA53-A648B3689E13}"/>
              </a:ext>
            </a:extLst>
          </p:cNvPr>
          <p:cNvSpPr>
            <a:spLocks xmlns:a="http://schemas.openxmlformats.org/drawingml/2006/main" noGrp="1"/>
          </p:cNvSpPr>
          <p:nvPr/>
        </p:nvSpPr>
        <p:spPr>
          <a:xfrm xmlns:a="http://schemas.openxmlformats.org/drawingml/2006/main">
            <a:off x="8595488" y="1203167"/>
            <a:ext cx="542307" cy="114896"/>
          </a:xfrm>
          <a:custGeom xmlns:a="http://schemas.openxmlformats.org/drawingml/2006/main">
            <a:pathLst>
              <a:path w="542307" h="114896">
                <a:moveTo>
                  <a:pt x="27575" y="0"/>
                </a:moveTo>
                <a:lnTo>
                  <a:pt x="514732" y="0"/>
                </a:lnTo>
                <a:quadBezTo>
                  <a:pt x="542307" y="0"/>
                  <a:pt x="542307" y="27575"/>
                </a:quadBezTo>
                <a:lnTo>
                  <a:pt x="542307" y="87321"/>
                </a:lnTo>
                <a:quadBezTo>
                  <a:pt x="542307" y="114896"/>
                  <a:pt x="514732"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B391B5"/>
          </a:solidFill>
          <a:ln xmlns:a="http://schemas.openxmlformats.org/drawingml/2006/main" w="16545">
            <a:solidFill>
              <a:srgbClr val="5E5E5E"/>
            </a:solidFill>
            <a:prstDash val="solid"/>
          </a:ln>
        </p:spPr>
      </p:sp>
      <p:sp>
        <p:nvSpPr>
          <p:cNvPr id="184" name="disdain-ensemble-box-1">
            <a:extLst xmlns:a="http://schemas.openxmlformats.org/drawingml/2006/main">
              <a:ext uri="{FF2B5EF4-FFF2-40B4-BE49-F238E27FC236}">
                <a16:creationId xmlns:a16="http://schemas.microsoft.com/office/drawing/2014/main" id="{6565D316-70CA-4C7B-8A75-89DE0C7A7EFE}"/>
              </a:ext>
            </a:extLst>
          </p:cNvPr>
          <p:cNvSpPr>
            <a:spLocks xmlns:a="http://schemas.openxmlformats.org/drawingml/2006/main" noGrp="1"/>
          </p:cNvSpPr>
          <p:nvPr/>
        </p:nvSpPr>
        <p:spPr>
          <a:xfrm xmlns:a="http://schemas.openxmlformats.org/drawingml/2006/main">
            <a:off x="8512764" y="1423766"/>
            <a:ext cx="900781" cy="753714"/>
          </a:xfrm>
          <a:custGeom xmlns:a="http://schemas.openxmlformats.org/drawingml/2006/main">
            <a:pathLst>
              <a:path w="900781" h="753714">
                <a:moveTo>
                  <a:pt x="27575" y="0"/>
                </a:moveTo>
                <a:lnTo>
                  <a:pt x="873206" y="0"/>
                </a:lnTo>
                <a:quadBezTo>
                  <a:pt x="900781" y="0"/>
                  <a:pt x="900781" y="27575"/>
                </a:quadBezTo>
                <a:lnTo>
                  <a:pt x="900781" y="726140"/>
                </a:lnTo>
                <a:quadBezTo>
                  <a:pt x="900781" y="753714"/>
                  <a:pt x="873206" y="753714"/>
                </a:quadBezTo>
                <a:lnTo>
                  <a:pt x="27575" y="753714"/>
                </a:lnTo>
                <a:quadBezTo>
                  <a:pt x="0" y="753714"/>
                  <a:pt x="0" y="726140"/>
                </a:quadBezTo>
                <a:lnTo>
                  <a:pt x="0" y="27575"/>
                </a:lnTo>
                <a:quadBezTo>
                  <a:pt x="0" y="0"/>
                  <a:pt x="27575" y="0"/>
                </a:quadBezTo>
                <a:close/>
              </a:path>
            </a:pathLst>
          </a:custGeom>
          <a:solidFill xmlns:a="http://schemas.openxmlformats.org/drawingml/2006/main">
            <a:srgbClr val="83BBE5"/>
          </a:solidFill>
          <a:ln xmlns:a="http://schemas.openxmlformats.org/drawingml/2006/main" w="16545">
            <a:solidFill>
              <a:srgbClr val="5E5E5E"/>
            </a:solidFill>
            <a:prstDash val="solid"/>
          </a:ln>
        </p:spPr>
      </p:sp>
      <p:sp>
        <p:nvSpPr>
          <p:cNvPr id="185" name="disdain-ensemble-bar-1-0">
            <a:extLst xmlns:a="http://schemas.openxmlformats.org/drawingml/2006/main">
              <a:ext uri="{FF2B5EF4-FFF2-40B4-BE49-F238E27FC236}">
                <a16:creationId xmlns:a16="http://schemas.microsoft.com/office/drawing/2014/main" id="{FAA0A63B-4E0C-4861-8FC8-089C3419FDFB}"/>
              </a:ext>
            </a:extLst>
          </p:cNvPr>
          <p:cNvSpPr>
            <a:spLocks xmlns:a="http://schemas.openxmlformats.org/drawingml/2006/main" noGrp="1"/>
          </p:cNvSpPr>
          <p:nvPr/>
        </p:nvSpPr>
        <p:spPr>
          <a:xfrm xmlns:a="http://schemas.openxmlformats.org/drawingml/2006/main">
            <a:off x="8595488" y="1515682"/>
            <a:ext cx="726140" cy="114896"/>
          </a:xfrm>
          <a:custGeom xmlns:a="http://schemas.openxmlformats.org/drawingml/2006/main">
            <a:pathLst>
              <a:path w="726140" h="114896">
                <a:moveTo>
                  <a:pt x="27575" y="0"/>
                </a:moveTo>
                <a:lnTo>
                  <a:pt x="698565" y="0"/>
                </a:lnTo>
                <a:quadBezTo>
                  <a:pt x="726140" y="0"/>
                  <a:pt x="726140" y="27575"/>
                </a:quadBezTo>
                <a:lnTo>
                  <a:pt x="726140" y="87321"/>
                </a:lnTo>
                <a:quadBezTo>
                  <a:pt x="726140" y="114896"/>
                  <a:pt x="698565"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83BBE5"/>
          </a:solidFill>
          <a:ln xmlns:a="http://schemas.openxmlformats.org/drawingml/2006/main" w="16545">
            <a:solidFill>
              <a:srgbClr val="5E5E5E"/>
            </a:solidFill>
            <a:prstDash val="solid"/>
          </a:ln>
        </p:spPr>
      </p:sp>
      <p:sp>
        <p:nvSpPr>
          <p:cNvPr id="186" name="disdain-ensemble-bar-1-1">
            <a:extLst xmlns:a="http://schemas.openxmlformats.org/drawingml/2006/main">
              <a:ext uri="{FF2B5EF4-FFF2-40B4-BE49-F238E27FC236}">
                <a16:creationId xmlns:a16="http://schemas.microsoft.com/office/drawing/2014/main" id="{86C7FCE3-7782-43AE-AF05-42A1D9E29F98}"/>
              </a:ext>
            </a:extLst>
          </p:cNvPr>
          <p:cNvSpPr>
            <a:spLocks xmlns:a="http://schemas.openxmlformats.org/drawingml/2006/main" noGrp="1"/>
          </p:cNvSpPr>
          <p:nvPr/>
        </p:nvSpPr>
        <p:spPr>
          <a:xfrm xmlns:a="http://schemas.openxmlformats.org/drawingml/2006/main">
            <a:off x="8595488" y="1630578"/>
            <a:ext cx="450390" cy="114896"/>
          </a:xfrm>
          <a:custGeom xmlns:a="http://schemas.openxmlformats.org/drawingml/2006/main">
            <a:pathLst>
              <a:path w="450390" h="114896">
                <a:moveTo>
                  <a:pt x="27575" y="0"/>
                </a:moveTo>
                <a:lnTo>
                  <a:pt x="422815" y="0"/>
                </a:lnTo>
                <a:quadBezTo>
                  <a:pt x="450390" y="0"/>
                  <a:pt x="450390" y="27575"/>
                </a:quadBezTo>
                <a:lnTo>
                  <a:pt x="450390" y="87321"/>
                </a:lnTo>
                <a:quadBezTo>
                  <a:pt x="450390" y="114896"/>
                  <a:pt x="422815"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83BBE5"/>
          </a:solidFill>
          <a:ln xmlns:a="http://schemas.openxmlformats.org/drawingml/2006/main" w="16545">
            <a:solidFill>
              <a:srgbClr val="5E5E5E"/>
            </a:solidFill>
            <a:prstDash val="solid"/>
          </a:ln>
        </p:spPr>
      </p:sp>
      <p:sp>
        <p:nvSpPr>
          <p:cNvPr id="187" name="disdain-ensemble-bar-1-2">
            <a:extLst xmlns:a="http://schemas.openxmlformats.org/drawingml/2006/main">
              <a:ext uri="{FF2B5EF4-FFF2-40B4-BE49-F238E27FC236}">
                <a16:creationId xmlns:a16="http://schemas.microsoft.com/office/drawing/2014/main" id="{54313F9C-EF48-4842-8BE3-8209C49B0CEB}"/>
              </a:ext>
            </a:extLst>
          </p:cNvPr>
          <p:cNvSpPr>
            <a:spLocks xmlns:a="http://schemas.openxmlformats.org/drawingml/2006/main" noGrp="1"/>
          </p:cNvSpPr>
          <p:nvPr/>
        </p:nvSpPr>
        <p:spPr>
          <a:xfrm xmlns:a="http://schemas.openxmlformats.org/drawingml/2006/main">
            <a:off x="8595488" y="1745473"/>
            <a:ext cx="367666" cy="114896"/>
          </a:xfrm>
          <a:custGeom xmlns:a="http://schemas.openxmlformats.org/drawingml/2006/main">
            <a:pathLst>
              <a:path w="367666" h="114896">
                <a:moveTo>
                  <a:pt x="27575" y="0"/>
                </a:moveTo>
                <a:lnTo>
                  <a:pt x="340091" y="0"/>
                </a:lnTo>
                <a:quadBezTo>
                  <a:pt x="367666" y="0"/>
                  <a:pt x="367666" y="27575"/>
                </a:quadBezTo>
                <a:lnTo>
                  <a:pt x="367666" y="87321"/>
                </a:lnTo>
                <a:quadBezTo>
                  <a:pt x="367666" y="114896"/>
                  <a:pt x="340091"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83BBE5"/>
          </a:solidFill>
          <a:ln xmlns:a="http://schemas.openxmlformats.org/drawingml/2006/main" w="16545">
            <a:solidFill>
              <a:srgbClr val="5E5E5E"/>
            </a:solidFill>
            <a:prstDash val="solid"/>
          </a:ln>
        </p:spPr>
      </p:sp>
      <p:sp>
        <p:nvSpPr>
          <p:cNvPr id="188" name="disdain-ensemble-bar-1-3">
            <a:extLst xmlns:a="http://schemas.openxmlformats.org/drawingml/2006/main">
              <a:ext uri="{FF2B5EF4-FFF2-40B4-BE49-F238E27FC236}">
                <a16:creationId xmlns:a16="http://schemas.microsoft.com/office/drawing/2014/main" id="{DB304CA1-564F-4F0A-AFF9-9916FF0BA056}"/>
              </a:ext>
            </a:extLst>
          </p:cNvPr>
          <p:cNvSpPr>
            <a:spLocks xmlns:a="http://schemas.openxmlformats.org/drawingml/2006/main" noGrp="1"/>
          </p:cNvSpPr>
          <p:nvPr/>
        </p:nvSpPr>
        <p:spPr>
          <a:xfrm xmlns:a="http://schemas.openxmlformats.org/drawingml/2006/main">
            <a:off x="8595488" y="1860369"/>
            <a:ext cx="542307" cy="114896"/>
          </a:xfrm>
          <a:custGeom xmlns:a="http://schemas.openxmlformats.org/drawingml/2006/main">
            <a:pathLst>
              <a:path w="542307" h="114896">
                <a:moveTo>
                  <a:pt x="27575" y="0"/>
                </a:moveTo>
                <a:lnTo>
                  <a:pt x="514732" y="0"/>
                </a:lnTo>
                <a:quadBezTo>
                  <a:pt x="542307" y="0"/>
                  <a:pt x="542307" y="27575"/>
                </a:quadBezTo>
                <a:lnTo>
                  <a:pt x="542307" y="87321"/>
                </a:lnTo>
                <a:quadBezTo>
                  <a:pt x="542307" y="114896"/>
                  <a:pt x="514732"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83BBE5"/>
          </a:solidFill>
          <a:ln xmlns:a="http://schemas.openxmlformats.org/drawingml/2006/main" w="16545">
            <a:solidFill>
              <a:srgbClr val="5E5E5E"/>
            </a:solidFill>
            <a:prstDash val="solid"/>
          </a:ln>
        </p:spPr>
      </p:sp>
      <p:sp>
        <p:nvSpPr>
          <p:cNvPr id="189" name="disdain-ensemble-bar-1-4">
            <a:extLst xmlns:a="http://schemas.openxmlformats.org/drawingml/2006/main">
              <a:ext uri="{FF2B5EF4-FFF2-40B4-BE49-F238E27FC236}">
                <a16:creationId xmlns:a16="http://schemas.microsoft.com/office/drawing/2014/main" id="{18BE069E-9F1D-47D5-B301-6D8A3C2650CD}"/>
              </a:ext>
            </a:extLst>
          </p:cNvPr>
          <p:cNvSpPr>
            <a:spLocks xmlns:a="http://schemas.openxmlformats.org/drawingml/2006/main" noGrp="1"/>
          </p:cNvSpPr>
          <p:nvPr/>
        </p:nvSpPr>
        <p:spPr>
          <a:xfrm xmlns:a="http://schemas.openxmlformats.org/drawingml/2006/main">
            <a:off x="8595488" y="1975264"/>
            <a:ext cx="183833" cy="114896"/>
          </a:xfrm>
          <a:custGeom xmlns:a="http://schemas.openxmlformats.org/drawingml/2006/main">
            <a:pathLst>
              <a:path w="183833" h="114896">
                <a:moveTo>
                  <a:pt x="27575" y="0"/>
                </a:moveTo>
                <a:lnTo>
                  <a:pt x="156258" y="0"/>
                </a:lnTo>
                <a:quadBezTo>
                  <a:pt x="183833" y="0"/>
                  <a:pt x="183833" y="27575"/>
                </a:quadBezTo>
                <a:lnTo>
                  <a:pt x="183833" y="87321"/>
                </a:lnTo>
                <a:quadBezTo>
                  <a:pt x="183833" y="114896"/>
                  <a:pt x="156258"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83BBE5"/>
          </a:solidFill>
          <a:ln xmlns:a="http://schemas.openxmlformats.org/drawingml/2006/main" w="16545">
            <a:solidFill>
              <a:srgbClr val="5E5E5E"/>
            </a:solidFill>
            <a:prstDash val="solid"/>
          </a:ln>
        </p:spPr>
      </p:sp>
      <p:sp>
        <p:nvSpPr>
          <p:cNvPr id="190" name="disdain-ensemble-box-2">
            <a:extLst xmlns:a="http://schemas.openxmlformats.org/drawingml/2006/main">
              <a:ext uri="{FF2B5EF4-FFF2-40B4-BE49-F238E27FC236}">
                <a16:creationId xmlns:a16="http://schemas.microsoft.com/office/drawing/2014/main" id="{93692738-51C2-4130-A572-406D0140B440}"/>
              </a:ext>
            </a:extLst>
          </p:cNvPr>
          <p:cNvSpPr>
            <a:spLocks xmlns:a="http://schemas.openxmlformats.org/drawingml/2006/main" noGrp="1"/>
          </p:cNvSpPr>
          <p:nvPr/>
        </p:nvSpPr>
        <p:spPr>
          <a:xfrm xmlns:a="http://schemas.openxmlformats.org/drawingml/2006/main">
            <a:off x="8512764" y="2195864"/>
            <a:ext cx="900781" cy="753714"/>
          </a:xfrm>
          <a:custGeom xmlns:a="http://schemas.openxmlformats.org/drawingml/2006/main">
            <a:pathLst>
              <a:path w="900781" h="753714">
                <a:moveTo>
                  <a:pt x="27575" y="0"/>
                </a:moveTo>
                <a:lnTo>
                  <a:pt x="873206" y="0"/>
                </a:lnTo>
                <a:quadBezTo>
                  <a:pt x="900781" y="0"/>
                  <a:pt x="900781" y="27575"/>
                </a:quadBezTo>
                <a:lnTo>
                  <a:pt x="900781" y="726140"/>
                </a:lnTo>
                <a:quadBezTo>
                  <a:pt x="900781" y="753714"/>
                  <a:pt x="873206" y="753714"/>
                </a:quadBezTo>
                <a:lnTo>
                  <a:pt x="27575" y="753714"/>
                </a:lnTo>
                <a:quadBezTo>
                  <a:pt x="0" y="753714"/>
                  <a:pt x="0" y="726140"/>
                </a:quadBezTo>
                <a:lnTo>
                  <a:pt x="0" y="27575"/>
                </a:lnTo>
                <a:quadBezTo>
                  <a:pt x="0" y="0"/>
                  <a:pt x="27575" y="0"/>
                </a:quadBezTo>
                <a:close/>
              </a:path>
            </a:pathLst>
          </a:custGeom>
          <a:solidFill xmlns:a="http://schemas.openxmlformats.org/drawingml/2006/main">
            <a:srgbClr val="5ABAA7"/>
          </a:solidFill>
          <a:ln xmlns:a="http://schemas.openxmlformats.org/drawingml/2006/main" w="16545">
            <a:solidFill>
              <a:srgbClr val="5E5E5E"/>
            </a:solidFill>
            <a:prstDash val="solid"/>
          </a:ln>
        </p:spPr>
      </p:sp>
      <p:sp>
        <p:nvSpPr>
          <p:cNvPr id="191" name="disdain-ensemble-bar-2-0">
            <a:extLst xmlns:a="http://schemas.openxmlformats.org/drawingml/2006/main">
              <a:ext uri="{FF2B5EF4-FFF2-40B4-BE49-F238E27FC236}">
                <a16:creationId xmlns:a16="http://schemas.microsoft.com/office/drawing/2014/main" id="{09E81688-EC86-47C8-AEB1-65804376AE73}"/>
              </a:ext>
            </a:extLst>
          </p:cNvPr>
          <p:cNvSpPr>
            <a:spLocks xmlns:a="http://schemas.openxmlformats.org/drawingml/2006/main" noGrp="1"/>
          </p:cNvSpPr>
          <p:nvPr/>
        </p:nvSpPr>
        <p:spPr>
          <a:xfrm xmlns:a="http://schemas.openxmlformats.org/drawingml/2006/main">
            <a:off x="8595488" y="2287780"/>
            <a:ext cx="275749" cy="114896"/>
          </a:xfrm>
          <a:custGeom xmlns:a="http://schemas.openxmlformats.org/drawingml/2006/main">
            <a:pathLst>
              <a:path w="275749" h="114896">
                <a:moveTo>
                  <a:pt x="27575" y="0"/>
                </a:moveTo>
                <a:lnTo>
                  <a:pt x="248174" y="0"/>
                </a:lnTo>
                <a:quadBezTo>
                  <a:pt x="275749" y="0"/>
                  <a:pt x="275749" y="27575"/>
                </a:quadBezTo>
                <a:lnTo>
                  <a:pt x="275749" y="87321"/>
                </a:lnTo>
                <a:quadBezTo>
                  <a:pt x="275749" y="114896"/>
                  <a:pt x="248174"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5ABAA7"/>
          </a:solidFill>
          <a:ln xmlns:a="http://schemas.openxmlformats.org/drawingml/2006/main" w="16545">
            <a:solidFill>
              <a:srgbClr val="5E5E5E"/>
            </a:solidFill>
            <a:prstDash val="solid"/>
          </a:ln>
        </p:spPr>
      </p:sp>
      <p:sp>
        <p:nvSpPr>
          <p:cNvPr id="192" name="disdain-ensemble-bar-2-1">
            <a:extLst xmlns:a="http://schemas.openxmlformats.org/drawingml/2006/main">
              <a:ext uri="{FF2B5EF4-FFF2-40B4-BE49-F238E27FC236}">
                <a16:creationId xmlns:a16="http://schemas.microsoft.com/office/drawing/2014/main" id="{F667978D-2CC9-45BC-A0D8-A1E5D480194D}"/>
              </a:ext>
            </a:extLst>
          </p:cNvPr>
          <p:cNvSpPr>
            <a:spLocks xmlns:a="http://schemas.openxmlformats.org/drawingml/2006/main" noGrp="1"/>
          </p:cNvSpPr>
          <p:nvPr/>
        </p:nvSpPr>
        <p:spPr>
          <a:xfrm xmlns:a="http://schemas.openxmlformats.org/drawingml/2006/main">
            <a:off x="8595488" y="2402676"/>
            <a:ext cx="367666" cy="114896"/>
          </a:xfrm>
          <a:custGeom xmlns:a="http://schemas.openxmlformats.org/drawingml/2006/main">
            <a:pathLst>
              <a:path w="367666" h="114896">
                <a:moveTo>
                  <a:pt x="27575" y="0"/>
                </a:moveTo>
                <a:lnTo>
                  <a:pt x="340091" y="0"/>
                </a:lnTo>
                <a:quadBezTo>
                  <a:pt x="367666" y="0"/>
                  <a:pt x="367666" y="27575"/>
                </a:quadBezTo>
                <a:lnTo>
                  <a:pt x="367666" y="87321"/>
                </a:lnTo>
                <a:quadBezTo>
                  <a:pt x="367666" y="114896"/>
                  <a:pt x="340091"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5ABAA7"/>
          </a:solidFill>
          <a:ln xmlns:a="http://schemas.openxmlformats.org/drawingml/2006/main" w="16545">
            <a:solidFill>
              <a:srgbClr val="5E5E5E"/>
            </a:solidFill>
            <a:prstDash val="solid"/>
          </a:ln>
        </p:spPr>
      </p:sp>
      <p:sp>
        <p:nvSpPr>
          <p:cNvPr id="193" name="disdain-ensemble-bar-2-2">
            <a:extLst xmlns:a="http://schemas.openxmlformats.org/drawingml/2006/main">
              <a:ext uri="{FF2B5EF4-FFF2-40B4-BE49-F238E27FC236}">
                <a16:creationId xmlns:a16="http://schemas.microsoft.com/office/drawing/2014/main" id="{5C9788C0-C613-4575-A19D-7AA322E65471}"/>
              </a:ext>
            </a:extLst>
          </p:cNvPr>
          <p:cNvSpPr>
            <a:spLocks xmlns:a="http://schemas.openxmlformats.org/drawingml/2006/main" noGrp="1"/>
          </p:cNvSpPr>
          <p:nvPr/>
        </p:nvSpPr>
        <p:spPr>
          <a:xfrm xmlns:a="http://schemas.openxmlformats.org/drawingml/2006/main">
            <a:off x="8595488" y="2517571"/>
            <a:ext cx="726140" cy="114896"/>
          </a:xfrm>
          <a:custGeom xmlns:a="http://schemas.openxmlformats.org/drawingml/2006/main">
            <a:pathLst>
              <a:path w="726140" h="114896">
                <a:moveTo>
                  <a:pt x="27575" y="0"/>
                </a:moveTo>
                <a:lnTo>
                  <a:pt x="698565" y="0"/>
                </a:lnTo>
                <a:quadBezTo>
                  <a:pt x="726140" y="0"/>
                  <a:pt x="726140" y="27575"/>
                </a:quadBezTo>
                <a:lnTo>
                  <a:pt x="726140" y="87321"/>
                </a:lnTo>
                <a:quadBezTo>
                  <a:pt x="726140" y="114896"/>
                  <a:pt x="698565"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5ABAA7"/>
          </a:solidFill>
          <a:ln xmlns:a="http://schemas.openxmlformats.org/drawingml/2006/main" w="16545">
            <a:solidFill>
              <a:srgbClr val="5E5E5E"/>
            </a:solidFill>
            <a:prstDash val="solid"/>
          </a:ln>
        </p:spPr>
      </p:sp>
      <p:sp>
        <p:nvSpPr>
          <p:cNvPr id="194" name="disdain-ensemble-bar-2-3">
            <a:extLst xmlns:a="http://schemas.openxmlformats.org/drawingml/2006/main">
              <a:ext uri="{FF2B5EF4-FFF2-40B4-BE49-F238E27FC236}">
                <a16:creationId xmlns:a16="http://schemas.microsoft.com/office/drawing/2014/main" id="{5D74BC24-4010-499D-B975-452AF3187E45}"/>
              </a:ext>
            </a:extLst>
          </p:cNvPr>
          <p:cNvSpPr>
            <a:spLocks xmlns:a="http://schemas.openxmlformats.org/drawingml/2006/main" noGrp="1"/>
          </p:cNvSpPr>
          <p:nvPr/>
        </p:nvSpPr>
        <p:spPr>
          <a:xfrm xmlns:a="http://schemas.openxmlformats.org/drawingml/2006/main">
            <a:off x="8595488" y="2632467"/>
            <a:ext cx="450390" cy="114896"/>
          </a:xfrm>
          <a:custGeom xmlns:a="http://schemas.openxmlformats.org/drawingml/2006/main">
            <a:pathLst>
              <a:path w="450390" h="114896">
                <a:moveTo>
                  <a:pt x="27575" y="0"/>
                </a:moveTo>
                <a:lnTo>
                  <a:pt x="422815" y="0"/>
                </a:lnTo>
                <a:quadBezTo>
                  <a:pt x="450390" y="0"/>
                  <a:pt x="450390" y="27575"/>
                </a:quadBezTo>
                <a:lnTo>
                  <a:pt x="450390" y="87321"/>
                </a:lnTo>
                <a:quadBezTo>
                  <a:pt x="450390" y="114896"/>
                  <a:pt x="422815"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5ABAA7"/>
          </a:solidFill>
          <a:ln xmlns:a="http://schemas.openxmlformats.org/drawingml/2006/main" w="16545">
            <a:solidFill>
              <a:srgbClr val="5E5E5E"/>
            </a:solidFill>
            <a:prstDash val="solid"/>
          </a:ln>
        </p:spPr>
      </p:sp>
      <p:sp>
        <p:nvSpPr>
          <p:cNvPr id="195" name="disdain-ensemble-bar-2-4">
            <a:extLst xmlns:a="http://schemas.openxmlformats.org/drawingml/2006/main">
              <a:ext uri="{FF2B5EF4-FFF2-40B4-BE49-F238E27FC236}">
                <a16:creationId xmlns:a16="http://schemas.microsoft.com/office/drawing/2014/main" id="{A795B374-3A88-493C-998A-932DF5039FDB}"/>
              </a:ext>
            </a:extLst>
          </p:cNvPr>
          <p:cNvSpPr>
            <a:spLocks xmlns:a="http://schemas.openxmlformats.org/drawingml/2006/main" noGrp="1"/>
          </p:cNvSpPr>
          <p:nvPr/>
        </p:nvSpPr>
        <p:spPr>
          <a:xfrm xmlns:a="http://schemas.openxmlformats.org/drawingml/2006/main">
            <a:off x="8595488" y="2747362"/>
            <a:ext cx="275749" cy="114896"/>
          </a:xfrm>
          <a:custGeom xmlns:a="http://schemas.openxmlformats.org/drawingml/2006/main">
            <a:pathLst>
              <a:path w="275749" h="114896">
                <a:moveTo>
                  <a:pt x="27575" y="0"/>
                </a:moveTo>
                <a:lnTo>
                  <a:pt x="248174" y="0"/>
                </a:lnTo>
                <a:quadBezTo>
                  <a:pt x="275749" y="0"/>
                  <a:pt x="275749" y="27575"/>
                </a:quadBezTo>
                <a:lnTo>
                  <a:pt x="275749" y="87321"/>
                </a:lnTo>
                <a:quadBezTo>
                  <a:pt x="275749" y="114896"/>
                  <a:pt x="248174"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5ABAA7"/>
          </a:solidFill>
          <a:ln xmlns:a="http://schemas.openxmlformats.org/drawingml/2006/main" w="16545">
            <a:solidFill>
              <a:srgbClr val="5E5E5E"/>
            </a:solidFill>
            <a:prstDash val="solid"/>
          </a:ln>
        </p:spPr>
      </p:sp>
      <p:sp>
        <p:nvSpPr>
          <p:cNvPr id="196" name="disdain-output-box">
            <a:extLst xmlns:a="http://schemas.openxmlformats.org/drawingml/2006/main">
              <a:ext uri="{FF2B5EF4-FFF2-40B4-BE49-F238E27FC236}">
                <a16:creationId xmlns:a16="http://schemas.microsoft.com/office/drawing/2014/main" id="{5FCE8A28-944B-4F49-A3C1-7B180E472DAB}"/>
              </a:ext>
            </a:extLst>
          </p:cNvPr>
          <p:cNvSpPr>
            <a:spLocks xmlns:a="http://schemas.openxmlformats.org/drawingml/2006/main" noGrp="1"/>
          </p:cNvSpPr>
          <p:nvPr/>
        </p:nvSpPr>
        <p:spPr>
          <a:xfrm xmlns:a="http://schemas.openxmlformats.org/drawingml/2006/main">
            <a:off x="10268367" y="1423766"/>
            <a:ext cx="909972" cy="753714"/>
          </a:xfrm>
          <a:custGeom xmlns:a="http://schemas.openxmlformats.org/drawingml/2006/main">
            <a:pathLst>
              <a:path w="909972" h="753714">
                <a:moveTo>
                  <a:pt x="27575" y="0"/>
                </a:moveTo>
                <a:lnTo>
                  <a:pt x="882398" y="0"/>
                </a:lnTo>
                <a:quadBezTo>
                  <a:pt x="909972" y="0"/>
                  <a:pt x="909972" y="27575"/>
                </a:quadBezTo>
                <a:lnTo>
                  <a:pt x="909972" y="726140"/>
                </a:lnTo>
                <a:quadBezTo>
                  <a:pt x="909972" y="753714"/>
                  <a:pt x="882398" y="753714"/>
                </a:quadBezTo>
                <a:lnTo>
                  <a:pt x="27575" y="753714"/>
                </a:lnTo>
                <a:quadBezTo>
                  <a:pt x="0" y="753714"/>
                  <a:pt x="0" y="726140"/>
                </a:quadBezTo>
                <a:lnTo>
                  <a:pt x="0" y="27575"/>
                </a:lnTo>
                <a:quadBezTo>
                  <a:pt x="0" y="0"/>
                  <a:pt x="27575" y="0"/>
                </a:quadBezTo>
                <a:close/>
              </a:path>
            </a:pathLst>
          </a:custGeom>
          <a:solidFill xmlns:a="http://schemas.openxmlformats.org/drawingml/2006/main">
            <a:srgbClr val="FFDF71"/>
          </a:solidFill>
          <a:ln xmlns:a="http://schemas.openxmlformats.org/drawingml/2006/main" w="16545">
            <a:solidFill>
              <a:srgbClr val="5E5E5E"/>
            </a:solidFill>
            <a:prstDash val="solid"/>
          </a:ln>
        </p:spPr>
      </p:sp>
      <p:sp>
        <p:nvSpPr>
          <p:cNvPr id="197" name="disdain-output-bar-0">
            <a:extLst xmlns:a="http://schemas.openxmlformats.org/drawingml/2006/main">
              <a:ext uri="{FF2B5EF4-FFF2-40B4-BE49-F238E27FC236}">
                <a16:creationId xmlns:a16="http://schemas.microsoft.com/office/drawing/2014/main" id="{D8C7F8DF-EBF6-465A-995F-086BC1A6A38A}"/>
              </a:ext>
            </a:extLst>
          </p:cNvPr>
          <p:cNvSpPr>
            <a:spLocks xmlns:a="http://schemas.openxmlformats.org/drawingml/2006/main" noGrp="1"/>
          </p:cNvSpPr>
          <p:nvPr/>
        </p:nvSpPr>
        <p:spPr>
          <a:xfrm xmlns:a="http://schemas.openxmlformats.org/drawingml/2006/main">
            <a:off x="10360283" y="1515682"/>
            <a:ext cx="542307" cy="114896"/>
          </a:xfrm>
          <a:custGeom xmlns:a="http://schemas.openxmlformats.org/drawingml/2006/main">
            <a:pathLst>
              <a:path w="542307" h="114896">
                <a:moveTo>
                  <a:pt x="27575" y="0"/>
                </a:moveTo>
                <a:lnTo>
                  <a:pt x="514732" y="0"/>
                </a:lnTo>
                <a:quadBezTo>
                  <a:pt x="542307" y="0"/>
                  <a:pt x="542307" y="27575"/>
                </a:quadBezTo>
                <a:lnTo>
                  <a:pt x="542307" y="87321"/>
                </a:lnTo>
                <a:quadBezTo>
                  <a:pt x="542307" y="114896"/>
                  <a:pt x="514732"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FFDF71"/>
          </a:solidFill>
          <a:ln xmlns:a="http://schemas.openxmlformats.org/drawingml/2006/main" w="16545">
            <a:solidFill>
              <a:srgbClr val="5E5E5E"/>
            </a:solidFill>
            <a:prstDash val="solid"/>
          </a:ln>
        </p:spPr>
      </p:sp>
      <p:sp>
        <p:nvSpPr>
          <p:cNvPr id="198" name="disdain-output-bar-1">
            <a:extLst xmlns:a="http://schemas.openxmlformats.org/drawingml/2006/main">
              <a:ext uri="{FF2B5EF4-FFF2-40B4-BE49-F238E27FC236}">
                <a16:creationId xmlns:a16="http://schemas.microsoft.com/office/drawing/2014/main" id="{929DD727-3210-47DA-AF75-F5FCBC52A7D1}"/>
              </a:ext>
            </a:extLst>
          </p:cNvPr>
          <p:cNvSpPr>
            <a:spLocks xmlns:a="http://schemas.openxmlformats.org/drawingml/2006/main" noGrp="1"/>
          </p:cNvSpPr>
          <p:nvPr/>
        </p:nvSpPr>
        <p:spPr>
          <a:xfrm xmlns:a="http://schemas.openxmlformats.org/drawingml/2006/main">
            <a:off x="10360283" y="1630578"/>
            <a:ext cx="367666" cy="114896"/>
          </a:xfrm>
          <a:custGeom xmlns:a="http://schemas.openxmlformats.org/drawingml/2006/main">
            <a:pathLst>
              <a:path w="367666" h="114896">
                <a:moveTo>
                  <a:pt x="27575" y="0"/>
                </a:moveTo>
                <a:lnTo>
                  <a:pt x="340091" y="0"/>
                </a:lnTo>
                <a:quadBezTo>
                  <a:pt x="367666" y="0"/>
                  <a:pt x="367666" y="27575"/>
                </a:quadBezTo>
                <a:lnTo>
                  <a:pt x="367666" y="87321"/>
                </a:lnTo>
                <a:quadBezTo>
                  <a:pt x="367666" y="114896"/>
                  <a:pt x="340091"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FFDF71"/>
          </a:solidFill>
          <a:ln xmlns:a="http://schemas.openxmlformats.org/drawingml/2006/main" w="16545">
            <a:solidFill>
              <a:srgbClr val="5E5E5E"/>
            </a:solidFill>
            <a:prstDash val="solid"/>
          </a:ln>
        </p:spPr>
      </p:sp>
      <p:sp>
        <p:nvSpPr>
          <p:cNvPr id="199" name="disdain-output-bar-2">
            <a:extLst xmlns:a="http://schemas.openxmlformats.org/drawingml/2006/main">
              <a:ext uri="{FF2B5EF4-FFF2-40B4-BE49-F238E27FC236}">
                <a16:creationId xmlns:a16="http://schemas.microsoft.com/office/drawing/2014/main" id="{4BECB241-3CF4-48B1-89F1-E9C53E621BB1}"/>
              </a:ext>
            </a:extLst>
          </p:cNvPr>
          <p:cNvSpPr>
            <a:spLocks xmlns:a="http://schemas.openxmlformats.org/drawingml/2006/main" noGrp="1"/>
          </p:cNvSpPr>
          <p:nvPr/>
        </p:nvSpPr>
        <p:spPr>
          <a:xfrm xmlns:a="http://schemas.openxmlformats.org/drawingml/2006/main">
            <a:off x="10360283" y="1745473"/>
            <a:ext cx="634223" cy="114896"/>
          </a:xfrm>
          <a:custGeom xmlns:a="http://schemas.openxmlformats.org/drawingml/2006/main">
            <a:pathLst>
              <a:path w="634223" h="114896">
                <a:moveTo>
                  <a:pt x="27575" y="0"/>
                </a:moveTo>
                <a:lnTo>
                  <a:pt x="606648" y="0"/>
                </a:lnTo>
                <a:quadBezTo>
                  <a:pt x="634223" y="0"/>
                  <a:pt x="634223" y="27575"/>
                </a:quadBezTo>
                <a:lnTo>
                  <a:pt x="634223" y="87321"/>
                </a:lnTo>
                <a:quadBezTo>
                  <a:pt x="634223" y="114896"/>
                  <a:pt x="606648"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FFDF71"/>
          </a:solidFill>
          <a:ln xmlns:a="http://schemas.openxmlformats.org/drawingml/2006/main" w="16545">
            <a:solidFill>
              <a:srgbClr val="5E5E5E"/>
            </a:solidFill>
            <a:prstDash val="solid"/>
          </a:ln>
        </p:spPr>
      </p:sp>
      <p:sp>
        <p:nvSpPr>
          <p:cNvPr id="200" name="disdain-output-bar-3">
            <a:extLst xmlns:a="http://schemas.openxmlformats.org/drawingml/2006/main">
              <a:ext uri="{FF2B5EF4-FFF2-40B4-BE49-F238E27FC236}">
                <a16:creationId xmlns:a16="http://schemas.microsoft.com/office/drawing/2014/main" id="{DA7D0E0B-20F9-44FA-B8C8-F08757C6A810}"/>
              </a:ext>
            </a:extLst>
          </p:cNvPr>
          <p:cNvSpPr>
            <a:spLocks xmlns:a="http://schemas.openxmlformats.org/drawingml/2006/main" noGrp="1"/>
          </p:cNvSpPr>
          <p:nvPr/>
        </p:nvSpPr>
        <p:spPr>
          <a:xfrm xmlns:a="http://schemas.openxmlformats.org/drawingml/2006/main">
            <a:off x="10360283" y="1860369"/>
            <a:ext cx="726140" cy="114896"/>
          </a:xfrm>
          <a:custGeom xmlns:a="http://schemas.openxmlformats.org/drawingml/2006/main">
            <a:pathLst>
              <a:path w="726140" h="114896">
                <a:moveTo>
                  <a:pt x="27575" y="0"/>
                </a:moveTo>
                <a:lnTo>
                  <a:pt x="698565" y="0"/>
                </a:lnTo>
                <a:quadBezTo>
                  <a:pt x="726140" y="0"/>
                  <a:pt x="726140" y="27575"/>
                </a:quadBezTo>
                <a:lnTo>
                  <a:pt x="726140" y="87321"/>
                </a:lnTo>
                <a:quadBezTo>
                  <a:pt x="726140" y="114896"/>
                  <a:pt x="698565"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FFDF71"/>
          </a:solidFill>
          <a:ln xmlns:a="http://schemas.openxmlformats.org/drawingml/2006/main" w="16545">
            <a:solidFill>
              <a:srgbClr val="5E5E5E"/>
            </a:solidFill>
            <a:prstDash val="solid"/>
          </a:ln>
        </p:spPr>
      </p:sp>
      <p:sp>
        <p:nvSpPr>
          <p:cNvPr id="201" name="disdain-output-bar-4">
            <a:extLst xmlns:a="http://schemas.openxmlformats.org/drawingml/2006/main">
              <a:ext uri="{FF2B5EF4-FFF2-40B4-BE49-F238E27FC236}">
                <a16:creationId xmlns:a16="http://schemas.microsoft.com/office/drawing/2014/main" id="{0CD60CB5-EA24-44F7-AF04-393C46DA3F51}"/>
              </a:ext>
            </a:extLst>
          </p:cNvPr>
          <p:cNvSpPr>
            <a:spLocks xmlns:a="http://schemas.openxmlformats.org/drawingml/2006/main" noGrp="1"/>
          </p:cNvSpPr>
          <p:nvPr/>
        </p:nvSpPr>
        <p:spPr>
          <a:xfrm xmlns:a="http://schemas.openxmlformats.org/drawingml/2006/main">
            <a:off x="10360283" y="1975264"/>
            <a:ext cx="275749" cy="114896"/>
          </a:xfrm>
          <a:custGeom xmlns:a="http://schemas.openxmlformats.org/drawingml/2006/main">
            <a:pathLst>
              <a:path w="275749" h="114896">
                <a:moveTo>
                  <a:pt x="27575" y="0"/>
                </a:moveTo>
                <a:lnTo>
                  <a:pt x="248174" y="0"/>
                </a:lnTo>
                <a:quadBezTo>
                  <a:pt x="275749" y="0"/>
                  <a:pt x="275749" y="27575"/>
                </a:quadBezTo>
                <a:lnTo>
                  <a:pt x="275749" y="87321"/>
                </a:lnTo>
                <a:quadBezTo>
                  <a:pt x="275749" y="114896"/>
                  <a:pt x="248174" y="114896"/>
                </a:quadBezTo>
                <a:lnTo>
                  <a:pt x="27575" y="114896"/>
                </a:lnTo>
                <a:quadBezTo>
                  <a:pt x="0" y="114896"/>
                  <a:pt x="0" y="87321"/>
                </a:quadBezTo>
                <a:lnTo>
                  <a:pt x="0" y="27575"/>
                </a:lnTo>
                <a:quadBezTo>
                  <a:pt x="0" y="0"/>
                  <a:pt x="27575" y="0"/>
                </a:quadBezTo>
                <a:close/>
              </a:path>
            </a:pathLst>
          </a:custGeom>
          <a:solidFill xmlns:a="http://schemas.openxmlformats.org/drawingml/2006/main">
            <a:srgbClr val="FFDF71"/>
          </a:solidFill>
          <a:ln xmlns:a="http://schemas.openxmlformats.org/drawingml/2006/main" w="16545">
            <a:solidFill>
              <a:srgbClr val="5E5E5E"/>
            </a:solidFill>
            <a:prstDash val="solid"/>
          </a:ln>
        </p:spPr>
      </p:sp>
      <p:sp>
        <p:nvSpPr>
          <p:cNvPr id="202" name="disdain-sum-circle">
            <a:extLst xmlns:a="http://schemas.openxmlformats.org/drawingml/2006/main">
              <a:ext uri="{FF2B5EF4-FFF2-40B4-BE49-F238E27FC236}">
                <a16:creationId xmlns:a16="http://schemas.microsoft.com/office/drawing/2014/main" id="{EF464AB6-00E0-41E0-98D6-7A02F5E5D0ED}"/>
              </a:ext>
            </a:extLst>
          </p:cNvPr>
          <p:cNvSpPr>
            <a:spLocks xmlns:a="http://schemas.openxmlformats.org/drawingml/2006/main" noGrp="1"/>
          </p:cNvSpPr>
          <p:nvPr/>
        </p:nvSpPr>
        <p:spPr>
          <a:xfrm xmlns:a="http://schemas.openxmlformats.org/drawingml/2006/main">
            <a:off x="9749039" y="1658153"/>
            <a:ext cx="284941" cy="284941"/>
          </a:xfrm>
          <a:custGeom xmlns:a="http://schemas.openxmlformats.org/drawingml/2006/main">
            <a:pathLst>
              <a:path w="284941" h="284941">
                <a:moveTo>
                  <a:pt x="284941" y="142470"/>
                </a:moveTo>
                <a:cubicBezTo>
                  <a:pt x="284941" y="221155"/>
                  <a:pt x="221155" y="284941"/>
                  <a:pt x="142470" y="284941"/>
                </a:cubicBezTo>
                <a:cubicBezTo>
                  <a:pt x="63786" y="284941"/>
                  <a:pt x="0" y="221155"/>
                  <a:pt x="0" y="142470"/>
                </a:cubicBezTo>
                <a:cubicBezTo>
                  <a:pt x="0" y="63786"/>
                  <a:pt x="63786" y="0"/>
                  <a:pt x="142470" y="0"/>
                </a:cubicBezTo>
                <a:cubicBezTo>
                  <a:pt x="221155" y="0"/>
                  <a:pt x="284941" y="63786"/>
                  <a:pt x="284941" y="142470"/>
                </a:cubicBezTo>
                <a:close/>
              </a:path>
            </a:pathLst>
          </a:custGeom>
          <a:solidFill xmlns:a="http://schemas.openxmlformats.org/drawingml/2006/main">
            <a:srgbClr val="FFFFFF"/>
          </a:solidFill>
          <a:ln xmlns:a="http://schemas.openxmlformats.org/drawingml/2006/main" w="16545">
            <a:solidFill>
              <a:srgbClr val="5E5E5E"/>
            </a:solidFill>
            <a:prstDash val="solid"/>
          </a:ln>
        </p:spPr>
      </p:sp>
      <p:sp>
        <p:nvSpPr>
          <p:cNvPr id="203" name="disdain-sum-horizontal">
            <a:extLst xmlns:a="http://schemas.openxmlformats.org/drawingml/2006/main">
              <a:ext uri="{FF2B5EF4-FFF2-40B4-BE49-F238E27FC236}">
                <a16:creationId xmlns:a16="http://schemas.microsoft.com/office/drawing/2014/main" id="{72FF7BF4-468C-49A1-B76B-7778933E8EF2}"/>
              </a:ext>
            </a:extLst>
          </p:cNvPr>
          <p:cNvSpPr>
            <a:spLocks xmlns:a="http://schemas.openxmlformats.org/drawingml/2006/main" noGrp="1"/>
          </p:cNvSpPr>
          <p:nvPr/>
        </p:nvSpPr>
        <p:spPr>
          <a:xfrm xmlns:a="http://schemas.openxmlformats.org/drawingml/2006/main">
            <a:off x="9749039" y="1800623"/>
            <a:ext cx="284941" cy="95"/>
          </a:xfrm>
          <a:custGeom xmlns:a="http://schemas.openxmlformats.org/drawingml/2006/main">
            <a:pathLst>
              <a:path w="284941" h="95">
                <a:moveTo>
                  <a:pt x="0" y="0"/>
                </a:moveTo>
                <a:lnTo>
                  <a:pt x="284941" y="0"/>
                </a:lnTo>
              </a:path>
            </a:pathLst>
          </a:custGeom>
          <a:noFill xmlns:a="http://schemas.openxmlformats.org/drawingml/2006/main"/>
          <a:ln xmlns:a="http://schemas.openxmlformats.org/drawingml/2006/main" w="16545">
            <a:solidFill>
              <a:srgbClr val="5E5E5E"/>
            </a:solidFill>
            <a:prstDash val="solid"/>
          </a:ln>
        </p:spPr>
      </p:sp>
      <p:sp>
        <p:nvSpPr>
          <p:cNvPr id="204" name="disdain-sum-vertical">
            <a:extLst xmlns:a="http://schemas.openxmlformats.org/drawingml/2006/main">
              <a:ext uri="{FF2B5EF4-FFF2-40B4-BE49-F238E27FC236}">
                <a16:creationId xmlns:a16="http://schemas.microsoft.com/office/drawing/2014/main" id="{93459696-7401-4AE6-81E8-8DCCED059DE4}"/>
              </a:ext>
            </a:extLst>
          </p:cNvPr>
          <p:cNvSpPr>
            <a:spLocks xmlns:a="http://schemas.openxmlformats.org/drawingml/2006/main" noGrp="1"/>
          </p:cNvSpPr>
          <p:nvPr/>
        </p:nvSpPr>
        <p:spPr>
          <a:xfrm xmlns:a="http://schemas.openxmlformats.org/drawingml/2006/main">
            <a:off x="9891510" y="1658153"/>
            <a:ext cx="95" cy="284941"/>
          </a:xfrm>
          <a:custGeom xmlns:a="http://schemas.openxmlformats.org/drawingml/2006/main">
            <a:pathLst>
              <a:path w="95" h="284941">
                <a:moveTo>
                  <a:pt x="0" y="0"/>
                </a:moveTo>
                <a:lnTo>
                  <a:pt x="0" y="284941"/>
                </a:lnTo>
              </a:path>
            </a:pathLst>
          </a:custGeom>
          <a:noFill xmlns:a="http://schemas.openxmlformats.org/drawingml/2006/main"/>
          <a:ln xmlns:a="http://schemas.openxmlformats.org/drawingml/2006/main" w="16545">
            <a:solidFill>
              <a:srgbClr val="5E5E5E"/>
            </a:solidFill>
            <a:prstDash val="solid"/>
          </a:ln>
        </p:spPr>
      </p:sp>
    </p:spTree>
    <p:extLst>
      <p:ext uri="{BB962C8B-B14F-4D97-AF65-F5344CB8AC3E}">
        <p14:creationId xmlns:p14="http://schemas.microsoft.com/office/powerpoint/2010/main" val="1036026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2026-10-09T20:37:56.9650000Z</dcterms:created>
  <dcterms:modified xsi:type="dcterms:W3CDTF">2026-10-09T20:37:56.9650000Z</dcterms:modified>
</coreProperties>
</file>